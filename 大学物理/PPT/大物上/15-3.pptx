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9"/>
  </p:notesMasterIdLst>
  <p:sldIdLst>
    <p:sldId id="961" r:id="rId2"/>
    <p:sldId id="940" r:id="rId3"/>
    <p:sldId id="980" r:id="rId4"/>
    <p:sldId id="981" r:id="rId5"/>
    <p:sldId id="969" r:id="rId6"/>
    <p:sldId id="970" r:id="rId7"/>
    <p:sldId id="978" r:id="rId8"/>
    <p:sldId id="979" r:id="rId9"/>
    <p:sldId id="929" r:id="rId10"/>
    <p:sldId id="930" r:id="rId11"/>
    <p:sldId id="931" r:id="rId12"/>
    <p:sldId id="963" r:id="rId13"/>
    <p:sldId id="965" r:id="rId14"/>
    <p:sldId id="968" r:id="rId15"/>
    <p:sldId id="967" r:id="rId16"/>
    <p:sldId id="932" r:id="rId17"/>
    <p:sldId id="933" r:id="rId18"/>
    <p:sldId id="934" r:id="rId19"/>
    <p:sldId id="935" r:id="rId20"/>
    <p:sldId id="936" r:id="rId21"/>
    <p:sldId id="937" r:id="rId22"/>
    <p:sldId id="941" r:id="rId23"/>
    <p:sldId id="942" r:id="rId24"/>
    <p:sldId id="943" r:id="rId25"/>
    <p:sldId id="944" r:id="rId26"/>
    <p:sldId id="962" r:id="rId27"/>
    <p:sldId id="945" r:id="rId28"/>
    <p:sldId id="946" r:id="rId29"/>
    <p:sldId id="947" r:id="rId30"/>
    <p:sldId id="948" r:id="rId31"/>
    <p:sldId id="949" r:id="rId32"/>
    <p:sldId id="950" r:id="rId33"/>
    <p:sldId id="951" r:id="rId34"/>
    <p:sldId id="952" r:id="rId35"/>
    <p:sldId id="953" r:id="rId36"/>
    <p:sldId id="954" r:id="rId37"/>
    <p:sldId id="955" r:id="rId38"/>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1pPr>
    <a:lvl2pPr marL="4572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2pPr>
    <a:lvl3pPr marL="9144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3pPr>
    <a:lvl4pPr marL="13716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4pPr>
    <a:lvl5pPr marL="1828800" algn="l" rtl="0" eaLnBrk="0" fontAlgn="base" hangingPunct="0">
      <a:spcBef>
        <a:spcPct val="0"/>
      </a:spcBef>
      <a:spcAft>
        <a:spcPct val="0"/>
      </a:spcAft>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6666FF"/>
    <a:srgbClr val="FF66CC"/>
    <a:srgbClr val="FFCC00"/>
    <a:srgbClr val="33CCCC"/>
    <a:srgbClr val="FF9900"/>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93" autoAdjust="0"/>
    <p:restoredTop sz="94683" autoAdjust="0"/>
  </p:normalViewPr>
  <p:slideViewPr>
    <p:cSldViewPr snapToGrid="0" showGuides="1">
      <p:cViewPr varScale="1">
        <p:scale>
          <a:sx n="83" d="100"/>
          <a:sy n="83" d="100"/>
        </p:scale>
        <p:origin x="1819"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15911BB-5F39-475F-A06A-BEEA634A930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79E30212-D52D-41D6-9BBA-FBF89A14344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EB191985-DB05-40BC-8FDF-14412793B73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80A13B09-E828-4AFB-8DA0-D9CA503E4C7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0485FD57-EAFA-48E1-92DD-BB56394BD99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70FF94BD-EF6C-4A97-BFBA-21B53F2144A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buClrTx/>
              <a:buFontTx/>
              <a:buNone/>
              <a:defRPr sz="1200" b="0">
                <a:solidFill>
                  <a:schemeClr val="tx1"/>
                </a:solidFill>
                <a:latin typeface="Arial" panose="020B0604020202020204" pitchFamily="34" charset="0"/>
                <a:ea typeface="宋体" panose="02010600030101010101" pitchFamily="2" charset="-122"/>
              </a:defRPr>
            </a:lvl1pPr>
          </a:lstStyle>
          <a:p>
            <a:pPr>
              <a:defRPr/>
            </a:pPr>
            <a:fld id="{4EAEFF0D-3C81-42DC-9429-FC0D3706AD0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21806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0191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924219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56482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4408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69045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537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62694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83094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70142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44117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35412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8981391-8EA1-4619-B065-28A34E75FB94}"/>
              </a:ext>
            </a:extLst>
          </p:cNvPr>
          <p:cNvSpPr>
            <a:spLocks noChangeArrowheads="1"/>
          </p:cNvSpPr>
          <p:nvPr/>
        </p:nvSpPr>
        <p:spPr bwMode="auto">
          <a:xfrm>
            <a:off x="250825" y="265113"/>
            <a:ext cx="8626475" cy="6272212"/>
          </a:xfrm>
          <a:prstGeom prst="rect">
            <a:avLst/>
          </a:prstGeom>
          <a:noFill/>
          <a:ln w="19050">
            <a:solidFill>
              <a:srgbClr val="006699">
                <a:alpha val="35001"/>
              </a:srgbClr>
            </a:solid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3" name="AutoShape 7">
            <a:hlinkClick r:id="" action="ppaction://hlinkshowjump?jump=previousslide" highlightClick="1"/>
            <a:extLst>
              <a:ext uri="{FF2B5EF4-FFF2-40B4-BE49-F238E27FC236}">
                <a16:creationId xmlns:a16="http://schemas.microsoft.com/office/drawing/2014/main" id="{E14D5E07-4D6E-4AF4-B685-8D972A63E2A7}"/>
              </a:ext>
            </a:extLst>
          </p:cNvPr>
          <p:cNvSpPr>
            <a:spLocks noChangeArrowheads="1"/>
          </p:cNvSpPr>
          <p:nvPr userDrawn="1"/>
        </p:nvSpPr>
        <p:spPr bwMode="auto">
          <a:xfrm flipH="1">
            <a:off x="7239000"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4" name="AutoShape 8">
            <a:hlinkClick r:id="" action="ppaction://hlinkshowjump?jump=nextslide" highlightClick="1"/>
            <a:extLst>
              <a:ext uri="{FF2B5EF4-FFF2-40B4-BE49-F238E27FC236}">
                <a16:creationId xmlns:a16="http://schemas.microsoft.com/office/drawing/2014/main" id="{B6D05C7E-FCEA-480C-BC06-B374CBA0F6DE}"/>
              </a:ext>
            </a:extLst>
          </p:cNvPr>
          <p:cNvSpPr>
            <a:spLocks noChangeArrowheads="1"/>
          </p:cNvSpPr>
          <p:nvPr userDrawn="1"/>
        </p:nvSpPr>
        <p:spPr bwMode="auto">
          <a:xfrm>
            <a:off x="8391525" y="6602413"/>
            <a:ext cx="501650" cy="168275"/>
          </a:xfrm>
          <a:prstGeom prst="actionButtonForwardNext">
            <a:avLst/>
          </a:prstGeom>
          <a:solidFill>
            <a:srgbClr val="126072"/>
          </a:solidFill>
          <a:ln w="9525">
            <a:noFill/>
            <a:miter lim="800000"/>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4105" name="AutoShape 9">
            <a:hlinkClick r:id="" action="ppaction://hlinkshowjump?jump=firstslide" highlightClick="1"/>
            <a:extLst>
              <a:ext uri="{FF2B5EF4-FFF2-40B4-BE49-F238E27FC236}">
                <a16:creationId xmlns:a16="http://schemas.microsoft.com/office/drawing/2014/main" id="{67187D6F-04D2-4D99-B3D9-AE65E65090AA}"/>
              </a:ext>
            </a:extLst>
          </p:cNvPr>
          <p:cNvSpPr>
            <a:spLocks noChangeArrowheads="1"/>
          </p:cNvSpPr>
          <p:nvPr userDrawn="1"/>
        </p:nvSpPr>
        <p:spPr bwMode="auto">
          <a:xfrm>
            <a:off x="7812088" y="6602413"/>
            <a:ext cx="504825" cy="161925"/>
          </a:xfrm>
          <a:prstGeom prst="actionButtonHome">
            <a:avLst/>
          </a:prstGeom>
          <a:solidFill>
            <a:srgbClr val="126072"/>
          </a:solidFill>
          <a:ln w="28575">
            <a:noFill/>
            <a:miter lim="800000"/>
            <a:headEnd/>
            <a:tailEnd type="none" w="med" len="lg"/>
          </a:ln>
          <a:effectLst/>
        </p:spPr>
        <p:txBody>
          <a:bodyPr anchor="ctr">
            <a:spAutoFit/>
          </a:bodyP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4.emf"/><Relationship Id="rId12" Type="http://schemas.openxmlformats.org/officeDocument/2006/relationships/oleObject" Target="../embeddings/oleObject6.bin"/><Relationship Id="rId17" Type="http://schemas.openxmlformats.org/officeDocument/2006/relationships/image" Target="../media/image9.e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5" Type="http://schemas.openxmlformats.org/officeDocument/2006/relationships/image" Target="../media/image8.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emf"/><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11.jpeg"/><Relationship Id="rId7" Type="http://schemas.openxmlformats.org/officeDocument/2006/relationships/oleObject" Target="../embeddings/oleObject10.bin"/><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1.bin"/><Relationship Id="rId1" Type="http://schemas.openxmlformats.org/officeDocument/2006/relationships/slideLayout" Target="../slideLayouts/slideLayout7.xml"/><Relationship Id="rId5" Type="http://schemas.openxmlformats.org/officeDocument/2006/relationships/image" Target="../media/image16.emf"/><Relationship Id="rId4"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2.png"/><Relationship Id="rId18" Type="http://schemas.openxmlformats.org/officeDocument/2006/relationships/oleObject" Target="../embeddings/oleObject21.bin"/><Relationship Id="rId3" Type="http://schemas.openxmlformats.org/officeDocument/2006/relationships/image" Target="../media/image17.wmf"/><Relationship Id="rId21" Type="http://schemas.openxmlformats.org/officeDocument/2006/relationships/image" Target="../media/image26.wmf"/><Relationship Id="rId7" Type="http://schemas.openxmlformats.org/officeDocument/2006/relationships/image" Target="../media/image19.wmf"/><Relationship Id="rId12" Type="http://schemas.openxmlformats.org/officeDocument/2006/relationships/oleObject" Target="../embeddings/oleObject18.bin"/><Relationship Id="rId17" Type="http://schemas.openxmlformats.org/officeDocument/2006/relationships/image" Target="../media/image24.wmf"/><Relationship Id="rId25" Type="http://schemas.openxmlformats.org/officeDocument/2006/relationships/image" Target="../media/image28.emf"/><Relationship Id="rId2" Type="http://schemas.openxmlformats.org/officeDocument/2006/relationships/oleObject" Target="../embeddings/oleObject13.bin"/><Relationship Id="rId16" Type="http://schemas.openxmlformats.org/officeDocument/2006/relationships/oleObject" Target="../embeddings/oleObject20.bin"/><Relationship Id="rId20"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21.wmf"/><Relationship Id="rId24" Type="http://schemas.openxmlformats.org/officeDocument/2006/relationships/oleObject" Target="../embeddings/oleObject24.bin"/><Relationship Id="rId5" Type="http://schemas.openxmlformats.org/officeDocument/2006/relationships/image" Target="../media/image18.png"/><Relationship Id="rId15" Type="http://schemas.openxmlformats.org/officeDocument/2006/relationships/image" Target="../media/image23.png"/><Relationship Id="rId23" Type="http://schemas.openxmlformats.org/officeDocument/2006/relationships/image" Target="../media/image27.wmf"/><Relationship Id="rId10" Type="http://schemas.openxmlformats.org/officeDocument/2006/relationships/oleObject" Target="../embeddings/oleObject17.bin"/><Relationship Id="rId19" Type="http://schemas.openxmlformats.org/officeDocument/2006/relationships/image" Target="../media/image25.wmf"/><Relationship Id="rId4" Type="http://schemas.openxmlformats.org/officeDocument/2006/relationships/oleObject" Target="../embeddings/oleObject14.bin"/><Relationship Id="rId9" Type="http://schemas.openxmlformats.org/officeDocument/2006/relationships/image" Target="../media/image20.wmf"/><Relationship Id="rId14" Type="http://schemas.openxmlformats.org/officeDocument/2006/relationships/oleObject" Target="../embeddings/oleObject19.bin"/><Relationship Id="rId22" Type="http://schemas.openxmlformats.org/officeDocument/2006/relationships/oleObject" Target="../embeddings/oleObject2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2.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30.bin"/><Relationship Id="rId1" Type="http://schemas.openxmlformats.org/officeDocument/2006/relationships/slideLayout" Target="../slideLayouts/slideLayout7.xml"/><Relationship Id="rId6" Type="http://schemas.openxmlformats.org/officeDocument/2006/relationships/oleObject" Target="../embeddings/oleObject32.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37.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1.e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43.emf"/><Relationship Id="rId5" Type="http://schemas.openxmlformats.org/officeDocument/2006/relationships/image" Target="../media/image40.e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2.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0.emf"/><Relationship Id="rId18" Type="http://schemas.openxmlformats.org/officeDocument/2006/relationships/oleObject" Target="../embeddings/oleObject49.bin"/><Relationship Id="rId26" Type="http://schemas.openxmlformats.org/officeDocument/2006/relationships/oleObject" Target="../embeddings/oleObject53.bin"/><Relationship Id="rId3" Type="http://schemas.openxmlformats.org/officeDocument/2006/relationships/image" Target="../media/image45.emf"/><Relationship Id="rId21" Type="http://schemas.openxmlformats.org/officeDocument/2006/relationships/image" Target="../media/image54.emf"/><Relationship Id="rId34" Type="http://schemas.openxmlformats.org/officeDocument/2006/relationships/oleObject" Target="../embeddings/oleObject57.bin"/><Relationship Id="rId7" Type="http://schemas.openxmlformats.org/officeDocument/2006/relationships/image" Target="../media/image47.emf"/><Relationship Id="rId12" Type="http://schemas.openxmlformats.org/officeDocument/2006/relationships/oleObject" Target="../embeddings/oleObject46.bin"/><Relationship Id="rId17" Type="http://schemas.openxmlformats.org/officeDocument/2006/relationships/image" Target="../media/image52.emf"/><Relationship Id="rId25" Type="http://schemas.openxmlformats.org/officeDocument/2006/relationships/image" Target="../media/image56.emf"/><Relationship Id="rId33" Type="http://schemas.openxmlformats.org/officeDocument/2006/relationships/image" Target="../media/image60.emf"/><Relationship Id="rId2" Type="http://schemas.openxmlformats.org/officeDocument/2006/relationships/oleObject" Target="../embeddings/oleObject41.bin"/><Relationship Id="rId16" Type="http://schemas.openxmlformats.org/officeDocument/2006/relationships/oleObject" Target="../embeddings/oleObject48.bin"/><Relationship Id="rId20" Type="http://schemas.openxmlformats.org/officeDocument/2006/relationships/oleObject" Target="../embeddings/oleObject50.bin"/><Relationship Id="rId29" Type="http://schemas.openxmlformats.org/officeDocument/2006/relationships/image" Target="../media/image58.emf"/><Relationship Id="rId1" Type="http://schemas.openxmlformats.org/officeDocument/2006/relationships/slideLayout" Target="../slideLayouts/slideLayout7.xml"/><Relationship Id="rId6" Type="http://schemas.openxmlformats.org/officeDocument/2006/relationships/oleObject" Target="../embeddings/oleObject43.bin"/><Relationship Id="rId11" Type="http://schemas.openxmlformats.org/officeDocument/2006/relationships/image" Target="../media/image49.emf"/><Relationship Id="rId24" Type="http://schemas.openxmlformats.org/officeDocument/2006/relationships/oleObject" Target="../embeddings/oleObject52.bin"/><Relationship Id="rId32" Type="http://schemas.openxmlformats.org/officeDocument/2006/relationships/oleObject" Target="../embeddings/oleObject56.bin"/><Relationship Id="rId5" Type="http://schemas.openxmlformats.org/officeDocument/2006/relationships/image" Target="../media/image46.emf"/><Relationship Id="rId15" Type="http://schemas.openxmlformats.org/officeDocument/2006/relationships/image" Target="../media/image51.emf"/><Relationship Id="rId23" Type="http://schemas.openxmlformats.org/officeDocument/2006/relationships/image" Target="../media/image55.emf"/><Relationship Id="rId28" Type="http://schemas.openxmlformats.org/officeDocument/2006/relationships/oleObject" Target="../embeddings/oleObject54.bin"/><Relationship Id="rId10" Type="http://schemas.openxmlformats.org/officeDocument/2006/relationships/oleObject" Target="../embeddings/oleObject45.bin"/><Relationship Id="rId19" Type="http://schemas.openxmlformats.org/officeDocument/2006/relationships/image" Target="../media/image53.emf"/><Relationship Id="rId31" Type="http://schemas.openxmlformats.org/officeDocument/2006/relationships/image" Target="../media/image59.emf"/><Relationship Id="rId4" Type="http://schemas.openxmlformats.org/officeDocument/2006/relationships/oleObject" Target="../embeddings/oleObject42.bin"/><Relationship Id="rId9" Type="http://schemas.openxmlformats.org/officeDocument/2006/relationships/image" Target="../media/image48.emf"/><Relationship Id="rId14" Type="http://schemas.openxmlformats.org/officeDocument/2006/relationships/oleObject" Target="../embeddings/oleObject47.bin"/><Relationship Id="rId22" Type="http://schemas.openxmlformats.org/officeDocument/2006/relationships/oleObject" Target="../embeddings/oleObject51.bin"/><Relationship Id="rId27" Type="http://schemas.openxmlformats.org/officeDocument/2006/relationships/image" Target="../media/image57.emf"/><Relationship Id="rId30" Type="http://schemas.openxmlformats.org/officeDocument/2006/relationships/oleObject" Target="../embeddings/oleObject55.bin"/><Relationship Id="rId35" Type="http://schemas.openxmlformats.org/officeDocument/2006/relationships/image" Target="../media/image61.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67.emf"/><Relationship Id="rId3" Type="http://schemas.openxmlformats.org/officeDocument/2006/relationships/image" Target="../media/image62.emf"/><Relationship Id="rId7" Type="http://schemas.openxmlformats.org/officeDocument/2006/relationships/image" Target="../media/image64.emf"/><Relationship Id="rId12" Type="http://schemas.openxmlformats.org/officeDocument/2006/relationships/oleObject" Target="../embeddings/oleObject63.bin"/><Relationship Id="rId2"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oleObject" Target="../embeddings/oleObject60.bin"/><Relationship Id="rId11" Type="http://schemas.openxmlformats.org/officeDocument/2006/relationships/image" Target="../media/image66.emf"/><Relationship Id="rId5" Type="http://schemas.openxmlformats.org/officeDocument/2006/relationships/image" Target="../media/image63.e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65.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66.bin"/><Relationship Id="rId5" Type="http://schemas.openxmlformats.org/officeDocument/2006/relationships/image" Target="../media/image69.emf"/><Relationship Id="rId4" Type="http://schemas.openxmlformats.org/officeDocument/2006/relationships/oleObject" Target="../embeddings/oleObject65.bin"/><Relationship Id="rId9" Type="http://schemas.openxmlformats.org/officeDocument/2006/relationships/image" Target="../media/image71.e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7.emf"/><Relationship Id="rId18" Type="http://schemas.openxmlformats.org/officeDocument/2006/relationships/oleObject" Target="../embeddings/oleObject76.bin"/><Relationship Id="rId26" Type="http://schemas.openxmlformats.org/officeDocument/2006/relationships/oleObject" Target="../embeddings/oleObject80.bin"/><Relationship Id="rId3" Type="http://schemas.openxmlformats.org/officeDocument/2006/relationships/image" Target="../media/image72.emf"/><Relationship Id="rId21" Type="http://schemas.openxmlformats.org/officeDocument/2006/relationships/image" Target="../media/image81.emf"/><Relationship Id="rId7" Type="http://schemas.openxmlformats.org/officeDocument/2006/relationships/image" Target="../media/image74.emf"/><Relationship Id="rId12" Type="http://schemas.openxmlformats.org/officeDocument/2006/relationships/oleObject" Target="../embeddings/oleObject73.bin"/><Relationship Id="rId17" Type="http://schemas.openxmlformats.org/officeDocument/2006/relationships/image" Target="../media/image79.emf"/><Relationship Id="rId25" Type="http://schemas.openxmlformats.org/officeDocument/2006/relationships/image" Target="../media/image83.emf"/><Relationship Id="rId2" Type="http://schemas.openxmlformats.org/officeDocument/2006/relationships/oleObject" Target="../embeddings/oleObject68.bin"/><Relationship Id="rId16" Type="http://schemas.openxmlformats.org/officeDocument/2006/relationships/oleObject" Target="../embeddings/oleObject75.bin"/><Relationship Id="rId20" Type="http://schemas.openxmlformats.org/officeDocument/2006/relationships/oleObject" Target="../embeddings/oleObject77.bin"/><Relationship Id="rId1" Type="http://schemas.openxmlformats.org/officeDocument/2006/relationships/slideLayout" Target="../slideLayouts/slideLayout7.xml"/><Relationship Id="rId6" Type="http://schemas.openxmlformats.org/officeDocument/2006/relationships/oleObject" Target="../embeddings/oleObject70.bin"/><Relationship Id="rId11" Type="http://schemas.openxmlformats.org/officeDocument/2006/relationships/image" Target="../media/image76.emf"/><Relationship Id="rId24" Type="http://schemas.openxmlformats.org/officeDocument/2006/relationships/oleObject" Target="../embeddings/oleObject79.bin"/><Relationship Id="rId5" Type="http://schemas.openxmlformats.org/officeDocument/2006/relationships/image" Target="../media/image73.emf"/><Relationship Id="rId15" Type="http://schemas.openxmlformats.org/officeDocument/2006/relationships/image" Target="../media/image78.emf"/><Relationship Id="rId23" Type="http://schemas.openxmlformats.org/officeDocument/2006/relationships/image" Target="../media/image82.emf"/><Relationship Id="rId10" Type="http://schemas.openxmlformats.org/officeDocument/2006/relationships/oleObject" Target="../embeddings/oleObject72.bin"/><Relationship Id="rId19" Type="http://schemas.openxmlformats.org/officeDocument/2006/relationships/image" Target="../media/image80.emf"/><Relationship Id="rId4" Type="http://schemas.openxmlformats.org/officeDocument/2006/relationships/oleObject" Target="../embeddings/oleObject69.bin"/><Relationship Id="rId9" Type="http://schemas.openxmlformats.org/officeDocument/2006/relationships/image" Target="../media/image75.emf"/><Relationship Id="rId14" Type="http://schemas.openxmlformats.org/officeDocument/2006/relationships/oleObject" Target="../embeddings/oleObject74.bin"/><Relationship Id="rId22" Type="http://schemas.openxmlformats.org/officeDocument/2006/relationships/oleObject" Target="../embeddings/oleObject78.bin"/><Relationship Id="rId27" Type="http://schemas.openxmlformats.org/officeDocument/2006/relationships/image" Target="../media/image84.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85.emf"/><Relationship Id="rId7" Type="http://schemas.openxmlformats.org/officeDocument/2006/relationships/image" Target="../media/image87.emf"/><Relationship Id="rId2"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83.bin"/><Relationship Id="rId11" Type="http://schemas.openxmlformats.org/officeDocument/2006/relationships/image" Target="../media/image89.emf"/><Relationship Id="rId5" Type="http://schemas.openxmlformats.org/officeDocument/2006/relationships/image" Target="../media/image86.emf"/><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88.emf"/></Relationships>
</file>

<file path=ppt/slides/_rels/slide14.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oleObject" Target="../embeddings/oleObject86.bin"/><Relationship Id="rId1" Type="http://schemas.openxmlformats.org/officeDocument/2006/relationships/slideLayout" Target="../slideLayouts/slideLayout7.xml"/><Relationship Id="rId5" Type="http://schemas.openxmlformats.org/officeDocument/2006/relationships/image" Target="../media/image91.emf"/><Relationship Id="rId4" Type="http://schemas.openxmlformats.org/officeDocument/2006/relationships/oleObject" Target="../embeddings/oleObject87.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97.emf"/><Relationship Id="rId3" Type="http://schemas.openxmlformats.org/officeDocument/2006/relationships/image" Target="../media/image92.emf"/><Relationship Id="rId7" Type="http://schemas.openxmlformats.org/officeDocument/2006/relationships/image" Target="../media/image94.emf"/><Relationship Id="rId12" Type="http://schemas.openxmlformats.org/officeDocument/2006/relationships/oleObject" Target="../embeddings/oleObject93.bin"/><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11" Type="http://schemas.openxmlformats.org/officeDocument/2006/relationships/image" Target="../media/image96.emf"/><Relationship Id="rId5" Type="http://schemas.openxmlformats.org/officeDocument/2006/relationships/image" Target="../media/image93.emf"/><Relationship Id="rId10" Type="http://schemas.openxmlformats.org/officeDocument/2006/relationships/oleObject" Target="../embeddings/oleObject92.bin"/><Relationship Id="rId4" Type="http://schemas.openxmlformats.org/officeDocument/2006/relationships/oleObject" Target="../embeddings/oleObject89.bin"/><Relationship Id="rId9" Type="http://schemas.openxmlformats.org/officeDocument/2006/relationships/image" Target="../media/image95.emf"/></Relationships>
</file>

<file path=ppt/slides/_rels/slide16.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oleObject" Target="../embeddings/oleObject94.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04.emf"/><Relationship Id="rId18" Type="http://schemas.openxmlformats.org/officeDocument/2006/relationships/oleObject" Target="../embeddings/oleObject103.bin"/><Relationship Id="rId26" Type="http://schemas.openxmlformats.org/officeDocument/2006/relationships/oleObject" Target="../embeddings/oleObject107.bin"/><Relationship Id="rId3" Type="http://schemas.openxmlformats.org/officeDocument/2006/relationships/image" Target="../media/image99.emf"/><Relationship Id="rId21" Type="http://schemas.openxmlformats.org/officeDocument/2006/relationships/image" Target="../media/image108.emf"/><Relationship Id="rId7" Type="http://schemas.openxmlformats.org/officeDocument/2006/relationships/image" Target="../media/image101.emf"/><Relationship Id="rId12" Type="http://schemas.openxmlformats.org/officeDocument/2006/relationships/oleObject" Target="../embeddings/oleObject100.bin"/><Relationship Id="rId17" Type="http://schemas.openxmlformats.org/officeDocument/2006/relationships/image" Target="../media/image106.emf"/><Relationship Id="rId25" Type="http://schemas.openxmlformats.org/officeDocument/2006/relationships/image" Target="../media/image110.emf"/><Relationship Id="rId2" Type="http://schemas.openxmlformats.org/officeDocument/2006/relationships/oleObject" Target="../embeddings/oleObject95.bin"/><Relationship Id="rId16" Type="http://schemas.openxmlformats.org/officeDocument/2006/relationships/oleObject" Target="../embeddings/oleObject102.bin"/><Relationship Id="rId20" Type="http://schemas.openxmlformats.org/officeDocument/2006/relationships/oleObject" Target="../embeddings/oleObject104.bin"/><Relationship Id="rId29" Type="http://schemas.openxmlformats.org/officeDocument/2006/relationships/oleObject" Target="../embeddings/oleObject108.bin"/><Relationship Id="rId1" Type="http://schemas.openxmlformats.org/officeDocument/2006/relationships/slideLayout" Target="../slideLayouts/slideLayout7.xml"/><Relationship Id="rId6" Type="http://schemas.openxmlformats.org/officeDocument/2006/relationships/oleObject" Target="../embeddings/oleObject97.bin"/><Relationship Id="rId11" Type="http://schemas.openxmlformats.org/officeDocument/2006/relationships/image" Target="../media/image103.emf"/><Relationship Id="rId24" Type="http://schemas.openxmlformats.org/officeDocument/2006/relationships/oleObject" Target="../embeddings/oleObject106.bin"/><Relationship Id="rId32" Type="http://schemas.openxmlformats.org/officeDocument/2006/relationships/image" Target="../media/image114.emf"/><Relationship Id="rId5" Type="http://schemas.openxmlformats.org/officeDocument/2006/relationships/image" Target="../media/image100.emf"/><Relationship Id="rId15" Type="http://schemas.openxmlformats.org/officeDocument/2006/relationships/image" Target="../media/image105.emf"/><Relationship Id="rId23" Type="http://schemas.openxmlformats.org/officeDocument/2006/relationships/image" Target="../media/image109.emf"/><Relationship Id="rId28" Type="http://schemas.openxmlformats.org/officeDocument/2006/relationships/image" Target="../media/image112.emf"/><Relationship Id="rId10" Type="http://schemas.openxmlformats.org/officeDocument/2006/relationships/oleObject" Target="../embeddings/oleObject99.bin"/><Relationship Id="rId19" Type="http://schemas.openxmlformats.org/officeDocument/2006/relationships/image" Target="../media/image107.emf"/><Relationship Id="rId31" Type="http://schemas.openxmlformats.org/officeDocument/2006/relationships/oleObject" Target="../embeddings/oleObject109.bin"/><Relationship Id="rId4" Type="http://schemas.openxmlformats.org/officeDocument/2006/relationships/oleObject" Target="../embeddings/oleObject96.bin"/><Relationship Id="rId9" Type="http://schemas.openxmlformats.org/officeDocument/2006/relationships/image" Target="../media/image102.e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111.emf"/><Relationship Id="rId30" Type="http://schemas.openxmlformats.org/officeDocument/2006/relationships/image" Target="../media/image113.emf"/></Relationships>
</file>

<file path=ppt/slides/_rels/slide18.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oleObject" Target="../embeddings/oleObject110.bin"/><Relationship Id="rId1" Type="http://schemas.openxmlformats.org/officeDocument/2006/relationships/slideLayout" Target="../slideLayouts/slideLayout7.xml"/><Relationship Id="rId5" Type="http://schemas.openxmlformats.org/officeDocument/2006/relationships/image" Target="../media/image116.emf"/><Relationship Id="rId4" Type="http://schemas.openxmlformats.org/officeDocument/2006/relationships/oleObject" Target="../embeddings/oleObject111.bin"/></Relationships>
</file>

<file path=ppt/slides/_rels/slide19.xml.rels><?xml version="1.0" encoding="UTF-8" standalone="yes"?>
<Relationships xmlns="http://schemas.openxmlformats.org/package/2006/relationships"><Relationship Id="rId3" Type="http://schemas.openxmlformats.org/officeDocument/2006/relationships/image" Target="../media/image117.emf"/><Relationship Id="rId7" Type="http://schemas.openxmlformats.org/officeDocument/2006/relationships/image" Target="../media/image119.emf"/><Relationship Id="rId2" Type="http://schemas.openxmlformats.org/officeDocument/2006/relationships/oleObject" Target="../embeddings/oleObject112.bin"/><Relationship Id="rId1" Type="http://schemas.openxmlformats.org/officeDocument/2006/relationships/slideLayout" Target="../slideLayouts/slideLayout7.xml"/><Relationship Id="rId6" Type="http://schemas.openxmlformats.org/officeDocument/2006/relationships/oleObject" Target="../embeddings/oleObject114.bin"/><Relationship Id="rId5" Type="http://schemas.openxmlformats.org/officeDocument/2006/relationships/image" Target="../media/image118.emf"/><Relationship Id="rId4" Type="http://schemas.openxmlformats.org/officeDocument/2006/relationships/oleObject" Target="../embeddings/oleObject113.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image" Target="../media/image125.emf"/><Relationship Id="rId3" Type="http://schemas.openxmlformats.org/officeDocument/2006/relationships/image" Target="../media/image120.emf"/><Relationship Id="rId7" Type="http://schemas.openxmlformats.org/officeDocument/2006/relationships/image" Target="../media/image122.emf"/><Relationship Id="rId12" Type="http://schemas.openxmlformats.org/officeDocument/2006/relationships/oleObject" Target="../embeddings/oleObject120.bin"/><Relationship Id="rId2"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117.bin"/><Relationship Id="rId11" Type="http://schemas.openxmlformats.org/officeDocument/2006/relationships/image" Target="../media/image124.emf"/><Relationship Id="rId5" Type="http://schemas.openxmlformats.org/officeDocument/2006/relationships/image" Target="../media/image121.emf"/><Relationship Id="rId10" Type="http://schemas.openxmlformats.org/officeDocument/2006/relationships/oleObject" Target="../embeddings/oleObject119.bin"/><Relationship Id="rId4" Type="http://schemas.openxmlformats.org/officeDocument/2006/relationships/oleObject" Target="../embeddings/oleObject116.bin"/><Relationship Id="rId9" Type="http://schemas.openxmlformats.org/officeDocument/2006/relationships/image" Target="../media/image123.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24.bin"/><Relationship Id="rId3" Type="http://schemas.openxmlformats.org/officeDocument/2006/relationships/image" Target="../media/image126.emf"/><Relationship Id="rId7" Type="http://schemas.openxmlformats.org/officeDocument/2006/relationships/image" Target="../media/image128.emf"/><Relationship Id="rId2" Type="http://schemas.openxmlformats.org/officeDocument/2006/relationships/oleObject" Target="../embeddings/oleObject121.bin"/><Relationship Id="rId1" Type="http://schemas.openxmlformats.org/officeDocument/2006/relationships/slideLayout" Target="../slideLayouts/slideLayout7.xml"/><Relationship Id="rId6" Type="http://schemas.openxmlformats.org/officeDocument/2006/relationships/oleObject" Target="../embeddings/oleObject123.bin"/><Relationship Id="rId11" Type="http://schemas.openxmlformats.org/officeDocument/2006/relationships/image" Target="../media/image131.jpeg"/><Relationship Id="rId5" Type="http://schemas.openxmlformats.org/officeDocument/2006/relationships/image" Target="../media/image127.emf"/><Relationship Id="rId10" Type="http://schemas.openxmlformats.org/officeDocument/2006/relationships/image" Target="../media/image130.emf"/><Relationship Id="rId4" Type="http://schemas.openxmlformats.org/officeDocument/2006/relationships/oleObject" Target="../embeddings/oleObject122.bin"/><Relationship Id="rId9" Type="http://schemas.openxmlformats.org/officeDocument/2006/relationships/image" Target="../media/image129.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28.bin"/><Relationship Id="rId13" Type="http://schemas.openxmlformats.org/officeDocument/2006/relationships/image" Target="../media/image137.emf"/><Relationship Id="rId3" Type="http://schemas.openxmlformats.org/officeDocument/2006/relationships/image" Target="../media/image132.emf"/><Relationship Id="rId7" Type="http://schemas.openxmlformats.org/officeDocument/2006/relationships/image" Target="../media/image134.emf"/><Relationship Id="rId12" Type="http://schemas.openxmlformats.org/officeDocument/2006/relationships/oleObject" Target="../embeddings/oleObject130.bin"/><Relationship Id="rId17" Type="http://schemas.openxmlformats.org/officeDocument/2006/relationships/image" Target="../media/image139.emf"/><Relationship Id="rId2" Type="http://schemas.openxmlformats.org/officeDocument/2006/relationships/oleObject" Target="../embeddings/oleObject125.bin"/><Relationship Id="rId16" Type="http://schemas.openxmlformats.org/officeDocument/2006/relationships/oleObject" Target="../embeddings/oleObject132.bin"/><Relationship Id="rId1" Type="http://schemas.openxmlformats.org/officeDocument/2006/relationships/slideLayout" Target="../slideLayouts/slideLayout7.xml"/><Relationship Id="rId6" Type="http://schemas.openxmlformats.org/officeDocument/2006/relationships/oleObject" Target="../embeddings/oleObject127.bin"/><Relationship Id="rId11" Type="http://schemas.openxmlformats.org/officeDocument/2006/relationships/image" Target="../media/image136.emf"/><Relationship Id="rId5" Type="http://schemas.openxmlformats.org/officeDocument/2006/relationships/image" Target="../media/image133.emf"/><Relationship Id="rId15" Type="http://schemas.openxmlformats.org/officeDocument/2006/relationships/image" Target="../media/image138.emf"/><Relationship Id="rId10" Type="http://schemas.openxmlformats.org/officeDocument/2006/relationships/oleObject" Target="../embeddings/oleObject129.bin"/><Relationship Id="rId4" Type="http://schemas.openxmlformats.org/officeDocument/2006/relationships/oleObject" Target="../embeddings/oleObject126.bin"/><Relationship Id="rId9" Type="http://schemas.openxmlformats.org/officeDocument/2006/relationships/image" Target="../media/image135.emf"/><Relationship Id="rId14" Type="http://schemas.openxmlformats.org/officeDocument/2006/relationships/oleObject" Target="../embeddings/oleObject131.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image" Target="../media/image145.emf"/><Relationship Id="rId18" Type="http://schemas.openxmlformats.org/officeDocument/2006/relationships/oleObject" Target="../embeddings/oleObject141.bin"/><Relationship Id="rId3" Type="http://schemas.openxmlformats.org/officeDocument/2006/relationships/image" Target="../media/image140.emf"/><Relationship Id="rId21" Type="http://schemas.openxmlformats.org/officeDocument/2006/relationships/image" Target="../media/image149.emf"/><Relationship Id="rId7" Type="http://schemas.openxmlformats.org/officeDocument/2006/relationships/image" Target="../media/image142.emf"/><Relationship Id="rId12" Type="http://schemas.openxmlformats.org/officeDocument/2006/relationships/oleObject" Target="../embeddings/oleObject138.bin"/><Relationship Id="rId17" Type="http://schemas.openxmlformats.org/officeDocument/2006/relationships/image" Target="../media/image147.emf"/><Relationship Id="rId2" Type="http://schemas.openxmlformats.org/officeDocument/2006/relationships/oleObject" Target="../embeddings/oleObject133.bin"/><Relationship Id="rId16" Type="http://schemas.openxmlformats.org/officeDocument/2006/relationships/oleObject" Target="../embeddings/oleObject140.bin"/><Relationship Id="rId20"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oleObject" Target="../embeddings/oleObject135.bin"/><Relationship Id="rId11" Type="http://schemas.openxmlformats.org/officeDocument/2006/relationships/image" Target="../media/image144.emf"/><Relationship Id="rId5" Type="http://schemas.openxmlformats.org/officeDocument/2006/relationships/image" Target="../media/image141.emf"/><Relationship Id="rId15" Type="http://schemas.openxmlformats.org/officeDocument/2006/relationships/image" Target="../media/image146.emf"/><Relationship Id="rId23" Type="http://schemas.openxmlformats.org/officeDocument/2006/relationships/image" Target="../media/image150.emf"/><Relationship Id="rId10" Type="http://schemas.openxmlformats.org/officeDocument/2006/relationships/oleObject" Target="../embeddings/oleObject137.bin"/><Relationship Id="rId19" Type="http://schemas.openxmlformats.org/officeDocument/2006/relationships/image" Target="../media/image148.emf"/><Relationship Id="rId4" Type="http://schemas.openxmlformats.org/officeDocument/2006/relationships/oleObject" Target="../embeddings/oleObject134.bin"/><Relationship Id="rId9" Type="http://schemas.openxmlformats.org/officeDocument/2006/relationships/image" Target="../media/image143.emf"/><Relationship Id="rId14" Type="http://schemas.openxmlformats.org/officeDocument/2006/relationships/oleObject" Target="../embeddings/oleObject139.bin"/><Relationship Id="rId22" Type="http://schemas.openxmlformats.org/officeDocument/2006/relationships/oleObject" Target="../embeddings/oleObject143.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56.emf"/><Relationship Id="rId18" Type="http://schemas.openxmlformats.org/officeDocument/2006/relationships/oleObject" Target="../embeddings/oleObject152.bin"/><Relationship Id="rId3" Type="http://schemas.openxmlformats.org/officeDocument/2006/relationships/image" Target="../media/image151.emf"/><Relationship Id="rId7" Type="http://schemas.openxmlformats.org/officeDocument/2006/relationships/image" Target="../media/image153.emf"/><Relationship Id="rId12" Type="http://schemas.openxmlformats.org/officeDocument/2006/relationships/oleObject" Target="../embeddings/oleObject149.bin"/><Relationship Id="rId17" Type="http://schemas.openxmlformats.org/officeDocument/2006/relationships/image" Target="../media/image158.emf"/><Relationship Id="rId2" Type="http://schemas.openxmlformats.org/officeDocument/2006/relationships/oleObject" Target="../embeddings/oleObject144.bin"/><Relationship Id="rId16" Type="http://schemas.openxmlformats.org/officeDocument/2006/relationships/oleObject" Target="../embeddings/oleObject151.bin"/><Relationship Id="rId1" Type="http://schemas.openxmlformats.org/officeDocument/2006/relationships/slideLayout" Target="../slideLayouts/slideLayout7.xml"/><Relationship Id="rId6" Type="http://schemas.openxmlformats.org/officeDocument/2006/relationships/oleObject" Target="../embeddings/oleObject146.bin"/><Relationship Id="rId11" Type="http://schemas.openxmlformats.org/officeDocument/2006/relationships/image" Target="../media/image155.emf"/><Relationship Id="rId5" Type="http://schemas.openxmlformats.org/officeDocument/2006/relationships/image" Target="../media/image152.emf"/><Relationship Id="rId15" Type="http://schemas.openxmlformats.org/officeDocument/2006/relationships/image" Target="../media/image157.emf"/><Relationship Id="rId10" Type="http://schemas.openxmlformats.org/officeDocument/2006/relationships/oleObject" Target="../embeddings/oleObject148.bin"/><Relationship Id="rId19" Type="http://schemas.openxmlformats.org/officeDocument/2006/relationships/image" Target="../media/image159.emf"/><Relationship Id="rId4" Type="http://schemas.openxmlformats.org/officeDocument/2006/relationships/oleObject" Target="../embeddings/oleObject145.bin"/><Relationship Id="rId9" Type="http://schemas.openxmlformats.org/officeDocument/2006/relationships/image" Target="../media/image154.emf"/><Relationship Id="rId14" Type="http://schemas.openxmlformats.org/officeDocument/2006/relationships/oleObject" Target="../embeddings/oleObject15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56.bin"/><Relationship Id="rId3" Type="http://schemas.openxmlformats.org/officeDocument/2006/relationships/image" Target="../media/image160.emf"/><Relationship Id="rId7" Type="http://schemas.openxmlformats.org/officeDocument/2006/relationships/image" Target="../media/image162.emf"/><Relationship Id="rId2" Type="http://schemas.openxmlformats.org/officeDocument/2006/relationships/oleObject" Target="../embeddings/oleObject153.bin"/><Relationship Id="rId1" Type="http://schemas.openxmlformats.org/officeDocument/2006/relationships/slideLayout" Target="../slideLayouts/slideLayout7.xml"/><Relationship Id="rId6" Type="http://schemas.openxmlformats.org/officeDocument/2006/relationships/oleObject" Target="../embeddings/oleObject155.bin"/><Relationship Id="rId5" Type="http://schemas.openxmlformats.org/officeDocument/2006/relationships/image" Target="../media/image161.emf"/><Relationship Id="rId4" Type="http://schemas.openxmlformats.org/officeDocument/2006/relationships/oleObject" Target="../embeddings/oleObject154.bin"/><Relationship Id="rId9" Type="http://schemas.openxmlformats.org/officeDocument/2006/relationships/image" Target="../media/image163.emf"/></Relationships>
</file>

<file path=ppt/slides/_rels/slide26.xml.rels><?xml version="1.0" encoding="UTF-8" standalone="yes"?>
<Relationships xmlns="http://schemas.openxmlformats.org/package/2006/relationships"><Relationship Id="rId2" Type="http://schemas.openxmlformats.org/officeDocument/2006/relationships/image" Target="../media/image16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168.emf"/><Relationship Id="rId3" Type="http://schemas.openxmlformats.org/officeDocument/2006/relationships/image" Target="../media/image165.png"/><Relationship Id="rId7" Type="http://schemas.openxmlformats.org/officeDocument/2006/relationships/oleObject" Target="../embeddings/oleObject159.bin"/><Relationship Id="rId2" Type="http://schemas.openxmlformats.org/officeDocument/2006/relationships/oleObject" Target="../embeddings/oleObject157.bin"/><Relationship Id="rId1" Type="http://schemas.openxmlformats.org/officeDocument/2006/relationships/slideLayout" Target="../slideLayouts/slideLayout7.xml"/><Relationship Id="rId6" Type="http://schemas.openxmlformats.org/officeDocument/2006/relationships/image" Target="../media/image167.emf"/><Relationship Id="rId5" Type="http://schemas.openxmlformats.org/officeDocument/2006/relationships/oleObject" Target="../embeddings/oleObject158.bin"/><Relationship Id="rId4" Type="http://schemas.openxmlformats.org/officeDocument/2006/relationships/image" Target="../media/image166.jpe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3.bin"/><Relationship Id="rId13" Type="http://schemas.openxmlformats.org/officeDocument/2006/relationships/image" Target="../media/image174.emf"/><Relationship Id="rId3" Type="http://schemas.openxmlformats.org/officeDocument/2006/relationships/image" Target="../media/image169.emf"/><Relationship Id="rId7" Type="http://schemas.openxmlformats.org/officeDocument/2006/relationships/image" Target="../media/image171.emf"/><Relationship Id="rId12" Type="http://schemas.openxmlformats.org/officeDocument/2006/relationships/oleObject" Target="../embeddings/oleObject165.bin"/><Relationship Id="rId2" Type="http://schemas.openxmlformats.org/officeDocument/2006/relationships/oleObject" Target="../embeddings/oleObject160.bin"/><Relationship Id="rId1" Type="http://schemas.openxmlformats.org/officeDocument/2006/relationships/slideLayout" Target="../slideLayouts/slideLayout7.xml"/><Relationship Id="rId6" Type="http://schemas.openxmlformats.org/officeDocument/2006/relationships/oleObject" Target="../embeddings/oleObject162.bin"/><Relationship Id="rId11" Type="http://schemas.openxmlformats.org/officeDocument/2006/relationships/image" Target="../media/image173.emf"/><Relationship Id="rId5" Type="http://schemas.openxmlformats.org/officeDocument/2006/relationships/image" Target="../media/image170.emf"/><Relationship Id="rId15" Type="http://schemas.openxmlformats.org/officeDocument/2006/relationships/image" Target="../media/image175.emf"/><Relationship Id="rId10" Type="http://schemas.openxmlformats.org/officeDocument/2006/relationships/oleObject" Target="../embeddings/oleObject164.bin"/><Relationship Id="rId4" Type="http://schemas.openxmlformats.org/officeDocument/2006/relationships/oleObject" Target="../embeddings/oleObject161.bin"/><Relationship Id="rId9" Type="http://schemas.openxmlformats.org/officeDocument/2006/relationships/image" Target="../media/image172.emf"/><Relationship Id="rId14" Type="http://schemas.openxmlformats.org/officeDocument/2006/relationships/oleObject" Target="../embeddings/oleObject16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81.emf"/><Relationship Id="rId18" Type="http://schemas.openxmlformats.org/officeDocument/2006/relationships/image" Target="../media/image184.emf"/><Relationship Id="rId26" Type="http://schemas.openxmlformats.org/officeDocument/2006/relationships/image" Target="../media/image188.emf"/><Relationship Id="rId3" Type="http://schemas.openxmlformats.org/officeDocument/2006/relationships/image" Target="../media/image176.emf"/><Relationship Id="rId21" Type="http://schemas.openxmlformats.org/officeDocument/2006/relationships/oleObject" Target="../embeddings/oleObject176.bin"/><Relationship Id="rId7" Type="http://schemas.openxmlformats.org/officeDocument/2006/relationships/image" Target="../media/image178.emf"/><Relationship Id="rId12" Type="http://schemas.openxmlformats.org/officeDocument/2006/relationships/oleObject" Target="../embeddings/oleObject172.bin"/><Relationship Id="rId17" Type="http://schemas.openxmlformats.org/officeDocument/2006/relationships/oleObject" Target="../embeddings/oleObject174.bin"/><Relationship Id="rId25" Type="http://schemas.openxmlformats.org/officeDocument/2006/relationships/oleObject" Target="../embeddings/oleObject178.bin"/><Relationship Id="rId2" Type="http://schemas.openxmlformats.org/officeDocument/2006/relationships/oleObject" Target="../embeddings/oleObject167.bin"/><Relationship Id="rId16" Type="http://schemas.openxmlformats.org/officeDocument/2006/relationships/image" Target="../media/image183.emf"/><Relationship Id="rId20" Type="http://schemas.openxmlformats.org/officeDocument/2006/relationships/image" Target="../media/image185.emf"/><Relationship Id="rId29" Type="http://schemas.openxmlformats.org/officeDocument/2006/relationships/oleObject" Target="../embeddings/oleObject180.bin"/><Relationship Id="rId1" Type="http://schemas.openxmlformats.org/officeDocument/2006/relationships/slideLayout" Target="../slideLayouts/slideLayout7.xml"/><Relationship Id="rId6" Type="http://schemas.openxmlformats.org/officeDocument/2006/relationships/oleObject" Target="../embeddings/oleObject169.bin"/><Relationship Id="rId11" Type="http://schemas.openxmlformats.org/officeDocument/2006/relationships/image" Target="../media/image180.emf"/><Relationship Id="rId24" Type="http://schemas.openxmlformats.org/officeDocument/2006/relationships/image" Target="../media/image187.emf"/><Relationship Id="rId5" Type="http://schemas.openxmlformats.org/officeDocument/2006/relationships/image" Target="../media/image177.emf"/><Relationship Id="rId15" Type="http://schemas.openxmlformats.org/officeDocument/2006/relationships/oleObject" Target="../embeddings/oleObject173.bin"/><Relationship Id="rId23" Type="http://schemas.openxmlformats.org/officeDocument/2006/relationships/oleObject" Target="../embeddings/oleObject177.bin"/><Relationship Id="rId28" Type="http://schemas.openxmlformats.org/officeDocument/2006/relationships/image" Target="../media/image189.emf"/><Relationship Id="rId10" Type="http://schemas.openxmlformats.org/officeDocument/2006/relationships/oleObject" Target="../embeddings/oleObject171.bin"/><Relationship Id="rId19" Type="http://schemas.openxmlformats.org/officeDocument/2006/relationships/oleObject" Target="../embeddings/oleObject175.bin"/><Relationship Id="rId4" Type="http://schemas.openxmlformats.org/officeDocument/2006/relationships/oleObject" Target="../embeddings/oleObject168.bin"/><Relationship Id="rId9" Type="http://schemas.openxmlformats.org/officeDocument/2006/relationships/image" Target="../media/image179.emf"/><Relationship Id="rId14" Type="http://schemas.openxmlformats.org/officeDocument/2006/relationships/image" Target="../media/image182.emf"/><Relationship Id="rId22" Type="http://schemas.openxmlformats.org/officeDocument/2006/relationships/image" Target="../media/image186.emf"/><Relationship Id="rId27" Type="http://schemas.openxmlformats.org/officeDocument/2006/relationships/oleObject" Target="../embeddings/oleObject179.bin"/><Relationship Id="rId30" Type="http://schemas.openxmlformats.org/officeDocument/2006/relationships/image" Target="../media/image190.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196.emf"/><Relationship Id="rId3" Type="http://schemas.openxmlformats.org/officeDocument/2006/relationships/image" Target="../media/image191.emf"/><Relationship Id="rId7" Type="http://schemas.openxmlformats.org/officeDocument/2006/relationships/image" Target="../media/image193.emf"/><Relationship Id="rId12" Type="http://schemas.openxmlformats.org/officeDocument/2006/relationships/oleObject" Target="../embeddings/oleObject186.bin"/><Relationship Id="rId17" Type="http://schemas.openxmlformats.org/officeDocument/2006/relationships/image" Target="../media/image198.emf"/><Relationship Id="rId2" Type="http://schemas.openxmlformats.org/officeDocument/2006/relationships/oleObject" Target="../embeddings/oleObject181.bin"/><Relationship Id="rId16" Type="http://schemas.openxmlformats.org/officeDocument/2006/relationships/oleObject" Target="../embeddings/oleObject188.bin"/><Relationship Id="rId1" Type="http://schemas.openxmlformats.org/officeDocument/2006/relationships/slideLayout" Target="../slideLayouts/slideLayout7.xml"/><Relationship Id="rId6" Type="http://schemas.openxmlformats.org/officeDocument/2006/relationships/oleObject" Target="../embeddings/oleObject183.bin"/><Relationship Id="rId11" Type="http://schemas.openxmlformats.org/officeDocument/2006/relationships/image" Target="../media/image195.emf"/><Relationship Id="rId5" Type="http://schemas.openxmlformats.org/officeDocument/2006/relationships/image" Target="../media/image192.emf"/><Relationship Id="rId15" Type="http://schemas.openxmlformats.org/officeDocument/2006/relationships/image" Target="../media/image197.emf"/><Relationship Id="rId10" Type="http://schemas.openxmlformats.org/officeDocument/2006/relationships/oleObject" Target="../embeddings/oleObject185.bin"/><Relationship Id="rId4" Type="http://schemas.openxmlformats.org/officeDocument/2006/relationships/oleObject" Target="../embeddings/oleObject182.bin"/><Relationship Id="rId9" Type="http://schemas.openxmlformats.org/officeDocument/2006/relationships/image" Target="../media/image194.emf"/><Relationship Id="rId14" Type="http://schemas.openxmlformats.org/officeDocument/2006/relationships/oleObject" Target="../embeddings/oleObject18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92.bin"/><Relationship Id="rId3" Type="http://schemas.openxmlformats.org/officeDocument/2006/relationships/image" Target="../media/image199.emf"/><Relationship Id="rId7" Type="http://schemas.openxmlformats.org/officeDocument/2006/relationships/image" Target="../media/image201.emf"/><Relationship Id="rId2" Type="http://schemas.openxmlformats.org/officeDocument/2006/relationships/oleObject" Target="../embeddings/oleObject189.bin"/><Relationship Id="rId1" Type="http://schemas.openxmlformats.org/officeDocument/2006/relationships/slideLayout" Target="../slideLayouts/slideLayout7.xml"/><Relationship Id="rId6" Type="http://schemas.openxmlformats.org/officeDocument/2006/relationships/oleObject" Target="../embeddings/oleObject191.bin"/><Relationship Id="rId5" Type="http://schemas.openxmlformats.org/officeDocument/2006/relationships/image" Target="../media/image200.emf"/><Relationship Id="rId4" Type="http://schemas.openxmlformats.org/officeDocument/2006/relationships/oleObject" Target="../embeddings/oleObject190.bin"/><Relationship Id="rId9" Type="http://schemas.openxmlformats.org/officeDocument/2006/relationships/image" Target="../media/image202.e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image" Target="../media/image208.emf"/><Relationship Id="rId3" Type="http://schemas.openxmlformats.org/officeDocument/2006/relationships/image" Target="../media/image203.emf"/><Relationship Id="rId7" Type="http://schemas.openxmlformats.org/officeDocument/2006/relationships/image" Target="../media/image205.emf"/><Relationship Id="rId12" Type="http://schemas.openxmlformats.org/officeDocument/2006/relationships/oleObject" Target="../embeddings/oleObject198.bin"/><Relationship Id="rId2" Type="http://schemas.openxmlformats.org/officeDocument/2006/relationships/oleObject" Target="../embeddings/oleObject193.bin"/><Relationship Id="rId1" Type="http://schemas.openxmlformats.org/officeDocument/2006/relationships/slideLayout" Target="../slideLayouts/slideLayout7.xml"/><Relationship Id="rId6" Type="http://schemas.openxmlformats.org/officeDocument/2006/relationships/oleObject" Target="../embeddings/oleObject195.bin"/><Relationship Id="rId11" Type="http://schemas.openxmlformats.org/officeDocument/2006/relationships/image" Target="../media/image207.emf"/><Relationship Id="rId5" Type="http://schemas.openxmlformats.org/officeDocument/2006/relationships/image" Target="../media/image204.emf"/><Relationship Id="rId10" Type="http://schemas.openxmlformats.org/officeDocument/2006/relationships/oleObject" Target="../embeddings/oleObject197.bin"/><Relationship Id="rId4" Type="http://schemas.openxmlformats.org/officeDocument/2006/relationships/oleObject" Target="../embeddings/oleObject194.bin"/><Relationship Id="rId9" Type="http://schemas.openxmlformats.org/officeDocument/2006/relationships/image" Target="../media/image206.emf"/></Relationships>
</file>

<file path=ppt/slides/_rels/slide33.xml.rels><?xml version="1.0" encoding="UTF-8" standalone="yes"?>
<Relationships xmlns="http://schemas.openxmlformats.org/package/2006/relationships"><Relationship Id="rId3" Type="http://schemas.openxmlformats.org/officeDocument/2006/relationships/image" Target="../media/image209.emf"/><Relationship Id="rId7" Type="http://schemas.openxmlformats.org/officeDocument/2006/relationships/image" Target="../media/image211.emf"/><Relationship Id="rId2" Type="http://schemas.openxmlformats.org/officeDocument/2006/relationships/oleObject" Target="../embeddings/oleObject199.bin"/><Relationship Id="rId1" Type="http://schemas.openxmlformats.org/officeDocument/2006/relationships/slideLayout" Target="../slideLayouts/slideLayout7.xml"/><Relationship Id="rId6" Type="http://schemas.openxmlformats.org/officeDocument/2006/relationships/oleObject" Target="../embeddings/oleObject201.bin"/><Relationship Id="rId5" Type="http://schemas.openxmlformats.org/officeDocument/2006/relationships/image" Target="../media/image210.emf"/><Relationship Id="rId4" Type="http://schemas.openxmlformats.org/officeDocument/2006/relationships/oleObject" Target="../embeddings/oleObject200.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image" Target="../media/image212.emf"/><Relationship Id="rId7" Type="http://schemas.openxmlformats.org/officeDocument/2006/relationships/image" Target="../media/image214.emf"/><Relationship Id="rId2" Type="http://schemas.openxmlformats.org/officeDocument/2006/relationships/oleObject" Target="../embeddings/oleObject202.bin"/><Relationship Id="rId1" Type="http://schemas.openxmlformats.org/officeDocument/2006/relationships/slideLayout" Target="../slideLayouts/slideLayout7.xml"/><Relationship Id="rId6" Type="http://schemas.openxmlformats.org/officeDocument/2006/relationships/oleObject" Target="../embeddings/oleObject204.bin"/><Relationship Id="rId11" Type="http://schemas.openxmlformats.org/officeDocument/2006/relationships/image" Target="../media/image216.emf"/><Relationship Id="rId5" Type="http://schemas.openxmlformats.org/officeDocument/2006/relationships/image" Target="../media/image213.emf"/><Relationship Id="rId10" Type="http://schemas.openxmlformats.org/officeDocument/2006/relationships/oleObject" Target="../embeddings/oleObject206.bin"/><Relationship Id="rId4" Type="http://schemas.openxmlformats.org/officeDocument/2006/relationships/oleObject" Target="../embeddings/oleObject203.bin"/><Relationship Id="rId9" Type="http://schemas.openxmlformats.org/officeDocument/2006/relationships/image" Target="../media/image215.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10.bin"/><Relationship Id="rId13" Type="http://schemas.openxmlformats.org/officeDocument/2006/relationships/image" Target="../media/image222.emf"/><Relationship Id="rId18" Type="http://schemas.openxmlformats.org/officeDocument/2006/relationships/oleObject" Target="../embeddings/oleObject215.bin"/><Relationship Id="rId3" Type="http://schemas.openxmlformats.org/officeDocument/2006/relationships/image" Target="../media/image217.emf"/><Relationship Id="rId7" Type="http://schemas.openxmlformats.org/officeDocument/2006/relationships/image" Target="../media/image219.emf"/><Relationship Id="rId12" Type="http://schemas.openxmlformats.org/officeDocument/2006/relationships/oleObject" Target="../embeddings/oleObject212.bin"/><Relationship Id="rId17" Type="http://schemas.openxmlformats.org/officeDocument/2006/relationships/image" Target="../media/image224.emf"/><Relationship Id="rId2" Type="http://schemas.openxmlformats.org/officeDocument/2006/relationships/oleObject" Target="../embeddings/oleObject207.bin"/><Relationship Id="rId16" Type="http://schemas.openxmlformats.org/officeDocument/2006/relationships/oleObject" Target="../embeddings/oleObject214.bin"/><Relationship Id="rId1" Type="http://schemas.openxmlformats.org/officeDocument/2006/relationships/slideLayout" Target="../slideLayouts/slideLayout7.xml"/><Relationship Id="rId6" Type="http://schemas.openxmlformats.org/officeDocument/2006/relationships/oleObject" Target="../embeddings/oleObject209.bin"/><Relationship Id="rId11" Type="http://schemas.openxmlformats.org/officeDocument/2006/relationships/image" Target="../media/image221.emf"/><Relationship Id="rId5" Type="http://schemas.openxmlformats.org/officeDocument/2006/relationships/image" Target="../media/image218.emf"/><Relationship Id="rId15" Type="http://schemas.openxmlformats.org/officeDocument/2006/relationships/image" Target="../media/image223.emf"/><Relationship Id="rId10" Type="http://schemas.openxmlformats.org/officeDocument/2006/relationships/oleObject" Target="../embeddings/oleObject211.bin"/><Relationship Id="rId19" Type="http://schemas.openxmlformats.org/officeDocument/2006/relationships/image" Target="../media/image225.emf"/><Relationship Id="rId4" Type="http://schemas.openxmlformats.org/officeDocument/2006/relationships/oleObject" Target="../embeddings/oleObject208.bin"/><Relationship Id="rId9" Type="http://schemas.openxmlformats.org/officeDocument/2006/relationships/image" Target="../media/image220.emf"/><Relationship Id="rId14" Type="http://schemas.openxmlformats.org/officeDocument/2006/relationships/oleObject" Target="../embeddings/oleObject213.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19.bin"/><Relationship Id="rId13" Type="http://schemas.openxmlformats.org/officeDocument/2006/relationships/image" Target="../media/image231.emf"/><Relationship Id="rId3" Type="http://schemas.openxmlformats.org/officeDocument/2006/relationships/image" Target="../media/image226.emf"/><Relationship Id="rId7" Type="http://schemas.openxmlformats.org/officeDocument/2006/relationships/image" Target="../media/image228.emf"/><Relationship Id="rId12" Type="http://schemas.openxmlformats.org/officeDocument/2006/relationships/oleObject" Target="../embeddings/oleObject221.bin"/><Relationship Id="rId2" Type="http://schemas.openxmlformats.org/officeDocument/2006/relationships/oleObject" Target="../embeddings/oleObject216.bin"/><Relationship Id="rId1" Type="http://schemas.openxmlformats.org/officeDocument/2006/relationships/slideLayout" Target="../slideLayouts/slideLayout7.xml"/><Relationship Id="rId6" Type="http://schemas.openxmlformats.org/officeDocument/2006/relationships/oleObject" Target="../embeddings/oleObject218.bin"/><Relationship Id="rId11" Type="http://schemas.openxmlformats.org/officeDocument/2006/relationships/image" Target="../media/image230.emf"/><Relationship Id="rId5" Type="http://schemas.openxmlformats.org/officeDocument/2006/relationships/image" Target="../media/image227.emf"/><Relationship Id="rId10" Type="http://schemas.openxmlformats.org/officeDocument/2006/relationships/oleObject" Target="../embeddings/oleObject220.bin"/><Relationship Id="rId4" Type="http://schemas.openxmlformats.org/officeDocument/2006/relationships/oleObject" Target="../embeddings/oleObject217.bin"/><Relationship Id="rId9" Type="http://schemas.openxmlformats.org/officeDocument/2006/relationships/image" Target="../media/image229.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25.bin"/><Relationship Id="rId13" Type="http://schemas.openxmlformats.org/officeDocument/2006/relationships/image" Target="../media/image237.emf"/><Relationship Id="rId3" Type="http://schemas.openxmlformats.org/officeDocument/2006/relationships/image" Target="../media/image232.emf"/><Relationship Id="rId7" Type="http://schemas.openxmlformats.org/officeDocument/2006/relationships/image" Target="../media/image234.emf"/><Relationship Id="rId12" Type="http://schemas.openxmlformats.org/officeDocument/2006/relationships/oleObject" Target="../embeddings/oleObject227.bin"/><Relationship Id="rId2" Type="http://schemas.openxmlformats.org/officeDocument/2006/relationships/oleObject" Target="../embeddings/oleObject222.bin"/><Relationship Id="rId1" Type="http://schemas.openxmlformats.org/officeDocument/2006/relationships/slideLayout" Target="../slideLayouts/slideLayout7.xml"/><Relationship Id="rId6" Type="http://schemas.openxmlformats.org/officeDocument/2006/relationships/oleObject" Target="../embeddings/oleObject224.bin"/><Relationship Id="rId11" Type="http://schemas.openxmlformats.org/officeDocument/2006/relationships/image" Target="../media/image236.emf"/><Relationship Id="rId5" Type="http://schemas.openxmlformats.org/officeDocument/2006/relationships/image" Target="../media/image233.e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3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3297774F-263C-4791-A8C9-C4F72832DAAF}"/>
              </a:ext>
            </a:extLst>
          </p:cNvPr>
          <p:cNvSpPr txBox="1">
            <a:spLocks noChangeArrowheads="1"/>
          </p:cNvSpPr>
          <p:nvPr/>
        </p:nvSpPr>
        <p:spPr bwMode="auto">
          <a:xfrm>
            <a:off x="1660525" y="1544638"/>
            <a:ext cx="656907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sz="4800">
                <a:solidFill>
                  <a:srgbClr val="140280"/>
                </a:solidFill>
                <a:latin typeface="Times New Roman" panose="02020603050405020304" pitchFamily="18" charset="0"/>
                <a:ea typeface="华文中宋" panose="02010600040101010101" pitchFamily="2" charset="-122"/>
              </a:rPr>
              <a:t>第七章</a:t>
            </a:r>
          </a:p>
        </p:txBody>
      </p:sp>
      <p:sp>
        <p:nvSpPr>
          <p:cNvPr id="3075" name="Text Box 3">
            <a:extLst>
              <a:ext uri="{FF2B5EF4-FFF2-40B4-BE49-F238E27FC236}">
                <a16:creationId xmlns:a16="http://schemas.microsoft.com/office/drawing/2014/main" id="{E6EB6A3A-AECC-45AE-A2FF-D4B1565DEABA}"/>
              </a:ext>
            </a:extLst>
          </p:cNvPr>
          <p:cNvSpPr txBox="1">
            <a:spLocks noChangeArrowheads="1"/>
          </p:cNvSpPr>
          <p:nvPr/>
        </p:nvSpPr>
        <p:spPr bwMode="auto">
          <a:xfrm>
            <a:off x="2209800" y="2514600"/>
            <a:ext cx="54260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sz="4800">
                <a:solidFill>
                  <a:srgbClr val="140280"/>
                </a:solidFill>
                <a:latin typeface="Times New Roman" panose="02020603050405020304" pitchFamily="18" charset="0"/>
                <a:ea typeface="华文中宋" panose="02010600040101010101" pitchFamily="2" charset="-122"/>
              </a:rPr>
              <a:t>狭义相对论</a:t>
            </a:r>
          </a:p>
        </p:txBody>
      </p:sp>
      <p:pic>
        <p:nvPicPr>
          <p:cNvPr id="3076" name="Picture 4" descr="002">
            <a:extLst>
              <a:ext uri="{FF2B5EF4-FFF2-40B4-BE49-F238E27FC236}">
                <a16:creationId xmlns:a16="http://schemas.microsoft.com/office/drawing/2014/main" id="{E861E714-20C9-4D07-A0B0-AD88BD485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2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5">
            <a:extLst>
              <a:ext uri="{FF2B5EF4-FFF2-40B4-BE49-F238E27FC236}">
                <a16:creationId xmlns:a16="http://schemas.microsoft.com/office/drawing/2014/main" id="{DA96E17B-009E-420D-B910-BE5CA243D0D7}"/>
              </a:ext>
            </a:extLst>
          </p:cNvPr>
          <p:cNvSpPr txBox="1">
            <a:spLocks noChangeArrowheads="1"/>
          </p:cNvSpPr>
          <p:nvPr/>
        </p:nvSpPr>
        <p:spPr bwMode="auto">
          <a:xfrm>
            <a:off x="1600200" y="2133600"/>
            <a:ext cx="5791200" cy="892175"/>
          </a:xfrm>
          <a:prstGeom prst="rect">
            <a:avLst/>
          </a:prstGeom>
          <a:noFill/>
          <a:ln>
            <a:noFill/>
          </a:ln>
          <a:effectLst>
            <a:outerShdw dist="56796" dir="1593903" algn="ctr" rotWithShape="0">
              <a:srgbClr val="FFFFF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70000"/>
              </a:lnSpc>
              <a:spcBef>
                <a:spcPct val="50000"/>
              </a:spcBef>
            </a:pPr>
            <a:r>
              <a:rPr kumimoji="1" lang="zh-CN" altLang="en-US" sz="7500">
                <a:solidFill>
                  <a:srgbClr val="FF0000"/>
                </a:solidFill>
                <a:latin typeface="隶书" pitchFamily="49" charset="-122"/>
                <a:ea typeface="隶书" pitchFamily="49" charset="-122"/>
              </a:rPr>
              <a:t>狭义相对论</a:t>
            </a:r>
          </a:p>
        </p:txBody>
      </p:sp>
      <p:sp>
        <p:nvSpPr>
          <p:cNvPr id="3078" name="Rectangle 6">
            <a:extLst>
              <a:ext uri="{FF2B5EF4-FFF2-40B4-BE49-F238E27FC236}">
                <a16:creationId xmlns:a16="http://schemas.microsoft.com/office/drawing/2014/main" id="{C1CC8A7B-8F4B-4EA9-8891-06B95D62CA51}"/>
              </a:ext>
            </a:extLst>
          </p:cNvPr>
          <p:cNvSpPr>
            <a:spLocks noChangeArrowheads="1"/>
          </p:cNvSpPr>
          <p:nvPr/>
        </p:nvSpPr>
        <p:spPr bwMode="auto">
          <a:xfrm>
            <a:off x="1887538" y="3810000"/>
            <a:ext cx="5248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lnSpc>
                <a:spcPct val="70000"/>
              </a:lnSpc>
              <a:spcBef>
                <a:spcPct val="50000"/>
              </a:spcBef>
            </a:pPr>
            <a:r>
              <a:rPr kumimoji="1" lang="en-US" altLang="zh-CN" sz="3600">
                <a:solidFill>
                  <a:srgbClr val="FFFFFF"/>
                </a:solidFill>
                <a:latin typeface="隶书" pitchFamily="49" charset="-122"/>
                <a:ea typeface="隶书" pitchFamily="49" charset="-122"/>
              </a:rPr>
              <a:t>Special Relativity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49">
            <a:extLst>
              <a:ext uri="{FF2B5EF4-FFF2-40B4-BE49-F238E27FC236}">
                <a16:creationId xmlns:a16="http://schemas.microsoft.com/office/drawing/2014/main" id="{D89A55AE-6296-4718-91BB-FF07756FBD5E}"/>
              </a:ext>
            </a:extLst>
          </p:cNvPr>
          <p:cNvGraphicFramePr>
            <a:graphicFrameLocks noChangeAspect="1"/>
          </p:cNvGraphicFramePr>
          <p:nvPr/>
        </p:nvGraphicFramePr>
        <p:xfrm>
          <a:off x="563563" y="1533525"/>
          <a:ext cx="2438400" cy="1147763"/>
        </p:xfrm>
        <a:graphic>
          <a:graphicData uri="http://schemas.openxmlformats.org/presentationml/2006/ole">
            <mc:AlternateContent xmlns:mc="http://schemas.openxmlformats.org/markup-compatibility/2006">
              <mc:Choice xmlns:v="urn:schemas-microsoft-com:vml" Requires="v">
                <p:oleObj name="Equation" r:id="rId2" imgW="1028607" imgH="411480" progId="Equation.3">
                  <p:embed/>
                </p:oleObj>
              </mc:Choice>
              <mc:Fallback>
                <p:oleObj name="Equation" r:id="rId2" imgW="1028607" imgH="411480" progId="Equation.3">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533525"/>
                        <a:ext cx="2438400" cy="11477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50">
            <a:extLst>
              <a:ext uri="{FF2B5EF4-FFF2-40B4-BE49-F238E27FC236}">
                <a16:creationId xmlns:a16="http://schemas.microsoft.com/office/drawing/2014/main" id="{6B5F0082-D376-4BDC-B704-4880F1579DB9}"/>
              </a:ext>
            </a:extLst>
          </p:cNvPr>
          <p:cNvGraphicFramePr>
            <a:graphicFrameLocks noChangeAspect="1"/>
          </p:cNvGraphicFramePr>
          <p:nvPr/>
        </p:nvGraphicFramePr>
        <p:xfrm>
          <a:off x="3230563" y="1533525"/>
          <a:ext cx="2743200" cy="1196975"/>
        </p:xfrm>
        <a:graphic>
          <a:graphicData uri="http://schemas.openxmlformats.org/presentationml/2006/ole">
            <mc:AlternateContent xmlns:mc="http://schemas.openxmlformats.org/markup-compatibility/2006">
              <mc:Choice xmlns:v="urn:schemas-microsoft-com:vml" Requires="v">
                <p:oleObj name="Equation" r:id="rId4" imgW="990787" imgH="434423" progId="Equation.3">
                  <p:embed/>
                </p:oleObj>
              </mc:Choice>
              <mc:Fallback>
                <p:oleObj name="Equation" r:id="rId4" imgW="990787" imgH="434423" progId="Equation.3">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563" y="1533525"/>
                        <a:ext cx="2743200" cy="1196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51">
            <a:extLst>
              <a:ext uri="{FF2B5EF4-FFF2-40B4-BE49-F238E27FC236}">
                <a16:creationId xmlns:a16="http://schemas.microsoft.com/office/drawing/2014/main" id="{84E880C1-188B-4C07-90B3-59A8B7FA4219}"/>
              </a:ext>
            </a:extLst>
          </p:cNvPr>
          <p:cNvGraphicFramePr>
            <a:graphicFrameLocks noChangeAspect="1"/>
          </p:cNvGraphicFramePr>
          <p:nvPr/>
        </p:nvGraphicFramePr>
        <p:xfrm>
          <a:off x="6202363" y="1812925"/>
          <a:ext cx="1193800" cy="531813"/>
        </p:xfrm>
        <a:graphic>
          <a:graphicData uri="http://schemas.openxmlformats.org/presentationml/2006/ole">
            <mc:AlternateContent xmlns:mc="http://schemas.openxmlformats.org/markup-compatibility/2006">
              <mc:Choice xmlns:v="urn:schemas-microsoft-com:vml" Requires="v">
                <p:oleObj name="Equation" r:id="rId6" imgW="373224" imgH="183046" progId="Equation.3">
                  <p:embed/>
                </p:oleObj>
              </mc:Choice>
              <mc:Fallback>
                <p:oleObj name="Equation" r:id="rId6" imgW="373224" imgH="183046" progId="Equation.3">
                  <p:embed/>
                  <p:pic>
                    <p:nvPicPr>
                      <p:cNvPr id="0" name="Object 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2363" y="1812925"/>
                        <a:ext cx="1193800" cy="5318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52">
            <a:extLst>
              <a:ext uri="{FF2B5EF4-FFF2-40B4-BE49-F238E27FC236}">
                <a16:creationId xmlns:a16="http://schemas.microsoft.com/office/drawing/2014/main" id="{829FA8A3-6BEF-4341-AC57-2E376AA31A50}"/>
              </a:ext>
            </a:extLst>
          </p:cNvPr>
          <p:cNvGraphicFramePr>
            <a:graphicFrameLocks noChangeAspect="1"/>
          </p:cNvGraphicFramePr>
          <p:nvPr/>
        </p:nvGraphicFramePr>
        <p:xfrm>
          <a:off x="7497763" y="1838325"/>
          <a:ext cx="1117600" cy="431800"/>
        </p:xfrm>
        <a:graphic>
          <a:graphicData uri="http://schemas.openxmlformats.org/presentationml/2006/ole">
            <mc:AlternateContent xmlns:mc="http://schemas.openxmlformats.org/markup-compatibility/2006">
              <mc:Choice xmlns:v="urn:schemas-microsoft-com:vml" Requires="v">
                <p:oleObj name="Equation" r:id="rId8" imgW="342869" imgH="144641" progId="Equation.3">
                  <p:embed/>
                </p:oleObj>
              </mc:Choice>
              <mc:Fallback>
                <p:oleObj name="Equation" r:id="rId8" imgW="342869" imgH="144641" progId="Equation.3">
                  <p:embed/>
                  <p:pic>
                    <p:nvPicPr>
                      <p:cNvPr id="0" name="Object 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97763" y="1838325"/>
                        <a:ext cx="1117600"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 name="Rectangle 53">
            <a:extLst>
              <a:ext uri="{FF2B5EF4-FFF2-40B4-BE49-F238E27FC236}">
                <a16:creationId xmlns:a16="http://schemas.microsoft.com/office/drawing/2014/main" id="{780861D0-C417-46F5-AA36-D52490E2D230}"/>
              </a:ext>
            </a:extLst>
          </p:cNvPr>
          <p:cNvSpPr>
            <a:spLocks noChangeArrowheads="1"/>
          </p:cNvSpPr>
          <p:nvPr/>
        </p:nvSpPr>
        <p:spPr bwMode="auto">
          <a:xfrm>
            <a:off x="411163" y="1457325"/>
            <a:ext cx="8382000" cy="1371600"/>
          </a:xfrm>
          <a:prstGeom prst="rect">
            <a:avLst/>
          </a:prstGeom>
          <a:noFill/>
          <a:ln w="222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kumimoji="1" lang="zh-CN" altLang="en-US">
              <a:latin typeface="Times New Roman" panose="02020603050405020304" pitchFamily="18" charset="0"/>
              <a:ea typeface="华文中宋" panose="02010600040101010101" pitchFamily="2" charset="-122"/>
            </a:endParaRPr>
          </a:p>
        </p:txBody>
      </p:sp>
      <p:sp>
        <p:nvSpPr>
          <p:cNvPr id="26" name="Rectangle 54">
            <a:extLst>
              <a:ext uri="{FF2B5EF4-FFF2-40B4-BE49-F238E27FC236}">
                <a16:creationId xmlns:a16="http://schemas.microsoft.com/office/drawing/2014/main" id="{1BEF6C6D-8EAF-46FD-A14E-2E1ACE22B310}"/>
              </a:ext>
            </a:extLst>
          </p:cNvPr>
          <p:cNvSpPr>
            <a:spLocks noChangeArrowheads="1"/>
          </p:cNvSpPr>
          <p:nvPr/>
        </p:nvSpPr>
        <p:spPr bwMode="auto">
          <a:xfrm>
            <a:off x="334963" y="847725"/>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楷体_GB2312" pitchFamily="49" charset="-122"/>
              </a:rPr>
              <a:t>洛伦兹正变换</a:t>
            </a:r>
          </a:p>
        </p:txBody>
      </p:sp>
      <p:grpSp>
        <p:nvGrpSpPr>
          <p:cNvPr id="2" name="Group 16">
            <a:extLst>
              <a:ext uri="{FF2B5EF4-FFF2-40B4-BE49-F238E27FC236}">
                <a16:creationId xmlns:a16="http://schemas.microsoft.com/office/drawing/2014/main" id="{BA46F04B-5AB6-43EE-99E4-04CC6F885A8E}"/>
              </a:ext>
            </a:extLst>
          </p:cNvPr>
          <p:cNvGrpSpPr>
            <a:grpSpLocks/>
          </p:cNvGrpSpPr>
          <p:nvPr/>
        </p:nvGrpSpPr>
        <p:grpSpPr bwMode="auto">
          <a:xfrm>
            <a:off x="381000" y="3038475"/>
            <a:ext cx="8343900" cy="1882775"/>
            <a:chOff x="192" y="2976"/>
            <a:chExt cx="5359" cy="1186"/>
          </a:xfrm>
        </p:grpSpPr>
        <p:graphicFrame>
          <p:nvGraphicFramePr>
            <p:cNvPr id="4105" name="Object 17">
              <a:extLst>
                <a:ext uri="{FF2B5EF4-FFF2-40B4-BE49-F238E27FC236}">
                  <a16:creationId xmlns:a16="http://schemas.microsoft.com/office/drawing/2014/main" id="{B6FABC65-9885-4F59-9F13-9B3CAE6729A1}"/>
                </a:ext>
              </a:extLst>
            </p:cNvPr>
            <p:cNvGraphicFramePr>
              <a:graphicFrameLocks noChangeAspect="1"/>
            </p:cNvGraphicFramePr>
            <p:nvPr/>
          </p:nvGraphicFramePr>
          <p:xfrm>
            <a:off x="1056" y="2976"/>
            <a:ext cx="1344" cy="362"/>
          </p:xfrm>
          <a:graphic>
            <a:graphicData uri="http://schemas.openxmlformats.org/presentationml/2006/ole">
              <mc:AlternateContent xmlns:mc="http://schemas.openxmlformats.org/markup-compatibility/2006">
                <mc:Choice xmlns:v="urn:schemas-microsoft-com:vml" Requires="v">
                  <p:oleObj name="Equation" r:id="rId10" imgW="777302" imgH="190528" progId="Equation.3">
                    <p:embed/>
                  </p:oleObj>
                </mc:Choice>
                <mc:Fallback>
                  <p:oleObj name="Equation" r:id="rId10" imgW="777302" imgH="190528"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6" y="2976"/>
                          <a:ext cx="1344" cy="3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6" name="Object 18">
              <a:extLst>
                <a:ext uri="{FF2B5EF4-FFF2-40B4-BE49-F238E27FC236}">
                  <a16:creationId xmlns:a16="http://schemas.microsoft.com/office/drawing/2014/main" id="{05B0F522-5FA8-45CA-AE07-095CBA4B581A}"/>
                </a:ext>
              </a:extLst>
            </p:cNvPr>
            <p:cNvGraphicFramePr>
              <a:graphicFrameLocks noChangeAspect="1"/>
            </p:cNvGraphicFramePr>
            <p:nvPr/>
          </p:nvGraphicFramePr>
          <p:xfrm>
            <a:off x="1248" y="3408"/>
            <a:ext cx="1536" cy="723"/>
          </p:xfrm>
          <a:graphic>
            <a:graphicData uri="http://schemas.openxmlformats.org/presentationml/2006/ole">
              <mc:AlternateContent xmlns:mc="http://schemas.openxmlformats.org/markup-compatibility/2006">
                <mc:Choice xmlns:v="urn:schemas-microsoft-com:vml" Requires="v">
                  <p:oleObj name="Equation" r:id="rId12" imgW="891758" imgH="411480" progId="Equation.3">
                    <p:embed/>
                  </p:oleObj>
                </mc:Choice>
                <mc:Fallback>
                  <p:oleObj name="Equation" r:id="rId12" imgW="891758" imgH="411480" progId="Equation.3">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48" y="3408"/>
                          <a:ext cx="1536" cy="72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7" name="Object 19">
              <a:extLst>
                <a:ext uri="{FF2B5EF4-FFF2-40B4-BE49-F238E27FC236}">
                  <a16:creationId xmlns:a16="http://schemas.microsoft.com/office/drawing/2014/main" id="{75E340A9-0167-4F76-A055-3F6E243B17C9}"/>
                </a:ext>
              </a:extLst>
            </p:cNvPr>
            <p:cNvGraphicFramePr>
              <a:graphicFrameLocks noChangeAspect="1"/>
            </p:cNvGraphicFramePr>
            <p:nvPr/>
          </p:nvGraphicFramePr>
          <p:xfrm>
            <a:off x="3648" y="2976"/>
            <a:ext cx="1296" cy="362"/>
          </p:xfrm>
          <a:graphic>
            <a:graphicData uri="http://schemas.openxmlformats.org/presentationml/2006/ole">
              <mc:AlternateContent xmlns:mc="http://schemas.openxmlformats.org/markup-compatibility/2006">
                <mc:Choice xmlns:v="urn:schemas-microsoft-com:vml" Requires="v">
                  <p:oleObj name="Equation" r:id="rId14" imgW="685738" imgH="190528" progId="Equation.3">
                    <p:embed/>
                  </p:oleObj>
                </mc:Choice>
                <mc:Fallback>
                  <p:oleObj name="Equation" r:id="rId14" imgW="685738" imgH="190528" progId="Equation.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48" y="2976"/>
                          <a:ext cx="1296" cy="3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8" name="Object 20">
              <a:extLst>
                <a:ext uri="{FF2B5EF4-FFF2-40B4-BE49-F238E27FC236}">
                  <a16:creationId xmlns:a16="http://schemas.microsoft.com/office/drawing/2014/main" id="{1F96C223-0665-404B-861E-E5BC684ACDCA}"/>
                </a:ext>
              </a:extLst>
            </p:cNvPr>
            <p:cNvGraphicFramePr>
              <a:graphicFrameLocks noChangeAspect="1"/>
            </p:cNvGraphicFramePr>
            <p:nvPr/>
          </p:nvGraphicFramePr>
          <p:xfrm>
            <a:off x="3888" y="3408"/>
            <a:ext cx="1663" cy="754"/>
          </p:xfrm>
          <a:graphic>
            <a:graphicData uri="http://schemas.openxmlformats.org/presentationml/2006/ole">
              <mc:AlternateContent xmlns:mc="http://schemas.openxmlformats.org/markup-compatibility/2006">
                <mc:Choice xmlns:v="urn:schemas-microsoft-com:vml" Requires="v">
                  <p:oleObj name="Equation" r:id="rId16" imgW="952469" imgH="434423" progId="Equation.3">
                    <p:embed/>
                  </p:oleObj>
                </mc:Choice>
                <mc:Fallback>
                  <p:oleObj name="Equation" r:id="rId16" imgW="952469" imgH="434423" progId="Equation.3">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88" y="3408"/>
                          <a:ext cx="1663" cy="75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9" name="Text Box 21">
              <a:extLst>
                <a:ext uri="{FF2B5EF4-FFF2-40B4-BE49-F238E27FC236}">
                  <a16:creationId xmlns:a16="http://schemas.microsoft.com/office/drawing/2014/main" id="{802DA682-6E42-43BC-9FC8-7C5D48B30A53}"/>
                </a:ext>
              </a:extLst>
            </p:cNvPr>
            <p:cNvSpPr txBox="1">
              <a:spLocks noChangeArrowheads="1"/>
            </p:cNvSpPr>
            <p:nvPr/>
          </p:nvSpPr>
          <p:spPr bwMode="auto">
            <a:xfrm>
              <a:off x="192" y="2976"/>
              <a:ext cx="15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楷体_GB2312" pitchFamily="49" charset="-122"/>
                </a:rPr>
                <a:t>空间间隔</a:t>
              </a:r>
            </a:p>
          </p:txBody>
        </p:sp>
        <p:sp>
          <p:nvSpPr>
            <p:cNvPr id="4110" name="Text Box 22">
              <a:extLst>
                <a:ext uri="{FF2B5EF4-FFF2-40B4-BE49-F238E27FC236}">
                  <a16:creationId xmlns:a16="http://schemas.microsoft.com/office/drawing/2014/main" id="{66DAA3F9-F15B-4777-85C5-12263E6B2890}"/>
                </a:ext>
              </a:extLst>
            </p:cNvPr>
            <p:cNvSpPr txBox="1">
              <a:spLocks noChangeArrowheads="1"/>
            </p:cNvSpPr>
            <p:nvPr/>
          </p:nvSpPr>
          <p:spPr bwMode="auto">
            <a:xfrm>
              <a:off x="2774" y="2976"/>
              <a:ext cx="15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zh-CN" altLang="en-US">
                  <a:solidFill>
                    <a:srgbClr val="FFFF00"/>
                  </a:solidFill>
                  <a:latin typeface="Times New Roman" panose="02020603050405020304" pitchFamily="18" charset="0"/>
                  <a:ea typeface="楷体_GB2312" pitchFamily="49" charset="-122"/>
                </a:rPr>
                <a:t>时间间隔</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linds(horizontal)">
                                      <p:cBhvr>
                                        <p:cTn id="12" dur="500"/>
                                        <p:tgtEl>
                                          <p:spTgt spid="25"/>
                                        </p:tgtEl>
                                      </p:cBhvr>
                                    </p:animEffect>
                                  </p:childTnLst>
                                </p:cTn>
                              </p:par>
                              <p:par>
                                <p:cTn id="13" presetID="3" presetClass="entr" presetSubtype="1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par>
                                <p:cTn id="16" presetID="3" presetClass="entr" presetSubtype="1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blinds(horizontal)">
                                      <p:cBhvr>
                                        <p:cTn id="18" dur="500"/>
                                        <p:tgtEl>
                                          <p:spTgt spid="22"/>
                                        </p:tgtEl>
                                      </p:cBhvr>
                                    </p:animEffect>
                                  </p:childTnLst>
                                </p:cTn>
                              </p:par>
                              <p:par>
                                <p:cTn id="19" presetID="3" presetClass="entr" presetSubtype="1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horizontal)">
                                      <p:cBhvr>
                                        <p:cTn id="21" dur="500"/>
                                        <p:tgtEl>
                                          <p:spTgt spid="23"/>
                                        </p:tgtEl>
                                      </p:cBhvr>
                                    </p:animEffect>
                                  </p:childTnLst>
                                </p:cTn>
                              </p:par>
                              <p:par>
                                <p:cTn id="22" presetID="3" presetClass="entr" presetSubtype="1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blinds(horizontal)">
                                      <p:cBhvr>
                                        <p:cTn id="24" dur="500"/>
                                        <p:tgtEl>
                                          <p:spTgt spid="2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dissolv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a:extLst>
              <a:ext uri="{FF2B5EF4-FFF2-40B4-BE49-F238E27FC236}">
                <a16:creationId xmlns:a16="http://schemas.microsoft.com/office/drawing/2014/main" id="{600D77CD-82B4-C2D3-5A49-B6B7CA3C539E}"/>
              </a:ext>
            </a:extLst>
          </p:cNvPr>
          <p:cNvSpPr>
            <a:spLocks noChangeArrowheads="1"/>
          </p:cNvSpPr>
          <p:nvPr/>
        </p:nvSpPr>
        <p:spPr bwMode="blackGray">
          <a:xfrm>
            <a:off x="293688" y="33972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zh-CN" altLang="en-US">
                <a:solidFill>
                  <a:srgbClr val="FFFF00"/>
                </a:solidFill>
                <a:latin typeface="宋体" panose="02010600030101010101" pitchFamily="2" charset="-122"/>
                <a:ea typeface="宋体" panose="02010600030101010101" pitchFamily="2" charset="-122"/>
              </a:rPr>
              <a:t>例</a:t>
            </a:r>
          </a:p>
        </p:txBody>
      </p:sp>
      <p:sp>
        <p:nvSpPr>
          <p:cNvPr id="910339" name="Text Box 3">
            <a:extLst>
              <a:ext uri="{FF2B5EF4-FFF2-40B4-BE49-F238E27FC236}">
                <a16:creationId xmlns:a16="http://schemas.microsoft.com/office/drawing/2014/main" id="{C3A11C8D-6DB8-DECF-4580-7E9EB746D74E}"/>
              </a:ext>
            </a:extLst>
          </p:cNvPr>
          <p:cNvSpPr txBox="1">
            <a:spLocks noChangeArrowheads="1"/>
          </p:cNvSpPr>
          <p:nvPr/>
        </p:nvSpPr>
        <p:spPr bwMode="blackGray">
          <a:xfrm>
            <a:off x="793750" y="266700"/>
            <a:ext cx="8116888"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zh-CN" altLang="en-US">
                <a:latin typeface="Times New Roman" panose="02020603050405020304" pitchFamily="18" charset="0"/>
                <a:ea typeface="华文中宋" panose="02010600040101010101" pitchFamily="2" charset="-122"/>
              </a:rPr>
              <a:t>北京和上海相距 </a:t>
            </a:r>
            <a:r>
              <a:rPr kumimoji="1" lang="en-US" altLang="zh-CN">
                <a:solidFill>
                  <a:srgbClr val="66FFFF"/>
                </a:solidFill>
                <a:latin typeface="Times New Roman" panose="02020603050405020304" pitchFamily="18" charset="0"/>
                <a:ea typeface="华文中宋" panose="02010600040101010101" pitchFamily="2" charset="-122"/>
              </a:rPr>
              <a:t>1000 km</a:t>
            </a:r>
            <a:r>
              <a:rPr kumimoji="1" lang="zh-CN" altLang="en-US">
                <a:latin typeface="Times New Roman" panose="02020603050405020304" pitchFamily="18" charset="0"/>
                <a:ea typeface="华文中宋" panose="02010600040101010101" pitchFamily="2" charset="-122"/>
              </a:rPr>
              <a:t>，北京站的甲火车先于上海站的乙火车 </a:t>
            </a:r>
            <a:r>
              <a:rPr kumimoji="1" lang="en-US" altLang="zh-CN">
                <a:solidFill>
                  <a:srgbClr val="66FFFF"/>
                </a:solidFill>
                <a:latin typeface="Times New Roman" panose="02020603050405020304" pitchFamily="18" charset="0"/>
                <a:ea typeface="华文中宋" panose="02010600040101010101" pitchFamily="2" charset="-122"/>
              </a:rPr>
              <a:t>1.0×10 </a:t>
            </a:r>
            <a:r>
              <a:rPr kumimoji="1" lang="en-US" altLang="zh-CN" baseline="30000">
                <a:solidFill>
                  <a:srgbClr val="66FFFF"/>
                </a:solidFill>
                <a:latin typeface="Times New Roman" panose="02020603050405020304" pitchFamily="18" charset="0"/>
                <a:ea typeface="华文中宋" panose="02010600040101010101" pitchFamily="2" charset="-122"/>
              </a:rPr>
              <a:t>-3 </a:t>
            </a:r>
            <a:r>
              <a:rPr kumimoji="1" lang="en-US" altLang="zh-CN">
                <a:solidFill>
                  <a:srgbClr val="66FFFF"/>
                </a:solidFill>
                <a:latin typeface="Times New Roman" panose="02020603050405020304" pitchFamily="18" charset="0"/>
                <a:ea typeface="华文中宋" panose="02010600040101010101" pitchFamily="2" charset="-122"/>
              </a:rPr>
              <a:t>s </a:t>
            </a:r>
            <a:r>
              <a:rPr kumimoji="1" lang="zh-CN" altLang="en-US">
                <a:latin typeface="Times New Roman" panose="02020603050405020304" pitchFamily="18" charset="0"/>
                <a:ea typeface="华文中宋" panose="02010600040101010101" pitchFamily="2" charset="-122"/>
              </a:rPr>
              <a:t>发车。现有一艘飞船沿从北京到上海的方向从高空掠过，速率恒为 </a:t>
            </a:r>
            <a:r>
              <a:rPr kumimoji="1" lang="en-US" altLang="zh-CN" i="1">
                <a:solidFill>
                  <a:srgbClr val="66FFFF"/>
                </a:solidFill>
                <a:latin typeface="Times New Roman" panose="02020603050405020304" pitchFamily="18" charset="0"/>
                <a:ea typeface="华文中宋" panose="02010600040101010101" pitchFamily="2" charset="-122"/>
              </a:rPr>
              <a:t>u </a:t>
            </a:r>
            <a:r>
              <a:rPr kumimoji="1" lang="en-US" altLang="zh-CN">
                <a:solidFill>
                  <a:srgbClr val="66FFFF"/>
                </a:solidFill>
                <a:latin typeface="Times New Roman" panose="02020603050405020304" pitchFamily="18" charset="0"/>
                <a:ea typeface="华文中宋" panose="02010600040101010101" pitchFamily="2" charset="-122"/>
              </a:rPr>
              <a:t>= 0.6 </a:t>
            </a:r>
            <a:r>
              <a:rPr kumimoji="1" lang="en-US" altLang="zh-CN" i="1">
                <a:solidFill>
                  <a:srgbClr val="66FFFF"/>
                </a:solidFill>
                <a:latin typeface="Times New Roman" panose="02020603050405020304" pitchFamily="18" charset="0"/>
                <a:ea typeface="华文中宋" panose="02010600040101010101" pitchFamily="2" charset="-122"/>
              </a:rPr>
              <a:t>c</a:t>
            </a:r>
            <a:r>
              <a:rPr kumimoji="1" lang="en-US" altLang="zh-CN" i="1">
                <a:latin typeface="Times New Roman" panose="02020603050405020304" pitchFamily="18" charset="0"/>
                <a:ea typeface="华文中宋" panose="02010600040101010101" pitchFamily="2" charset="-122"/>
              </a:rPr>
              <a:t> </a:t>
            </a:r>
            <a:r>
              <a:rPr kumimoji="1" lang="zh-CN" altLang="en-US">
                <a:latin typeface="Times New Roman" panose="02020603050405020304" pitchFamily="18" charset="0"/>
                <a:ea typeface="华文中宋" panose="02010600040101010101" pitchFamily="2" charset="-122"/>
              </a:rPr>
              <a:t>。试求宇航员参考系中测得的甲乙两列火车发车的时间间隔，哪一列先开</a:t>
            </a:r>
            <a:r>
              <a:rPr kumimoji="1" lang="en-US" altLang="zh-CN">
                <a:latin typeface="Times New Roman" panose="02020603050405020304" pitchFamily="18" charset="0"/>
                <a:ea typeface="华文中宋" panose="02010600040101010101" pitchFamily="2" charset="-122"/>
              </a:rPr>
              <a:t>?</a:t>
            </a:r>
          </a:p>
        </p:txBody>
      </p:sp>
      <p:sp>
        <p:nvSpPr>
          <p:cNvPr id="910340" name="Rectangle 4">
            <a:extLst>
              <a:ext uri="{FF2B5EF4-FFF2-40B4-BE49-F238E27FC236}">
                <a16:creationId xmlns:a16="http://schemas.microsoft.com/office/drawing/2014/main" id="{A8EDAC57-80BE-146D-EFFB-206163D5602C}"/>
              </a:ext>
            </a:extLst>
          </p:cNvPr>
          <p:cNvSpPr>
            <a:spLocks noChangeArrowheads="1"/>
          </p:cNvSpPr>
          <p:nvPr/>
        </p:nvSpPr>
        <p:spPr bwMode="blackGray">
          <a:xfrm>
            <a:off x="277813" y="20605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zh-CN" altLang="en-US">
                <a:solidFill>
                  <a:srgbClr val="FFFF00"/>
                </a:solidFill>
                <a:latin typeface="宋体" panose="02010600030101010101" pitchFamily="2" charset="-122"/>
                <a:ea typeface="宋体" panose="02010600030101010101" pitchFamily="2" charset="-122"/>
              </a:rPr>
              <a:t>求</a:t>
            </a:r>
          </a:p>
        </p:txBody>
      </p:sp>
      <p:sp>
        <p:nvSpPr>
          <p:cNvPr id="910341" name="Text Box 5">
            <a:extLst>
              <a:ext uri="{FF2B5EF4-FFF2-40B4-BE49-F238E27FC236}">
                <a16:creationId xmlns:a16="http://schemas.microsoft.com/office/drawing/2014/main" id="{D7F5FC9E-FE8A-6DC7-3FCA-0C95EBB5C8EB}"/>
              </a:ext>
            </a:extLst>
          </p:cNvPr>
          <p:cNvSpPr txBox="1">
            <a:spLocks noChangeArrowheads="1"/>
          </p:cNvSpPr>
          <p:nvPr/>
        </p:nvSpPr>
        <p:spPr bwMode="blackGray">
          <a:xfrm>
            <a:off x="793750" y="1989138"/>
            <a:ext cx="80994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zh-CN" altLang="en-US">
                <a:latin typeface="Times New Roman" panose="02020603050405020304" pitchFamily="18" charset="0"/>
                <a:ea typeface="华文中宋" panose="02010600040101010101" pitchFamily="2" charset="-122"/>
              </a:rPr>
              <a:t>宇航员参考系中测得的甲乙两列火车发车的时间间隔，哪一列先开</a:t>
            </a:r>
            <a:r>
              <a:rPr kumimoji="1" lang="en-US" altLang="zh-CN">
                <a:latin typeface="Times New Roman" panose="02020603050405020304" pitchFamily="18" charset="0"/>
                <a:ea typeface="华文中宋" panose="02010600040101010101" pitchFamily="2" charset="-122"/>
              </a:rPr>
              <a:t>?</a:t>
            </a:r>
          </a:p>
        </p:txBody>
      </p:sp>
      <p:sp>
        <p:nvSpPr>
          <p:cNvPr id="910342" name="Rectangle 6">
            <a:extLst>
              <a:ext uri="{FF2B5EF4-FFF2-40B4-BE49-F238E27FC236}">
                <a16:creationId xmlns:a16="http://schemas.microsoft.com/office/drawing/2014/main" id="{3E649EFC-7BCB-88F8-D53B-B36CBABDA02A}"/>
              </a:ext>
            </a:extLst>
          </p:cNvPr>
          <p:cNvSpPr>
            <a:spLocks noChangeArrowheads="1"/>
          </p:cNvSpPr>
          <p:nvPr/>
        </p:nvSpPr>
        <p:spPr bwMode="blackGray">
          <a:xfrm>
            <a:off x="276225" y="29781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zh-CN" altLang="en-US">
                <a:solidFill>
                  <a:srgbClr val="FFFF00"/>
                </a:solidFill>
                <a:latin typeface="宋体" panose="02010600030101010101" pitchFamily="2" charset="-122"/>
                <a:ea typeface="宋体" panose="02010600030101010101" pitchFamily="2" charset="-122"/>
              </a:rPr>
              <a:t>解</a:t>
            </a:r>
          </a:p>
        </p:txBody>
      </p:sp>
      <p:sp>
        <p:nvSpPr>
          <p:cNvPr id="910343" name="Rectangle 7">
            <a:extLst>
              <a:ext uri="{FF2B5EF4-FFF2-40B4-BE49-F238E27FC236}">
                <a16:creationId xmlns:a16="http://schemas.microsoft.com/office/drawing/2014/main" id="{95566DF4-54D6-AFFA-79E9-57A1F746A649}"/>
              </a:ext>
            </a:extLst>
          </p:cNvPr>
          <p:cNvSpPr>
            <a:spLocks noChangeArrowheads="1"/>
          </p:cNvSpPr>
          <p:nvPr/>
        </p:nvSpPr>
        <p:spPr bwMode="blackGray">
          <a:xfrm>
            <a:off x="755650" y="2924175"/>
            <a:ext cx="81375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zh-CN" altLang="en-US">
                <a:latin typeface="Times New Roman" panose="02020603050405020304" pitchFamily="18" charset="0"/>
                <a:ea typeface="华文中宋" panose="02010600040101010101" pitchFamily="2" charset="-122"/>
              </a:rPr>
              <a:t>取地面为</a:t>
            </a:r>
            <a:r>
              <a:rPr kumimoji="1" lang="zh-CN" altLang="en-US">
                <a:solidFill>
                  <a:srgbClr val="66FFFF"/>
                </a:solidFill>
                <a:latin typeface="Times New Roman" panose="02020603050405020304" pitchFamily="18" charset="0"/>
                <a:ea typeface="华文中宋" panose="02010600040101010101" pitchFamily="2" charset="-122"/>
              </a:rPr>
              <a:t> </a:t>
            </a:r>
            <a:r>
              <a:rPr kumimoji="1" lang="en-US" altLang="zh-CN" i="1">
                <a:solidFill>
                  <a:srgbClr val="66FFFF"/>
                </a:solidFill>
                <a:latin typeface="Times New Roman" panose="02020603050405020304" pitchFamily="18" charset="0"/>
                <a:ea typeface="华文中宋" panose="02010600040101010101" pitchFamily="2" charset="-122"/>
              </a:rPr>
              <a:t>S </a:t>
            </a:r>
            <a:r>
              <a:rPr kumimoji="1" lang="zh-CN" altLang="en-US">
                <a:latin typeface="Times New Roman" panose="02020603050405020304" pitchFamily="18" charset="0"/>
                <a:ea typeface="华文中宋" panose="02010600040101010101" pitchFamily="2" charset="-122"/>
              </a:rPr>
              <a:t>系，和飞船一起运动的参考系为 </a:t>
            </a:r>
            <a:r>
              <a:rPr kumimoji="1" lang="en-US" altLang="zh-CN" i="1">
                <a:solidFill>
                  <a:srgbClr val="66FFFF"/>
                </a:solidFill>
                <a:latin typeface="Times New Roman" panose="02020603050405020304" pitchFamily="18" charset="0"/>
                <a:ea typeface="华文中宋" panose="02010600040101010101" pitchFamily="2" charset="-122"/>
              </a:rPr>
              <a:t>S</a:t>
            </a:r>
            <a:r>
              <a:rPr kumimoji="1" lang="en-US" altLang="zh-CN" i="1">
                <a:solidFill>
                  <a:srgbClr val="66FF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i="1">
                <a:latin typeface="Times New Roman" panose="02020603050405020304" pitchFamily="18" charset="0"/>
                <a:ea typeface="华文中宋" panose="02010600040101010101" pitchFamily="2" charset="-122"/>
              </a:rPr>
              <a:t> </a:t>
            </a:r>
            <a:r>
              <a:rPr kumimoji="1" lang="zh-CN" altLang="en-US">
                <a:latin typeface="Times New Roman" panose="02020603050405020304" pitchFamily="18" charset="0"/>
                <a:ea typeface="华文中宋" panose="02010600040101010101" pitchFamily="2" charset="-122"/>
              </a:rPr>
              <a:t>系，北京站</a:t>
            </a:r>
          </a:p>
          <a:p>
            <a:pPr eaLnBrk="1" hangingPunct="1">
              <a:lnSpc>
                <a:spcPct val="110000"/>
              </a:lnSpc>
            </a:pPr>
            <a:r>
              <a:rPr kumimoji="1" lang="zh-CN" altLang="en-US">
                <a:latin typeface="Times New Roman" panose="02020603050405020304" pitchFamily="18" charset="0"/>
                <a:ea typeface="华文中宋" panose="02010600040101010101" pitchFamily="2" charset="-122"/>
              </a:rPr>
              <a:t>为坐标原点，北京至上海方</a:t>
            </a:r>
          </a:p>
          <a:p>
            <a:pPr eaLnBrk="1" hangingPunct="1">
              <a:lnSpc>
                <a:spcPct val="110000"/>
              </a:lnSpc>
            </a:pPr>
            <a:r>
              <a:rPr kumimoji="1" lang="zh-CN" altLang="en-US">
                <a:latin typeface="Times New Roman" panose="02020603050405020304" pitchFamily="18" charset="0"/>
                <a:ea typeface="华文中宋" panose="02010600040101010101" pitchFamily="2" charset="-122"/>
              </a:rPr>
              <a:t>向为 </a:t>
            </a:r>
            <a:r>
              <a:rPr kumimoji="1" lang="en-US" altLang="zh-CN" i="1">
                <a:solidFill>
                  <a:srgbClr val="66FFFF"/>
                </a:solidFill>
                <a:latin typeface="Times New Roman" panose="02020603050405020304" pitchFamily="18" charset="0"/>
                <a:ea typeface="华文中宋" panose="02010600040101010101" pitchFamily="2" charset="-122"/>
              </a:rPr>
              <a:t>x</a:t>
            </a:r>
            <a:r>
              <a:rPr kumimoji="1" lang="en-US" altLang="zh-CN" i="1">
                <a:latin typeface="Times New Roman" panose="02020603050405020304" pitchFamily="18" charset="0"/>
                <a:ea typeface="华文中宋" panose="02010600040101010101" pitchFamily="2" charset="-122"/>
              </a:rPr>
              <a:t> </a:t>
            </a:r>
            <a:r>
              <a:rPr kumimoji="1" lang="zh-CN" altLang="en-US">
                <a:latin typeface="Times New Roman" panose="02020603050405020304" pitchFamily="18" charset="0"/>
                <a:ea typeface="华文中宋" panose="02010600040101010101" pitchFamily="2" charset="-122"/>
              </a:rPr>
              <a:t>轴正方向，依题意有</a:t>
            </a:r>
          </a:p>
        </p:txBody>
      </p:sp>
      <p:pic>
        <p:nvPicPr>
          <p:cNvPr id="910344" name="Picture 8" descr="j0802">
            <a:extLst>
              <a:ext uri="{FF2B5EF4-FFF2-40B4-BE49-F238E27FC236}">
                <a16:creationId xmlns:a16="http://schemas.microsoft.com/office/drawing/2014/main" id="{1D085113-5C04-C2A7-9A6E-84FA2A750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506" r="26711" b="10342"/>
          <a:stretch>
            <a:fillRect/>
          </a:stretch>
        </p:blipFill>
        <p:spPr bwMode="blackGray">
          <a:xfrm>
            <a:off x="7689850" y="5337175"/>
            <a:ext cx="34925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0345" name="Picture 9" descr="tam1a">
            <a:extLst>
              <a:ext uri="{FF2B5EF4-FFF2-40B4-BE49-F238E27FC236}">
                <a16:creationId xmlns:a16="http://schemas.microsoft.com/office/drawing/2014/main" id="{5CF7D0FD-F68F-87F6-0403-AB3764A0D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99" t="13971" r="9538" b="27766"/>
          <a:stretch>
            <a:fillRect/>
          </a:stretch>
        </p:blipFill>
        <p:spPr bwMode="blackGray">
          <a:xfrm>
            <a:off x="5253038" y="5649913"/>
            <a:ext cx="8794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0346" name="Picture 10" descr="x-33htfj05">
            <a:extLst>
              <a:ext uri="{FF2B5EF4-FFF2-40B4-BE49-F238E27FC236}">
                <a16:creationId xmlns:a16="http://schemas.microsoft.com/office/drawing/2014/main" id="{C8567292-2B3D-C79A-C9D4-1276CB73E0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19" t="11157" b="20020"/>
          <a:stretch>
            <a:fillRect/>
          </a:stretch>
        </p:blipFill>
        <p:spPr bwMode="blackGray">
          <a:xfrm>
            <a:off x="6045200" y="4322763"/>
            <a:ext cx="1757363"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0347" name="Text Box 11">
            <a:extLst>
              <a:ext uri="{FF2B5EF4-FFF2-40B4-BE49-F238E27FC236}">
                <a16:creationId xmlns:a16="http://schemas.microsoft.com/office/drawing/2014/main" id="{02C9D1FA-5C47-8AF5-5D26-CB7F6077608C}"/>
              </a:ext>
            </a:extLst>
          </p:cNvPr>
          <p:cNvSpPr txBox="1">
            <a:spLocks noChangeArrowheads="1"/>
          </p:cNvSpPr>
          <p:nvPr/>
        </p:nvSpPr>
        <p:spPr bwMode="blackGray">
          <a:xfrm>
            <a:off x="5470525" y="6080125"/>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910348" name="Text Box 12">
            <a:extLst>
              <a:ext uri="{FF2B5EF4-FFF2-40B4-BE49-F238E27FC236}">
                <a16:creationId xmlns:a16="http://schemas.microsoft.com/office/drawing/2014/main" id="{05199B51-717F-3ABF-A9AD-D995E3370AA9}"/>
              </a:ext>
            </a:extLst>
          </p:cNvPr>
          <p:cNvSpPr txBox="1">
            <a:spLocks noChangeArrowheads="1"/>
          </p:cNvSpPr>
          <p:nvPr/>
        </p:nvSpPr>
        <p:spPr bwMode="blackGray">
          <a:xfrm>
            <a:off x="8350250" y="593566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x</a:t>
            </a:r>
            <a:endParaRPr kumimoji="1" lang="en-US" altLang="zh-CN" b="0">
              <a:solidFill>
                <a:srgbClr val="FFFF00"/>
              </a:solidFill>
              <a:latin typeface="Times New Roman" panose="02020603050405020304" pitchFamily="18" charset="0"/>
              <a:ea typeface="宋体" panose="02010600030101010101" pitchFamily="2" charset="-122"/>
            </a:endParaRPr>
          </a:p>
        </p:txBody>
      </p:sp>
      <p:grpSp>
        <p:nvGrpSpPr>
          <p:cNvPr id="2" name="Group 13">
            <a:extLst>
              <a:ext uri="{FF2B5EF4-FFF2-40B4-BE49-F238E27FC236}">
                <a16:creationId xmlns:a16="http://schemas.microsoft.com/office/drawing/2014/main" id="{A7CCA5D4-D9A1-5603-66FE-C0B634145770}"/>
              </a:ext>
            </a:extLst>
          </p:cNvPr>
          <p:cNvGrpSpPr>
            <a:grpSpLocks/>
          </p:cNvGrpSpPr>
          <p:nvPr/>
        </p:nvGrpSpPr>
        <p:grpSpPr bwMode="auto">
          <a:xfrm>
            <a:off x="4859338" y="4130675"/>
            <a:ext cx="3835400" cy="2381250"/>
            <a:chOff x="3061" y="2602"/>
            <a:chExt cx="2416" cy="1500"/>
          </a:xfrm>
        </p:grpSpPr>
        <p:sp>
          <p:nvSpPr>
            <p:cNvPr id="25627" name="Line 14">
              <a:extLst>
                <a:ext uri="{FF2B5EF4-FFF2-40B4-BE49-F238E27FC236}">
                  <a16:creationId xmlns:a16="http://schemas.microsoft.com/office/drawing/2014/main" id="{BC698EF8-55EA-FDC3-1D17-7E61C2B707E7}"/>
                </a:ext>
              </a:extLst>
            </p:cNvPr>
            <p:cNvSpPr>
              <a:spLocks noChangeShapeType="1"/>
            </p:cNvSpPr>
            <p:nvPr/>
          </p:nvSpPr>
          <p:spPr bwMode="blackGray">
            <a:xfrm>
              <a:off x="3557" y="3766"/>
              <a:ext cx="1920" cy="0"/>
            </a:xfrm>
            <a:prstGeom prst="line">
              <a:avLst/>
            </a:prstGeom>
            <a:noFill/>
            <a:ln w="28575">
              <a:solidFill>
                <a:srgbClr val="FFFF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8" name="Line 15">
              <a:extLst>
                <a:ext uri="{FF2B5EF4-FFF2-40B4-BE49-F238E27FC236}">
                  <a16:creationId xmlns:a16="http://schemas.microsoft.com/office/drawing/2014/main" id="{BF276D24-1B7E-C131-DA2B-53459EEF9681}"/>
                </a:ext>
              </a:extLst>
            </p:cNvPr>
            <p:cNvSpPr>
              <a:spLocks noChangeShapeType="1"/>
            </p:cNvSpPr>
            <p:nvPr/>
          </p:nvSpPr>
          <p:spPr bwMode="blackGray">
            <a:xfrm flipH="1">
              <a:off x="3173" y="3757"/>
              <a:ext cx="384" cy="345"/>
            </a:xfrm>
            <a:prstGeom prst="line">
              <a:avLst/>
            </a:prstGeom>
            <a:noFill/>
            <a:ln w="28575">
              <a:solidFill>
                <a:srgbClr val="FFFF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9" name="Line 16">
              <a:extLst>
                <a:ext uri="{FF2B5EF4-FFF2-40B4-BE49-F238E27FC236}">
                  <a16:creationId xmlns:a16="http://schemas.microsoft.com/office/drawing/2014/main" id="{9C61DCF4-BB58-8B36-895B-17CC7E0D7CCB}"/>
                </a:ext>
              </a:extLst>
            </p:cNvPr>
            <p:cNvSpPr>
              <a:spLocks noChangeShapeType="1"/>
            </p:cNvSpPr>
            <p:nvPr/>
          </p:nvSpPr>
          <p:spPr bwMode="blackGray">
            <a:xfrm flipV="1">
              <a:off x="3557" y="2701"/>
              <a:ext cx="0" cy="1065"/>
            </a:xfrm>
            <a:prstGeom prst="line">
              <a:avLst/>
            </a:prstGeom>
            <a:noFill/>
            <a:ln w="28575">
              <a:solidFill>
                <a:srgbClr val="FFFF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0" name="Text Box 17">
              <a:extLst>
                <a:ext uri="{FF2B5EF4-FFF2-40B4-BE49-F238E27FC236}">
                  <a16:creationId xmlns:a16="http://schemas.microsoft.com/office/drawing/2014/main" id="{515286C9-E7C1-CFC2-1F26-69BB55989D2B}"/>
                </a:ext>
              </a:extLst>
            </p:cNvPr>
            <p:cNvSpPr txBox="1">
              <a:spLocks noChangeArrowheads="1"/>
            </p:cNvSpPr>
            <p:nvPr/>
          </p:nvSpPr>
          <p:spPr bwMode="blackGray">
            <a:xfrm>
              <a:off x="3249" y="2922"/>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S</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5631" name="Text Box 18">
              <a:extLst>
                <a:ext uri="{FF2B5EF4-FFF2-40B4-BE49-F238E27FC236}">
                  <a16:creationId xmlns:a16="http://schemas.microsoft.com/office/drawing/2014/main" id="{47D7A733-BC19-0599-251C-E87A53B1AAF4}"/>
                </a:ext>
              </a:extLst>
            </p:cNvPr>
            <p:cNvSpPr txBox="1">
              <a:spLocks noChangeArrowheads="1"/>
            </p:cNvSpPr>
            <p:nvPr/>
          </p:nvSpPr>
          <p:spPr bwMode="blackGray">
            <a:xfrm>
              <a:off x="3061" y="3739"/>
              <a:ext cx="2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z</a:t>
              </a:r>
              <a:endParaRPr kumimoji="1" lang="en-US" altLang="zh-CN" b="0">
                <a:solidFill>
                  <a:srgbClr val="FFFF00"/>
                </a:solidFill>
                <a:latin typeface="Times New Roman" panose="02020603050405020304" pitchFamily="18" charset="0"/>
                <a:ea typeface="宋体" panose="02010600030101010101" pitchFamily="2" charset="-122"/>
              </a:endParaRPr>
            </a:p>
          </p:txBody>
        </p:sp>
        <p:sp>
          <p:nvSpPr>
            <p:cNvPr id="25632" name="Text Box 19">
              <a:extLst>
                <a:ext uri="{FF2B5EF4-FFF2-40B4-BE49-F238E27FC236}">
                  <a16:creationId xmlns:a16="http://schemas.microsoft.com/office/drawing/2014/main" id="{8940C526-B292-2D88-E844-EEB020915A47}"/>
                </a:ext>
              </a:extLst>
            </p:cNvPr>
            <p:cNvSpPr txBox="1">
              <a:spLocks noChangeArrowheads="1"/>
            </p:cNvSpPr>
            <p:nvPr/>
          </p:nvSpPr>
          <p:spPr bwMode="blackGray">
            <a:xfrm>
              <a:off x="3288" y="2602"/>
              <a:ext cx="2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y</a:t>
              </a:r>
              <a:endParaRPr kumimoji="1" lang="en-US" altLang="zh-CN" b="0">
                <a:solidFill>
                  <a:srgbClr val="FFFF00"/>
                </a:solidFill>
                <a:latin typeface="Times New Roman" panose="02020603050405020304" pitchFamily="18" charset="0"/>
                <a:ea typeface="宋体" panose="02010600030101010101" pitchFamily="2" charset="-122"/>
              </a:endParaRPr>
            </a:p>
          </p:txBody>
        </p:sp>
      </p:grpSp>
      <p:grpSp>
        <p:nvGrpSpPr>
          <p:cNvPr id="3" name="Group 20">
            <a:extLst>
              <a:ext uri="{FF2B5EF4-FFF2-40B4-BE49-F238E27FC236}">
                <a16:creationId xmlns:a16="http://schemas.microsoft.com/office/drawing/2014/main" id="{48991AD9-0B33-F429-BB54-536D6CA8CB49}"/>
              </a:ext>
            </a:extLst>
          </p:cNvPr>
          <p:cNvGrpSpPr>
            <a:grpSpLocks/>
          </p:cNvGrpSpPr>
          <p:nvPr/>
        </p:nvGrpSpPr>
        <p:grpSpPr bwMode="auto">
          <a:xfrm>
            <a:off x="6794500" y="3754438"/>
            <a:ext cx="835025" cy="568325"/>
            <a:chOff x="4560" y="2282"/>
            <a:chExt cx="621" cy="358"/>
          </a:xfrm>
        </p:grpSpPr>
        <p:sp>
          <p:nvSpPr>
            <p:cNvPr id="25623" name="Line 21">
              <a:extLst>
                <a:ext uri="{FF2B5EF4-FFF2-40B4-BE49-F238E27FC236}">
                  <a16:creationId xmlns:a16="http://schemas.microsoft.com/office/drawing/2014/main" id="{A45039F9-54F5-1A08-5B11-ED35C28305D9}"/>
                </a:ext>
              </a:extLst>
            </p:cNvPr>
            <p:cNvSpPr>
              <a:spLocks noChangeShapeType="1"/>
            </p:cNvSpPr>
            <p:nvPr/>
          </p:nvSpPr>
          <p:spPr bwMode="blackGray">
            <a:xfrm>
              <a:off x="4560" y="2640"/>
              <a:ext cx="576" cy="0"/>
            </a:xfrm>
            <a:prstGeom prst="line">
              <a:avLst/>
            </a:prstGeom>
            <a:noFill/>
            <a:ln w="38100">
              <a:solidFill>
                <a:schemeClr val="bg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624" name="Group 22">
              <a:extLst>
                <a:ext uri="{FF2B5EF4-FFF2-40B4-BE49-F238E27FC236}">
                  <a16:creationId xmlns:a16="http://schemas.microsoft.com/office/drawing/2014/main" id="{34A3811F-E697-AC94-8CF5-3800AFBDA06A}"/>
                </a:ext>
              </a:extLst>
            </p:cNvPr>
            <p:cNvGrpSpPr>
              <a:grpSpLocks/>
            </p:cNvGrpSpPr>
            <p:nvPr/>
          </p:nvGrpSpPr>
          <p:grpSpPr bwMode="auto">
            <a:xfrm>
              <a:off x="4896" y="2282"/>
              <a:ext cx="285" cy="354"/>
              <a:chOff x="4742" y="2084"/>
              <a:chExt cx="285" cy="354"/>
            </a:xfrm>
          </p:grpSpPr>
          <p:sp>
            <p:nvSpPr>
              <p:cNvPr id="25625" name="Text Box 23">
                <a:extLst>
                  <a:ext uri="{FF2B5EF4-FFF2-40B4-BE49-F238E27FC236}">
                    <a16:creationId xmlns:a16="http://schemas.microsoft.com/office/drawing/2014/main" id="{6F543DD0-DA58-7C65-66C1-CC5B3C713D47}"/>
                  </a:ext>
                </a:extLst>
              </p:cNvPr>
              <p:cNvSpPr txBox="1">
                <a:spLocks noChangeArrowheads="1"/>
              </p:cNvSpPr>
              <p:nvPr/>
            </p:nvSpPr>
            <p:spPr bwMode="blackGray">
              <a:xfrm>
                <a:off x="4742" y="2084"/>
                <a:ext cx="285"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en-US" altLang="zh-CN" sz="2800" i="1">
                    <a:latin typeface="Times New Roman" panose="02020603050405020304" pitchFamily="18" charset="0"/>
                    <a:ea typeface="华文中宋" panose="02010600040101010101" pitchFamily="2" charset="-122"/>
                  </a:rPr>
                  <a:t>u</a:t>
                </a:r>
                <a:endParaRPr kumimoji="1" lang="en-US" altLang="zh-CN" b="0">
                  <a:solidFill>
                    <a:schemeClr val="tx1"/>
                  </a:solidFill>
                  <a:latin typeface="Times New Roman" panose="02020603050405020304" pitchFamily="18" charset="0"/>
                  <a:ea typeface="华文中宋" panose="02010600040101010101" pitchFamily="2" charset="-122"/>
                </a:endParaRPr>
              </a:p>
            </p:txBody>
          </p:sp>
          <p:sp>
            <p:nvSpPr>
              <p:cNvPr id="25626" name="Line 24">
                <a:extLst>
                  <a:ext uri="{FF2B5EF4-FFF2-40B4-BE49-F238E27FC236}">
                    <a16:creationId xmlns:a16="http://schemas.microsoft.com/office/drawing/2014/main" id="{A2378187-601F-20E7-C081-2B3CEBDA5290}"/>
                  </a:ext>
                </a:extLst>
              </p:cNvPr>
              <p:cNvSpPr>
                <a:spLocks noChangeShapeType="1"/>
              </p:cNvSpPr>
              <p:nvPr/>
            </p:nvSpPr>
            <p:spPr bwMode="blackGray">
              <a:xfrm>
                <a:off x="4752" y="2160"/>
                <a:ext cx="240" cy="0"/>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5" name="Group 25">
            <a:extLst>
              <a:ext uri="{FF2B5EF4-FFF2-40B4-BE49-F238E27FC236}">
                <a16:creationId xmlns:a16="http://schemas.microsoft.com/office/drawing/2014/main" id="{2A4693DC-58CD-0BCF-5A47-A3A2D24161E4}"/>
              </a:ext>
            </a:extLst>
          </p:cNvPr>
          <p:cNvGrpSpPr>
            <a:grpSpLocks/>
          </p:cNvGrpSpPr>
          <p:nvPr/>
        </p:nvGrpSpPr>
        <p:grpSpPr bwMode="auto">
          <a:xfrm>
            <a:off x="6261100" y="3937000"/>
            <a:ext cx="1430338" cy="1212850"/>
            <a:chOff x="4610" y="2731"/>
            <a:chExt cx="901" cy="764"/>
          </a:xfrm>
        </p:grpSpPr>
        <p:sp>
          <p:nvSpPr>
            <p:cNvPr id="25618" name="Text Box 26">
              <a:extLst>
                <a:ext uri="{FF2B5EF4-FFF2-40B4-BE49-F238E27FC236}">
                  <a16:creationId xmlns:a16="http://schemas.microsoft.com/office/drawing/2014/main" id="{F697D115-CE15-98F9-A0D6-C295978CBBD3}"/>
                </a:ext>
              </a:extLst>
            </p:cNvPr>
            <p:cNvSpPr txBox="1">
              <a:spLocks noChangeArrowheads="1"/>
            </p:cNvSpPr>
            <p:nvPr/>
          </p:nvSpPr>
          <p:spPr bwMode="blackGray">
            <a:xfrm>
              <a:off x="4610" y="2731"/>
              <a:ext cx="324"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en-US" altLang="zh-CN" i="1">
                  <a:solidFill>
                    <a:srgbClr val="66FF33"/>
                  </a:solidFill>
                  <a:latin typeface="Times New Roman" panose="02020603050405020304" pitchFamily="18" charset="0"/>
                  <a:ea typeface="华文中宋" panose="02010600040101010101" pitchFamily="2" charset="-122"/>
                </a:rPr>
                <a:t>S'</a:t>
              </a:r>
              <a:r>
                <a:rPr kumimoji="1" lang="en-US" altLang="zh-CN">
                  <a:solidFill>
                    <a:srgbClr val="66FF33"/>
                  </a:solidFill>
                  <a:latin typeface="Times New Roman" panose="02020603050405020304" pitchFamily="18" charset="0"/>
                  <a:ea typeface="华文中宋" panose="02010600040101010101" pitchFamily="2" charset="-122"/>
                </a:rPr>
                <a:t> </a:t>
              </a:r>
            </a:p>
          </p:txBody>
        </p:sp>
        <p:sp>
          <p:nvSpPr>
            <p:cNvPr id="25619" name="Text Box 27">
              <a:extLst>
                <a:ext uri="{FF2B5EF4-FFF2-40B4-BE49-F238E27FC236}">
                  <a16:creationId xmlns:a16="http://schemas.microsoft.com/office/drawing/2014/main" id="{4E796039-0294-5066-2093-9A0E2AB75C47}"/>
                </a:ext>
              </a:extLst>
            </p:cNvPr>
            <p:cNvSpPr txBox="1">
              <a:spLocks noChangeArrowheads="1"/>
            </p:cNvSpPr>
            <p:nvPr/>
          </p:nvSpPr>
          <p:spPr bwMode="blackGray">
            <a:xfrm>
              <a:off x="4830" y="3184"/>
              <a:ext cx="35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10000"/>
                </a:lnSpc>
              </a:pPr>
              <a:r>
                <a:rPr kumimoji="1" lang="en-US" altLang="zh-CN" i="1">
                  <a:solidFill>
                    <a:srgbClr val="66FF33"/>
                  </a:solidFill>
                  <a:latin typeface="Times New Roman" panose="02020603050405020304" pitchFamily="18" charset="0"/>
                  <a:ea typeface="华文中宋" panose="02010600040101010101" pitchFamily="2" charset="-122"/>
                </a:rPr>
                <a:t>O'</a:t>
              </a:r>
              <a:r>
                <a:rPr kumimoji="1" lang="en-US" altLang="zh-CN">
                  <a:solidFill>
                    <a:srgbClr val="66FF33"/>
                  </a:solidFill>
                  <a:latin typeface="Times New Roman" panose="02020603050405020304" pitchFamily="18" charset="0"/>
                  <a:ea typeface="华文中宋" panose="02010600040101010101" pitchFamily="2" charset="-122"/>
                </a:rPr>
                <a:t> </a:t>
              </a:r>
              <a:endParaRPr kumimoji="1" lang="en-US" altLang="zh-CN" sz="2800" i="1">
                <a:solidFill>
                  <a:srgbClr val="66FF33"/>
                </a:solidFill>
                <a:latin typeface="Times New Roman" panose="02020603050405020304" pitchFamily="18" charset="0"/>
                <a:ea typeface="华文中宋" panose="02010600040101010101" pitchFamily="2" charset="-122"/>
              </a:endParaRPr>
            </a:p>
          </p:txBody>
        </p:sp>
        <p:sp>
          <p:nvSpPr>
            <p:cNvPr id="25620" name="Line 28">
              <a:extLst>
                <a:ext uri="{FF2B5EF4-FFF2-40B4-BE49-F238E27FC236}">
                  <a16:creationId xmlns:a16="http://schemas.microsoft.com/office/drawing/2014/main" id="{8B772FE0-4580-4F61-CAC8-F9454C42583E}"/>
                </a:ext>
              </a:extLst>
            </p:cNvPr>
            <p:cNvSpPr>
              <a:spLocks noChangeShapeType="1"/>
            </p:cNvSpPr>
            <p:nvPr/>
          </p:nvSpPr>
          <p:spPr bwMode="blackGray">
            <a:xfrm flipH="1">
              <a:off x="4748" y="3205"/>
              <a:ext cx="175" cy="159"/>
            </a:xfrm>
            <a:prstGeom prst="line">
              <a:avLst/>
            </a:prstGeom>
            <a:noFill/>
            <a:ln w="28575">
              <a:solidFill>
                <a:srgbClr val="66FF33"/>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1" name="Line 29">
              <a:extLst>
                <a:ext uri="{FF2B5EF4-FFF2-40B4-BE49-F238E27FC236}">
                  <a16:creationId xmlns:a16="http://schemas.microsoft.com/office/drawing/2014/main" id="{77C59C9C-87EE-5536-24C1-6BB0AEABA9EB}"/>
                </a:ext>
              </a:extLst>
            </p:cNvPr>
            <p:cNvSpPr>
              <a:spLocks noChangeShapeType="1"/>
            </p:cNvSpPr>
            <p:nvPr/>
          </p:nvSpPr>
          <p:spPr bwMode="blackGray">
            <a:xfrm flipV="1">
              <a:off x="4926" y="2795"/>
              <a:ext cx="0" cy="411"/>
            </a:xfrm>
            <a:prstGeom prst="line">
              <a:avLst/>
            </a:prstGeom>
            <a:noFill/>
            <a:ln w="28575">
              <a:solidFill>
                <a:srgbClr val="66FF33"/>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30">
              <a:extLst>
                <a:ext uri="{FF2B5EF4-FFF2-40B4-BE49-F238E27FC236}">
                  <a16:creationId xmlns:a16="http://schemas.microsoft.com/office/drawing/2014/main" id="{0CCF851A-04B9-9DEA-0100-70639448C435}"/>
                </a:ext>
              </a:extLst>
            </p:cNvPr>
            <p:cNvSpPr>
              <a:spLocks noChangeShapeType="1"/>
            </p:cNvSpPr>
            <p:nvPr/>
          </p:nvSpPr>
          <p:spPr bwMode="blackGray">
            <a:xfrm>
              <a:off x="4922" y="3206"/>
              <a:ext cx="589" cy="0"/>
            </a:xfrm>
            <a:prstGeom prst="line">
              <a:avLst/>
            </a:prstGeom>
            <a:noFill/>
            <a:ln w="28575">
              <a:solidFill>
                <a:srgbClr val="66FF33"/>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910367" name="Object 2">
            <a:extLst>
              <a:ext uri="{FF2B5EF4-FFF2-40B4-BE49-F238E27FC236}">
                <a16:creationId xmlns:a16="http://schemas.microsoft.com/office/drawing/2014/main" id="{C53EA5BD-AB85-7D37-C85E-C359E9FA67DD}"/>
              </a:ext>
            </a:extLst>
          </p:cNvPr>
          <p:cNvGraphicFramePr>
            <a:graphicFrameLocks/>
          </p:cNvGraphicFramePr>
          <p:nvPr/>
        </p:nvGraphicFramePr>
        <p:xfrm>
          <a:off x="1311275" y="5373688"/>
          <a:ext cx="2468563" cy="395287"/>
        </p:xfrm>
        <a:graphic>
          <a:graphicData uri="http://schemas.openxmlformats.org/presentationml/2006/ole">
            <mc:AlternateContent xmlns:mc="http://schemas.openxmlformats.org/markup-compatibility/2006">
              <mc:Choice xmlns:v="urn:schemas-microsoft-com:vml" Requires="v">
                <p:oleObj name="公式" r:id="rId5" imgW="2445864" imgH="365594" progId="Equation.3">
                  <p:embed/>
                </p:oleObj>
              </mc:Choice>
              <mc:Fallback>
                <p:oleObj name="公式" r:id="rId5" imgW="2445864" imgH="365594" progId="Equation.3">
                  <p:embed/>
                  <p:pic>
                    <p:nvPicPr>
                      <p:cNvPr id="910367" name="Object 2">
                        <a:extLst>
                          <a:ext uri="{FF2B5EF4-FFF2-40B4-BE49-F238E27FC236}">
                            <a16:creationId xmlns:a16="http://schemas.microsoft.com/office/drawing/2014/main" id="{C53EA5BD-AB85-7D37-C85E-C359E9FA67D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blackGray">
                      <a:xfrm>
                        <a:off x="1311275" y="5373688"/>
                        <a:ext cx="24685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0368" name="Object 3">
            <a:extLst>
              <a:ext uri="{FF2B5EF4-FFF2-40B4-BE49-F238E27FC236}">
                <a16:creationId xmlns:a16="http://schemas.microsoft.com/office/drawing/2014/main" id="{4D9ECED5-9309-FAAB-634D-BF8E2B052B2A}"/>
              </a:ext>
            </a:extLst>
          </p:cNvPr>
          <p:cNvGraphicFramePr>
            <a:graphicFrameLocks/>
          </p:cNvGraphicFramePr>
          <p:nvPr/>
        </p:nvGraphicFramePr>
        <p:xfrm>
          <a:off x="1331913" y="4724400"/>
          <a:ext cx="2198687" cy="392113"/>
        </p:xfrm>
        <a:graphic>
          <a:graphicData uri="http://schemas.openxmlformats.org/presentationml/2006/ole">
            <mc:AlternateContent xmlns:mc="http://schemas.openxmlformats.org/markup-compatibility/2006">
              <mc:Choice xmlns:v="urn:schemas-microsoft-com:vml" Requires="v">
                <p:oleObj name="公式" r:id="rId7" imgW="2164204" imgH="365594" progId="Equation.3">
                  <p:embed/>
                </p:oleObj>
              </mc:Choice>
              <mc:Fallback>
                <p:oleObj name="公式" r:id="rId7" imgW="2164204" imgH="365594" progId="Equation.3">
                  <p:embed/>
                  <p:pic>
                    <p:nvPicPr>
                      <p:cNvPr id="910368" name="Object 3">
                        <a:extLst>
                          <a:ext uri="{FF2B5EF4-FFF2-40B4-BE49-F238E27FC236}">
                            <a16:creationId xmlns:a16="http://schemas.microsoft.com/office/drawing/2014/main" id="{4D9ECED5-9309-FAAB-634D-BF8E2B052B2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blackGray">
                      <a:xfrm>
                        <a:off x="1331913" y="4724400"/>
                        <a:ext cx="2198687"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0338"/>
                                        </p:tgtEl>
                                        <p:attrNameLst>
                                          <p:attrName>style.visibility</p:attrName>
                                        </p:attrNameLst>
                                      </p:cBhvr>
                                      <p:to>
                                        <p:strVal val="visible"/>
                                      </p:to>
                                    </p:set>
                                    <p:animEffect transition="in" filter="wipe(left)">
                                      <p:cBhvr>
                                        <p:cTn id="7" dur="500"/>
                                        <p:tgtEl>
                                          <p:spTgt spid="910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0339"/>
                                        </p:tgtEl>
                                        <p:attrNameLst>
                                          <p:attrName>style.visibility</p:attrName>
                                        </p:attrNameLst>
                                      </p:cBhvr>
                                      <p:to>
                                        <p:strVal val="visible"/>
                                      </p:to>
                                    </p:set>
                                    <p:animEffect transition="in" filter="wipe(left)">
                                      <p:cBhvr>
                                        <p:cTn id="12" dur="500"/>
                                        <p:tgtEl>
                                          <p:spTgt spid="910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0340"/>
                                        </p:tgtEl>
                                        <p:attrNameLst>
                                          <p:attrName>style.visibility</p:attrName>
                                        </p:attrNameLst>
                                      </p:cBhvr>
                                      <p:to>
                                        <p:strVal val="visible"/>
                                      </p:to>
                                    </p:set>
                                    <p:animEffect transition="in" filter="wipe(left)">
                                      <p:cBhvr>
                                        <p:cTn id="17" dur="500"/>
                                        <p:tgtEl>
                                          <p:spTgt spid="910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10341"/>
                                        </p:tgtEl>
                                        <p:attrNameLst>
                                          <p:attrName>style.visibility</p:attrName>
                                        </p:attrNameLst>
                                      </p:cBhvr>
                                      <p:to>
                                        <p:strVal val="visible"/>
                                      </p:to>
                                    </p:set>
                                    <p:animEffect transition="in" filter="wipe(left)">
                                      <p:cBhvr>
                                        <p:cTn id="22" dur="500"/>
                                        <p:tgtEl>
                                          <p:spTgt spid="910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0342"/>
                                        </p:tgtEl>
                                        <p:attrNameLst>
                                          <p:attrName>style.visibility</p:attrName>
                                        </p:attrNameLst>
                                      </p:cBhvr>
                                      <p:to>
                                        <p:strVal val="visible"/>
                                      </p:to>
                                    </p:set>
                                    <p:animEffect transition="in" filter="wipe(left)">
                                      <p:cBhvr>
                                        <p:cTn id="27" dur="500"/>
                                        <p:tgtEl>
                                          <p:spTgt spid="9103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10343"/>
                                        </p:tgtEl>
                                        <p:attrNameLst>
                                          <p:attrName>style.visibility</p:attrName>
                                        </p:attrNameLst>
                                      </p:cBhvr>
                                      <p:to>
                                        <p:strVal val="visible"/>
                                      </p:to>
                                    </p:set>
                                    <p:animEffect transition="in" filter="wipe(left)">
                                      <p:cBhvr>
                                        <p:cTn id="32" dur="500"/>
                                        <p:tgtEl>
                                          <p:spTgt spid="9103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910345"/>
                                        </p:tgtEl>
                                        <p:attrNameLst>
                                          <p:attrName>style.visibility</p:attrName>
                                        </p:attrNameLst>
                                      </p:cBhvr>
                                      <p:to>
                                        <p:strVal val="visible"/>
                                      </p:to>
                                    </p:set>
                                  </p:childTnLst>
                                </p:cTn>
                              </p:par>
                            </p:childTnLst>
                          </p:cTn>
                        </p:par>
                        <p:par>
                          <p:cTn id="37" fill="hold" nodeType="afterGroup">
                            <p:stCondLst>
                              <p:cond delay="0"/>
                            </p:stCondLst>
                            <p:childTnLst>
                              <p:par>
                                <p:cTn id="38" presetID="23" presetClass="entr" presetSubtype="16" fill="hold" nodeType="afterEffect">
                                  <p:stCondLst>
                                    <p:cond delay="0"/>
                                  </p:stCondLst>
                                  <p:childTnLst>
                                    <p:set>
                                      <p:cBhvr>
                                        <p:cTn id="39" dur="1" fill="hold">
                                          <p:stCondLst>
                                            <p:cond delay="0"/>
                                          </p:stCondLst>
                                        </p:cTn>
                                        <p:tgtEl>
                                          <p:spTgt spid="910344"/>
                                        </p:tgtEl>
                                        <p:attrNameLst>
                                          <p:attrName>style.visibility</p:attrName>
                                        </p:attrNameLst>
                                      </p:cBhvr>
                                      <p:to>
                                        <p:strVal val="visible"/>
                                      </p:to>
                                    </p:set>
                                    <p:anim calcmode="lin" valueType="num">
                                      <p:cBhvr>
                                        <p:cTn id="40" dur="500" fill="hold"/>
                                        <p:tgtEl>
                                          <p:spTgt spid="910344"/>
                                        </p:tgtEl>
                                        <p:attrNameLst>
                                          <p:attrName>ppt_w</p:attrName>
                                        </p:attrNameLst>
                                      </p:cBhvr>
                                      <p:tavLst>
                                        <p:tav tm="0">
                                          <p:val>
                                            <p:fltVal val="0"/>
                                          </p:val>
                                        </p:tav>
                                        <p:tav tm="100000">
                                          <p:val>
                                            <p:strVal val="#ppt_w"/>
                                          </p:val>
                                        </p:tav>
                                      </p:tavLst>
                                    </p:anim>
                                    <p:anim calcmode="lin" valueType="num">
                                      <p:cBhvr>
                                        <p:cTn id="41" dur="500" fill="hold"/>
                                        <p:tgtEl>
                                          <p:spTgt spid="910344"/>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910347"/>
                                        </p:tgtEl>
                                        <p:attrNameLst>
                                          <p:attrName>style.visibility</p:attrName>
                                        </p:attrNameLst>
                                      </p:cBhvr>
                                      <p:to>
                                        <p:strVal val="visible"/>
                                      </p:to>
                                    </p:set>
                                  </p:childTnLst>
                                </p:cTn>
                              </p:par>
                            </p:childTnLst>
                          </p:cTn>
                        </p:par>
                        <p:par>
                          <p:cTn id="46" fill="hold" nodeType="afterGroup">
                            <p:stCondLst>
                              <p:cond delay="0"/>
                            </p:stCondLst>
                            <p:childTnLst>
                              <p:par>
                                <p:cTn id="47" presetID="1" presetClass="entr" presetSubtype="0" fill="hold" nodeType="afterEffect">
                                  <p:stCondLst>
                                    <p:cond delay="0"/>
                                  </p:stCondLst>
                                  <p:childTnLst>
                                    <p:set>
                                      <p:cBhvr>
                                        <p:cTn id="48" dur="1" fill="hold">
                                          <p:stCondLst>
                                            <p:cond delay="0"/>
                                          </p:stCondLst>
                                        </p:cTn>
                                        <p:tgtEl>
                                          <p:spTgt spid="910348"/>
                                        </p:tgtEl>
                                        <p:attrNameLst>
                                          <p:attrName>style.visibility</p:attrName>
                                        </p:attrNameLst>
                                      </p:cBhvr>
                                      <p:to>
                                        <p:strVal val="visible"/>
                                      </p:to>
                                    </p:set>
                                  </p:childTnLst>
                                </p:cTn>
                              </p:par>
                            </p:childTnLst>
                          </p:cTn>
                        </p:par>
                        <p:par>
                          <p:cTn id="49" fill="hold" nodeType="afterGroup">
                            <p:stCondLst>
                              <p:cond delay="0"/>
                            </p:stCondLst>
                            <p:childTnLst>
                              <p:par>
                                <p:cTn id="50" presetID="4" presetClass="entr" presetSubtype="32"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ox(out)">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910346"/>
                                        </p:tgtEl>
                                        <p:attrNameLst>
                                          <p:attrName>style.visibility</p:attrName>
                                        </p:attrNameLst>
                                      </p:cBhvr>
                                      <p:to>
                                        <p:strVal val="visible"/>
                                      </p:to>
                                    </p:set>
                                    <p:animEffect transition="in" filter="slide(fromLeft)">
                                      <p:cBhvr>
                                        <p:cTn id="57" dur="500"/>
                                        <p:tgtEl>
                                          <p:spTgt spid="910346"/>
                                        </p:tgtEl>
                                      </p:cBhvr>
                                    </p:animEffec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10368"/>
                                        </p:tgtEl>
                                        <p:attrNameLst>
                                          <p:attrName>style.visibility</p:attrName>
                                        </p:attrNameLst>
                                      </p:cBhvr>
                                      <p:to>
                                        <p:strVal val="visible"/>
                                      </p:to>
                                    </p:set>
                                    <p:animEffect transition="in" filter="wipe(left)">
                                      <p:cBhvr>
                                        <p:cTn id="69" dur="500"/>
                                        <p:tgtEl>
                                          <p:spTgt spid="91036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10367"/>
                                        </p:tgtEl>
                                        <p:attrNameLst>
                                          <p:attrName>style.visibility</p:attrName>
                                        </p:attrNameLst>
                                      </p:cBhvr>
                                      <p:to>
                                        <p:strVal val="visible"/>
                                      </p:to>
                                    </p:set>
                                    <p:animEffect transition="in" filter="wipe(left)">
                                      <p:cBhvr>
                                        <p:cTn id="74" dur="500"/>
                                        <p:tgtEl>
                                          <p:spTgt spid="910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338" grpId="0" autoUpdateAnimBg="0"/>
      <p:bldP spid="910339" grpId="0" autoUpdateAnimBg="0"/>
      <p:bldP spid="910340" grpId="0" autoUpdateAnimBg="0"/>
      <p:bldP spid="910341" grpId="0" autoUpdateAnimBg="0"/>
      <p:bldP spid="910342" grpId="0" autoUpdateAnimBg="0"/>
      <p:bldP spid="910343" grpId="0" autoUpdateAnimBg="0"/>
      <p:bldP spid="910347" grpId="0"/>
      <p:bldP spid="91034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Text Box 2">
            <a:extLst>
              <a:ext uri="{FF2B5EF4-FFF2-40B4-BE49-F238E27FC236}">
                <a16:creationId xmlns:a16="http://schemas.microsoft.com/office/drawing/2014/main" id="{CC853DFE-1770-7F43-6DE6-E457515DC518}"/>
              </a:ext>
            </a:extLst>
          </p:cNvPr>
          <p:cNvSpPr txBox="1">
            <a:spLocks noChangeArrowheads="1"/>
          </p:cNvSpPr>
          <p:nvPr/>
        </p:nvSpPr>
        <p:spPr bwMode="blackWhite">
          <a:xfrm>
            <a:off x="827088" y="4005263"/>
            <a:ext cx="79216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a:lnSpc>
                <a:spcPct val="125000"/>
              </a:lnSpc>
            </a:pPr>
            <a:r>
              <a:rPr kumimoji="1" lang="en-US" altLang="zh-CN">
                <a:solidFill>
                  <a:srgbClr val="66FFFF"/>
                </a:solidFill>
                <a:latin typeface="Times New Roman" panose="02020603050405020304" pitchFamily="18" charset="0"/>
                <a:sym typeface="Symbol" panose="05050102010706020507" pitchFamily="18" charset="2"/>
              </a:rPr>
              <a:t></a:t>
            </a:r>
            <a:r>
              <a:rPr kumimoji="1" lang="en-US" altLang="zh-CN" i="1">
                <a:solidFill>
                  <a:srgbClr val="66FFFF"/>
                </a:solidFill>
                <a:latin typeface="Times New Roman" panose="02020603050405020304" pitchFamily="18" charset="0"/>
                <a:sym typeface="Symbol" panose="05050102010706020507" pitchFamily="18" charset="2"/>
              </a:rPr>
              <a:t>t‘ </a:t>
            </a:r>
            <a:r>
              <a:rPr kumimoji="1" lang="en-US" altLang="zh-CN">
                <a:solidFill>
                  <a:srgbClr val="66FFFF"/>
                </a:solidFill>
                <a:latin typeface="Times New Roman" panose="02020603050405020304" pitchFamily="18" charset="0"/>
                <a:sym typeface="Symbol" panose="05050102010706020507" pitchFamily="18" charset="2"/>
              </a:rPr>
              <a:t>&lt; 0</a:t>
            </a:r>
            <a:r>
              <a:rPr kumimoji="1" lang="zh-CN" altLang="en-US">
                <a:latin typeface="Times New Roman" panose="02020603050405020304" pitchFamily="18" charset="0"/>
              </a:rPr>
              <a:t>，说明上海站的乙火车先开，时序颠倒。若北京站的另一列丙火车先于北京站的甲火车</a:t>
            </a:r>
            <a:r>
              <a:rPr kumimoji="1" lang="en-US" altLang="zh-CN">
                <a:solidFill>
                  <a:srgbClr val="66FFFF"/>
                </a:solidFill>
                <a:latin typeface="Times New Roman" panose="02020603050405020304" pitchFamily="18" charset="0"/>
              </a:rPr>
              <a:t>1.0×10 </a:t>
            </a:r>
            <a:r>
              <a:rPr kumimoji="1" lang="en-US" altLang="zh-CN" baseline="30000">
                <a:solidFill>
                  <a:srgbClr val="66FFFF"/>
                </a:solidFill>
                <a:latin typeface="宋体" panose="02010600030101010101" pitchFamily="2" charset="-122"/>
                <a:ea typeface="宋体" panose="02010600030101010101" pitchFamily="2" charset="-122"/>
              </a:rPr>
              <a:t>-</a:t>
            </a:r>
            <a:r>
              <a:rPr kumimoji="1" lang="en-US" altLang="zh-CN" baseline="30000">
                <a:solidFill>
                  <a:srgbClr val="66FFFF"/>
                </a:solidFill>
                <a:latin typeface="Times New Roman" panose="02020603050405020304" pitchFamily="18" charset="0"/>
              </a:rPr>
              <a:t>3 </a:t>
            </a:r>
            <a:r>
              <a:rPr kumimoji="1" lang="en-US" altLang="zh-CN">
                <a:solidFill>
                  <a:srgbClr val="66FFFF"/>
                </a:solidFill>
                <a:latin typeface="Times New Roman" panose="02020603050405020304" pitchFamily="18" charset="0"/>
              </a:rPr>
              <a:t>s </a:t>
            </a:r>
            <a:r>
              <a:rPr kumimoji="1" lang="zh-CN" altLang="en-US">
                <a:latin typeface="Times New Roman" panose="02020603050405020304" pitchFamily="18" charset="0"/>
              </a:rPr>
              <a:t>发车，则宇航员参考系中测得哪一列火车先开？</a:t>
            </a:r>
          </a:p>
        </p:txBody>
      </p:sp>
      <p:graphicFrame>
        <p:nvGraphicFramePr>
          <p:cNvPr id="911363" name="Object 2">
            <a:extLst>
              <a:ext uri="{FF2B5EF4-FFF2-40B4-BE49-F238E27FC236}">
                <a16:creationId xmlns:a16="http://schemas.microsoft.com/office/drawing/2014/main" id="{9F92CB36-E5DC-03C5-62CB-A177433BB670}"/>
              </a:ext>
            </a:extLst>
          </p:cNvPr>
          <p:cNvGraphicFramePr>
            <a:graphicFrameLocks/>
          </p:cNvGraphicFramePr>
          <p:nvPr/>
        </p:nvGraphicFramePr>
        <p:xfrm>
          <a:off x="1187450" y="981075"/>
          <a:ext cx="2319338" cy="1255713"/>
        </p:xfrm>
        <a:graphic>
          <a:graphicData uri="http://schemas.openxmlformats.org/presentationml/2006/ole">
            <mc:AlternateContent xmlns:mc="http://schemas.openxmlformats.org/markup-compatibility/2006">
              <mc:Choice xmlns:v="urn:schemas-microsoft-com:vml" Requires="v">
                <p:oleObj name="公式" r:id="rId2" imgW="2293589" imgH="1226959" progId="Equation.3">
                  <p:embed/>
                </p:oleObj>
              </mc:Choice>
              <mc:Fallback>
                <p:oleObj name="公式" r:id="rId2" imgW="2293589" imgH="1226959" progId="Equation.3">
                  <p:embed/>
                  <p:pic>
                    <p:nvPicPr>
                      <p:cNvPr id="911363" name="Object 2">
                        <a:extLst>
                          <a:ext uri="{FF2B5EF4-FFF2-40B4-BE49-F238E27FC236}">
                            <a16:creationId xmlns:a16="http://schemas.microsoft.com/office/drawing/2014/main" id="{9F92CB36-E5DC-03C5-62CB-A177433BB67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blackWhite">
                      <a:xfrm>
                        <a:off x="1187450" y="981075"/>
                        <a:ext cx="23193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1364" name="Object 3">
            <a:extLst>
              <a:ext uri="{FF2B5EF4-FFF2-40B4-BE49-F238E27FC236}">
                <a16:creationId xmlns:a16="http://schemas.microsoft.com/office/drawing/2014/main" id="{4153F5F5-D46A-DD8B-E85C-A57AB60D58E1}"/>
              </a:ext>
            </a:extLst>
          </p:cNvPr>
          <p:cNvGraphicFramePr>
            <a:graphicFrameLocks/>
          </p:cNvGraphicFramePr>
          <p:nvPr/>
        </p:nvGraphicFramePr>
        <p:xfrm>
          <a:off x="2528888" y="2420938"/>
          <a:ext cx="6146800" cy="1306512"/>
        </p:xfrm>
        <a:graphic>
          <a:graphicData uri="http://schemas.openxmlformats.org/presentationml/2006/ole">
            <mc:AlternateContent xmlns:mc="http://schemas.openxmlformats.org/markup-compatibility/2006">
              <mc:Choice xmlns:v="urn:schemas-microsoft-com:vml" Requires="v">
                <p:oleObj name="公式" r:id="rId4" imgW="6126356" imgH="1280326" progId="Equation.3">
                  <p:embed/>
                </p:oleObj>
              </mc:Choice>
              <mc:Fallback>
                <p:oleObj name="公式" r:id="rId4" imgW="6126356" imgH="1280326" progId="Equation.3">
                  <p:embed/>
                  <p:pic>
                    <p:nvPicPr>
                      <p:cNvPr id="911364" name="Object 3">
                        <a:extLst>
                          <a:ext uri="{FF2B5EF4-FFF2-40B4-BE49-F238E27FC236}">
                            <a16:creationId xmlns:a16="http://schemas.microsoft.com/office/drawing/2014/main" id="{4153F5F5-D46A-DD8B-E85C-A57AB60D58E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blackWhite">
                      <a:xfrm>
                        <a:off x="2528888" y="2420938"/>
                        <a:ext cx="6146800" cy="130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1365" name="Rectangle 5">
            <a:extLst>
              <a:ext uri="{FF2B5EF4-FFF2-40B4-BE49-F238E27FC236}">
                <a16:creationId xmlns:a16="http://schemas.microsoft.com/office/drawing/2014/main" id="{D6DF7493-B694-80AA-4959-D6046080661C}"/>
              </a:ext>
            </a:extLst>
          </p:cNvPr>
          <p:cNvSpPr>
            <a:spLocks noChangeArrowheads="1"/>
          </p:cNvSpPr>
          <p:nvPr/>
        </p:nvSpPr>
        <p:spPr bwMode="blackWhite">
          <a:xfrm>
            <a:off x="684213" y="404813"/>
            <a:ext cx="83883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6pPr>
            <a:lvl7pPr marL="29718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7pPr>
            <a:lvl8pPr marL="34290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8pPr>
            <a:lvl9pPr marL="3886200" indent="-228600" eaLnBrk="0" fontAlgn="base" hangingPunct="0">
              <a:spcBef>
                <a:spcPct val="0"/>
              </a:spcBef>
              <a:spcAft>
                <a:spcPct val="0"/>
              </a:spcAft>
              <a:defRPr sz="2400" b="1">
                <a:solidFill>
                  <a:schemeClr val="bg1"/>
                </a:solidFill>
                <a:latin typeface="楷体_GB2312" pitchFamily="49" charset="-122"/>
                <a:ea typeface="楷体_GB2312" pitchFamily="49" charset="-122"/>
              </a:defRPr>
            </a:lvl9pPr>
          </a:lstStyle>
          <a:p>
            <a:pPr eaLnBrk="1" hangingPunct="1">
              <a:lnSpc>
                <a:spcPct val="125000"/>
              </a:lnSpc>
            </a:pPr>
            <a:r>
              <a:rPr kumimoji="1" lang="zh-CN" altLang="en-US">
                <a:latin typeface="Times New Roman" panose="02020603050405020304" pitchFamily="18" charset="0"/>
                <a:ea typeface="华文中宋" panose="02010600040101010101" pitchFamily="2" charset="-122"/>
              </a:rPr>
              <a:t>由洛仑兹坐标变换，</a:t>
            </a:r>
            <a:r>
              <a:rPr kumimoji="1" lang="en-US" altLang="zh-CN" i="1">
                <a:solidFill>
                  <a:srgbClr val="66FFFF"/>
                </a:solidFill>
                <a:latin typeface="Times New Roman" panose="02020603050405020304" pitchFamily="18" charset="0"/>
                <a:ea typeface="华文中宋" panose="02010600040101010101" pitchFamily="2" charset="-122"/>
              </a:rPr>
              <a:t>S</a:t>
            </a:r>
            <a:r>
              <a:rPr kumimoji="1" lang="en-US" altLang="zh-CN" i="1">
                <a:solidFill>
                  <a:srgbClr val="66FF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i="1">
                <a:latin typeface="Times New Roman" panose="02020603050405020304" pitchFamily="18" charset="0"/>
                <a:ea typeface="华文中宋" panose="02010600040101010101" pitchFamily="2" charset="-122"/>
                <a:sym typeface="Symbol" panose="05050102010706020507" pitchFamily="18" charset="2"/>
              </a:rPr>
              <a:t> </a:t>
            </a:r>
            <a:r>
              <a:rPr kumimoji="1" lang="zh-CN" altLang="en-US">
                <a:latin typeface="Times New Roman" panose="02020603050405020304" pitchFamily="18" charset="0"/>
                <a:ea typeface="华文中宋" panose="02010600040101010101" pitchFamily="2" charset="-122"/>
              </a:rPr>
              <a:t>测得甲乙两列火车发车的时间间隔为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1365"/>
                                        </p:tgtEl>
                                        <p:attrNameLst>
                                          <p:attrName>style.visibility</p:attrName>
                                        </p:attrNameLst>
                                      </p:cBhvr>
                                      <p:to>
                                        <p:strVal val="visible"/>
                                      </p:to>
                                    </p:set>
                                    <p:animEffect transition="in" filter="wipe(left)">
                                      <p:cBhvr>
                                        <p:cTn id="7" dur="500"/>
                                        <p:tgtEl>
                                          <p:spTgt spid="9113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1363"/>
                                        </p:tgtEl>
                                        <p:attrNameLst>
                                          <p:attrName>style.visibility</p:attrName>
                                        </p:attrNameLst>
                                      </p:cBhvr>
                                      <p:to>
                                        <p:strVal val="visible"/>
                                      </p:to>
                                    </p:set>
                                    <p:animEffect transition="in" filter="wipe(left)">
                                      <p:cBhvr>
                                        <p:cTn id="12" dur="500"/>
                                        <p:tgtEl>
                                          <p:spTgt spid="9113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1364"/>
                                        </p:tgtEl>
                                        <p:attrNameLst>
                                          <p:attrName>style.visibility</p:attrName>
                                        </p:attrNameLst>
                                      </p:cBhvr>
                                      <p:to>
                                        <p:strVal val="visible"/>
                                      </p:to>
                                    </p:set>
                                    <p:animEffect transition="in" filter="wipe(left)">
                                      <p:cBhvr>
                                        <p:cTn id="17" dur="500"/>
                                        <p:tgtEl>
                                          <p:spTgt spid="9113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iterate type="wd">
                                    <p:tmPct val="100000"/>
                                  </p:iterate>
                                  <p:childTnLst>
                                    <p:set>
                                      <p:cBhvr>
                                        <p:cTn id="21" dur="1" fill="hold">
                                          <p:stCondLst>
                                            <p:cond delay="0"/>
                                          </p:stCondLst>
                                        </p:cTn>
                                        <p:tgtEl>
                                          <p:spTgt spid="911362"/>
                                        </p:tgtEl>
                                        <p:attrNameLst>
                                          <p:attrName>style.visibility</p:attrName>
                                        </p:attrNameLst>
                                      </p:cBhvr>
                                      <p:to>
                                        <p:strVal val="visible"/>
                                      </p:to>
                                    </p:set>
                                    <p:animEffect transition="in" filter="wipe(left)">
                                      <p:cBhvr>
                                        <p:cTn id="22" dur="200"/>
                                        <p:tgtEl>
                                          <p:spTgt spid="911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2" grpId="0" autoUpdateAnimBg="0"/>
      <p:bldP spid="91136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a:extLst>
              <a:ext uri="{FF2B5EF4-FFF2-40B4-BE49-F238E27FC236}">
                <a16:creationId xmlns:a16="http://schemas.microsoft.com/office/drawing/2014/main" id="{2A07815F-4CE5-1C77-0191-C0CE15441C5C}"/>
              </a:ext>
            </a:extLst>
          </p:cNvPr>
          <p:cNvSpPr txBox="1">
            <a:spLocks noChangeArrowheads="1"/>
          </p:cNvSpPr>
          <p:nvPr/>
        </p:nvSpPr>
        <p:spPr bwMode="auto">
          <a:xfrm>
            <a:off x="361950" y="1446213"/>
            <a:ext cx="84185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a:lnSpc>
                <a:spcPct val="100000"/>
              </a:lnSpc>
              <a:buClrTx/>
              <a:buFontTx/>
              <a:buNone/>
            </a:pPr>
            <a:r>
              <a:rPr lang="en-US" altLang="zh-CN">
                <a:solidFill>
                  <a:srgbClr val="FFCC00"/>
                </a:solidFill>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先向</a:t>
            </a:r>
            <a:r>
              <a:rPr lang="en-US" altLang="zh-CN">
                <a:solidFill>
                  <a:srgbClr val="FFCC00"/>
                </a:solidFill>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开枪，过了</a:t>
            </a:r>
            <a:r>
              <a:rPr lang="en-US" altLang="zh-CN">
                <a:solidFill>
                  <a:srgbClr val="00FFFF"/>
                </a:solidFill>
                <a:latin typeface="Times New Roman" panose="02020603050405020304" pitchFamily="18" charset="0"/>
                <a:ea typeface="宋体" panose="02010600030101010101" pitchFamily="2" charset="-122"/>
              </a:rPr>
              <a:t>12.5n s</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zh-CN" altLang="en-US">
                <a:solidFill>
                  <a:srgbClr val="FFCC00"/>
                </a:solidFill>
                <a:latin typeface="Times New Roman" panose="02020603050405020304" pitchFamily="18" charset="0"/>
                <a:ea typeface="宋体" panose="02010600030101010101" pitchFamily="2" charset="-122"/>
              </a:rPr>
              <a:t> </a:t>
            </a:r>
            <a:r>
              <a:rPr lang="en-US" altLang="zh-CN">
                <a:solidFill>
                  <a:srgbClr val="FFCC00"/>
                </a:solidFill>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才向</a:t>
            </a:r>
            <a:r>
              <a:rPr lang="zh-CN" altLang="en-US">
                <a:solidFill>
                  <a:srgbClr val="FFCC00"/>
                </a:solidFill>
                <a:latin typeface="Times New Roman" panose="02020603050405020304" pitchFamily="18" charset="0"/>
                <a:ea typeface="宋体" panose="02010600030101010101" pitchFamily="2" charset="-122"/>
              </a:rPr>
              <a:t> </a:t>
            </a:r>
            <a:r>
              <a:rPr lang="en-US" altLang="zh-CN">
                <a:solidFill>
                  <a:srgbClr val="FFCC00"/>
                </a:solidFill>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开枪，因而站台上的人作证：这场枪战是由</a:t>
            </a:r>
            <a:r>
              <a:rPr lang="en-US" altLang="zh-CN">
                <a:solidFill>
                  <a:srgbClr val="FFCC00"/>
                </a:solidFill>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挑起的，假如你是车中的乘客 你看见的情况是怎样的？</a:t>
            </a:r>
          </a:p>
        </p:txBody>
      </p:sp>
      <p:sp>
        <p:nvSpPr>
          <p:cNvPr id="13327" name="Rectangle 3">
            <a:extLst>
              <a:ext uri="{FF2B5EF4-FFF2-40B4-BE49-F238E27FC236}">
                <a16:creationId xmlns:a16="http://schemas.microsoft.com/office/drawing/2014/main" id="{2541E49C-744E-F187-035B-7BBE4ADA4B8C}"/>
              </a:ext>
            </a:extLst>
          </p:cNvPr>
          <p:cNvSpPr>
            <a:spLocks noChangeArrowheads="1"/>
          </p:cNvSpPr>
          <p:nvPr/>
        </p:nvSpPr>
        <p:spPr bwMode="auto">
          <a:xfrm flipV="1">
            <a:off x="914400" y="3657600"/>
            <a:ext cx="7010400" cy="1676400"/>
          </a:xfrm>
          <a:prstGeom prst="rect">
            <a:avLst/>
          </a:prstGeom>
          <a:solidFill>
            <a:srgbClr val="00FF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28" name="Line 4">
            <a:extLst>
              <a:ext uri="{FF2B5EF4-FFF2-40B4-BE49-F238E27FC236}">
                <a16:creationId xmlns:a16="http://schemas.microsoft.com/office/drawing/2014/main" id="{65025224-4D08-E2FF-3716-911AB943836C}"/>
              </a:ext>
            </a:extLst>
          </p:cNvPr>
          <p:cNvSpPr>
            <a:spLocks noChangeShapeType="1"/>
          </p:cNvSpPr>
          <p:nvPr/>
        </p:nvSpPr>
        <p:spPr bwMode="auto">
          <a:xfrm>
            <a:off x="8001000" y="4648200"/>
            <a:ext cx="838200" cy="0"/>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14" name="Object 5">
            <a:extLst>
              <a:ext uri="{FF2B5EF4-FFF2-40B4-BE49-F238E27FC236}">
                <a16:creationId xmlns:a16="http://schemas.microsoft.com/office/drawing/2014/main" id="{1B23C247-B0FC-65AE-C4E0-56B4C285BB71}"/>
              </a:ext>
            </a:extLst>
          </p:cNvPr>
          <p:cNvGraphicFramePr>
            <a:graphicFrameLocks noChangeAspect="1"/>
          </p:cNvGraphicFramePr>
          <p:nvPr/>
        </p:nvGraphicFramePr>
        <p:xfrm>
          <a:off x="8188325" y="4125913"/>
          <a:ext cx="692150" cy="255587"/>
        </p:xfrm>
        <a:graphic>
          <a:graphicData uri="http://schemas.openxmlformats.org/presentationml/2006/ole">
            <mc:AlternateContent xmlns:mc="http://schemas.openxmlformats.org/markup-compatibility/2006">
              <mc:Choice xmlns:v="urn:schemas-microsoft-com:vml" Requires="v">
                <p:oleObj name="Equation" r:id="rId2" imgW="368280" imgH="164880" progId="Equation.DSMT4">
                  <p:embed/>
                </p:oleObj>
              </mc:Choice>
              <mc:Fallback>
                <p:oleObj name="Equation" r:id="rId2" imgW="368280" imgH="164880" progId="Equation.DSMT4">
                  <p:embed/>
                  <p:pic>
                    <p:nvPicPr>
                      <p:cNvPr id="13314" name="Object 5">
                        <a:extLst>
                          <a:ext uri="{FF2B5EF4-FFF2-40B4-BE49-F238E27FC236}">
                            <a16:creationId xmlns:a16="http://schemas.microsoft.com/office/drawing/2014/main" id="{1B23C247-B0FC-65AE-C4E0-56B4C285B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8325" y="4125913"/>
                        <a:ext cx="692150" cy="255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46" name="Object 6">
            <a:extLst>
              <a:ext uri="{FF2B5EF4-FFF2-40B4-BE49-F238E27FC236}">
                <a16:creationId xmlns:a16="http://schemas.microsoft.com/office/drawing/2014/main" id="{9B16B066-A3CD-3820-AF00-1B23C6951DD7}"/>
              </a:ext>
            </a:extLst>
          </p:cNvPr>
          <p:cNvGraphicFramePr>
            <a:graphicFrameLocks noChangeAspect="1"/>
          </p:cNvGraphicFramePr>
          <p:nvPr/>
        </p:nvGraphicFramePr>
        <p:xfrm>
          <a:off x="7391400" y="3810000"/>
          <a:ext cx="504825" cy="1409700"/>
        </p:xfrm>
        <a:graphic>
          <a:graphicData uri="http://schemas.openxmlformats.org/presentationml/2006/ole">
            <mc:AlternateContent xmlns:mc="http://schemas.openxmlformats.org/markup-compatibility/2006">
              <mc:Choice xmlns:v="urn:schemas-microsoft-com:vml" Requires="v">
                <p:oleObj name="BMP 图象" r:id="rId4" imgW="403895" imgH="1127858" progId="Paint.Picture">
                  <p:embed/>
                </p:oleObj>
              </mc:Choice>
              <mc:Fallback>
                <p:oleObj name="BMP 图象" r:id="rId4" imgW="403895" imgH="1127858" progId="Paint.Picture">
                  <p:embed/>
                  <p:pic>
                    <p:nvPicPr>
                      <p:cNvPr id="138246" name="Object 6">
                        <a:extLst>
                          <a:ext uri="{FF2B5EF4-FFF2-40B4-BE49-F238E27FC236}">
                            <a16:creationId xmlns:a16="http://schemas.microsoft.com/office/drawing/2014/main" id="{9B16B066-A3CD-3820-AF00-1B23C6951D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3810000"/>
                        <a:ext cx="504825" cy="1409700"/>
                      </a:xfrm>
                      <a:prstGeom prst="rect">
                        <a:avLst/>
                      </a:prstGeom>
                      <a:solidFill>
                        <a:srgbClr val="5F5F5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47" name="Line 7">
            <a:extLst>
              <a:ext uri="{FF2B5EF4-FFF2-40B4-BE49-F238E27FC236}">
                <a16:creationId xmlns:a16="http://schemas.microsoft.com/office/drawing/2014/main" id="{645DF018-FF64-F94D-D915-AC32E6966019}"/>
              </a:ext>
            </a:extLst>
          </p:cNvPr>
          <p:cNvSpPr>
            <a:spLocks noChangeShapeType="1"/>
          </p:cNvSpPr>
          <p:nvPr/>
        </p:nvSpPr>
        <p:spPr bwMode="auto">
          <a:xfrm>
            <a:off x="1524000" y="3200400"/>
            <a:ext cx="0" cy="457200"/>
          </a:xfrm>
          <a:prstGeom prst="line">
            <a:avLst/>
          </a:prstGeom>
          <a:noFill/>
          <a:ln w="28575">
            <a:solidFill>
              <a:srgbClr val="FFFF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8" name="Line 8">
            <a:extLst>
              <a:ext uri="{FF2B5EF4-FFF2-40B4-BE49-F238E27FC236}">
                <a16:creationId xmlns:a16="http://schemas.microsoft.com/office/drawing/2014/main" id="{0648AAF5-1F5B-FD68-4F46-BF9E59CDF13C}"/>
              </a:ext>
            </a:extLst>
          </p:cNvPr>
          <p:cNvSpPr>
            <a:spLocks noChangeShapeType="1"/>
          </p:cNvSpPr>
          <p:nvPr/>
        </p:nvSpPr>
        <p:spPr bwMode="auto">
          <a:xfrm>
            <a:off x="7315200" y="3200400"/>
            <a:ext cx="0" cy="457200"/>
          </a:xfrm>
          <a:prstGeom prst="line">
            <a:avLst/>
          </a:prstGeom>
          <a:noFill/>
          <a:ln w="28575">
            <a:solidFill>
              <a:srgbClr val="FFFF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49" name="Line 9">
            <a:extLst>
              <a:ext uri="{FF2B5EF4-FFF2-40B4-BE49-F238E27FC236}">
                <a16:creationId xmlns:a16="http://schemas.microsoft.com/office/drawing/2014/main" id="{0FDF45C5-0375-1FAB-F1A9-A70D0E0E325A}"/>
              </a:ext>
            </a:extLst>
          </p:cNvPr>
          <p:cNvSpPr>
            <a:spLocks noChangeShapeType="1"/>
          </p:cNvSpPr>
          <p:nvPr/>
        </p:nvSpPr>
        <p:spPr bwMode="auto">
          <a:xfrm>
            <a:off x="1524000" y="3276600"/>
            <a:ext cx="5791200" cy="0"/>
          </a:xfrm>
          <a:prstGeom prst="line">
            <a:avLst/>
          </a:prstGeom>
          <a:noFill/>
          <a:ln w="28575">
            <a:solidFill>
              <a:srgbClr val="FFFF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8250" name="Object 10">
            <a:extLst>
              <a:ext uri="{FF2B5EF4-FFF2-40B4-BE49-F238E27FC236}">
                <a16:creationId xmlns:a16="http://schemas.microsoft.com/office/drawing/2014/main" id="{044C7395-C858-7AF4-C35C-F25503881E82}"/>
              </a:ext>
            </a:extLst>
          </p:cNvPr>
          <p:cNvGraphicFramePr>
            <a:graphicFrameLocks noChangeAspect="1"/>
          </p:cNvGraphicFramePr>
          <p:nvPr/>
        </p:nvGraphicFramePr>
        <p:xfrm>
          <a:off x="1155700" y="3095625"/>
          <a:ext cx="350838" cy="457200"/>
        </p:xfrm>
        <a:graphic>
          <a:graphicData uri="http://schemas.openxmlformats.org/presentationml/2006/ole">
            <mc:AlternateContent xmlns:mc="http://schemas.openxmlformats.org/markup-compatibility/2006">
              <mc:Choice xmlns:v="urn:schemas-microsoft-com:vml" Requires="v">
                <p:oleObj name="Equation" r:id="rId6" imgW="126720" imgH="164880" progId="Equation.DSMT4">
                  <p:embed/>
                </p:oleObj>
              </mc:Choice>
              <mc:Fallback>
                <p:oleObj name="Equation" r:id="rId6" imgW="126720" imgH="164880" progId="Equation.DSMT4">
                  <p:embed/>
                  <p:pic>
                    <p:nvPicPr>
                      <p:cNvPr id="138250" name="Object 10">
                        <a:extLst>
                          <a:ext uri="{FF2B5EF4-FFF2-40B4-BE49-F238E27FC236}">
                            <a16:creationId xmlns:a16="http://schemas.microsoft.com/office/drawing/2014/main" id="{044C7395-C858-7AF4-C35C-F25503881E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5700" y="3095625"/>
                        <a:ext cx="3508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251" name="Object 11">
            <a:extLst>
              <a:ext uri="{FF2B5EF4-FFF2-40B4-BE49-F238E27FC236}">
                <a16:creationId xmlns:a16="http://schemas.microsoft.com/office/drawing/2014/main" id="{0A9B7CC0-92A0-EC8B-6936-23E9B08E0805}"/>
              </a:ext>
            </a:extLst>
          </p:cNvPr>
          <p:cNvGraphicFramePr>
            <a:graphicFrameLocks noChangeAspect="1"/>
          </p:cNvGraphicFramePr>
          <p:nvPr/>
        </p:nvGraphicFramePr>
        <p:xfrm>
          <a:off x="7350125" y="3224213"/>
          <a:ext cx="344488" cy="407987"/>
        </p:xfrm>
        <a:graphic>
          <a:graphicData uri="http://schemas.openxmlformats.org/presentationml/2006/ole">
            <mc:AlternateContent xmlns:mc="http://schemas.openxmlformats.org/markup-compatibility/2006">
              <mc:Choice xmlns:v="urn:schemas-microsoft-com:vml" Requires="v">
                <p:oleObj name="Equation" r:id="rId8" imgW="139680" imgH="164880" progId="Equation.DSMT4">
                  <p:embed/>
                </p:oleObj>
              </mc:Choice>
              <mc:Fallback>
                <p:oleObj name="Equation" r:id="rId8" imgW="139680" imgH="164880" progId="Equation.DSMT4">
                  <p:embed/>
                  <p:pic>
                    <p:nvPicPr>
                      <p:cNvPr id="138251" name="Object 11">
                        <a:extLst>
                          <a:ext uri="{FF2B5EF4-FFF2-40B4-BE49-F238E27FC236}">
                            <a16:creationId xmlns:a16="http://schemas.microsoft.com/office/drawing/2014/main" id="{0A9B7CC0-92A0-EC8B-6936-23E9B08E08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50125" y="3224213"/>
                        <a:ext cx="344488"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52" name="AutoShape 12">
            <a:extLst>
              <a:ext uri="{FF2B5EF4-FFF2-40B4-BE49-F238E27FC236}">
                <a16:creationId xmlns:a16="http://schemas.microsoft.com/office/drawing/2014/main" id="{81C0B918-BA25-C82E-D656-BB4CA4E3B17F}"/>
              </a:ext>
            </a:extLst>
          </p:cNvPr>
          <p:cNvSpPr>
            <a:spLocks noChangeArrowheads="1"/>
          </p:cNvSpPr>
          <p:nvPr/>
        </p:nvSpPr>
        <p:spPr bwMode="auto">
          <a:xfrm flipV="1">
            <a:off x="1676400" y="4038600"/>
            <a:ext cx="152400" cy="74613"/>
          </a:xfrm>
          <a:prstGeom prst="homePlate">
            <a:avLst>
              <a:gd name="adj" fmla="val 51063"/>
            </a:avLst>
          </a:prstGeom>
          <a:solidFill>
            <a:srgbClr val="0099FF"/>
          </a:solidFill>
          <a:ln w="9525">
            <a:solidFill>
              <a:schemeClr val="accent2"/>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33" name="Rectangle 13">
            <a:extLst>
              <a:ext uri="{FF2B5EF4-FFF2-40B4-BE49-F238E27FC236}">
                <a16:creationId xmlns:a16="http://schemas.microsoft.com/office/drawing/2014/main" id="{3360EFDE-415C-1E5A-88D0-09765733CF94}"/>
              </a:ext>
            </a:extLst>
          </p:cNvPr>
          <p:cNvSpPr>
            <a:spLocks noChangeArrowheads="1"/>
          </p:cNvSpPr>
          <p:nvPr/>
        </p:nvSpPr>
        <p:spPr bwMode="auto">
          <a:xfrm>
            <a:off x="1524000" y="5791200"/>
            <a:ext cx="6477000" cy="152400"/>
          </a:xfrm>
          <a:prstGeom prst="rect">
            <a:avLst/>
          </a:prstGeom>
          <a:solidFill>
            <a:schemeClr val="folHlink"/>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34" name="Oval 14">
            <a:extLst>
              <a:ext uri="{FF2B5EF4-FFF2-40B4-BE49-F238E27FC236}">
                <a16:creationId xmlns:a16="http://schemas.microsoft.com/office/drawing/2014/main" id="{593CF4F1-E963-EE27-80D2-D272694544A6}"/>
              </a:ext>
            </a:extLst>
          </p:cNvPr>
          <p:cNvSpPr>
            <a:spLocks noChangeArrowheads="1"/>
          </p:cNvSpPr>
          <p:nvPr/>
        </p:nvSpPr>
        <p:spPr bwMode="auto">
          <a:xfrm>
            <a:off x="2286000" y="5334000"/>
            <a:ext cx="457200" cy="457200"/>
          </a:xfrm>
          <a:prstGeom prst="ellipse">
            <a:avLst/>
          </a:prstGeom>
          <a:solidFill>
            <a:schemeClr val="folHlink"/>
          </a:solidFill>
          <a:ln w="9525">
            <a:solidFill>
              <a:schemeClr val="tx1"/>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35" name="Oval 15">
            <a:extLst>
              <a:ext uri="{FF2B5EF4-FFF2-40B4-BE49-F238E27FC236}">
                <a16:creationId xmlns:a16="http://schemas.microsoft.com/office/drawing/2014/main" id="{691A8AE9-DAAE-233C-27EE-912DFFCB72BE}"/>
              </a:ext>
            </a:extLst>
          </p:cNvPr>
          <p:cNvSpPr>
            <a:spLocks noChangeArrowheads="1"/>
          </p:cNvSpPr>
          <p:nvPr/>
        </p:nvSpPr>
        <p:spPr bwMode="auto">
          <a:xfrm>
            <a:off x="5715000" y="5334000"/>
            <a:ext cx="457200" cy="457200"/>
          </a:xfrm>
          <a:prstGeom prst="ellipse">
            <a:avLst/>
          </a:prstGeom>
          <a:solidFill>
            <a:schemeClr val="folHlink"/>
          </a:solidFill>
          <a:ln w="9525">
            <a:solidFill>
              <a:schemeClr val="tx1"/>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56" name="Rectangle 16">
            <a:extLst>
              <a:ext uri="{FF2B5EF4-FFF2-40B4-BE49-F238E27FC236}">
                <a16:creationId xmlns:a16="http://schemas.microsoft.com/office/drawing/2014/main" id="{FC4E5149-5418-00AF-DBDE-6DA7D568ECAB}"/>
              </a:ext>
            </a:extLst>
          </p:cNvPr>
          <p:cNvSpPr>
            <a:spLocks noChangeArrowheads="1"/>
          </p:cNvSpPr>
          <p:nvPr/>
        </p:nvSpPr>
        <p:spPr bwMode="auto">
          <a:xfrm>
            <a:off x="0" y="166688"/>
            <a:ext cx="914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a:lnSpc>
                <a:spcPct val="100000"/>
              </a:lnSpc>
              <a:buClrTx/>
              <a:buFontTx/>
              <a:buNone/>
            </a:pPr>
            <a:r>
              <a:rPr lang="zh-CN" altLang="en-US">
                <a:solidFill>
                  <a:srgbClr val="00FFFF"/>
                </a:solidFill>
                <a:latin typeface="Times New Roman" panose="02020603050405020304" pitchFamily="18" charset="0"/>
                <a:ea typeface="宋体" panose="02010600030101010101" pitchFamily="2" charset="-122"/>
              </a:rPr>
              <a:t>例：</a:t>
            </a:r>
            <a:r>
              <a:rPr lang="zh-CN" altLang="en-US">
                <a:latin typeface="Times New Roman" panose="02020603050405020304" pitchFamily="18" charset="0"/>
                <a:ea typeface="宋体" panose="02010600030101010101" pitchFamily="2" charset="-122"/>
              </a:rPr>
              <a:t>一列高速列车以</a:t>
            </a:r>
            <a:r>
              <a:rPr lang="en-US" altLang="zh-CN">
                <a:solidFill>
                  <a:srgbClr val="00FFFF"/>
                </a:solidFill>
                <a:latin typeface="Times New Roman" panose="02020603050405020304" pitchFamily="18" charset="0"/>
                <a:ea typeface="宋体" panose="02010600030101010101" pitchFamily="2" charset="-122"/>
              </a:rPr>
              <a:t>0.6C</a:t>
            </a:r>
            <a:r>
              <a:rPr lang="zh-CN" altLang="en-US">
                <a:latin typeface="Times New Roman" panose="02020603050405020304" pitchFamily="18" charset="0"/>
                <a:ea typeface="宋体" panose="02010600030101010101" pitchFamily="2" charset="-122"/>
              </a:rPr>
              <a:t>的速度沿平直轨道运动</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车上   </a:t>
            </a:r>
            <a:r>
              <a:rPr lang="en-US" altLang="zh-CN">
                <a:solidFill>
                  <a:srgbClr val="FFCC00"/>
                </a:solidFill>
                <a:latin typeface="Times New Roman" panose="02020603050405020304" pitchFamily="18" charset="0"/>
                <a:ea typeface="宋体" panose="02010600030101010101" pitchFamily="2" charset="-122"/>
              </a:rPr>
              <a:t>A</a:t>
            </a:r>
            <a:r>
              <a:rPr lang="zh-CN" altLang="en-US">
                <a:solidFill>
                  <a:srgbClr val="FFCC00"/>
                </a:solidFill>
                <a:latin typeface="Times New Roman" panose="02020603050405020304" pitchFamily="18" charset="0"/>
                <a:ea typeface="宋体" panose="02010600030101010101" pitchFamily="2" charset="-122"/>
              </a:rPr>
              <a:t>、 </a:t>
            </a:r>
            <a:r>
              <a:rPr lang="en-US" altLang="zh-CN">
                <a:solidFill>
                  <a:srgbClr val="FFCC00"/>
                </a:solidFill>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两人距离 </a:t>
            </a:r>
            <a:r>
              <a:rPr lang="en-US" altLang="zh-CN">
                <a:solidFill>
                  <a:srgbClr val="00FFFF"/>
                </a:solidFill>
                <a:latin typeface="Times New Roman" panose="02020603050405020304" pitchFamily="18" charset="0"/>
                <a:ea typeface="宋体" panose="02010600030101010101" pitchFamily="2" charset="-122"/>
              </a:rPr>
              <a:t>L’=10m</a:t>
            </a:r>
            <a:r>
              <a:rPr lang="zh-CN" altLang="en-US">
                <a:latin typeface="Times New Roman" panose="02020603050405020304" pitchFamily="18" charset="0"/>
                <a:ea typeface="宋体" panose="02010600030101010101" pitchFamily="2" charset="-122"/>
              </a:rPr>
              <a:t>。</a:t>
            </a:r>
            <a:r>
              <a:rPr lang="en-US" altLang="zh-CN">
                <a:solidFill>
                  <a:srgbClr val="FFCC00"/>
                </a:solidFill>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在车前 ，</a:t>
            </a:r>
            <a:r>
              <a:rPr lang="en-US" altLang="zh-CN">
                <a:solidFill>
                  <a:srgbClr val="FFCC00"/>
                </a:solidFill>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在车后，</a:t>
            </a:r>
          </a:p>
        </p:txBody>
      </p:sp>
      <p:sp>
        <p:nvSpPr>
          <p:cNvPr id="138257" name="AutoShape 17">
            <a:extLst>
              <a:ext uri="{FF2B5EF4-FFF2-40B4-BE49-F238E27FC236}">
                <a16:creationId xmlns:a16="http://schemas.microsoft.com/office/drawing/2014/main" id="{637FD325-2B44-04B2-121A-7DBA3772AC0D}"/>
              </a:ext>
            </a:extLst>
          </p:cNvPr>
          <p:cNvSpPr>
            <a:spLocks noChangeArrowheads="1"/>
          </p:cNvSpPr>
          <p:nvPr/>
        </p:nvSpPr>
        <p:spPr bwMode="auto">
          <a:xfrm flipV="1">
            <a:off x="19050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58" name="AutoShape 18">
            <a:extLst>
              <a:ext uri="{FF2B5EF4-FFF2-40B4-BE49-F238E27FC236}">
                <a16:creationId xmlns:a16="http://schemas.microsoft.com/office/drawing/2014/main" id="{E1598312-2B15-B932-6658-E146991C46E2}"/>
              </a:ext>
            </a:extLst>
          </p:cNvPr>
          <p:cNvSpPr>
            <a:spLocks noChangeArrowheads="1"/>
          </p:cNvSpPr>
          <p:nvPr/>
        </p:nvSpPr>
        <p:spPr bwMode="auto">
          <a:xfrm flipV="1">
            <a:off x="21336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59" name="AutoShape 19">
            <a:extLst>
              <a:ext uri="{FF2B5EF4-FFF2-40B4-BE49-F238E27FC236}">
                <a16:creationId xmlns:a16="http://schemas.microsoft.com/office/drawing/2014/main" id="{25286080-1175-64A0-B03A-C47BC874C149}"/>
              </a:ext>
            </a:extLst>
          </p:cNvPr>
          <p:cNvSpPr>
            <a:spLocks noChangeArrowheads="1"/>
          </p:cNvSpPr>
          <p:nvPr/>
        </p:nvSpPr>
        <p:spPr bwMode="auto">
          <a:xfrm flipV="1">
            <a:off x="23622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0" name="AutoShape 20">
            <a:extLst>
              <a:ext uri="{FF2B5EF4-FFF2-40B4-BE49-F238E27FC236}">
                <a16:creationId xmlns:a16="http://schemas.microsoft.com/office/drawing/2014/main" id="{FA00FDB6-B296-D8E1-AAF2-4884775A0FEE}"/>
              </a:ext>
            </a:extLst>
          </p:cNvPr>
          <p:cNvSpPr>
            <a:spLocks noChangeArrowheads="1"/>
          </p:cNvSpPr>
          <p:nvPr/>
        </p:nvSpPr>
        <p:spPr bwMode="auto">
          <a:xfrm flipV="1">
            <a:off x="25908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1" name="AutoShape 21">
            <a:extLst>
              <a:ext uri="{FF2B5EF4-FFF2-40B4-BE49-F238E27FC236}">
                <a16:creationId xmlns:a16="http://schemas.microsoft.com/office/drawing/2014/main" id="{0A5A811A-A792-BA67-4E19-6FBDECA6DFF0}"/>
              </a:ext>
            </a:extLst>
          </p:cNvPr>
          <p:cNvSpPr>
            <a:spLocks noChangeArrowheads="1"/>
          </p:cNvSpPr>
          <p:nvPr/>
        </p:nvSpPr>
        <p:spPr bwMode="auto">
          <a:xfrm flipV="1">
            <a:off x="28194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2" name="AutoShape 22">
            <a:extLst>
              <a:ext uri="{FF2B5EF4-FFF2-40B4-BE49-F238E27FC236}">
                <a16:creationId xmlns:a16="http://schemas.microsoft.com/office/drawing/2014/main" id="{13505828-B306-464B-355D-C0BD3AFDF9E4}"/>
              </a:ext>
            </a:extLst>
          </p:cNvPr>
          <p:cNvSpPr>
            <a:spLocks noChangeArrowheads="1"/>
          </p:cNvSpPr>
          <p:nvPr/>
        </p:nvSpPr>
        <p:spPr bwMode="auto">
          <a:xfrm flipV="1">
            <a:off x="30480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3" name="AutoShape 23">
            <a:extLst>
              <a:ext uri="{FF2B5EF4-FFF2-40B4-BE49-F238E27FC236}">
                <a16:creationId xmlns:a16="http://schemas.microsoft.com/office/drawing/2014/main" id="{06BF4D88-4185-7901-0819-772261072B4D}"/>
              </a:ext>
            </a:extLst>
          </p:cNvPr>
          <p:cNvSpPr>
            <a:spLocks noChangeArrowheads="1"/>
          </p:cNvSpPr>
          <p:nvPr/>
        </p:nvSpPr>
        <p:spPr bwMode="auto">
          <a:xfrm flipV="1">
            <a:off x="32766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4" name="AutoShape 24">
            <a:extLst>
              <a:ext uri="{FF2B5EF4-FFF2-40B4-BE49-F238E27FC236}">
                <a16:creationId xmlns:a16="http://schemas.microsoft.com/office/drawing/2014/main" id="{B63CB9E2-89A1-2C77-6A64-28A62AB52C48}"/>
              </a:ext>
            </a:extLst>
          </p:cNvPr>
          <p:cNvSpPr>
            <a:spLocks noChangeArrowheads="1"/>
          </p:cNvSpPr>
          <p:nvPr/>
        </p:nvSpPr>
        <p:spPr bwMode="auto">
          <a:xfrm flipV="1">
            <a:off x="35052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5" name="AutoShape 25">
            <a:extLst>
              <a:ext uri="{FF2B5EF4-FFF2-40B4-BE49-F238E27FC236}">
                <a16:creationId xmlns:a16="http://schemas.microsoft.com/office/drawing/2014/main" id="{79A872B6-B7A3-9284-E24A-21DD0AB12970}"/>
              </a:ext>
            </a:extLst>
          </p:cNvPr>
          <p:cNvSpPr>
            <a:spLocks noChangeArrowheads="1"/>
          </p:cNvSpPr>
          <p:nvPr/>
        </p:nvSpPr>
        <p:spPr bwMode="auto">
          <a:xfrm flipV="1">
            <a:off x="37338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6" name="AutoShape 26">
            <a:extLst>
              <a:ext uri="{FF2B5EF4-FFF2-40B4-BE49-F238E27FC236}">
                <a16:creationId xmlns:a16="http://schemas.microsoft.com/office/drawing/2014/main" id="{58A14B6B-0E92-518E-7CEC-FC70E8945697}"/>
              </a:ext>
            </a:extLst>
          </p:cNvPr>
          <p:cNvSpPr>
            <a:spLocks noChangeArrowheads="1"/>
          </p:cNvSpPr>
          <p:nvPr/>
        </p:nvSpPr>
        <p:spPr bwMode="auto">
          <a:xfrm flipV="1">
            <a:off x="39624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7" name="AutoShape 27">
            <a:extLst>
              <a:ext uri="{FF2B5EF4-FFF2-40B4-BE49-F238E27FC236}">
                <a16:creationId xmlns:a16="http://schemas.microsoft.com/office/drawing/2014/main" id="{9D723E8C-BB71-9A7B-630E-CC9441B78741}"/>
              </a:ext>
            </a:extLst>
          </p:cNvPr>
          <p:cNvSpPr>
            <a:spLocks noChangeArrowheads="1"/>
          </p:cNvSpPr>
          <p:nvPr/>
        </p:nvSpPr>
        <p:spPr bwMode="auto">
          <a:xfrm flipV="1">
            <a:off x="41910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8" name="AutoShape 28">
            <a:extLst>
              <a:ext uri="{FF2B5EF4-FFF2-40B4-BE49-F238E27FC236}">
                <a16:creationId xmlns:a16="http://schemas.microsoft.com/office/drawing/2014/main" id="{E255B074-4742-4737-9513-C6304A4F9161}"/>
              </a:ext>
            </a:extLst>
          </p:cNvPr>
          <p:cNvSpPr>
            <a:spLocks noChangeArrowheads="1"/>
          </p:cNvSpPr>
          <p:nvPr/>
        </p:nvSpPr>
        <p:spPr bwMode="auto">
          <a:xfrm flipV="1">
            <a:off x="44196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69" name="AutoShape 29">
            <a:extLst>
              <a:ext uri="{FF2B5EF4-FFF2-40B4-BE49-F238E27FC236}">
                <a16:creationId xmlns:a16="http://schemas.microsoft.com/office/drawing/2014/main" id="{277E1B36-531B-750A-B773-F6BD6A775772}"/>
              </a:ext>
            </a:extLst>
          </p:cNvPr>
          <p:cNvSpPr>
            <a:spLocks noChangeArrowheads="1"/>
          </p:cNvSpPr>
          <p:nvPr/>
        </p:nvSpPr>
        <p:spPr bwMode="auto">
          <a:xfrm flipV="1">
            <a:off x="46482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0" name="AutoShape 30">
            <a:extLst>
              <a:ext uri="{FF2B5EF4-FFF2-40B4-BE49-F238E27FC236}">
                <a16:creationId xmlns:a16="http://schemas.microsoft.com/office/drawing/2014/main" id="{1C6B5D07-20D5-460D-C424-94C9B08F842D}"/>
              </a:ext>
            </a:extLst>
          </p:cNvPr>
          <p:cNvSpPr>
            <a:spLocks noChangeArrowheads="1"/>
          </p:cNvSpPr>
          <p:nvPr/>
        </p:nvSpPr>
        <p:spPr bwMode="auto">
          <a:xfrm flipV="1">
            <a:off x="48768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1" name="AutoShape 31">
            <a:extLst>
              <a:ext uri="{FF2B5EF4-FFF2-40B4-BE49-F238E27FC236}">
                <a16:creationId xmlns:a16="http://schemas.microsoft.com/office/drawing/2014/main" id="{F86EE269-A3BA-A20E-0C56-E3167ED35ACE}"/>
              </a:ext>
            </a:extLst>
          </p:cNvPr>
          <p:cNvSpPr>
            <a:spLocks noChangeArrowheads="1"/>
          </p:cNvSpPr>
          <p:nvPr/>
        </p:nvSpPr>
        <p:spPr bwMode="auto">
          <a:xfrm flipV="1">
            <a:off x="51054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2" name="AutoShape 32">
            <a:extLst>
              <a:ext uri="{FF2B5EF4-FFF2-40B4-BE49-F238E27FC236}">
                <a16:creationId xmlns:a16="http://schemas.microsoft.com/office/drawing/2014/main" id="{6303DF43-7E16-6DB1-2C8D-9118BC5DC58A}"/>
              </a:ext>
            </a:extLst>
          </p:cNvPr>
          <p:cNvSpPr>
            <a:spLocks noChangeArrowheads="1"/>
          </p:cNvSpPr>
          <p:nvPr/>
        </p:nvSpPr>
        <p:spPr bwMode="auto">
          <a:xfrm flipV="1">
            <a:off x="53340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3" name="AutoShape 33">
            <a:extLst>
              <a:ext uri="{FF2B5EF4-FFF2-40B4-BE49-F238E27FC236}">
                <a16:creationId xmlns:a16="http://schemas.microsoft.com/office/drawing/2014/main" id="{76349A8B-F9EA-1434-0900-B5503C73CFB4}"/>
              </a:ext>
            </a:extLst>
          </p:cNvPr>
          <p:cNvSpPr>
            <a:spLocks noChangeArrowheads="1"/>
          </p:cNvSpPr>
          <p:nvPr/>
        </p:nvSpPr>
        <p:spPr bwMode="auto">
          <a:xfrm flipV="1">
            <a:off x="55626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4" name="AutoShape 34">
            <a:extLst>
              <a:ext uri="{FF2B5EF4-FFF2-40B4-BE49-F238E27FC236}">
                <a16:creationId xmlns:a16="http://schemas.microsoft.com/office/drawing/2014/main" id="{48587A2B-9C98-913A-09A8-DBDD8890C0F2}"/>
              </a:ext>
            </a:extLst>
          </p:cNvPr>
          <p:cNvSpPr>
            <a:spLocks noChangeArrowheads="1"/>
          </p:cNvSpPr>
          <p:nvPr/>
        </p:nvSpPr>
        <p:spPr bwMode="auto">
          <a:xfrm flipV="1">
            <a:off x="57912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5" name="AutoShape 35">
            <a:extLst>
              <a:ext uri="{FF2B5EF4-FFF2-40B4-BE49-F238E27FC236}">
                <a16:creationId xmlns:a16="http://schemas.microsoft.com/office/drawing/2014/main" id="{89376991-3BBD-36BC-B1BD-04BBE24D3AA1}"/>
              </a:ext>
            </a:extLst>
          </p:cNvPr>
          <p:cNvSpPr>
            <a:spLocks noChangeArrowheads="1"/>
          </p:cNvSpPr>
          <p:nvPr/>
        </p:nvSpPr>
        <p:spPr bwMode="auto">
          <a:xfrm flipV="1">
            <a:off x="60198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6" name="AutoShape 36">
            <a:extLst>
              <a:ext uri="{FF2B5EF4-FFF2-40B4-BE49-F238E27FC236}">
                <a16:creationId xmlns:a16="http://schemas.microsoft.com/office/drawing/2014/main" id="{A67C2DF1-9D4A-11A7-25DB-7AA0E7BE2F2C}"/>
              </a:ext>
            </a:extLst>
          </p:cNvPr>
          <p:cNvSpPr>
            <a:spLocks noChangeArrowheads="1"/>
          </p:cNvSpPr>
          <p:nvPr/>
        </p:nvSpPr>
        <p:spPr bwMode="auto">
          <a:xfrm flipV="1">
            <a:off x="62484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7" name="AutoShape 37">
            <a:extLst>
              <a:ext uri="{FF2B5EF4-FFF2-40B4-BE49-F238E27FC236}">
                <a16:creationId xmlns:a16="http://schemas.microsoft.com/office/drawing/2014/main" id="{F194BFFE-4706-EC88-43CC-C2C0E8D8F9E6}"/>
              </a:ext>
            </a:extLst>
          </p:cNvPr>
          <p:cNvSpPr>
            <a:spLocks noChangeArrowheads="1"/>
          </p:cNvSpPr>
          <p:nvPr/>
        </p:nvSpPr>
        <p:spPr bwMode="auto">
          <a:xfrm flipV="1">
            <a:off x="64770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8" name="AutoShape 38">
            <a:extLst>
              <a:ext uri="{FF2B5EF4-FFF2-40B4-BE49-F238E27FC236}">
                <a16:creationId xmlns:a16="http://schemas.microsoft.com/office/drawing/2014/main" id="{28A785D6-676A-F2E4-3884-CDD5F9ECD280}"/>
              </a:ext>
            </a:extLst>
          </p:cNvPr>
          <p:cNvSpPr>
            <a:spLocks noChangeArrowheads="1"/>
          </p:cNvSpPr>
          <p:nvPr/>
        </p:nvSpPr>
        <p:spPr bwMode="auto">
          <a:xfrm flipV="1">
            <a:off x="67056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79" name="AutoShape 39">
            <a:extLst>
              <a:ext uri="{FF2B5EF4-FFF2-40B4-BE49-F238E27FC236}">
                <a16:creationId xmlns:a16="http://schemas.microsoft.com/office/drawing/2014/main" id="{1657904B-DAC1-FF30-2614-CA4D56D66B3B}"/>
              </a:ext>
            </a:extLst>
          </p:cNvPr>
          <p:cNvSpPr>
            <a:spLocks noChangeArrowheads="1"/>
          </p:cNvSpPr>
          <p:nvPr/>
        </p:nvSpPr>
        <p:spPr bwMode="auto">
          <a:xfrm flipV="1">
            <a:off x="69342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0" name="AutoShape 40">
            <a:extLst>
              <a:ext uri="{FF2B5EF4-FFF2-40B4-BE49-F238E27FC236}">
                <a16:creationId xmlns:a16="http://schemas.microsoft.com/office/drawing/2014/main" id="{4F22909B-226E-1D8F-5579-80D701C992CF}"/>
              </a:ext>
            </a:extLst>
          </p:cNvPr>
          <p:cNvSpPr>
            <a:spLocks noChangeArrowheads="1"/>
          </p:cNvSpPr>
          <p:nvPr/>
        </p:nvSpPr>
        <p:spPr bwMode="auto">
          <a:xfrm flipV="1">
            <a:off x="71628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1" name="AutoShape 41">
            <a:extLst>
              <a:ext uri="{FF2B5EF4-FFF2-40B4-BE49-F238E27FC236}">
                <a16:creationId xmlns:a16="http://schemas.microsoft.com/office/drawing/2014/main" id="{AC75EA0E-4569-1164-F720-F4BBFD183D2C}"/>
              </a:ext>
            </a:extLst>
          </p:cNvPr>
          <p:cNvSpPr>
            <a:spLocks noChangeArrowheads="1"/>
          </p:cNvSpPr>
          <p:nvPr/>
        </p:nvSpPr>
        <p:spPr bwMode="auto">
          <a:xfrm rot="10800000" flipV="1">
            <a:off x="7162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2" name="AutoShape 42">
            <a:extLst>
              <a:ext uri="{FF2B5EF4-FFF2-40B4-BE49-F238E27FC236}">
                <a16:creationId xmlns:a16="http://schemas.microsoft.com/office/drawing/2014/main" id="{0EBAF2E4-E43F-75F8-1C55-F18904BBE7B1}"/>
              </a:ext>
            </a:extLst>
          </p:cNvPr>
          <p:cNvSpPr>
            <a:spLocks noChangeArrowheads="1"/>
          </p:cNvSpPr>
          <p:nvPr/>
        </p:nvSpPr>
        <p:spPr bwMode="auto">
          <a:xfrm rot="10800000" flipV="1">
            <a:off x="69342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3" name="AutoShape 43">
            <a:extLst>
              <a:ext uri="{FF2B5EF4-FFF2-40B4-BE49-F238E27FC236}">
                <a16:creationId xmlns:a16="http://schemas.microsoft.com/office/drawing/2014/main" id="{4D16FCD7-1689-FF9F-C7DC-2E4EA4F3593B}"/>
              </a:ext>
            </a:extLst>
          </p:cNvPr>
          <p:cNvSpPr>
            <a:spLocks noChangeArrowheads="1"/>
          </p:cNvSpPr>
          <p:nvPr/>
        </p:nvSpPr>
        <p:spPr bwMode="auto">
          <a:xfrm rot="10800000" flipV="1">
            <a:off x="67056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4" name="AutoShape 44">
            <a:extLst>
              <a:ext uri="{FF2B5EF4-FFF2-40B4-BE49-F238E27FC236}">
                <a16:creationId xmlns:a16="http://schemas.microsoft.com/office/drawing/2014/main" id="{57F82DB7-B4FC-3C74-86EA-03F6309F044F}"/>
              </a:ext>
            </a:extLst>
          </p:cNvPr>
          <p:cNvSpPr>
            <a:spLocks noChangeArrowheads="1"/>
          </p:cNvSpPr>
          <p:nvPr/>
        </p:nvSpPr>
        <p:spPr bwMode="auto">
          <a:xfrm rot="10800000" flipV="1">
            <a:off x="64770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5" name="AutoShape 45">
            <a:extLst>
              <a:ext uri="{FF2B5EF4-FFF2-40B4-BE49-F238E27FC236}">
                <a16:creationId xmlns:a16="http://schemas.microsoft.com/office/drawing/2014/main" id="{E36E6640-2E1F-69E0-5364-DE3EB3BC0773}"/>
              </a:ext>
            </a:extLst>
          </p:cNvPr>
          <p:cNvSpPr>
            <a:spLocks noChangeArrowheads="1"/>
          </p:cNvSpPr>
          <p:nvPr/>
        </p:nvSpPr>
        <p:spPr bwMode="auto">
          <a:xfrm rot="10800000" flipV="1">
            <a:off x="62484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6" name="AutoShape 46">
            <a:extLst>
              <a:ext uri="{FF2B5EF4-FFF2-40B4-BE49-F238E27FC236}">
                <a16:creationId xmlns:a16="http://schemas.microsoft.com/office/drawing/2014/main" id="{8B0BBD2D-4D32-7183-A73C-C485E98DF2D7}"/>
              </a:ext>
            </a:extLst>
          </p:cNvPr>
          <p:cNvSpPr>
            <a:spLocks noChangeArrowheads="1"/>
          </p:cNvSpPr>
          <p:nvPr/>
        </p:nvSpPr>
        <p:spPr bwMode="auto">
          <a:xfrm rot="10800000" flipV="1">
            <a:off x="6019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7" name="AutoShape 47">
            <a:extLst>
              <a:ext uri="{FF2B5EF4-FFF2-40B4-BE49-F238E27FC236}">
                <a16:creationId xmlns:a16="http://schemas.microsoft.com/office/drawing/2014/main" id="{669B846C-F0D4-22ED-4683-E66EC988547D}"/>
              </a:ext>
            </a:extLst>
          </p:cNvPr>
          <p:cNvSpPr>
            <a:spLocks noChangeArrowheads="1"/>
          </p:cNvSpPr>
          <p:nvPr/>
        </p:nvSpPr>
        <p:spPr bwMode="auto">
          <a:xfrm rot="10800000" flipV="1">
            <a:off x="57912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8" name="AutoShape 48">
            <a:extLst>
              <a:ext uri="{FF2B5EF4-FFF2-40B4-BE49-F238E27FC236}">
                <a16:creationId xmlns:a16="http://schemas.microsoft.com/office/drawing/2014/main" id="{CDB5D5FE-AA05-EA54-B3BE-B6D0A4F7CCF3}"/>
              </a:ext>
            </a:extLst>
          </p:cNvPr>
          <p:cNvSpPr>
            <a:spLocks noChangeArrowheads="1"/>
          </p:cNvSpPr>
          <p:nvPr/>
        </p:nvSpPr>
        <p:spPr bwMode="auto">
          <a:xfrm rot="10800000" flipV="1">
            <a:off x="55626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89" name="AutoShape 49">
            <a:extLst>
              <a:ext uri="{FF2B5EF4-FFF2-40B4-BE49-F238E27FC236}">
                <a16:creationId xmlns:a16="http://schemas.microsoft.com/office/drawing/2014/main" id="{1A445DA1-9368-A78B-A75F-C5968AC646A4}"/>
              </a:ext>
            </a:extLst>
          </p:cNvPr>
          <p:cNvSpPr>
            <a:spLocks noChangeArrowheads="1"/>
          </p:cNvSpPr>
          <p:nvPr/>
        </p:nvSpPr>
        <p:spPr bwMode="auto">
          <a:xfrm rot="10800000" flipV="1">
            <a:off x="53340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0" name="AutoShape 50">
            <a:extLst>
              <a:ext uri="{FF2B5EF4-FFF2-40B4-BE49-F238E27FC236}">
                <a16:creationId xmlns:a16="http://schemas.microsoft.com/office/drawing/2014/main" id="{733493E9-184A-8C3D-94B1-C223FB53788B}"/>
              </a:ext>
            </a:extLst>
          </p:cNvPr>
          <p:cNvSpPr>
            <a:spLocks noChangeArrowheads="1"/>
          </p:cNvSpPr>
          <p:nvPr/>
        </p:nvSpPr>
        <p:spPr bwMode="auto">
          <a:xfrm rot="10800000" flipV="1">
            <a:off x="51054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1" name="AutoShape 51">
            <a:extLst>
              <a:ext uri="{FF2B5EF4-FFF2-40B4-BE49-F238E27FC236}">
                <a16:creationId xmlns:a16="http://schemas.microsoft.com/office/drawing/2014/main" id="{DA852698-0F0E-711F-412F-84FA0D9B095F}"/>
              </a:ext>
            </a:extLst>
          </p:cNvPr>
          <p:cNvSpPr>
            <a:spLocks noChangeArrowheads="1"/>
          </p:cNvSpPr>
          <p:nvPr/>
        </p:nvSpPr>
        <p:spPr bwMode="auto">
          <a:xfrm rot="10800000" flipV="1">
            <a:off x="4876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2" name="AutoShape 52">
            <a:extLst>
              <a:ext uri="{FF2B5EF4-FFF2-40B4-BE49-F238E27FC236}">
                <a16:creationId xmlns:a16="http://schemas.microsoft.com/office/drawing/2014/main" id="{5ED3CE6E-509D-2BA5-85A2-7F2C7F9A239A}"/>
              </a:ext>
            </a:extLst>
          </p:cNvPr>
          <p:cNvSpPr>
            <a:spLocks noChangeArrowheads="1"/>
          </p:cNvSpPr>
          <p:nvPr/>
        </p:nvSpPr>
        <p:spPr bwMode="auto">
          <a:xfrm rot="10800000" flipV="1">
            <a:off x="46482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3" name="AutoShape 53">
            <a:extLst>
              <a:ext uri="{FF2B5EF4-FFF2-40B4-BE49-F238E27FC236}">
                <a16:creationId xmlns:a16="http://schemas.microsoft.com/office/drawing/2014/main" id="{B450CD74-7563-0160-4005-509479B16032}"/>
              </a:ext>
            </a:extLst>
          </p:cNvPr>
          <p:cNvSpPr>
            <a:spLocks noChangeArrowheads="1"/>
          </p:cNvSpPr>
          <p:nvPr/>
        </p:nvSpPr>
        <p:spPr bwMode="auto">
          <a:xfrm rot="10800000" flipV="1">
            <a:off x="44196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4" name="AutoShape 54">
            <a:extLst>
              <a:ext uri="{FF2B5EF4-FFF2-40B4-BE49-F238E27FC236}">
                <a16:creationId xmlns:a16="http://schemas.microsoft.com/office/drawing/2014/main" id="{B5068FEF-0523-7FF0-823A-25A9912AA407}"/>
              </a:ext>
            </a:extLst>
          </p:cNvPr>
          <p:cNvSpPr>
            <a:spLocks noChangeArrowheads="1"/>
          </p:cNvSpPr>
          <p:nvPr/>
        </p:nvSpPr>
        <p:spPr bwMode="auto">
          <a:xfrm rot="10800000" flipV="1">
            <a:off x="41910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5" name="AutoShape 55">
            <a:extLst>
              <a:ext uri="{FF2B5EF4-FFF2-40B4-BE49-F238E27FC236}">
                <a16:creationId xmlns:a16="http://schemas.microsoft.com/office/drawing/2014/main" id="{B92A6F0E-A36F-23F0-74B5-B573FC4ECEF9}"/>
              </a:ext>
            </a:extLst>
          </p:cNvPr>
          <p:cNvSpPr>
            <a:spLocks noChangeArrowheads="1"/>
          </p:cNvSpPr>
          <p:nvPr/>
        </p:nvSpPr>
        <p:spPr bwMode="auto">
          <a:xfrm rot="10800000" flipV="1">
            <a:off x="39624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6" name="AutoShape 56">
            <a:extLst>
              <a:ext uri="{FF2B5EF4-FFF2-40B4-BE49-F238E27FC236}">
                <a16:creationId xmlns:a16="http://schemas.microsoft.com/office/drawing/2014/main" id="{08A5ACAC-6FEC-ACA9-3D64-A464E6F97D93}"/>
              </a:ext>
            </a:extLst>
          </p:cNvPr>
          <p:cNvSpPr>
            <a:spLocks noChangeArrowheads="1"/>
          </p:cNvSpPr>
          <p:nvPr/>
        </p:nvSpPr>
        <p:spPr bwMode="auto">
          <a:xfrm rot="10800000" flipV="1">
            <a:off x="3733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7" name="AutoShape 57">
            <a:extLst>
              <a:ext uri="{FF2B5EF4-FFF2-40B4-BE49-F238E27FC236}">
                <a16:creationId xmlns:a16="http://schemas.microsoft.com/office/drawing/2014/main" id="{118812E1-36D8-5600-CD44-F797C720261A}"/>
              </a:ext>
            </a:extLst>
          </p:cNvPr>
          <p:cNvSpPr>
            <a:spLocks noChangeArrowheads="1"/>
          </p:cNvSpPr>
          <p:nvPr/>
        </p:nvSpPr>
        <p:spPr bwMode="auto">
          <a:xfrm rot="10800000" flipV="1">
            <a:off x="35052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8" name="AutoShape 58">
            <a:extLst>
              <a:ext uri="{FF2B5EF4-FFF2-40B4-BE49-F238E27FC236}">
                <a16:creationId xmlns:a16="http://schemas.microsoft.com/office/drawing/2014/main" id="{CD89613D-3211-7EE1-FC70-49CF46047E84}"/>
              </a:ext>
            </a:extLst>
          </p:cNvPr>
          <p:cNvSpPr>
            <a:spLocks noChangeArrowheads="1"/>
          </p:cNvSpPr>
          <p:nvPr/>
        </p:nvSpPr>
        <p:spPr bwMode="auto">
          <a:xfrm rot="10800000" flipV="1">
            <a:off x="32766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299" name="AutoShape 59">
            <a:extLst>
              <a:ext uri="{FF2B5EF4-FFF2-40B4-BE49-F238E27FC236}">
                <a16:creationId xmlns:a16="http://schemas.microsoft.com/office/drawing/2014/main" id="{D1BCFB97-E2C8-B8B1-9DBA-721E8EE6D3EC}"/>
              </a:ext>
            </a:extLst>
          </p:cNvPr>
          <p:cNvSpPr>
            <a:spLocks noChangeArrowheads="1"/>
          </p:cNvSpPr>
          <p:nvPr/>
        </p:nvSpPr>
        <p:spPr bwMode="auto">
          <a:xfrm rot="10800000" flipV="1">
            <a:off x="30480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0" name="AutoShape 60">
            <a:extLst>
              <a:ext uri="{FF2B5EF4-FFF2-40B4-BE49-F238E27FC236}">
                <a16:creationId xmlns:a16="http://schemas.microsoft.com/office/drawing/2014/main" id="{1C15E478-C6F3-7E3B-5187-EF8C16D19710}"/>
              </a:ext>
            </a:extLst>
          </p:cNvPr>
          <p:cNvSpPr>
            <a:spLocks noChangeArrowheads="1"/>
          </p:cNvSpPr>
          <p:nvPr/>
        </p:nvSpPr>
        <p:spPr bwMode="auto">
          <a:xfrm rot="10800000" flipV="1">
            <a:off x="28194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1" name="AutoShape 61">
            <a:extLst>
              <a:ext uri="{FF2B5EF4-FFF2-40B4-BE49-F238E27FC236}">
                <a16:creationId xmlns:a16="http://schemas.microsoft.com/office/drawing/2014/main" id="{0197D901-C2AF-CC9B-8333-A82EA128A43A}"/>
              </a:ext>
            </a:extLst>
          </p:cNvPr>
          <p:cNvSpPr>
            <a:spLocks noChangeArrowheads="1"/>
          </p:cNvSpPr>
          <p:nvPr/>
        </p:nvSpPr>
        <p:spPr bwMode="auto">
          <a:xfrm rot="10800000" flipV="1">
            <a:off x="2590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2" name="AutoShape 62">
            <a:extLst>
              <a:ext uri="{FF2B5EF4-FFF2-40B4-BE49-F238E27FC236}">
                <a16:creationId xmlns:a16="http://schemas.microsoft.com/office/drawing/2014/main" id="{C043CBBC-B125-18D4-F83A-761BACD5E324}"/>
              </a:ext>
            </a:extLst>
          </p:cNvPr>
          <p:cNvSpPr>
            <a:spLocks noChangeArrowheads="1"/>
          </p:cNvSpPr>
          <p:nvPr/>
        </p:nvSpPr>
        <p:spPr bwMode="auto">
          <a:xfrm rot="10800000" flipV="1">
            <a:off x="23622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3" name="AutoShape 63">
            <a:extLst>
              <a:ext uri="{FF2B5EF4-FFF2-40B4-BE49-F238E27FC236}">
                <a16:creationId xmlns:a16="http://schemas.microsoft.com/office/drawing/2014/main" id="{3006216C-EDEE-D3B1-8016-A6AF433CAE0C}"/>
              </a:ext>
            </a:extLst>
          </p:cNvPr>
          <p:cNvSpPr>
            <a:spLocks noChangeArrowheads="1"/>
          </p:cNvSpPr>
          <p:nvPr/>
        </p:nvSpPr>
        <p:spPr bwMode="auto">
          <a:xfrm rot="10800000" flipV="1">
            <a:off x="21336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4" name="AutoShape 64">
            <a:extLst>
              <a:ext uri="{FF2B5EF4-FFF2-40B4-BE49-F238E27FC236}">
                <a16:creationId xmlns:a16="http://schemas.microsoft.com/office/drawing/2014/main" id="{9F10E4BD-1264-DFBB-62E9-CCB8ECF5BD3B}"/>
              </a:ext>
            </a:extLst>
          </p:cNvPr>
          <p:cNvSpPr>
            <a:spLocks noChangeArrowheads="1"/>
          </p:cNvSpPr>
          <p:nvPr/>
        </p:nvSpPr>
        <p:spPr bwMode="auto">
          <a:xfrm rot="10800000" flipV="1">
            <a:off x="19050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5" name="AutoShape 65">
            <a:extLst>
              <a:ext uri="{FF2B5EF4-FFF2-40B4-BE49-F238E27FC236}">
                <a16:creationId xmlns:a16="http://schemas.microsoft.com/office/drawing/2014/main" id="{103F3CB2-0EBD-EF70-F20D-E01E03946128}"/>
              </a:ext>
            </a:extLst>
          </p:cNvPr>
          <p:cNvSpPr>
            <a:spLocks noChangeArrowheads="1"/>
          </p:cNvSpPr>
          <p:nvPr/>
        </p:nvSpPr>
        <p:spPr bwMode="auto">
          <a:xfrm rot="10800000" flipV="1">
            <a:off x="16764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8306" name="AutoShape 66">
            <a:extLst>
              <a:ext uri="{FF2B5EF4-FFF2-40B4-BE49-F238E27FC236}">
                <a16:creationId xmlns:a16="http://schemas.microsoft.com/office/drawing/2014/main" id="{983F7B06-2203-B61C-AA39-D2C2A3508102}"/>
              </a:ext>
            </a:extLst>
          </p:cNvPr>
          <p:cNvSpPr>
            <a:spLocks noChangeArrowheads="1"/>
          </p:cNvSpPr>
          <p:nvPr/>
        </p:nvSpPr>
        <p:spPr bwMode="auto">
          <a:xfrm flipV="1">
            <a:off x="7391400" y="4038600"/>
            <a:ext cx="152400" cy="74613"/>
          </a:xfrm>
          <a:prstGeom prst="homePlate">
            <a:avLst>
              <a:gd name="adj" fmla="val 51063"/>
            </a:avLst>
          </a:prstGeom>
          <a:solidFill>
            <a:srgbClr val="0099F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87" name="Oval 67">
            <a:extLst>
              <a:ext uri="{FF2B5EF4-FFF2-40B4-BE49-F238E27FC236}">
                <a16:creationId xmlns:a16="http://schemas.microsoft.com/office/drawing/2014/main" id="{314E4822-F0E6-F66F-7CEF-B78D68EE5721}"/>
              </a:ext>
            </a:extLst>
          </p:cNvPr>
          <p:cNvSpPr>
            <a:spLocks noChangeArrowheads="1"/>
          </p:cNvSpPr>
          <p:nvPr/>
        </p:nvSpPr>
        <p:spPr bwMode="auto">
          <a:xfrm>
            <a:off x="2438400" y="5486400"/>
            <a:ext cx="152400" cy="152400"/>
          </a:xfrm>
          <a:prstGeom prst="ellipse">
            <a:avLst/>
          </a:prstGeom>
          <a:solidFill>
            <a:schemeClr val="folHlink"/>
          </a:solidFill>
          <a:ln w="19050">
            <a:solidFill>
              <a:schemeClr val="tx1"/>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13388" name="Oval 68">
            <a:extLst>
              <a:ext uri="{FF2B5EF4-FFF2-40B4-BE49-F238E27FC236}">
                <a16:creationId xmlns:a16="http://schemas.microsoft.com/office/drawing/2014/main" id="{2E322106-5D9A-6C8C-9E32-2CB164525EA4}"/>
              </a:ext>
            </a:extLst>
          </p:cNvPr>
          <p:cNvSpPr>
            <a:spLocks noChangeArrowheads="1"/>
          </p:cNvSpPr>
          <p:nvPr/>
        </p:nvSpPr>
        <p:spPr bwMode="auto">
          <a:xfrm>
            <a:off x="5867400" y="5486400"/>
            <a:ext cx="152400" cy="152400"/>
          </a:xfrm>
          <a:prstGeom prst="ellipse">
            <a:avLst/>
          </a:prstGeom>
          <a:solidFill>
            <a:schemeClr val="folHlink"/>
          </a:solidFill>
          <a:ln w="9525">
            <a:solidFill>
              <a:schemeClr val="tx1"/>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graphicFrame>
        <p:nvGraphicFramePr>
          <p:cNvPr id="138309" name="Object 69">
            <a:extLst>
              <a:ext uri="{FF2B5EF4-FFF2-40B4-BE49-F238E27FC236}">
                <a16:creationId xmlns:a16="http://schemas.microsoft.com/office/drawing/2014/main" id="{926FBC00-F813-1391-9C9D-C7C12506C59B}"/>
              </a:ext>
            </a:extLst>
          </p:cNvPr>
          <p:cNvGraphicFramePr>
            <a:graphicFrameLocks noChangeAspect="1"/>
          </p:cNvGraphicFramePr>
          <p:nvPr/>
        </p:nvGraphicFramePr>
        <p:xfrm>
          <a:off x="0" y="5867400"/>
          <a:ext cx="9144000" cy="990600"/>
        </p:xfrm>
        <a:graphic>
          <a:graphicData uri="http://schemas.openxmlformats.org/presentationml/2006/ole">
            <mc:AlternateContent xmlns:mc="http://schemas.openxmlformats.org/markup-compatibility/2006">
              <mc:Choice xmlns:v="urn:schemas-microsoft-com:vml" Requires="v">
                <p:oleObj name="Clip" r:id="rId10" imgW="1154520" imgH="406440" progId="MS_ClipArt_Gallery.5">
                  <p:embed/>
                </p:oleObj>
              </mc:Choice>
              <mc:Fallback>
                <p:oleObj name="Clip" r:id="rId10" imgW="1154520" imgH="406440" progId="MS_ClipArt_Gallery.5">
                  <p:embed/>
                  <p:pic>
                    <p:nvPicPr>
                      <p:cNvPr id="138309" name="Object 69">
                        <a:extLst>
                          <a:ext uri="{FF2B5EF4-FFF2-40B4-BE49-F238E27FC236}">
                            <a16:creationId xmlns:a16="http://schemas.microsoft.com/office/drawing/2014/main" id="{926FBC00-F813-1391-9C9D-C7C12506C59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5867400"/>
                        <a:ext cx="9144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8310" name="Object 70">
            <a:extLst>
              <a:ext uri="{FF2B5EF4-FFF2-40B4-BE49-F238E27FC236}">
                <a16:creationId xmlns:a16="http://schemas.microsoft.com/office/drawing/2014/main" id="{D2CC6333-C8BD-EC72-8071-9D3BB685DB93}"/>
              </a:ext>
            </a:extLst>
          </p:cNvPr>
          <p:cNvGraphicFramePr>
            <a:graphicFrameLocks noChangeAspect="1"/>
          </p:cNvGraphicFramePr>
          <p:nvPr/>
        </p:nvGraphicFramePr>
        <p:xfrm>
          <a:off x="990600" y="3733800"/>
          <a:ext cx="514350" cy="1400175"/>
        </p:xfrm>
        <a:graphic>
          <a:graphicData uri="http://schemas.openxmlformats.org/presentationml/2006/ole">
            <mc:AlternateContent xmlns:mc="http://schemas.openxmlformats.org/markup-compatibility/2006">
              <mc:Choice xmlns:v="urn:schemas-microsoft-com:vml" Requires="v">
                <p:oleObj name="BMP 图象" r:id="rId12" imgW="411516" imgH="1120237" progId="Paint.Picture">
                  <p:embed/>
                </p:oleObj>
              </mc:Choice>
              <mc:Fallback>
                <p:oleObj name="BMP 图象" r:id="rId12" imgW="411516" imgH="1120237" progId="Paint.Picture">
                  <p:embed/>
                  <p:pic>
                    <p:nvPicPr>
                      <p:cNvPr id="138310" name="Object 70">
                        <a:extLst>
                          <a:ext uri="{FF2B5EF4-FFF2-40B4-BE49-F238E27FC236}">
                            <a16:creationId xmlns:a16="http://schemas.microsoft.com/office/drawing/2014/main" id="{D2CC6333-C8BD-EC72-8071-9D3BB685DB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3733800"/>
                        <a:ext cx="51435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311" name="AutoShape 71">
            <a:extLst>
              <a:ext uri="{FF2B5EF4-FFF2-40B4-BE49-F238E27FC236}">
                <a16:creationId xmlns:a16="http://schemas.microsoft.com/office/drawing/2014/main" id="{73A87496-3E0D-E8A5-ACAB-8D23DF835B3D}"/>
              </a:ext>
            </a:extLst>
          </p:cNvPr>
          <p:cNvSpPr>
            <a:spLocks noChangeArrowheads="1"/>
          </p:cNvSpPr>
          <p:nvPr/>
        </p:nvSpPr>
        <p:spPr bwMode="auto">
          <a:xfrm rot="10800000" flipV="1">
            <a:off x="1447800" y="4191000"/>
            <a:ext cx="152400" cy="74613"/>
          </a:xfrm>
          <a:prstGeom prst="homePlate">
            <a:avLst>
              <a:gd name="adj" fmla="val 51063"/>
            </a:avLst>
          </a:prstGeom>
          <a:solidFill>
            <a:srgbClr val="5F5F5F"/>
          </a:solidFill>
          <a:ln w="9525">
            <a:solidFill>
              <a:schemeClr val="tx1"/>
            </a:solidFill>
            <a:miter lim="800000"/>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graphicFrame>
        <p:nvGraphicFramePr>
          <p:cNvPr id="138312" name="Object 72">
            <a:extLst>
              <a:ext uri="{FF2B5EF4-FFF2-40B4-BE49-F238E27FC236}">
                <a16:creationId xmlns:a16="http://schemas.microsoft.com/office/drawing/2014/main" id="{56549220-F1C3-22AE-CF7D-C9B4E89F4C7B}"/>
              </a:ext>
            </a:extLst>
          </p:cNvPr>
          <p:cNvGraphicFramePr>
            <a:graphicFrameLocks noChangeAspect="1"/>
          </p:cNvGraphicFramePr>
          <p:nvPr/>
        </p:nvGraphicFramePr>
        <p:xfrm>
          <a:off x="0" y="3962400"/>
          <a:ext cx="787400" cy="2343150"/>
        </p:xfrm>
        <a:graphic>
          <a:graphicData uri="http://schemas.openxmlformats.org/presentationml/2006/ole">
            <mc:AlternateContent xmlns:mc="http://schemas.openxmlformats.org/markup-compatibility/2006">
              <mc:Choice xmlns:v="urn:schemas-microsoft-com:vml" Requires="v">
                <p:oleObj name="BMP 图象" r:id="rId14" imgW="541067" imgH="1813717" progId="Paint.Picture">
                  <p:embed/>
                </p:oleObj>
              </mc:Choice>
              <mc:Fallback>
                <p:oleObj name="BMP 图象" r:id="rId14" imgW="541067" imgH="1813717" progId="Paint.Picture">
                  <p:embed/>
                  <p:pic>
                    <p:nvPicPr>
                      <p:cNvPr id="138312" name="Object 72">
                        <a:extLst>
                          <a:ext uri="{FF2B5EF4-FFF2-40B4-BE49-F238E27FC236}">
                            <a16:creationId xmlns:a16="http://schemas.microsoft.com/office/drawing/2014/main" id="{56549220-F1C3-22AE-CF7D-C9B4E89F4C7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3962400"/>
                        <a:ext cx="78740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313" name="Rectangle 73">
            <a:extLst>
              <a:ext uri="{FF2B5EF4-FFF2-40B4-BE49-F238E27FC236}">
                <a16:creationId xmlns:a16="http://schemas.microsoft.com/office/drawing/2014/main" id="{04846D6E-F12B-1115-2ABB-40A5FF33A544}"/>
              </a:ext>
            </a:extLst>
          </p:cNvPr>
          <p:cNvSpPr>
            <a:spLocks noChangeArrowheads="1"/>
          </p:cNvSpPr>
          <p:nvPr/>
        </p:nvSpPr>
        <p:spPr bwMode="auto">
          <a:xfrm>
            <a:off x="268288" y="9858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a:lnSpc>
                <a:spcPct val="100000"/>
              </a:lnSpc>
              <a:buClrTx/>
              <a:buFontTx/>
              <a:buNone/>
            </a:pPr>
            <a:r>
              <a:rPr lang="zh-CN" altLang="en-US">
                <a:latin typeface="Times New Roman" panose="02020603050405020304" pitchFamily="18" charset="0"/>
                <a:ea typeface="宋体" panose="02010600030101010101" pitchFamily="2" charset="-122"/>
              </a:rPr>
              <a:t>当列车通过一站台时，突然发生枪战事件，站台上的人看到：</a:t>
            </a:r>
          </a:p>
        </p:txBody>
      </p:sp>
      <p:graphicFrame>
        <p:nvGraphicFramePr>
          <p:cNvPr id="138314" name="Object 74">
            <a:extLst>
              <a:ext uri="{FF2B5EF4-FFF2-40B4-BE49-F238E27FC236}">
                <a16:creationId xmlns:a16="http://schemas.microsoft.com/office/drawing/2014/main" id="{F9DB310C-AE4D-612E-8137-6C96B5D350EB}"/>
              </a:ext>
            </a:extLst>
          </p:cNvPr>
          <p:cNvGraphicFramePr>
            <a:graphicFrameLocks noChangeAspect="1"/>
          </p:cNvGraphicFramePr>
          <p:nvPr/>
        </p:nvGraphicFramePr>
        <p:xfrm>
          <a:off x="3886200" y="3048000"/>
          <a:ext cx="1295400" cy="401638"/>
        </p:xfrm>
        <a:graphic>
          <a:graphicData uri="http://schemas.openxmlformats.org/presentationml/2006/ole">
            <mc:AlternateContent xmlns:mc="http://schemas.openxmlformats.org/markup-compatibility/2006">
              <mc:Choice xmlns:v="urn:schemas-microsoft-com:vml" Requires="v">
                <p:oleObj name="Equation" r:id="rId16" imgW="1143000" imgH="355320" progId="Equation.3">
                  <p:embed/>
                </p:oleObj>
              </mc:Choice>
              <mc:Fallback>
                <p:oleObj name="Equation" r:id="rId16" imgW="1143000" imgH="355320" progId="Equation.3">
                  <p:embed/>
                  <p:pic>
                    <p:nvPicPr>
                      <p:cNvPr id="138314" name="Object 74">
                        <a:extLst>
                          <a:ext uri="{FF2B5EF4-FFF2-40B4-BE49-F238E27FC236}">
                            <a16:creationId xmlns:a16="http://schemas.microsoft.com/office/drawing/2014/main" id="{F9DB310C-AE4D-612E-8137-6C96B5D350E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86200" y="3048000"/>
                        <a:ext cx="1295400" cy="40163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15" name="Object 75">
            <a:extLst>
              <a:ext uri="{FF2B5EF4-FFF2-40B4-BE49-F238E27FC236}">
                <a16:creationId xmlns:a16="http://schemas.microsoft.com/office/drawing/2014/main" id="{77B2A27F-F8E3-698F-9D99-641DAD1950B4}"/>
              </a:ext>
            </a:extLst>
          </p:cNvPr>
          <p:cNvGraphicFramePr>
            <a:graphicFrameLocks noChangeAspect="1"/>
          </p:cNvGraphicFramePr>
          <p:nvPr/>
        </p:nvGraphicFramePr>
        <p:xfrm>
          <a:off x="1752600" y="4419600"/>
          <a:ext cx="1625600" cy="355600"/>
        </p:xfrm>
        <a:graphic>
          <a:graphicData uri="http://schemas.openxmlformats.org/presentationml/2006/ole">
            <mc:AlternateContent xmlns:mc="http://schemas.openxmlformats.org/markup-compatibility/2006">
              <mc:Choice xmlns:v="urn:schemas-microsoft-com:vml" Requires="v">
                <p:oleObj name="Equation" r:id="rId18" imgW="1625400" imgH="355320" progId="Equation.3">
                  <p:embed/>
                </p:oleObj>
              </mc:Choice>
              <mc:Fallback>
                <p:oleObj name="Equation" r:id="rId18" imgW="1625400" imgH="355320" progId="Equation.3">
                  <p:embed/>
                  <p:pic>
                    <p:nvPicPr>
                      <p:cNvPr id="138315" name="Object 75">
                        <a:extLst>
                          <a:ext uri="{FF2B5EF4-FFF2-40B4-BE49-F238E27FC236}">
                            <a16:creationId xmlns:a16="http://schemas.microsoft.com/office/drawing/2014/main" id="{77B2A27F-F8E3-698F-9D99-641DAD1950B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52600" y="4419600"/>
                        <a:ext cx="16256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16" name="Object 76">
            <a:extLst>
              <a:ext uri="{FF2B5EF4-FFF2-40B4-BE49-F238E27FC236}">
                <a16:creationId xmlns:a16="http://schemas.microsoft.com/office/drawing/2014/main" id="{EAAC7E13-61F9-CDFC-D798-706C76D1D779}"/>
              </a:ext>
            </a:extLst>
          </p:cNvPr>
          <p:cNvGraphicFramePr>
            <a:graphicFrameLocks noChangeAspect="1"/>
          </p:cNvGraphicFramePr>
          <p:nvPr/>
        </p:nvGraphicFramePr>
        <p:xfrm>
          <a:off x="3657600" y="4419600"/>
          <a:ext cx="3162300" cy="457200"/>
        </p:xfrm>
        <a:graphic>
          <a:graphicData uri="http://schemas.openxmlformats.org/presentationml/2006/ole">
            <mc:AlternateContent xmlns:mc="http://schemas.openxmlformats.org/markup-compatibility/2006">
              <mc:Choice xmlns:v="urn:schemas-microsoft-com:vml" Requires="v">
                <p:oleObj name="Equation" r:id="rId20" imgW="3162240" imgH="457200" progId="Equation.3">
                  <p:embed/>
                </p:oleObj>
              </mc:Choice>
              <mc:Fallback>
                <p:oleObj name="Equation" r:id="rId20" imgW="3162240" imgH="457200" progId="Equation.3">
                  <p:embed/>
                  <p:pic>
                    <p:nvPicPr>
                      <p:cNvPr id="138316" name="Object 76">
                        <a:extLst>
                          <a:ext uri="{FF2B5EF4-FFF2-40B4-BE49-F238E27FC236}">
                            <a16:creationId xmlns:a16="http://schemas.microsoft.com/office/drawing/2014/main" id="{EAAC7E13-61F9-CDFC-D798-706C76D1D77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57600" y="4419600"/>
                        <a:ext cx="3162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17" name="Object 77">
            <a:extLst>
              <a:ext uri="{FF2B5EF4-FFF2-40B4-BE49-F238E27FC236}">
                <a16:creationId xmlns:a16="http://schemas.microsoft.com/office/drawing/2014/main" id="{FDDFB126-D0B6-3A5D-2A20-638A76EAB7D6}"/>
              </a:ext>
            </a:extLst>
          </p:cNvPr>
          <p:cNvGraphicFramePr>
            <a:graphicFrameLocks noChangeAspect="1"/>
          </p:cNvGraphicFramePr>
          <p:nvPr/>
        </p:nvGraphicFramePr>
        <p:xfrm>
          <a:off x="2705100" y="4883150"/>
          <a:ext cx="2908300" cy="457200"/>
        </p:xfrm>
        <a:graphic>
          <a:graphicData uri="http://schemas.openxmlformats.org/presentationml/2006/ole">
            <mc:AlternateContent xmlns:mc="http://schemas.openxmlformats.org/markup-compatibility/2006">
              <mc:Choice xmlns:v="urn:schemas-microsoft-com:vml" Requires="v">
                <p:oleObj name="公式" r:id="rId22" imgW="2908080" imgH="457200" progId="Equation.3">
                  <p:embed/>
                </p:oleObj>
              </mc:Choice>
              <mc:Fallback>
                <p:oleObj name="公式" r:id="rId22" imgW="2908080" imgH="457200" progId="Equation.3">
                  <p:embed/>
                  <p:pic>
                    <p:nvPicPr>
                      <p:cNvPr id="138317" name="Object 77">
                        <a:extLst>
                          <a:ext uri="{FF2B5EF4-FFF2-40B4-BE49-F238E27FC236}">
                            <a16:creationId xmlns:a16="http://schemas.microsoft.com/office/drawing/2014/main" id="{FDDFB126-D0B6-3A5D-2A20-638A76EAB7D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05100" y="4883150"/>
                        <a:ext cx="2908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8318" name="Object 78">
            <a:extLst>
              <a:ext uri="{FF2B5EF4-FFF2-40B4-BE49-F238E27FC236}">
                <a16:creationId xmlns:a16="http://schemas.microsoft.com/office/drawing/2014/main" id="{757EF671-95C2-3583-178E-3AB44EFEDE58}"/>
              </a:ext>
            </a:extLst>
          </p:cNvPr>
          <p:cNvGraphicFramePr>
            <a:graphicFrameLocks noChangeAspect="1"/>
          </p:cNvGraphicFramePr>
          <p:nvPr/>
        </p:nvGraphicFramePr>
        <p:xfrm>
          <a:off x="1874838" y="2770188"/>
          <a:ext cx="1346200" cy="330200"/>
        </p:xfrm>
        <a:graphic>
          <a:graphicData uri="http://schemas.openxmlformats.org/presentationml/2006/ole">
            <mc:AlternateContent xmlns:mc="http://schemas.openxmlformats.org/markup-compatibility/2006">
              <mc:Choice xmlns:v="urn:schemas-microsoft-com:vml" Requires="v">
                <p:oleObj name="Equation" r:id="rId24" imgW="1346040" imgH="330120" progId="Equation.DSMT4">
                  <p:embed/>
                </p:oleObj>
              </mc:Choice>
              <mc:Fallback>
                <p:oleObj name="Equation" r:id="rId24" imgW="1346040" imgH="330120" progId="Equation.DSMT4">
                  <p:embed/>
                  <p:pic>
                    <p:nvPicPr>
                      <p:cNvPr id="138318" name="Object 78">
                        <a:extLst>
                          <a:ext uri="{FF2B5EF4-FFF2-40B4-BE49-F238E27FC236}">
                            <a16:creationId xmlns:a16="http://schemas.microsoft.com/office/drawing/2014/main" id="{757EF671-95C2-3583-178E-3AB44EFEDE58}"/>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74838" y="2770188"/>
                        <a:ext cx="13462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38256"/>
                                        </p:tgtEl>
                                        <p:attrNameLst>
                                          <p:attrName>style.visibility</p:attrName>
                                        </p:attrNameLst>
                                      </p:cBhvr>
                                      <p:to>
                                        <p:strVal val="visible"/>
                                      </p:to>
                                    </p:set>
                                    <p:animEffect transition="in" filter="slide(fromBottom)">
                                      <p:cBhvr>
                                        <p:cTn id="7" dur="500"/>
                                        <p:tgtEl>
                                          <p:spTgt spid="1382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3831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13824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38247"/>
                                        </p:tgtEl>
                                        <p:attrNameLst>
                                          <p:attrName>style.visibility</p:attrName>
                                        </p:attrNameLst>
                                      </p:cBhvr>
                                      <p:to>
                                        <p:strVal val="visible"/>
                                      </p:to>
                                    </p:set>
                                    <p:animEffect transition="in" filter="wipe(up)">
                                      <p:cBhvr>
                                        <p:cTn id="20" dur="500"/>
                                        <p:tgtEl>
                                          <p:spTgt spid="138247"/>
                                        </p:tgtEl>
                                      </p:cBhvr>
                                    </p:animEffect>
                                  </p:childTnLst>
                                </p:cTn>
                              </p:par>
                            </p:childTnLst>
                          </p:cTn>
                        </p:par>
                        <p:par>
                          <p:cTn id="21" fill="hold" nodeType="afterGroup">
                            <p:stCondLst>
                              <p:cond delay="500"/>
                            </p:stCondLst>
                            <p:childTnLst>
                              <p:par>
                                <p:cTn id="22" presetID="22" presetClass="entr" presetSubtype="1" fill="hold" nodeType="afterEffect">
                                  <p:stCondLst>
                                    <p:cond delay="0"/>
                                  </p:stCondLst>
                                  <p:childTnLst>
                                    <p:set>
                                      <p:cBhvr>
                                        <p:cTn id="23" dur="1" fill="hold">
                                          <p:stCondLst>
                                            <p:cond delay="0"/>
                                          </p:stCondLst>
                                        </p:cTn>
                                        <p:tgtEl>
                                          <p:spTgt spid="138248"/>
                                        </p:tgtEl>
                                        <p:attrNameLst>
                                          <p:attrName>style.visibility</p:attrName>
                                        </p:attrNameLst>
                                      </p:cBhvr>
                                      <p:to>
                                        <p:strVal val="visible"/>
                                      </p:to>
                                    </p:set>
                                    <p:animEffect transition="in" filter="wipe(up)">
                                      <p:cBhvr>
                                        <p:cTn id="24" dur="500"/>
                                        <p:tgtEl>
                                          <p:spTgt spid="138248"/>
                                        </p:tgtEl>
                                      </p:cBhvr>
                                    </p:animEffect>
                                  </p:childTnLst>
                                </p:cTn>
                              </p:par>
                            </p:childTnLst>
                          </p:cTn>
                        </p:par>
                        <p:par>
                          <p:cTn id="25" fill="hold" nodeType="afterGroup">
                            <p:stCondLst>
                              <p:cond delay="1000"/>
                            </p:stCondLst>
                            <p:childTnLst>
                              <p:par>
                                <p:cTn id="26" presetID="1" presetClass="entr" presetSubtype="0" fill="hold" nodeType="afterEffect">
                                  <p:stCondLst>
                                    <p:cond delay="0"/>
                                  </p:stCondLst>
                                  <p:childTnLst>
                                    <p:set>
                                      <p:cBhvr>
                                        <p:cTn id="27" dur="1" fill="hold">
                                          <p:stCondLst>
                                            <p:cond delay="499"/>
                                          </p:stCondLst>
                                        </p:cTn>
                                        <p:tgtEl>
                                          <p:spTgt spid="138314"/>
                                        </p:tgtEl>
                                        <p:attrNameLst>
                                          <p:attrName>style.visibility</p:attrName>
                                        </p:attrNameLst>
                                      </p:cBhvr>
                                      <p:to>
                                        <p:strVal val="visible"/>
                                      </p:to>
                                    </p:set>
                                  </p:childTnLst>
                                </p:cTn>
                              </p:par>
                            </p:childTnLst>
                          </p:cTn>
                        </p:par>
                        <p:par>
                          <p:cTn id="28" fill="hold" nodeType="afterGroup">
                            <p:stCondLst>
                              <p:cond delay="1500"/>
                            </p:stCondLst>
                            <p:childTnLst>
                              <p:par>
                                <p:cTn id="29" presetID="16" presetClass="entr" presetSubtype="37" fill="hold" nodeType="afterEffect">
                                  <p:stCondLst>
                                    <p:cond delay="0"/>
                                  </p:stCondLst>
                                  <p:childTnLst>
                                    <p:set>
                                      <p:cBhvr>
                                        <p:cTn id="30" dur="1" fill="hold">
                                          <p:stCondLst>
                                            <p:cond delay="0"/>
                                          </p:stCondLst>
                                        </p:cTn>
                                        <p:tgtEl>
                                          <p:spTgt spid="138249"/>
                                        </p:tgtEl>
                                        <p:attrNameLst>
                                          <p:attrName>style.visibility</p:attrName>
                                        </p:attrNameLst>
                                      </p:cBhvr>
                                      <p:to>
                                        <p:strVal val="visible"/>
                                      </p:to>
                                    </p:set>
                                    <p:animEffect transition="in" filter="barn(outVertical)">
                                      <p:cBhvr>
                                        <p:cTn id="31" dur="500"/>
                                        <p:tgtEl>
                                          <p:spTgt spid="13824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13825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13825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138309"/>
                                        </p:tgtEl>
                                        <p:attrNameLst>
                                          <p:attrName>style.visibility</p:attrName>
                                        </p:attrNameLst>
                                      </p:cBhvr>
                                      <p:to>
                                        <p:strVal val="visible"/>
                                      </p:to>
                                    </p:set>
                                    <p:anim calcmode="lin" valueType="num">
                                      <p:cBhvr additive="base">
                                        <p:cTn id="44" dur="500" fill="hold"/>
                                        <p:tgtEl>
                                          <p:spTgt spid="138309"/>
                                        </p:tgtEl>
                                        <p:attrNameLst>
                                          <p:attrName>ppt_x</p:attrName>
                                        </p:attrNameLst>
                                      </p:cBhvr>
                                      <p:tavLst>
                                        <p:tav tm="0">
                                          <p:val>
                                            <p:strVal val="#ppt_x"/>
                                          </p:val>
                                        </p:tav>
                                        <p:tav tm="100000">
                                          <p:val>
                                            <p:strVal val="#ppt_x"/>
                                          </p:val>
                                        </p:tav>
                                      </p:tavLst>
                                    </p:anim>
                                    <p:anim calcmode="lin" valueType="num">
                                      <p:cBhvr additive="base">
                                        <p:cTn id="45" dur="500" fill="hold"/>
                                        <p:tgtEl>
                                          <p:spTgt spid="138309"/>
                                        </p:tgtEl>
                                        <p:attrNameLst>
                                          <p:attrName>ppt_y</p:attrName>
                                        </p:attrNameLst>
                                      </p:cBhvr>
                                      <p:tavLst>
                                        <p:tav tm="0">
                                          <p:val>
                                            <p:strVal val="1+#ppt_h/2"/>
                                          </p:val>
                                        </p:tav>
                                        <p:tav tm="100000">
                                          <p:val>
                                            <p:strVal val="#ppt_y"/>
                                          </p:val>
                                        </p:tav>
                                      </p:tavLst>
                                    </p:anim>
                                  </p:childTnLst>
                                </p:cTn>
                              </p:par>
                            </p:childTnLst>
                          </p:cTn>
                        </p:par>
                        <p:par>
                          <p:cTn id="46" fill="hold" nodeType="afterGroup">
                            <p:stCondLst>
                              <p:cond delay="500"/>
                            </p:stCondLst>
                            <p:childTnLst>
                              <p:par>
                                <p:cTn id="47" presetID="5" presetClass="entr" presetSubtype="5" fill="hold" nodeType="afterEffect">
                                  <p:stCondLst>
                                    <p:cond delay="0"/>
                                  </p:stCondLst>
                                  <p:childTnLst>
                                    <p:set>
                                      <p:cBhvr>
                                        <p:cTn id="48" dur="1" fill="hold">
                                          <p:stCondLst>
                                            <p:cond delay="0"/>
                                          </p:stCondLst>
                                        </p:cTn>
                                        <p:tgtEl>
                                          <p:spTgt spid="138312"/>
                                        </p:tgtEl>
                                        <p:attrNameLst>
                                          <p:attrName>style.visibility</p:attrName>
                                        </p:attrNameLst>
                                      </p:cBhvr>
                                      <p:to>
                                        <p:strVal val="visible"/>
                                      </p:to>
                                    </p:set>
                                    <p:animEffect transition="in" filter="checkerboard(down)">
                                      <p:cBhvr>
                                        <p:cTn id="49" dur="500"/>
                                        <p:tgtEl>
                                          <p:spTgt spid="1383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iterate type="lt">
                                    <p:tmPct val="100000"/>
                                  </p:iterate>
                                  <p:childTnLst>
                                    <p:set>
                                      <p:cBhvr>
                                        <p:cTn id="53" dur="1" fill="hold">
                                          <p:stCondLst>
                                            <p:cond delay="0"/>
                                          </p:stCondLst>
                                        </p:cTn>
                                        <p:tgtEl>
                                          <p:spTgt spid="138313">
                                            <p:txEl>
                                              <p:pRg st="0" end="0"/>
                                            </p:txEl>
                                          </p:spTgt>
                                        </p:tgtEl>
                                        <p:attrNameLst>
                                          <p:attrName>style.visibility</p:attrName>
                                        </p:attrNameLst>
                                      </p:cBhvr>
                                      <p:to>
                                        <p:strVal val="visible"/>
                                      </p:to>
                                    </p:set>
                                    <p:animEffect transition="in" filter="dissolve">
                                      <p:cBhvr>
                                        <p:cTn id="54" dur="75"/>
                                        <p:tgtEl>
                                          <p:spTgt spid="138313">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1" presetClass="entr" presetSubtype="0" fill="hold" nodeType="clickEffect">
                                  <p:stCondLst>
                                    <p:cond delay="0"/>
                                  </p:stCondLst>
                                  <p:childTnLst>
                                    <p:set>
                                      <p:cBhvr>
                                        <p:cTn id="58" dur="75">
                                          <p:stCondLst>
                                            <p:cond delay="0"/>
                                          </p:stCondLst>
                                        </p:cTn>
                                        <p:tgtEl>
                                          <p:spTgt spid="138252"/>
                                        </p:tgtEl>
                                        <p:attrNameLst>
                                          <p:attrName>style.visibility</p:attrName>
                                        </p:attrNameLst>
                                      </p:cBhvr>
                                      <p:to>
                                        <p:strVal val="visible"/>
                                      </p:to>
                                    </p:set>
                                  </p:childTnLst>
                                </p:cTn>
                              </p:par>
                            </p:childTnLst>
                          </p:cTn>
                        </p:par>
                        <p:par>
                          <p:cTn id="59" fill="hold" nodeType="afterGroup">
                            <p:stCondLst>
                              <p:cond delay="75"/>
                            </p:stCondLst>
                            <p:childTnLst>
                              <p:par>
                                <p:cTn id="60" presetID="11" presetClass="entr" presetSubtype="0" fill="hold" nodeType="afterEffect">
                                  <p:stCondLst>
                                    <p:cond delay="0"/>
                                  </p:stCondLst>
                                  <p:childTnLst>
                                    <p:set>
                                      <p:cBhvr>
                                        <p:cTn id="61" dur="75">
                                          <p:stCondLst>
                                            <p:cond delay="0"/>
                                          </p:stCondLst>
                                        </p:cTn>
                                        <p:tgtEl>
                                          <p:spTgt spid="138257"/>
                                        </p:tgtEl>
                                        <p:attrNameLst>
                                          <p:attrName>style.visibility</p:attrName>
                                        </p:attrNameLst>
                                      </p:cBhvr>
                                      <p:to>
                                        <p:strVal val="visible"/>
                                      </p:to>
                                    </p:set>
                                  </p:childTnLst>
                                </p:cTn>
                              </p:par>
                            </p:childTnLst>
                          </p:cTn>
                        </p:par>
                        <p:par>
                          <p:cTn id="62" fill="hold" nodeType="afterGroup">
                            <p:stCondLst>
                              <p:cond delay="150"/>
                            </p:stCondLst>
                            <p:childTnLst>
                              <p:par>
                                <p:cTn id="63" presetID="11" presetClass="entr" presetSubtype="0" fill="hold" nodeType="afterEffect">
                                  <p:stCondLst>
                                    <p:cond delay="0"/>
                                  </p:stCondLst>
                                  <p:childTnLst>
                                    <p:set>
                                      <p:cBhvr>
                                        <p:cTn id="64" dur="75">
                                          <p:stCondLst>
                                            <p:cond delay="0"/>
                                          </p:stCondLst>
                                        </p:cTn>
                                        <p:tgtEl>
                                          <p:spTgt spid="138258"/>
                                        </p:tgtEl>
                                        <p:attrNameLst>
                                          <p:attrName>style.visibility</p:attrName>
                                        </p:attrNameLst>
                                      </p:cBhvr>
                                      <p:to>
                                        <p:strVal val="visible"/>
                                      </p:to>
                                    </p:set>
                                  </p:childTnLst>
                                </p:cTn>
                              </p:par>
                            </p:childTnLst>
                          </p:cTn>
                        </p:par>
                        <p:par>
                          <p:cTn id="65" fill="hold" nodeType="afterGroup">
                            <p:stCondLst>
                              <p:cond delay="225"/>
                            </p:stCondLst>
                            <p:childTnLst>
                              <p:par>
                                <p:cTn id="66" presetID="11" presetClass="entr" presetSubtype="0" fill="hold" nodeType="afterEffect">
                                  <p:stCondLst>
                                    <p:cond delay="0"/>
                                  </p:stCondLst>
                                  <p:childTnLst>
                                    <p:set>
                                      <p:cBhvr>
                                        <p:cTn id="67" dur="75">
                                          <p:stCondLst>
                                            <p:cond delay="0"/>
                                          </p:stCondLst>
                                        </p:cTn>
                                        <p:tgtEl>
                                          <p:spTgt spid="138259"/>
                                        </p:tgtEl>
                                        <p:attrNameLst>
                                          <p:attrName>style.visibility</p:attrName>
                                        </p:attrNameLst>
                                      </p:cBhvr>
                                      <p:to>
                                        <p:strVal val="visible"/>
                                      </p:to>
                                    </p:set>
                                  </p:childTnLst>
                                </p:cTn>
                              </p:par>
                            </p:childTnLst>
                          </p:cTn>
                        </p:par>
                        <p:par>
                          <p:cTn id="68" fill="hold" nodeType="afterGroup">
                            <p:stCondLst>
                              <p:cond delay="300"/>
                            </p:stCondLst>
                            <p:childTnLst>
                              <p:par>
                                <p:cTn id="69" presetID="11" presetClass="entr" presetSubtype="0" fill="hold" nodeType="afterEffect">
                                  <p:stCondLst>
                                    <p:cond delay="0"/>
                                  </p:stCondLst>
                                  <p:childTnLst>
                                    <p:set>
                                      <p:cBhvr>
                                        <p:cTn id="70" dur="75">
                                          <p:stCondLst>
                                            <p:cond delay="0"/>
                                          </p:stCondLst>
                                        </p:cTn>
                                        <p:tgtEl>
                                          <p:spTgt spid="138260"/>
                                        </p:tgtEl>
                                        <p:attrNameLst>
                                          <p:attrName>style.visibility</p:attrName>
                                        </p:attrNameLst>
                                      </p:cBhvr>
                                      <p:to>
                                        <p:strVal val="visible"/>
                                      </p:to>
                                    </p:set>
                                  </p:childTnLst>
                                </p:cTn>
                              </p:par>
                            </p:childTnLst>
                          </p:cTn>
                        </p:par>
                        <p:par>
                          <p:cTn id="71" fill="hold" nodeType="afterGroup">
                            <p:stCondLst>
                              <p:cond delay="375"/>
                            </p:stCondLst>
                            <p:childTnLst>
                              <p:par>
                                <p:cTn id="72" presetID="11" presetClass="entr" presetSubtype="0" fill="hold" nodeType="afterEffect">
                                  <p:stCondLst>
                                    <p:cond delay="0"/>
                                  </p:stCondLst>
                                  <p:childTnLst>
                                    <p:set>
                                      <p:cBhvr>
                                        <p:cTn id="73" dur="75">
                                          <p:stCondLst>
                                            <p:cond delay="0"/>
                                          </p:stCondLst>
                                        </p:cTn>
                                        <p:tgtEl>
                                          <p:spTgt spid="138261"/>
                                        </p:tgtEl>
                                        <p:attrNameLst>
                                          <p:attrName>style.visibility</p:attrName>
                                        </p:attrNameLst>
                                      </p:cBhvr>
                                      <p:to>
                                        <p:strVal val="visible"/>
                                      </p:to>
                                    </p:set>
                                  </p:childTnLst>
                                </p:cTn>
                              </p:par>
                            </p:childTnLst>
                          </p:cTn>
                        </p:par>
                        <p:par>
                          <p:cTn id="74" fill="hold" nodeType="afterGroup">
                            <p:stCondLst>
                              <p:cond delay="450"/>
                            </p:stCondLst>
                            <p:childTnLst>
                              <p:par>
                                <p:cTn id="75" presetID="11" presetClass="entr" presetSubtype="0" fill="hold" nodeType="afterEffect">
                                  <p:stCondLst>
                                    <p:cond delay="0"/>
                                  </p:stCondLst>
                                  <p:childTnLst>
                                    <p:set>
                                      <p:cBhvr>
                                        <p:cTn id="76" dur="75">
                                          <p:stCondLst>
                                            <p:cond delay="0"/>
                                          </p:stCondLst>
                                        </p:cTn>
                                        <p:tgtEl>
                                          <p:spTgt spid="138262"/>
                                        </p:tgtEl>
                                        <p:attrNameLst>
                                          <p:attrName>style.visibility</p:attrName>
                                        </p:attrNameLst>
                                      </p:cBhvr>
                                      <p:to>
                                        <p:strVal val="visible"/>
                                      </p:to>
                                    </p:set>
                                  </p:childTnLst>
                                </p:cTn>
                              </p:par>
                            </p:childTnLst>
                          </p:cTn>
                        </p:par>
                        <p:par>
                          <p:cTn id="77" fill="hold" nodeType="afterGroup">
                            <p:stCondLst>
                              <p:cond delay="525"/>
                            </p:stCondLst>
                            <p:childTnLst>
                              <p:par>
                                <p:cTn id="78" presetID="11" presetClass="entr" presetSubtype="0" fill="hold" nodeType="afterEffect">
                                  <p:stCondLst>
                                    <p:cond delay="0"/>
                                  </p:stCondLst>
                                  <p:childTnLst>
                                    <p:set>
                                      <p:cBhvr>
                                        <p:cTn id="79" dur="75">
                                          <p:stCondLst>
                                            <p:cond delay="0"/>
                                          </p:stCondLst>
                                        </p:cTn>
                                        <p:tgtEl>
                                          <p:spTgt spid="138263"/>
                                        </p:tgtEl>
                                        <p:attrNameLst>
                                          <p:attrName>style.visibility</p:attrName>
                                        </p:attrNameLst>
                                      </p:cBhvr>
                                      <p:to>
                                        <p:strVal val="visible"/>
                                      </p:to>
                                    </p:set>
                                  </p:childTnLst>
                                </p:cTn>
                              </p:par>
                            </p:childTnLst>
                          </p:cTn>
                        </p:par>
                        <p:par>
                          <p:cTn id="80" fill="hold" nodeType="afterGroup">
                            <p:stCondLst>
                              <p:cond delay="600"/>
                            </p:stCondLst>
                            <p:childTnLst>
                              <p:par>
                                <p:cTn id="81" presetID="11" presetClass="entr" presetSubtype="0" fill="hold" nodeType="afterEffect">
                                  <p:stCondLst>
                                    <p:cond delay="0"/>
                                  </p:stCondLst>
                                  <p:childTnLst>
                                    <p:set>
                                      <p:cBhvr>
                                        <p:cTn id="82" dur="75">
                                          <p:stCondLst>
                                            <p:cond delay="0"/>
                                          </p:stCondLst>
                                        </p:cTn>
                                        <p:tgtEl>
                                          <p:spTgt spid="138264"/>
                                        </p:tgtEl>
                                        <p:attrNameLst>
                                          <p:attrName>style.visibility</p:attrName>
                                        </p:attrNameLst>
                                      </p:cBhvr>
                                      <p:to>
                                        <p:strVal val="visible"/>
                                      </p:to>
                                    </p:set>
                                  </p:childTnLst>
                                </p:cTn>
                              </p:par>
                            </p:childTnLst>
                          </p:cTn>
                        </p:par>
                        <p:par>
                          <p:cTn id="83" fill="hold" nodeType="afterGroup">
                            <p:stCondLst>
                              <p:cond delay="675"/>
                            </p:stCondLst>
                            <p:childTnLst>
                              <p:par>
                                <p:cTn id="84" presetID="11" presetClass="entr" presetSubtype="0" fill="hold" nodeType="afterEffect">
                                  <p:stCondLst>
                                    <p:cond delay="0"/>
                                  </p:stCondLst>
                                  <p:childTnLst>
                                    <p:set>
                                      <p:cBhvr>
                                        <p:cTn id="85" dur="75">
                                          <p:stCondLst>
                                            <p:cond delay="0"/>
                                          </p:stCondLst>
                                        </p:cTn>
                                        <p:tgtEl>
                                          <p:spTgt spid="138265"/>
                                        </p:tgtEl>
                                        <p:attrNameLst>
                                          <p:attrName>style.visibility</p:attrName>
                                        </p:attrNameLst>
                                      </p:cBhvr>
                                      <p:to>
                                        <p:strVal val="visible"/>
                                      </p:to>
                                    </p:set>
                                  </p:childTnLst>
                                </p:cTn>
                              </p:par>
                            </p:childTnLst>
                          </p:cTn>
                        </p:par>
                        <p:par>
                          <p:cTn id="86" fill="hold" nodeType="afterGroup">
                            <p:stCondLst>
                              <p:cond delay="750"/>
                            </p:stCondLst>
                            <p:childTnLst>
                              <p:par>
                                <p:cTn id="87" presetID="11" presetClass="entr" presetSubtype="0" fill="hold" nodeType="afterEffect">
                                  <p:stCondLst>
                                    <p:cond delay="0"/>
                                  </p:stCondLst>
                                  <p:childTnLst>
                                    <p:set>
                                      <p:cBhvr>
                                        <p:cTn id="88" dur="75">
                                          <p:stCondLst>
                                            <p:cond delay="0"/>
                                          </p:stCondLst>
                                        </p:cTn>
                                        <p:tgtEl>
                                          <p:spTgt spid="138266"/>
                                        </p:tgtEl>
                                        <p:attrNameLst>
                                          <p:attrName>style.visibility</p:attrName>
                                        </p:attrNameLst>
                                      </p:cBhvr>
                                      <p:to>
                                        <p:strVal val="visible"/>
                                      </p:to>
                                    </p:set>
                                  </p:childTnLst>
                                </p:cTn>
                              </p:par>
                            </p:childTnLst>
                          </p:cTn>
                        </p:par>
                        <p:par>
                          <p:cTn id="89" fill="hold" nodeType="afterGroup">
                            <p:stCondLst>
                              <p:cond delay="825"/>
                            </p:stCondLst>
                            <p:childTnLst>
                              <p:par>
                                <p:cTn id="90" presetID="11" presetClass="entr" presetSubtype="0" fill="hold" nodeType="afterEffect">
                                  <p:stCondLst>
                                    <p:cond delay="0"/>
                                  </p:stCondLst>
                                  <p:childTnLst>
                                    <p:set>
                                      <p:cBhvr>
                                        <p:cTn id="91" dur="75">
                                          <p:stCondLst>
                                            <p:cond delay="0"/>
                                          </p:stCondLst>
                                        </p:cTn>
                                        <p:tgtEl>
                                          <p:spTgt spid="138267"/>
                                        </p:tgtEl>
                                        <p:attrNameLst>
                                          <p:attrName>style.visibility</p:attrName>
                                        </p:attrNameLst>
                                      </p:cBhvr>
                                      <p:to>
                                        <p:strVal val="visible"/>
                                      </p:to>
                                    </p:set>
                                  </p:childTnLst>
                                </p:cTn>
                              </p:par>
                            </p:childTnLst>
                          </p:cTn>
                        </p:par>
                        <p:par>
                          <p:cTn id="92" fill="hold" nodeType="afterGroup">
                            <p:stCondLst>
                              <p:cond delay="900"/>
                            </p:stCondLst>
                            <p:childTnLst>
                              <p:par>
                                <p:cTn id="93" presetID="11" presetClass="entr" presetSubtype="0" fill="hold" nodeType="afterEffect">
                                  <p:stCondLst>
                                    <p:cond delay="0"/>
                                  </p:stCondLst>
                                  <p:childTnLst>
                                    <p:set>
                                      <p:cBhvr>
                                        <p:cTn id="94" dur="75">
                                          <p:stCondLst>
                                            <p:cond delay="0"/>
                                          </p:stCondLst>
                                        </p:cTn>
                                        <p:tgtEl>
                                          <p:spTgt spid="138268"/>
                                        </p:tgtEl>
                                        <p:attrNameLst>
                                          <p:attrName>style.visibility</p:attrName>
                                        </p:attrNameLst>
                                      </p:cBhvr>
                                      <p:to>
                                        <p:strVal val="visible"/>
                                      </p:to>
                                    </p:set>
                                  </p:childTnLst>
                                </p:cTn>
                              </p:par>
                            </p:childTnLst>
                          </p:cTn>
                        </p:par>
                        <p:par>
                          <p:cTn id="95" fill="hold" nodeType="afterGroup">
                            <p:stCondLst>
                              <p:cond delay="975"/>
                            </p:stCondLst>
                            <p:childTnLst>
                              <p:par>
                                <p:cTn id="96" presetID="11" presetClass="entr" presetSubtype="0" fill="hold" nodeType="afterEffect">
                                  <p:stCondLst>
                                    <p:cond delay="0"/>
                                  </p:stCondLst>
                                  <p:childTnLst>
                                    <p:set>
                                      <p:cBhvr>
                                        <p:cTn id="97" dur="75">
                                          <p:stCondLst>
                                            <p:cond delay="0"/>
                                          </p:stCondLst>
                                        </p:cTn>
                                        <p:tgtEl>
                                          <p:spTgt spid="138269"/>
                                        </p:tgtEl>
                                        <p:attrNameLst>
                                          <p:attrName>style.visibility</p:attrName>
                                        </p:attrNameLst>
                                      </p:cBhvr>
                                      <p:to>
                                        <p:strVal val="visible"/>
                                      </p:to>
                                    </p:set>
                                  </p:childTnLst>
                                </p:cTn>
                              </p:par>
                            </p:childTnLst>
                          </p:cTn>
                        </p:par>
                        <p:par>
                          <p:cTn id="98" fill="hold" nodeType="afterGroup">
                            <p:stCondLst>
                              <p:cond delay="1050"/>
                            </p:stCondLst>
                            <p:childTnLst>
                              <p:par>
                                <p:cTn id="99" presetID="11" presetClass="entr" presetSubtype="0" fill="hold" nodeType="afterEffect">
                                  <p:stCondLst>
                                    <p:cond delay="0"/>
                                  </p:stCondLst>
                                  <p:childTnLst>
                                    <p:set>
                                      <p:cBhvr>
                                        <p:cTn id="100" dur="75">
                                          <p:stCondLst>
                                            <p:cond delay="0"/>
                                          </p:stCondLst>
                                        </p:cTn>
                                        <p:tgtEl>
                                          <p:spTgt spid="138270"/>
                                        </p:tgtEl>
                                        <p:attrNameLst>
                                          <p:attrName>style.visibility</p:attrName>
                                        </p:attrNameLst>
                                      </p:cBhvr>
                                      <p:to>
                                        <p:strVal val="visible"/>
                                      </p:to>
                                    </p:set>
                                  </p:childTnLst>
                                </p:cTn>
                              </p:par>
                            </p:childTnLst>
                          </p:cTn>
                        </p:par>
                        <p:par>
                          <p:cTn id="101" fill="hold" nodeType="afterGroup">
                            <p:stCondLst>
                              <p:cond delay="1125"/>
                            </p:stCondLst>
                            <p:childTnLst>
                              <p:par>
                                <p:cTn id="102" presetID="11" presetClass="entr" presetSubtype="0" fill="hold" nodeType="afterEffect">
                                  <p:stCondLst>
                                    <p:cond delay="0"/>
                                  </p:stCondLst>
                                  <p:childTnLst>
                                    <p:set>
                                      <p:cBhvr>
                                        <p:cTn id="103" dur="75">
                                          <p:stCondLst>
                                            <p:cond delay="0"/>
                                          </p:stCondLst>
                                        </p:cTn>
                                        <p:tgtEl>
                                          <p:spTgt spid="138271"/>
                                        </p:tgtEl>
                                        <p:attrNameLst>
                                          <p:attrName>style.visibility</p:attrName>
                                        </p:attrNameLst>
                                      </p:cBhvr>
                                      <p:to>
                                        <p:strVal val="visible"/>
                                      </p:to>
                                    </p:set>
                                  </p:childTnLst>
                                </p:cTn>
                              </p:par>
                            </p:childTnLst>
                          </p:cTn>
                        </p:par>
                        <p:par>
                          <p:cTn id="104" fill="hold" nodeType="afterGroup">
                            <p:stCondLst>
                              <p:cond delay="1200"/>
                            </p:stCondLst>
                            <p:childTnLst>
                              <p:par>
                                <p:cTn id="105" presetID="11" presetClass="entr" presetSubtype="0" fill="hold" nodeType="afterEffect">
                                  <p:stCondLst>
                                    <p:cond delay="0"/>
                                  </p:stCondLst>
                                  <p:childTnLst>
                                    <p:set>
                                      <p:cBhvr>
                                        <p:cTn id="106" dur="75">
                                          <p:stCondLst>
                                            <p:cond delay="0"/>
                                          </p:stCondLst>
                                        </p:cTn>
                                        <p:tgtEl>
                                          <p:spTgt spid="138272"/>
                                        </p:tgtEl>
                                        <p:attrNameLst>
                                          <p:attrName>style.visibility</p:attrName>
                                        </p:attrNameLst>
                                      </p:cBhvr>
                                      <p:to>
                                        <p:strVal val="visible"/>
                                      </p:to>
                                    </p:set>
                                  </p:childTnLst>
                                </p:cTn>
                              </p:par>
                            </p:childTnLst>
                          </p:cTn>
                        </p:par>
                        <p:par>
                          <p:cTn id="107" fill="hold" nodeType="afterGroup">
                            <p:stCondLst>
                              <p:cond delay="1275"/>
                            </p:stCondLst>
                            <p:childTnLst>
                              <p:par>
                                <p:cTn id="108" presetID="11" presetClass="entr" presetSubtype="0" fill="hold" nodeType="afterEffect">
                                  <p:stCondLst>
                                    <p:cond delay="0"/>
                                  </p:stCondLst>
                                  <p:childTnLst>
                                    <p:set>
                                      <p:cBhvr>
                                        <p:cTn id="109" dur="75">
                                          <p:stCondLst>
                                            <p:cond delay="0"/>
                                          </p:stCondLst>
                                        </p:cTn>
                                        <p:tgtEl>
                                          <p:spTgt spid="138273"/>
                                        </p:tgtEl>
                                        <p:attrNameLst>
                                          <p:attrName>style.visibility</p:attrName>
                                        </p:attrNameLst>
                                      </p:cBhvr>
                                      <p:to>
                                        <p:strVal val="visible"/>
                                      </p:to>
                                    </p:set>
                                  </p:childTnLst>
                                </p:cTn>
                              </p:par>
                            </p:childTnLst>
                          </p:cTn>
                        </p:par>
                        <p:par>
                          <p:cTn id="110" fill="hold" nodeType="afterGroup">
                            <p:stCondLst>
                              <p:cond delay="1350"/>
                            </p:stCondLst>
                            <p:childTnLst>
                              <p:par>
                                <p:cTn id="111" presetID="11" presetClass="entr" presetSubtype="0" fill="hold" nodeType="afterEffect">
                                  <p:stCondLst>
                                    <p:cond delay="0"/>
                                  </p:stCondLst>
                                  <p:childTnLst>
                                    <p:set>
                                      <p:cBhvr>
                                        <p:cTn id="112" dur="75">
                                          <p:stCondLst>
                                            <p:cond delay="0"/>
                                          </p:stCondLst>
                                        </p:cTn>
                                        <p:tgtEl>
                                          <p:spTgt spid="138274"/>
                                        </p:tgtEl>
                                        <p:attrNameLst>
                                          <p:attrName>style.visibility</p:attrName>
                                        </p:attrNameLst>
                                      </p:cBhvr>
                                      <p:to>
                                        <p:strVal val="visible"/>
                                      </p:to>
                                    </p:set>
                                  </p:childTnLst>
                                </p:cTn>
                              </p:par>
                            </p:childTnLst>
                          </p:cTn>
                        </p:par>
                        <p:par>
                          <p:cTn id="113" fill="hold" nodeType="afterGroup">
                            <p:stCondLst>
                              <p:cond delay="1425"/>
                            </p:stCondLst>
                            <p:childTnLst>
                              <p:par>
                                <p:cTn id="114" presetID="11" presetClass="entr" presetSubtype="0" fill="hold" nodeType="afterEffect">
                                  <p:stCondLst>
                                    <p:cond delay="0"/>
                                  </p:stCondLst>
                                  <p:childTnLst>
                                    <p:set>
                                      <p:cBhvr>
                                        <p:cTn id="115" dur="75">
                                          <p:stCondLst>
                                            <p:cond delay="0"/>
                                          </p:stCondLst>
                                        </p:cTn>
                                        <p:tgtEl>
                                          <p:spTgt spid="138275"/>
                                        </p:tgtEl>
                                        <p:attrNameLst>
                                          <p:attrName>style.visibility</p:attrName>
                                        </p:attrNameLst>
                                      </p:cBhvr>
                                      <p:to>
                                        <p:strVal val="visible"/>
                                      </p:to>
                                    </p:set>
                                  </p:childTnLst>
                                </p:cTn>
                              </p:par>
                            </p:childTnLst>
                          </p:cTn>
                        </p:par>
                        <p:par>
                          <p:cTn id="116" fill="hold" nodeType="afterGroup">
                            <p:stCondLst>
                              <p:cond delay="1500"/>
                            </p:stCondLst>
                            <p:childTnLst>
                              <p:par>
                                <p:cTn id="117" presetID="11" presetClass="entr" presetSubtype="0" fill="hold" nodeType="afterEffect">
                                  <p:stCondLst>
                                    <p:cond delay="0"/>
                                  </p:stCondLst>
                                  <p:childTnLst>
                                    <p:set>
                                      <p:cBhvr>
                                        <p:cTn id="118" dur="75">
                                          <p:stCondLst>
                                            <p:cond delay="0"/>
                                          </p:stCondLst>
                                        </p:cTn>
                                        <p:tgtEl>
                                          <p:spTgt spid="138276"/>
                                        </p:tgtEl>
                                        <p:attrNameLst>
                                          <p:attrName>style.visibility</p:attrName>
                                        </p:attrNameLst>
                                      </p:cBhvr>
                                      <p:to>
                                        <p:strVal val="visible"/>
                                      </p:to>
                                    </p:set>
                                  </p:childTnLst>
                                </p:cTn>
                              </p:par>
                            </p:childTnLst>
                          </p:cTn>
                        </p:par>
                        <p:par>
                          <p:cTn id="119" fill="hold" nodeType="afterGroup">
                            <p:stCondLst>
                              <p:cond delay="1575"/>
                            </p:stCondLst>
                            <p:childTnLst>
                              <p:par>
                                <p:cTn id="120" presetID="11" presetClass="entr" presetSubtype="0" fill="hold" nodeType="afterEffect">
                                  <p:stCondLst>
                                    <p:cond delay="0"/>
                                  </p:stCondLst>
                                  <p:childTnLst>
                                    <p:set>
                                      <p:cBhvr>
                                        <p:cTn id="121" dur="75">
                                          <p:stCondLst>
                                            <p:cond delay="0"/>
                                          </p:stCondLst>
                                        </p:cTn>
                                        <p:tgtEl>
                                          <p:spTgt spid="138277"/>
                                        </p:tgtEl>
                                        <p:attrNameLst>
                                          <p:attrName>style.visibility</p:attrName>
                                        </p:attrNameLst>
                                      </p:cBhvr>
                                      <p:to>
                                        <p:strVal val="visible"/>
                                      </p:to>
                                    </p:set>
                                  </p:childTnLst>
                                </p:cTn>
                              </p:par>
                            </p:childTnLst>
                          </p:cTn>
                        </p:par>
                        <p:par>
                          <p:cTn id="122" fill="hold" nodeType="afterGroup">
                            <p:stCondLst>
                              <p:cond delay="1650"/>
                            </p:stCondLst>
                            <p:childTnLst>
                              <p:par>
                                <p:cTn id="123" presetID="11" presetClass="entr" presetSubtype="0" fill="hold" nodeType="afterEffect">
                                  <p:stCondLst>
                                    <p:cond delay="0"/>
                                  </p:stCondLst>
                                  <p:childTnLst>
                                    <p:set>
                                      <p:cBhvr>
                                        <p:cTn id="124" dur="75">
                                          <p:stCondLst>
                                            <p:cond delay="0"/>
                                          </p:stCondLst>
                                        </p:cTn>
                                        <p:tgtEl>
                                          <p:spTgt spid="138278"/>
                                        </p:tgtEl>
                                        <p:attrNameLst>
                                          <p:attrName>style.visibility</p:attrName>
                                        </p:attrNameLst>
                                      </p:cBhvr>
                                      <p:to>
                                        <p:strVal val="visible"/>
                                      </p:to>
                                    </p:set>
                                  </p:childTnLst>
                                </p:cTn>
                              </p:par>
                            </p:childTnLst>
                          </p:cTn>
                        </p:par>
                        <p:par>
                          <p:cTn id="125" fill="hold" nodeType="afterGroup">
                            <p:stCondLst>
                              <p:cond delay="1725"/>
                            </p:stCondLst>
                            <p:childTnLst>
                              <p:par>
                                <p:cTn id="126" presetID="11" presetClass="entr" presetSubtype="0" fill="hold" nodeType="afterEffect">
                                  <p:stCondLst>
                                    <p:cond delay="0"/>
                                  </p:stCondLst>
                                  <p:childTnLst>
                                    <p:set>
                                      <p:cBhvr>
                                        <p:cTn id="127" dur="75">
                                          <p:stCondLst>
                                            <p:cond delay="0"/>
                                          </p:stCondLst>
                                        </p:cTn>
                                        <p:tgtEl>
                                          <p:spTgt spid="138279"/>
                                        </p:tgtEl>
                                        <p:attrNameLst>
                                          <p:attrName>style.visibility</p:attrName>
                                        </p:attrNameLst>
                                      </p:cBhvr>
                                      <p:to>
                                        <p:strVal val="visible"/>
                                      </p:to>
                                    </p:set>
                                  </p:childTnLst>
                                </p:cTn>
                              </p:par>
                            </p:childTnLst>
                          </p:cTn>
                        </p:par>
                        <p:par>
                          <p:cTn id="128" fill="hold" nodeType="afterGroup">
                            <p:stCondLst>
                              <p:cond delay="1800"/>
                            </p:stCondLst>
                            <p:childTnLst>
                              <p:par>
                                <p:cTn id="129" presetID="11" presetClass="entr" presetSubtype="0" fill="hold" nodeType="afterEffect">
                                  <p:stCondLst>
                                    <p:cond delay="0"/>
                                  </p:stCondLst>
                                  <p:childTnLst>
                                    <p:set>
                                      <p:cBhvr>
                                        <p:cTn id="130" dur="75">
                                          <p:stCondLst>
                                            <p:cond delay="0"/>
                                          </p:stCondLst>
                                        </p:cTn>
                                        <p:tgtEl>
                                          <p:spTgt spid="138280"/>
                                        </p:tgtEl>
                                        <p:attrNameLst>
                                          <p:attrName>style.visibility</p:attrName>
                                        </p:attrNameLst>
                                      </p:cBhvr>
                                      <p:to>
                                        <p:strVal val="visible"/>
                                      </p:to>
                                    </p:set>
                                  </p:childTnLst>
                                </p:cTn>
                              </p:par>
                            </p:childTnLst>
                          </p:cTn>
                        </p:par>
                        <p:par>
                          <p:cTn id="131" fill="hold" nodeType="afterGroup">
                            <p:stCondLst>
                              <p:cond delay="1875"/>
                            </p:stCondLst>
                            <p:childTnLst>
                              <p:par>
                                <p:cTn id="132" presetID="11" presetClass="entr" presetSubtype="0" fill="hold" nodeType="afterEffect">
                                  <p:stCondLst>
                                    <p:cond delay="0"/>
                                  </p:stCondLst>
                                  <p:childTnLst>
                                    <p:set>
                                      <p:cBhvr>
                                        <p:cTn id="133" dur="75">
                                          <p:stCondLst>
                                            <p:cond delay="0"/>
                                          </p:stCondLst>
                                        </p:cTn>
                                        <p:tgtEl>
                                          <p:spTgt spid="138306"/>
                                        </p:tgtEl>
                                        <p:attrNameLst>
                                          <p:attrName>style.visibility</p:attrName>
                                        </p:attrNameLst>
                                      </p:cBhvr>
                                      <p:to>
                                        <p:strVal val="visible"/>
                                      </p:to>
                                    </p:set>
                                  </p:childTnLst>
                                </p:cTn>
                              </p:par>
                            </p:childTnLst>
                          </p:cTn>
                        </p:par>
                        <p:par>
                          <p:cTn id="134" fill="hold" nodeType="afterGroup">
                            <p:stCondLst>
                              <p:cond delay="1950"/>
                            </p:stCondLst>
                            <p:childTnLst>
                              <p:par>
                                <p:cTn id="135" presetID="11" presetClass="entr" presetSubtype="0" fill="hold" nodeType="afterEffect">
                                  <p:stCondLst>
                                    <p:cond delay="0"/>
                                  </p:stCondLst>
                                  <p:childTnLst>
                                    <p:set>
                                      <p:cBhvr>
                                        <p:cTn id="136" dur="75">
                                          <p:stCondLst>
                                            <p:cond delay="0"/>
                                          </p:stCondLst>
                                        </p:cTn>
                                        <p:tgtEl>
                                          <p:spTgt spid="138281"/>
                                        </p:tgtEl>
                                        <p:attrNameLst>
                                          <p:attrName>style.visibility</p:attrName>
                                        </p:attrNameLst>
                                      </p:cBhvr>
                                      <p:to>
                                        <p:strVal val="visible"/>
                                      </p:to>
                                    </p:set>
                                  </p:childTnLst>
                                </p:cTn>
                              </p:par>
                            </p:childTnLst>
                          </p:cTn>
                        </p:par>
                        <p:par>
                          <p:cTn id="137" fill="hold" nodeType="afterGroup">
                            <p:stCondLst>
                              <p:cond delay="2025"/>
                            </p:stCondLst>
                            <p:childTnLst>
                              <p:par>
                                <p:cTn id="138" presetID="11" presetClass="entr" presetSubtype="0" fill="hold" nodeType="afterEffect">
                                  <p:stCondLst>
                                    <p:cond delay="0"/>
                                  </p:stCondLst>
                                  <p:childTnLst>
                                    <p:set>
                                      <p:cBhvr>
                                        <p:cTn id="139" dur="75">
                                          <p:stCondLst>
                                            <p:cond delay="0"/>
                                          </p:stCondLst>
                                        </p:cTn>
                                        <p:tgtEl>
                                          <p:spTgt spid="138282"/>
                                        </p:tgtEl>
                                        <p:attrNameLst>
                                          <p:attrName>style.visibility</p:attrName>
                                        </p:attrNameLst>
                                      </p:cBhvr>
                                      <p:to>
                                        <p:strVal val="visible"/>
                                      </p:to>
                                    </p:set>
                                  </p:childTnLst>
                                </p:cTn>
                              </p:par>
                            </p:childTnLst>
                          </p:cTn>
                        </p:par>
                        <p:par>
                          <p:cTn id="140" fill="hold" nodeType="afterGroup">
                            <p:stCondLst>
                              <p:cond delay="2100"/>
                            </p:stCondLst>
                            <p:childTnLst>
                              <p:par>
                                <p:cTn id="141" presetID="11" presetClass="entr" presetSubtype="0" fill="hold" nodeType="afterEffect">
                                  <p:stCondLst>
                                    <p:cond delay="0"/>
                                  </p:stCondLst>
                                  <p:childTnLst>
                                    <p:set>
                                      <p:cBhvr>
                                        <p:cTn id="142" dur="75">
                                          <p:stCondLst>
                                            <p:cond delay="0"/>
                                          </p:stCondLst>
                                        </p:cTn>
                                        <p:tgtEl>
                                          <p:spTgt spid="138283"/>
                                        </p:tgtEl>
                                        <p:attrNameLst>
                                          <p:attrName>style.visibility</p:attrName>
                                        </p:attrNameLst>
                                      </p:cBhvr>
                                      <p:to>
                                        <p:strVal val="visible"/>
                                      </p:to>
                                    </p:set>
                                  </p:childTnLst>
                                </p:cTn>
                              </p:par>
                            </p:childTnLst>
                          </p:cTn>
                        </p:par>
                        <p:par>
                          <p:cTn id="143" fill="hold" nodeType="afterGroup">
                            <p:stCondLst>
                              <p:cond delay="2175"/>
                            </p:stCondLst>
                            <p:childTnLst>
                              <p:par>
                                <p:cTn id="144" presetID="11" presetClass="entr" presetSubtype="0" fill="hold" nodeType="afterEffect">
                                  <p:stCondLst>
                                    <p:cond delay="0"/>
                                  </p:stCondLst>
                                  <p:childTnLst>
                                    <p:set>
                                      <p:cBhvr>
                                        <p:cTn id="145" dur="75">
                                          <p:stCondLst>
                                            <p:cond delay="0"/>
                                          </p:stCondLst>
                                        </p:cTn>
                                        <p:tgtEl>
                                          <p:spTgt spid="138284"/>
                                        </p:tgtEl>
                                        <p:attrNameLst>
                                          <p:attrName>style.visibility</p:attrName>
                                        </p:attrNameLst>
                                      </p:cBhvr>
                                      <p:to>
                                        <p:strVal val="visible"/>
                                      </p:to>
                                    </p:set>
                                  </p:childTnLst>
                                </p:cTn>
                              </p:par>
                            </p:childTnLst>
                          </p:cTn>
                        </p:par>
                        <p:par>
                          <p:cTn id="146" fill="hold" nodeType="afterGroup">
                            <p:stCondLst>
                              <p:cond delay="2250"/>
                            </p:stCondLst>
                            <p:childTnLst>
                              <p:par>
                                <p:cTn id="147" presetID="11" presetClass="entr" presetSubtype="0" fill="hold" nodeType="afterEffect">
                                  <p:stCondLst>
                                    <p:cond delay="0"/>
                                  </p:stCondLst>
                                  <p:childTnLst>
                                    <p:set>
                                      <p:cBhvr>
                                        <p:cTn id="148" dur="75">
                                          <p:stCondLst>
                                            <p:cond delay="0"/>
                                          </p:stCondLst>
                                        </p:cTn>
                                        <p:tgtEl>
                                          <p:spTgt spid="138285"/>
                                        </p:tgtEl>
                                        <p:attrNameLst>
                                          <p:attrName>style.visibility</p:attrName>
                                        </p:attrNameLst>
                                      </p:cBhvr>
                                      <p:to>
                                        <p:strVal val="visible"/>
                                      </p:to>
                                    </p:set>
                                  </p:childTnLst>
                                </p:cTn>
                              </p:par>
                            </p:childTnLst>
                          </p:cTn>
                        </p:par>
                        <p:par>
                          <p:cTn id="149" fill="hold" nodeType="afterGroup">
                            <p:stCondLst>
                              <p:cond delay="2325"/>
                            </p:stCondLst>
                            <p:childTnLst>
                              <p:par>
                                <p:cTn id="150" presetID="11" presetClass="entr" presetSubtype="0" fill="hold" nodeType="afterEffect">
                                  <p:stCondLst>
                                    <p:cond delay="0"/>
                                  </p:stCondLst>
                                  <p:childTnLst>
                                    <p:set>
                                      <p:cBhvr>
                                        <p:cTn id="151" dur="75">
                                          <p:stCondLst>
                                            <p:cond delay="0"/>
                                          </p:stCondLst>
                                        </p:cTn>
                                        <p:tgtEl>
                                          <p:spTgt spid="138286"/>
                                        </p:tgtEl>
                                        <p:attrNameLst>
                                          <p:attrName>style.visibility</p:attrName>
                                        </p:attrNameLst>
                                      </p:cBhvr>
                                      <p:to>
                                        <p:strVal val="visible"/>
                                      </p:to>
                                    </p:set>
                                  </p:childTnLst>
                                </p:cTn>
                              </p:par>
                            </p:childTnLst>
                          </p:cTn>
                        </p:par>
                        <p:par>
                          <p:cTn id="152" fill="hold" nodeType="afterGroup">
                            <p:stCondLst>
                              <p:cond delay="2400"/>
                            </p:stCondLst>
                            <p:childTnLst>
                              <p:par>
                                <p:cTn id="153" presetID="11" presetClass="entr" presetSubtype="0" fill="hold" nodeType="afterEffect">
                                  <p:stCondLst>
                                    <p:cond delay="0"/>
                                  </p:stCondLst>
                                  <p:childTnLst>
                                    <p:set>
                                      <p:cBhvr>
                                        <p:cTn id="154" dur="75">
                                          <p:stCondLst>
                                            <p:cond delay="0"/>
                                          </p:stCondLst>
                                        </p:cTn>
                                        <p:tgtEl>
                                          <p:spTgt spid="138287"/>
                                        </p:tgtEl>
                                        <p:attrNameLst>
                                          <p:attrName>style.visibility</p:attrName>
                                        </p:attrNameLst>
                                      </p:cBhvr>
                                      <p:to>
                                        <p:strVal val="visible"/>
                                      </p:to>
                                    </p:set>
                                  </p:childTnLst>
                                </p:cTn>
                              </p:par>
                            </p:childTnLst>
                          </p:cTn>
                        </p:par>
                        <p:par>
                          <p:cTn id="155" fill="hold" nodeType="afterGroup">
                            <p:stCondLst>
                              <p:cond delay="2475"/>
                            </p:stCondLst>
                            <p:childTnLst>
                              <p:par>
                                <p:cTn id="156" presetID="11" presetClass="entr" presetSubtype="0" fill="hold" nodeType="afterEffect">
                                  <p:stCondLst>
                                    <p:cond delay="0"/>
                                  </p:stCondLst>
                                  <p:childTnLst>
                                    <p:set>
                                      <p:cBhvr>
                                        <p:cTn id="157" dur="75">
                                          <p:stCondLst>
                                            <p:cond delay="0"/>
                                          </p:stCondLst>
                                        </p:cTn>
                                        <p:tgtEl>
                                          <p:spTgt spid="138288"/>
                                        </p:tgtEl>
                                        <p:attrNameLst>
                                          <p:attrName>style.visibility</p:attrName>
                                        </p:attrNameLst>
                                      </p:cBhvr>
                                      <p:to>
                                        <p:strVal val="visible"/>
                                      </p:to>
                                    </p:set>
                                  </p:childTnLst>
                                </p:cTn>
                              </p:par>
                            </p:childTnLst>
                          </p:cTn>
                        </p:par>
                        <p:par>
                          <p:cTn id="158" fill="hold" nodeType="afterGroup">
                            <p:stCondLst>
                              <p:cond delay="2550"/>
                            </p:stCondLst>
                            <p:childTnLst>
                              <p:par>
                                <p:cTn id="159" presetID="11" presetClass="entr" presetSubtype="0" fill="hold" nodeType="afterEffect">
                                  <p:stCondLst>
                                    <p:cond delay="0"/>
                                  </p:stCondLst>
                                  <p:childTnLst>
                                    <p:set>
                                      <p:cBhvr>
                                        <p:cTn id="160" dur="75">
                                          <p:stCondLst>
                                            <p:cond delay="0"/>
                                          </p:stCondLst>
                                        </p:cTn>
                                        <p:tgtEl>
                                          <p:spTgt spid="138289"/>
                                        </p:tgtEl>
                                        <p:attrNameLst>
                                          <p:attrName>style.visibility</p:attrName>
                                        </p:attrNameLst>
                                      </p:cBhvr>
                                      <p:to>
                                        <p:strVal val="visible"/>
                                      </p:to>
                                    </p:set>
                                  </p:childTnLst>
                                </p:cTn>
                              </p:par>
                            </p:childTnLst>
                          </p:cTn>
                        </p:par>
                        <p:par>
                          <p:cTn id="161" fill="hold" nodeType="afterGroup">
                            <p:stCondLst>
                              <p:cond delay="2625"/>
                            </p:stCondLst>
                            <p:childTnLst>
                              <p:par>
                                <p:cTn id="162" presetID="11" presetClass="entr" presetSubtype="0" fill="hold" nodeType="afterEffect">
                                  <p:stCondLst>
                                    <p:cond delay="0"/>
                                  </p:stCondLst>
                                  <p:childTnLst>
                                    <p:set>
                                      <p:cBhvr>
                                        <p:cTn id="163" dur="75">
                                          <p:stCondLst>
                                            <p:cond delay="0"/>
                                          </p:stCondLst>
                                        </p:cTn>
                                        <p:tgtEl>
                                          <p:spTgt spid="138290"/>
                                        </p:tgtEl>
                                        <p:attrNameLst>
                                          <p:attrName>style.visibility</p:attrName>
                                        </p:attrNameLst>
                                      </p:cBhvr>
                                      <p:to>
                                        <p:strVal val="visible"/>
                                      </p:to>
                                    </p:set>
                                  </p:childTnLst>
                                </p:cTn>
                              </p:par>
                            </p:childTnLst>
                          </p:cTn>
                        </p:par>
                        <p:par>
                          <p:cTn id="164" fill="hold" nodeType="afterGroup">
                            <p:stCondLst>
                              <p:cond delay="2700"/>
                            </p:stCondLst>
                            <p:childTnLst>
                              <p:par>
                                <p:cTn id="165" presetID="11" presetClass="entr" presetSubtype="0" fill="hold" nodeType="afterEffect">
                                  <p:stCondLst>
                                    <p:cond delay="0"/>
                                  </p:stCondLst>
                                  <p:childTnLst>
                                    <p:set>
                                      <p:cBhvr>
                                        <p:cTn id="166" dur="75">
                                          <p:stCondLst>
                                            <p:cond delay="0"/>
                                          </p:stCondLst>
                                        </p:cTn>
                                        <p:tgtEl>
                                          <p:spTgt spid="138291"/>
                                        </p:tgtEl>
                                        <p:attrNameLst>
                                          <p:attrName>style.visibility</p:attrName>
                                        </p:attrNameLst>
                                      </p:cBhvr>
                                      <p:to>
                                        <p:strVal val="visible"/>
                                      </p:to>
                                    </p:set>
                                  </p:childTnLst>
                                </p:cTn>
                              </p:par>
                            </p:childTnLst>
                          </p:cTn>
                        </p:par>
                        <p:par>
                          <p:cTn id="167" fill="hold" nodeType="afterGroup">
                            <p:stCondLst>
                              <p:cond delay="2775"/>
                            </p:stCondLst>
                            <p:childTnLst>
                              <p:par>
                                <p:cTn id="168" presetID="11" presetClass="entr" presetSubtype="0" fill="hold" nodeType="afterEffect">
                                  <p:stCondLst>
                                    <p:cond delay="0"/>
                                  </p:stCondLst>
                                  <p:childTnLst>
                                    <p:set>
                                      <p:cBhvr>
                                        <p:cTn id="169" dur="75">
                                          <p:stCondLst>
                                            <p:cond delay="0"/>
                                          </p:stCondLst>
                                        </p:cTn>
                                        <p:tgtEl>
                                          <p:spTgt spid="138292"/>
                                        </p:tgtEl>
                                        <p:attrNameLst>
                                          <p:attrName>style.visibility</p:attrName>
                                        </p:attrNameLst>
                                      </p:cBhvr>
                                      <p:to>
                                        <p:strVal val="visible"/>
                                      </p:to>
                                    </p:set>
                                  </p:childTnLst>
                                </p:cTn>
                              </p:par>
                            </p:childTnLst>
                          </p:cTn>
                        </p:par>
                        <p:par>
                          <p:cTn id="170" fill="hold" nodeType="afterGroup">
                            <p:stCondLst>
                              <p:cond delay="2850"/>
                            </p:stCondLst>
                            <p:childTnLst>
                              <p:par>
                                <p:cTn id="171" presetID="11" presetClass="entr" presetSubtype="0" fill="hold" nodeType="afterEffect">
                                  <p:stCondLst>
                                    <p:cond delay="0"/>
                                  </p:stCondLst>
                                  <p:childTnLst>
                                    <p:set>
                                      <p:cBhvr>
                                        <p:cTn id="172" dur="75">
                                          <p:stCondLst>
                                            <p:cond delay="0"/>
                                          </p:stCondLst>
                                        </p:cTn>
                                        <p:tgtEl>
                                          <p:spTgt spid="138293"/>
                                        </p:tgtEl>
                                        <p:attrNameLst>
                                          <p:attrName>style.visibility</p:attrName>
                                        </p:attrNameLst>
                                      </p:cBhvr>
                                      <p:to>
                                        <p:strVal val="visible"/>
                                      </p:to>
                                    </p:set>
                                  </p:childTnLst>
                                </p:cTn>
                              </p:par>
                            </p:childTnLst>
                          </p:cTn>
                        </p:par>
                        <p:par>
                          <p:cTn id="173" fill="hold" nodeType="afterGroup">
                            <p:stCondLst>
                              <p:cond delay="2925"/>
                            </p:stCondLst>
                            <p:childTnLst>
                              <p:par>
                                <p:cTn id="174" presetID="11" presetClass="entr" presetSubtype="0" fill="hold" nodeType="afterEffect">
                                  <p:stCondLst>
                                    <p:cond delay="0"/>
                                  </p:stCondLst>
                                  <p:childTnLst>
                                    <p:set>
                                      <p:cBhvr>
                                        <p:cTn id="175" dur="75">
                                          <p:stCondLst>
                                            <p:cond delay="0"/>
                                          </p:stCondLst>
                                        </p:cTn>
                                        <p:tgtEl>
                                          <p:spTgt spid="138294"/>
                                        </p:tgtEl>
                                        <p:attrNameLst>
                                          <p:attrName>style.visibility</p:attrName>
                                        </p:attrNameLst>
                                      </p:cBhvr>
                                      <p:to>
                                        <p:strVal val="visible"/>
                                      </p:to>
                                    </p:set>
                                  </p:childTnLst>
                                </p:cTn>
                              </p:par>
                            </p:childTnLst>
                          </p:cTn>
                        </p:par>
                        <p:par>
                          <p:cTn id="176" fill="hold" nodeType="afterGroup">
                            <p:stCondLst>
                              <p:cond delay="3000"/>
                            </p:stCondLst>
                            <p:childTnLst>
                              <p:par>
                                <p:cTn id="177" presetID="11" presetClass="entr" presetSubtype="0" fill="hold" nodeType="afterEffect">
                                  <p:stCondLst>
                                    <p:cond delay="0"/>
                                  </p:stCondLst>
                                  <p:childTnLst>
                                    <p:set>
                                      <p:cBhvr>
                                        <p:cTn id="178" dur="75">
                                          <p:stCondLst>
                                            <p:cond delay="0"/>
                                          </p:stCondLst>
                                        </p:cTn>
                                        <p:tgtEl>
                                          <p:spTgt spid="138295"/>
                                        </p:tgtEl>
                                        <p:attrNameLst>
                                          <p:attrName>style.visibility</p:attrName>
                                        </p:attrNameLst>
                                      </p:cBhvr>
                                      <p:to>
                                        <p:strVal val="visible"/>
                                      </p:to>
                                    </p:set>
                                  </p:childTnLst>
                                </p:cTn>
                              </p:par>
                            </p:childTnLst>
                          </p:cTn>
                        </p:par>
                        <p:par>
                          <p:cTn id="179" fill="hold" nodeType="afterGroup">
                            <p:stCondLst>
                              <p:cond delay="3075"/>
                            </p:stCondLst>
                            <p:childTnLst>
                              <p:par>
                                <p:cTn id="180" presetID="11" presetClass="entr" presetSubtype="0" fill="hold" nodeType="afterEffect">
                                  <p:stCondLst>
                                    <p:cond delay="0"/>
                                  </p:stCondLst>
                                  <p:childTnLst>
                                    <p:set>
                                      <p:cBhvr>
                                        <p:cTn id="181" dur="75">
                                          <p:stCondLst>
                                            <p:cond delay="0"/>
                                          </p:stCondLst>
                                        </p:cTn>
                                        <p:tgtEl>
                                          <p:spTgt spid="138296"/>
                                        </p:tgtEl>
                                        <p:attrNameLst>
                                          <p:attrName>style.visibility</p:attrName>
                                        </p:attrNameLst>
                                      </p:cBhvr>
                                      <p:to>
                                        <p:strVal val="visible"/>
                                      </p:to>
                                    </p:set>
                                  </p:childTnLst>
                                </p:cTn>
                              </p:par>
                            </p:childTnLst>
                          </p:cTn>
                        </p:par>
                        <p:par>
                          <p:cTn id="182" fill="hold" nodeType="afterGroup">
                            <p:stCondLst>
                              <p:cond delay="3150"/>
                            </p:stCondLst>
                            <p:childTnLst>
                              <p:par>
                                <p:cTn id="183" presetID="11" presetClass="entr" presetSubtype="0" fill="hold" nodeType="afterEffect">
                                  <p:stCondLst>
                                    <p:cond delay="0"/>
                                  </p:stCondLst>
                                  <p:childTnLst>
                                    <p:set>
                                      <p:cBhvr>
                                        <p:cTn id="184" dur="75">
                                          <p:stCondLst>
                                            <p:cond delay="0"/>
                                          </p:stCondLst>
                                        </p:cTn>
                                        <p:tgtEl>
                                          <p:spTgt spid="138297"/>
                                        </p:tgtEl>
                                        <p:attrNameLst>
                                          <p:attrName>style.visibility</p:attrName>
                                        </p:attrNameLst>
                                      </p:cBhvr>
                                      <p:to>
                                        <p:strVal val="visible"/>
                                      </p:to>
                                    </p:set>
                                  </p:childTnLst>
                                </p:cTn>
                              </p:par>
                            </p:childTnLst>
                          </p:cTn>
                        </p:par>
                        <p:par>
                          <p:cTn id="185" fill="hold" nodeType="afterGroup">
                            <p:stCondLst>
                              <p:cond delay="3225"/>
                            </p:stCondLst>
                            <p:childTnLst>
                              <p:par>
                                <p:cTn id="186" presetID="11" presetClass="entr" presetSubtype="0" fill="hold" nodeType="afterEffect">
                                  <p:stCondLst>
                                    <p:cond delay="0"/>
                                  </p:stCondLst>
                                  <p:childTnLst>
                                    <p:set>
                                      <p:cBhvr>
                                        <p:cTn id="187" dur="75">
                                          <p:stCondLst>
                                            <p:cond delay="0"/>
                                          </p:stCondLst>
                                        </p:cTn>
                                        <p:tgtEl>
                                          <p:spTgt spid="138298"/>
                                        </p:tgtEl>
                                        <p:attrNameLst>
                                          <p:attrName>style.visibility</p:attrName>
                                        </p:attrNameLst>
                                      </p:cBhvr>
                                      <p:to>
                                        <p:strVal val="visible"/>
                                      </p:to>
                                    </p:set>
                                  </p:childTnLst>
                                </p:cTn>
                              </p:par>
                            </p:childTnLst>
                          </p:cTn>
                        </p:par>
                        <p:par>
                          <p:cTn id="188" fill="hold" nodeType="afterGroup">
                            <p:stCondLst>
                              <p:cond delay="3300"/>
                            </p:stCondLst>
                            <p:childTnLst>
                              <p:par>
                                <p:cTn id="189" presetID="11" presetClass="entr" presetSubtype="0" fill="hold" nodeType="afterEffect">
                                  <p:stCondLst>
                                    <p:cond delay="0"/>
                                  </p:stCondLst>
                                  <p:childTnLst>
                                    <p:set>
                                      <p:cBhvr>
                                        <p:cTn id="190" dur="75">
                                          <p:stCondLst>
                                            <p:cond delay="0"/>
                                          </p:stCondLst>
                                        </p:cTn>
                                        <p:tgtEl>
                                          <p:spTgt spid="138299"/>
                                        </p:tgtEl>
                                        <p:attrNameLst>
                                          <p:attrName>style.visibility</p:attrName>
                                        </p:attrNameLst>
                                      </p:cBhvr>
                                      <p:to>
                                        <p:strVal val="visible"/>
                                      </p:to>
                                    </p:set>
                                  </p:childTnLst>
                                </p:cTn>
                              </p:par>
                            </p:childTnLst>
                          </p:cTn>
                        </p:par>
                        <p:par>
                          <p:cTn id="191" fill="hold" nodeType="afterGroup">
                            <p:stCondLst>
                              <p:cond delay="3375"/>
                            </p:stCondLst>
                            <p:childTnLst>
                              <p:par>
                                <p:cTn id="192" presetID="11" presetClass="entr" presetSubtype="0" fill="hold" nodeType="afterEffect">
                                  <p:stCondLst>
                                    <p:cond delay="0"/>
                                  </p:stCondLst>
                                  <p:childTnLst>
                                    <p:set>
                                      <p:cBhvr>
                                        <p:cTn id="193" dur="75">
                                          <p:stCondLst>
                                            <p:cond delay="0"/>
                                          </p:stCondLst>
                                        </p:cTn>
                                        <p:tgtEl>
                                          <p:spTgt spid="138300"/>
                                        </p:tgtEl>
                                        <p:attrNameLst>
                                          <p:attrName>style.visibility</p:attrName>
                                        </p:attrNameLst>
                                      </p:cBhvr>
                                      <p:to>
                                        <p:strVal val="visible"/>
                                      </p:to>
                                    </p:set>
                                  </p:childTnLst>
                                </p:cTn>
                              </p:par>
                            </p:childTnLst>
                          </p:cTn>
                        </p:par>
                        <p:par>
                          <p:cTn id="194" fill="hold" nodeType="afterGroup">
                            <p:stCondLst>
                              <p:cond delay="3450"/>
                            </p:stCondLst>
                            <p:childTnLst>
                              <p:par>
                                <p:cTn id="195" presetID="11" presetClass="entr" presetSubtype="0" fill="hold" nodeType="afterEffect">
                                  <p:stCondLst>
                                    <p:cond delay="0"/>
                                  </p:stCondLst>
                                  <p:childTnLst>
                                    <p:set>
                                      <p:cBhvr>
                                        <p:cTn id="196" dur="75">
                                          <p:stCondLst>
                                            <p:cond delay="0"/>
                                          </p:stCondLst>
                                        </p:cTn>
                                        <p:tgtEl>
                                          <p:spTgt spid="138301"/>
                                        </p:tgtEl>
                                        <p:attrNameLst>
                                          <p:attrName>style.visibility</p:attrName>
                                        </p:attrNameLst>
                                      </p:cBhvr>
                                      <p:to>
                                        <p:strVal val="visible"/>
                                      </p:to>
                                    </p:set>
                                  </p:childTnLst>
                                </p:cTn>
                              </p:par>
                            </p:childTnLst>
                          </p:cTn>
                        </p:par>
                        <p:par>
                          <p:cTn id="197" fill="hold" nodeType="afterGroup">
                            <p:stCondLst>
                              <p:cond delay="3525"/>
                            </p:stCondLst>
                            <p:childTnLst>
                              <p:par>
                                <p:cTn id="198" presetID="11" presetClass="entr" presetSubtype="0" fill="hold" nodeType="afterEffect">
                                  <p:stCondLst>
                                    <p:cond delay="0"/>
                                  </p:stCondLst>
                                  <p:childTnLst>
                                    <p:set>
                                      <p:cBhvr>
                                        <p:cTn id="199" dur="75">
                                          <p:stCondLst>
                                            <p:cond delay="0"/>
                                          </p:stCondLst>
                                        </p:cTn>
                                        <p:tgtEl>
                                          <p:spTgt spid="138302"/>
                                        </p:tgtEl>
                                        <p:attrNameLst>
                                          <p:attrName>style.visibility</p:attrName>
                                        </p:attrNameLst>
                                      </p:cBhvr>
                                      <p:to>
                                        <p:strVal val="visible"/>
                                      </p:to>
                                    </p:set>
                                  </p:childTnLst>
                                </p:cTn>
                              </p:par>
                            </p:childTnLst>
                          </p:cTn>
                        </p:par>
                        <p:par>
                          <p:cTn id="200" fill="hold" nodeType="afterGroup">
                            <p:stCondLst>
                              <p:cond delay="3600"/>
                            </p:stCondLst>
                            <p:childTnLst>
                              <p:par>
                                <p:cTn id="201" presetID="11" presetClass="entr" presetSubtype="0" fill="hold" nodeType="afterEffect">
                                  <p:stCondLst>
                                    <p:cond delay="0"/>
                                  </p:stCondLst>
                                  <p:childTnLst>
                                    <p:set>
                                      <p:cBhvr>
                                        <p:cTn id="202" dur="75">
                                          <p:stCondLst>
                                            <p:cond delay="0"/>
                                          </p:stCondLst>
                                        </p:cTn>
                                        <p:tgtEl>
                                          <p:spTgt spid="138303"/>
                                        </p:tgtEl>
                                        <p:attrNameLst>
                                          <p:attrName>style.visibility</p:attrName>
                                        </p:attrNameLst>
                                      </p:cBhvr>
                                      <p:to>
                                        <p:strVal val="visible"/>
                                      </p:to>
                                    </p:set>
                                  </p:childTnLst>
                                </p:cTn>
                              </p:par>
                            </p:childTnLst>
                          </p:cTn>
                        </p:par>
                        <p:par>
                          <p:cTn id="203" fill="hold" nodeType="afterGroup">
                            <p:stCondLst>
                              <p:cond delay="3675"/>
                            </p:stCondLst>
                            <p:childTnLst>
                              <p:par>
                                <p:cTn id="204" presetID="11" presetClass="entr" presetSubtype="0" fill="hold" nodeType="afterEffect">
                                  <p:stCondLst>
                                    <p:cond delay="0"/>
                                  </p:stCondLst>
                                  <p:childTnLst>
                                    <p:set>
                                      <p:cBhvr>
                                        <p:cTn id="205" dur="75">
                                          <p:stCondLst>
                                            <p:cond delay="0"/>
                                          </p:stCondLst>
                                        </p:cTn>
                                        <p:tgtEl>
                                          <p:spTgt spid="138304"/>
                                        </p:tgtEl>
                                        <p:attrNameLst>
                                          <p:attrName>style.visibility</p:attrName>
                                        </p:attrNameLst>
                                      </p:cBhvr>
                                      <p:to>
                                        <p:strVal val="visible"/>
                                      </p:to>
                                    </p:set>
                                  </p:childTnLst>
                                </p:cTn>
                              </p:par>
                            </p:childTnLst>
                          </p:cTn>
                        </p:par>
                        <p:par>
                          <p:cTn id="206" fill="hold" nodeType="afterGroup">
                            <p:stCondLst>
                              <p:cond delay="3750"/>
                            </p:stCondLst>
                            <p:childTnLst>
                              <p:par>
                                <p:cTn id="207" presetID="11" presetClass="entr" presetSubtype="0" fill="hold" nodeType="afterEffect">
                                  <p:stCondLst>
                                    <p:cond delay="0"/>
                                  </p:stCondLst>
                                  <p:childTnLst>
                                    <p:set>
                                      <p:cBhvr>
                                        <p:cTn id="208" dur="75">
                                          <p:stCondLst>
                                            <p:cond delay="0"/>
                                          </p:stCondLst>
                                        </p:cTn>
                                        <p:tgtEl>
                                          <p:spTgt spid="138305"/>
                                        </p:tgtEl>
                                        <p:attrNameLst>
                                          <p:attrName>style.visibility</p:attrName>
                                        </p:attrNameLst>
                                      </p:cBhvr>
                                      <p:to>
                                        <p:strVal val="visible"/>
                                      </p:to>
                                    </p:set>
                                  </p:childTnLst>
                                </p:cTn>
                              </p:par>
                            </p:childTnLst>
                          </p:cTn>
                        </p:par>
                        <p:par>
                          <p:cTn id="209" fill="hold" nodeType="afterGroup">
                            <p:stCondLst>
                              <p:cond delay="3825"/>
                            </p:stCondLst>
                            <p:childTnLst>
                              <p:par>
                                <p:cTn id="210" presetID="11" presetClass="entr" presetSubtype="0" fill="hold" nodeType="afterEffect">
                                  <p:stCondLst>
                                    <p:cond delay="0"/>
                                  </p:stCondLst>
                                  <p:childTnLst>
                                    <p:set>
                                      <p:cBhvr>
                                        <p:cTn id="211" dur="75">
                                          <p:stCondLst>
                                            <p:cond delay="0"/>
                                          </p:stCondLst>
                                        </p:cTn>
                                        <p:tgtEl>
                                          <p:spTgt spid="138311"/>
                                        </p:tgtEl>
                                        <p:attrNameLst>
                                          <p:attrName>style.visibility</p:attrName>
                                        </p:attrNameLst>
                                      </p:cBhvr>
                                      <p:to>
                                        <p:strVal val="visible"/>
                                      </p:to>
                                    </p:se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2" presetClass="entr" presetSubtype="4" fill="hold" nodeType="clickEffect">
                                  <p:stCondLst>
                                    <p:cond delay="0"/>
                                  </p:stCondLst>
                                  <p:childTnLst>
                                    <p:set>
                                      <p:cBhvr>
                                        <p:cTn id="215" dur="1" fill="hold">
                                          <p:stCondLst>
                                            <p:cond delay="0"/>
                                          </p:stCondLst>
                                        </p:cTn>
                                        <p:tgtEl>
                                          <p:spTgt spid="138242"/>
                                        </p:tgtEl>
                                        <p:attrNameLst>
                                          <p:attrName>style.visibility</p:attrName>
                                        </p:attrNameLst>
                                      </p:cBhvr>
                                      <p:to>
                                        <p:strVal val="visible"/>
                                      </p:to>
                                    </p:set>
                                    <p:animEffect transition="in" filter="slide(fromBottom)">
                                      <p:cBhvr>
                                        <p:cTn id="216" dur="500"/>
                                        <p:tgtEl>
                                          <p:spTgt spid="138242"/>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3" presetClass="entr" presetSubtype="10" fill="hold" nodeType="clickEffect">
                                  <p:stCondLst>
                                    <p:cond delay="0"/>
                                  </p:stCondLst>
                                  <p:childTnLst>
                                    <p:set>
                                      <p:cBhvr>
                                        <p:cTn id="220" dur="1" fill="hold">
                                          <p:stCondLst>
                                            <p:cond delay="0"/>
                                          </p:stCondLst>
                                        </p:cTn>
                                        <p:tgtEl>
                                          <p:spTgt spid="138318"/>
                                        </p:tgtEl>
                                        <p:attrNameLst>
                                          <p:attrName>style.visibility</p:attrName>
                                        </p:attrNameLst>
                                      </p:cBhvr>
                                      <p:to>
                                        <p:strVal val="visible"/>
                                      </p:to>
                                    </p:set>
                                    <p:animEffect transition="in" filter="blinds(horizontal)">
                                      <p:cBhvr>
                                        <p:cTn id="221" dur="500"/>
                                        <p:tgtEl>
                                          <p:spTgt spid="138318"/>
                                        </p:tgtEl>
                                      </p:cBhvr>
                                    </p:animEffec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2" presetClass="entr" presetSubtype="4" fill="hold" nodeType="clickEffect">
                                  <p:stCondLst>
                                    <p:cond delay="0"/>
                                  </p:stCondLst>
                                  <p:childTnLst>
                                    <p:set>
                                      <p:cBhvr>
                                        <p:cTn id="225" dur="1" fill="hold">
                                          <p:stCondLst>
                                            <p:cond delay="0"/>
                                          </p:stCondLst>
                                        </p:cTn>
                                        <p:tgtEl>
                                          <p:spTgt spid="138315"/>
                                        </p:tgtEl>
                                        <p:attrNameLst>
                                          <p:attrName>style.visibility</p:attrName>
                                        </p:attrNameLst>
                                      </p:cBhvr>
                                      <p:to>
                                        <p:strVal val="visible"/>
                                      </p:to>
                                    </p:set>
                                    <p:anim calcmode="lin" valueType="num">
                                      <p:cBhvr additive="base">
                                        <p:cTn id="226" dur="500" fill="hold"/>
                                        <p:tgtEl>
                                          <p:spTgt spid="138315"/>
                                        </p:tgtEl>
                                        <p:attrNameLst>
                                          <p:attrName>ppt_x</p:attrName>
                                        </p:attrNameLst>
                                      </p:cBhvr>
                                      <p:tavLst>
                                        <p:tav tm="0">
                                          <p:val>
                                            <p:strVal val="#ppt_x"/>
                                          </p:val>
                                        </p:tav>
                                        <p:tav tm="100000">
                                          <p:val>
                                            <p:strVal val="#ppt_x"/>
                                          </p:val>
                                        </p:tav>
                                      </p:tavLst>
                                    </p:anim>
                                    <p:anim calcmode="lin" valueType="num">
                                      <p:cBhvr additive="base">
                                        <p:cTn id="227" dur="500" fill="hold"/>
                                        <p:tgtEl>
                                          <p:spTgt spid="138315"/>
                                        </p:tgtEl>
                                        <p:attrNameLst>
                                          <p:attrName>ppt_y</p:attrName>
                                        </p:attrNameLst>
                                      </p:cBhvr>
                                      <p:tavLst>
                                        <p:tav tm="0">
                                          <p:val>
                                            <p:strVal val="1+#ppt_h/2"/>
                                          </p:val>
                                        </p:tav>
                                        <p:tav tm="100000">
                                          <p:val>
                                            <p:strVal val="#ppt_y"/>
                                          </p:val>
                                        </p:tav>
                                      </p:tavLst>
                                    </p:anim>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 presetClass="entr" presetSubtype="4" fill="hold" nodeType="clickEffect">
                                  <p:stCondLst>
                                    <p:cond delay="0"/>
                                  </p:stCondLst>
                                  <p:childTnLst>
                                    <p:set>
                                      <p:cBhvr>
                                        <p:cTn id="231" dur="1" fill="hold">
                                          <p:stCondLst>
                                            <p:cond delay="0"/>
                                          </p:stCondLst>
                                        </p:cTn>
                                        <p:tgtEl>
                                          <p:spTgt spid="138316"/>
                                        </p:tgtEl>
                                        <p:attrNameLst>
                                          <p:attrName>style.visibility</p:attrName>
                                        </p:attrNameLst>
                                      </p:cBhvr>
                                      <p:to>
                                        <p:strVal val="visible"/>
                                      </p:to>
                                    </p:set>
                                    <p:anim calcmode="lin" valueType="num">
                                      <p:cBhvr additive="base">
                                        <p:cTn id="232" dur="500" fill="hold"/>
                                        <p:tgtEl>
                                          <p:spTgt spid="138316"/>
                                        </p:tgtEl>
                                        <p:attrNameLst>
                                          <p:attrName>ppt_x</p:attrName>
                                        </p:attrNameLst>
                                      </p:cBhvr>
                                      <p:tavLst>
                                        <p:tav tm="0">
                                          <p:val>
                                            <p:strVal val="#ppt_x"/>
                                          </p:val>
                                        </p:tav>
                                        <p:tav tm="100000">
                                          <p:val>
                                            <p:strVal val="#ppt_x"/>
                                          </p:val>
                                        </p:tav>
                                      </p:tavLst>
                                    </p:anim>
                                    <p:anim calcmode="lin" valueType="num">
                                      <p:cBhvr additive="base">
                                        <p:cTn id="233" dur="500" fill="hold"/>
                                        <p:tgtEl>
                                          <p:spTgt spid="138316"/>
                                        </p:tgtEl>
                                        <p:attrNameLst>
                                          <p:attrName>ppt_y</p:attrName>
                                        </p:attrNameLst>
                                      </p:cBhvr>
                                      <p:tavLst>
                                        <p:tav tm="0">
                                          <p:val>
                                            <p:strVal val="1+#ppt_h/2"/>
                                          </p:val>
                                        </p:tav>
                                        <p:tav tm="100000">
                                          <p:val>
                                            <p:strVal val="#ppt_y"/>
                                          </p:val>
                                        </p:tav>
                                      </p:tavLst>
                                    </p:anim>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 presetClass="entr" presetSubtype="4" fill="hold" nodeType="clickEffect">
                                  <p:stCondLst>
                                    <p:cond delay="0"/>
                                  </p:stCondLst>
                                  <p:childTnLst>
                                    <p:set>
                                      <p:cBhvr>
                                        <p:cTn id="237" dur="1" fill="hold">
                                          <p:stCondLst>
                                            <p:cond delay="0"/>
                                          </p:stCondLst>
                                        </p:cTn>
                                        <p:tgtEl>
                                          <p:spTgt spid="138317"/>
                                        </p:tgtEl>
                                        <p:attrNameLst>
                                          <p:attrName>style.visibility</p:attrName>
                                        </p:attrNameLst>
                                      </p:cBhvr>
                                      <p:to>
                                        <p:strVal val="visible"/>
                                      </p:to>
                                    </p:set>
                                    <p:anim calcmode="lin" valueType="num">
                                      <p:cBhvr additive="base">
                                        <p:cTn id="238" dur="500" fill="hold"/>
                                        <p:tgtEl>
                                          <p:spTgt spid="138317"/>
                                        </p:tgtEl>
                                        <p:attrNameLst>
                                          <p:attrName>ppt_x</p:attrName>
                                        </p:attrNameLst>
                                      </p:cBhvr>
                                      <p:tavLst>
                                        <p:tav tm="0">
                                          <p:val>
                                            <p:strVal val="#ppt_x"/>
                                          </p:val>
                                        </p:tav>
                                        <p:tav tm="100000">
                                          <p:val>
                                            <p:strVal val="#ppt_x"/>
                                          </p:val>
                                        </p:tav>
                                      </p:tavLst>
                                    </p:anim>
                                    <p:anim calcmode="lin" valueType="num">
                                      <p:cBhvr additive="base">
                                        <p:cTn id="239" dur="500" fill="hold"/>
                                        <p:tgtEl>
                                          <p:spTgt spid="1383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autoUpdateAnimBg="0"/>
      <p:bldP spid="138252" grpId="0" animBg="1"/>
      <p:bldP spid="138256" grpId="0" autoUpdateAnimBg="0"/>
      <p:bldP spid="138257" grpId="0" animBg="1"/>
      <p:bldP spid="138258" grpId="0" animBg="1"/>
      <p:bldP spid="138259" grpId="0" animBg="1"/>
      <p:bldP spid="138260" grpId="0" animBg="1"/>
      <p:bldP spid="138261" grpId="0" animBg="1"/>
      <p:bldP spid="138262" grpId="0" animBg="1"/>
      <p:bldP spid="138263" grpId="0" animBg="1"/>
      <p:bldP spid="138264" grpId="0" animBg="1"/>
      <p:bldP spid="138265" grpId="0" animBg="1"/>
      <p:bldP spid="138266" grpId="0" animBg="1"/>
      <p:bldP spid="138267" grpId="0" animBg="1"/>
      <p:bldP spid="138268" grpId="0" animBg="1"/>
      <p:bldP spid="138269" grpId="0" animBg="1"/>
      <p:bldP spid="138270" grpId="0" animBg="1"/>
      <p:bldP spid="138271" grpId="0" animBg="1"/>
      <p:bldP spid="138272" grpId="0" animBg="1"/>
      <p:bldP spid="138273" grpId="0" animBg="1"/>
      <p:bldP spid="138274" grpId="0" animBg="1"/>
      <p:bldP spid="138275" grpId="0" animBg="1"/>
      <p:bldP spid="138276" grpId="0" animBg="1"/>
      <p:bldP spid="138277" grpId="0" animBg="1"/>
      <p:bldP spid="138278" grpId="0" animBg="1"/>
      <p:bldP spid="138279" grpId="0" animBg="1"/>
      <p:bldP spid="138280" grpId="0" animBg="1"/>
      <p:bldP spid="138281" grpId="0" animBg="1"/>
      <p:bldP spid="138282" grpId="0" animBg="1"/>
      <p:bldP spid="138283" grpId="0" animBg="1"/>
      <p:bldP spid="138284" grpId="0" animBg="1"/>
      <p:bldP spid="138285" grpId="0" animBg="1"/>
      <p:bldP spid="138286" grpId="0" animBg="1"/>
      <p:bldP spid="138287" grpId="0" animBg="1"/>
      <p:bldP spid="138288" grpId="0" animBg="1"/>
      <p:bldP spid="138289" grpId="0" animBg="1"/>
      <p:bldP spid="138290" grpId="0" animBg="1"/>
      <p:bldP spid="138291" grpId="0" animBg="1"/>
      <p:bldP spid="138292" grpId="0" animBg="1"/>
      <p:bldP spid="138293" grpId="0" animBg="1"/>
      <p:bldP spid="138294" grpId="0" animBg="1"/>
      <p:bldP spid="138295" grpId="0" animBg="1"/>
      <p:bldP spid="138296" grpId="0" animBg="1"/>
      <p:bldP spid="138297" grpId="0" animBg="1"/>
      <p:bldP spid="138298" grpId="0" animBg="1"/>
      <p:bldP spid="138299" grpId="0" animBg="1"/>
      <p:bldP spid="138300" grpId="0" animBg="1"/>
      <p:bldP spid="138301" grpId="0" animBg="1"/>
      <p:bldP spid="138302" grpId="0" animBg="1"/>
      <p:bldP spid="138303" grpId="0" animBg="1"/>
      <p:bldP spid="138304" grpId="0" animBg="1"/>
      <p:bldP spid="138305" grpId="0" animBg="1"/>
      <p:bldP spid="138306" grpId="0" animBg="1"/>
      <p:bldP spid="138311" grpId="0" animBg="1"/>
      <p:bldP spid="13831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a:extLst>
              <a:ext uri="{FF2B5EF4-FFF2-40B4-BE49-F238E27FC236}">
                <a16:creationId xmlns:a16="http://schemas.microsoft.com/office/drawing/2014/main" id="{A3169466-DF8F-8E17-0421-F8D8C72C6418}"/>
              </a:ext>
            </a:extLst>
          </p:cNvPr>
          <p:cNvSpPr txBox="1">
            <a:spLocks noChangeArrowheads="1"/>
          </p:cNvSpPr>
          <p:nvPr/>
        </p:nvSpPr>
        <p:spPr bwMode="auto">
          <a:xfrm>
            <a:off x="338138" y="474663"/>
            <a:ext cx="5867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eaLnBrk="1" hangingPunct="1">
              <a:lnSpc>
                <a:spcPct val="100000"/>
              </a:lnSpc>
              <a:buClrTx/>
              <a:buFontTx/>
              <a:buNone/>
            </a:pPr>
            <a:r>
              <a:rPr kumimoji="1" lang="zh-CN" altLang="en-US" sz="2800">
                <a:solidFill>
                  <a:srgbClr val="FFCC00"/>
                </a:solidFill>
                <a:latin typeface="Times New Roman" panose="02020603050405020304" pitchFamily="18" charset="0"/>
                <a:ea typeface="宋体" panose="02010600030101010101" pitchFamily="2" charset="-122"/>
              </a:rPr>
              <a:t>解：</a:t>
            </a:r>
            <a:r>
              <a:rPr kumimoji="1" lang="zh-CN" altLang="en-US" sz="2800">
                <a:solidFill>
                  <a:srgbClr val="FFFFFF"/>
                </a:solidFill>
                <a:latin typeface="Times New Roman" panose="02020603050405020304" pitchFamily="18" charset="0"/>
                <a:ea typeface="宋体" panose="02010600030101010101" pitchFamily="2" charset="-122"/>
              </a:rPr>
              <a:t>已知</a:t>
            </a:r>
            <a:r>
              <a:rPr kumimoji="1" lang="zh-CN" altLang="en-US" sz="3200">
                <a:solidFill>
                  <a:srgbClr val="FFCC00"/>
                </a:solidFill>
                <a:latin typeface="Times New Roman" panose="02020603050405020304" pitchFamily="18" charset="0"/>
                <a:ea typeface="宋体" panose="02010600030101010101" pitchFamily="2" charset="-122"/>
                <a:sym typeface="Math5" pitchFamily="2" charset="2"/>
              </a:rPr>
              <a:t>⊿</a:t>
            </a:r>
            <a:r>
              <a:rPr kumimoji="1" lang="en-US" altLang="zh-CN" sz="2800" i="1">
                <a:solidFill>
                  <a:srgbClr val="FFCC00"/>
                </a:solidFill>
                <a:latin typeface="Times New Roman" panose="02020603050405020304" pitchFamily="18" charset="0"/>
                <a:ea typeface="宋体" panose="02010600030101010101" pitchFamily="2" charset="-122"/>
                <a:sym typeface="Math5" pitchFamily="2" charset="2"/>
              </a:rPr>
              <a:t>t </a:t>
            </a:r>
            <a:r>
              <a:rPr kumimoji="1" lang="en-US" altLang="zh-CN" sz="2800">
                <a:solidFill>
                  <a:srgbClr val="FFCC00"/>
                </a:solidFill>
                <a:latin typeface="Times New Roman" panose="02020603050405020304" pitchFamily="18" charset="0"/>
                <a:ea typeface="宋体" panose="02010600030101010101" pitchFamily="2" charset="-122"/>
                <a:sym typeface="Math5" pitchFamily="2" charset="2"/>
              </a:rPr>
              <a:t>=12.5ns </a:t>
            </a:r>
            <a:r>
              <a:rPr kumimoji="1" lang="en-US" altLang="zh-CN" sz="3200">
                <a:solidFill>
                  <a:srgbClr val="FFCC00"/>
                </a:solidFill>
                <a:latin typeface="Times New Roman" panose="02020603050405020304" pitchFamily="18" charset="0"/>
                <a:ea typeface="宋体" panose="02010600030101010101" pitchFamily="2" charset="-122"/>
                <a:sym typeface="Math5" pitchFamily="2" charset="2"/>
              </a:rPr>
              <a:t>⊿</a:t>
            </a:r>
            <a:r>
              <a:rPr kumimoji="1" lang="en-US" altLang="zh-CN" sz="2800" i="1">
                <a:solidFill>
                  <a:srgbClr val="FFCC00"/>
                </a:solidFill>
                <a:latin typeface="Times New Roman" panose="02020603050405020304" pitchFamily="18" charset="0"/>
                <a:ea typeface="宋体" panose="02010600030101010101" pitchFamily="2" charset="-122"/>
                <a:sym typeface="Math5" pitchFamily="2" charset="2"/>
              </a:rPr>
              <a:t>x'</a:t>
            </a:r>
            <a:r>
              <a:rPr kumimoji="1" lang="en-US" altLang="zh-CN" sz="2800">
                <a:solidFill>
                  <a:srgbClr val="FFCC00"/>
                </a:solidFill>
                <a:latin typeface="Times New Roman" panose="02020603050405020304" pitchFamily="18" charset="0"/>
                <a:ea typeface="宋体" panose="02010600030101010101" pitchFamily="2" charset="-122"/>
                <a:sym typeface="Math5" pitchFamily="2" charset="2"/>
              </a:rPr>
              <a:t>=10m</a:t>
            </a:r>
          </a:p>
        </p:txBody>
      </p:sp>
      <p:sp>
        <p:nvSpPr>
          <p:cNvPr id="139269" name="Text Box 5">
            <a:extLst>
              <a:ext uri="{FF2B5EF4-FFF2-40B4-BE49-F238E27FC236}">
                <a16:creationId xmlns:a16="http://schemas.microsoft.com/office/drawing/2014/main" id="{A4B200D4-F9D7-7A69-36DE-6EAFE8BD754C}"/>
              </a:ext>
            </a:extLst>
          </p:cNvPr>
          <p:cNvSpPr txBox="1">
            <a:spLocks noChangeArrowheads="1"/>
          </p:cNvSpPr>
          <p:nvPr/>
        </p:nvSpPr>
        <p:spPr bwMode="auto">
          <a:xfrm>
            <a:off x="3625850" y="4548188"/>
            <a:ext cx="68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a:solidFill>
                  <a:srgbClr val="FFCC00"/>
                </a:solidFill>
                <a:latin typeface="Times New Roman" panose="02020603050405020304" pitchFamily="18" charset="0"/>
                <a:ea typeface="宋体" panose="02010600030101010101" pitchFamily="2" charset="-122"/>
              </a:rPr>
              <a:t>&lt; 0</a:t>
            </a:r>
            <a:endParaRPr kumimoji="1" lang="en-US" altLang="zh-CN" sz="2800" b="0">
              <a:solidFill>
                <a:srgbClr val="FFCC00"/>
              </a:solidFill>
              <a:latin typeface="Times New Roman" panose="02020603050405020304" pitchFamily="18" charset="0"/>
              <a:ea typeface="宋体" panose="02010600030101010101" pitchFamily="2" charset="-122"/>
            </a:endParaRPr>
          </a:p>
        </p:txBody>
      </p:sp>
      <p:graphicFrame>
        <p:nvGraphicFramePr>
          <p:cNvPr id="139270" name="Object 6">
            <a:extLst>
              <a:ext uri="{FF2B5EF4-FFF2-40B4-BE49-F238E27FC236}">
                <a16:creationId xmlns:a16="http://schemas.microsoft.com/office/drawing/2014/main" id="{05C1833E-AFC3-E029-2ABF-D6BDBDF044ED}"/>
              </a:ext>
            </a:extLst>
          </p:cNvPr>
          <p:cNvGraphicFramePr>
            <a:graphicFrameLocks noChangeAspect="1"/>
          </p:cNvGraphicFramePr>
          <p:nvPr/>
        </p:nvGraphicFramePr>
        <p:xfrm>
          <a:off x="1427163" y="4443413"/>
          <a:ext cx="2135187" cy="571500"/>
        </p:xfrm>
        <a:graphic>
          <a:graphicData uri="http://schemas.openxmlformats.org/presentationml/2006/ole">
            <mc:AlternateContent xmlns:mc="http://schemas.openxmlformats.org/markup-compatibility/2006">
              <mc:Choice xmlns:v="urn:schemas-microsoft-com:vml" Requires="v">
                <p:oleObj name="Equation" r:id="rId2" imgW="698400" imgH="203040" progId="Equation.DSMT4">
                  <p:embed/>
                </p:oleObj>
              </mc:Choice>
              <mc:Fallback>
                <p:oleObj name="Equation" r:id="rId2" imgW="698400" imgH="203040" progId="Equation.DSMT4">
                  <p:embed/>
                  <p:pic>
                    <p:nvPicPr>
                      <p:cNvPr id="139270" name="Object 6">
                        <a:extLst>
                          <a:ext uri="{FF2B5EF4-FFF2-40B4-BE49-F238E27FC236}">
                            <a16:creationId xmlns:a16="http://schemas.microsoft.com/office/drawing/2014/main" id="{05C1833E-AFC3-E029-2ABF-D6BDBDF04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163" y="4443413"/>
                        <a:ext cx="213518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9272" name="Text Box 8">
            <a:extLst>
              <a:ext uri="{FF2B5EF4-FFF2-40B4-BE49-F238E27FC236}">
                <a16:creationId xmlns:a16="http://schemas.microsoft.com/office/drawing/2014/main" id="{7A33B185-CBE3-F9EA-D3AC-6BA3D3D58FAE}"/>
              </a:ext>
            </a:extLst>
          </p:cNvPr>
          <p:cNvSpPr txBox="1">
            <a:spLocks noChangeArrowheads="1"/>
          </p:cNvSpPr>
          <p:nvPr/>
        </p:nvSpPr>
        <p:spPr bwMode="auto">
          <a:xfrm>
            <a:off x="685800" y="5576888"/>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eaLnBrk="1" hangingPunct="1">
              <a:lnSpc>
                <a:spcPct val="100000"/>
              </a:lnSpc>
              <a:buClrTx/>
              <a:buFontTx/>
              <a:buNone/>
            </a:pPr>
            <a:r>
              <a:rPr kumimoji="1" lang="zh-CN" altLang="en-US" sz="2800">
                <a:solidFill>
                  <a:srgbClr val="FFCC00"/>
                </a:solidFill>
                <a:latin typeface="Times New Roman" panose="02020603050405020304" pitchFamily="18" charset="0"/>
                <a:ea typeface="宋体" panose="02010600030101010101" pitchFamily="2" charset="-122"/>
              </a:rPr>
              <a:t>问：</a:t>
            </a:r>
            <a:r>
              <a:rPr kumimoji="1" lang="zh-CN" altLang="en-US" sz="2800">
                <a:solidFill>
                  <a:srgbClr val="FFFFFF"/>
                </a:solidFill>
                <a:latin typeface="Times New Roman" panose="02020603050405020304" pitchFamily="18" charset="0"/>
                <a:ea typeface="宋体" panose="02010600030101010101" pitchFamily="2" charset="-122"/>
              </a:rPr>
              <a:t>为什么不直接用</a:t>
            </a:r>
            <a:r>
              <a:rPr kumimoji="1" lang="zh-CN" altLang="en-US" sz="2800">
                <a:solidFill>
                  <a:srgbClr val="FFCC00"/>
                </a:solidFill>
                <a:latin typeface="Times New Roman" panose="02020603050405020304" pitchFamily="18" charset="0"/>
                <a:ea typeface="宋体" panose="02010600030101010101" pitchFamily="2" charset="-122"/>
              </a:rPr>
              <a:t>                                    </a:t>
            </a:r>
            <a:r>
              <a:rPr kumimoji="1" lang="en-US" altLang="zh-CN" sz="2800">
                <a:solidFill>
                  <a:srgbClr val="FFCC00"/>
                </a:solidFill>
                <a:latin typeface="Times New Roman" panose="02020603050405020304" pitchFamily="18" charset="0"/>
                <a:ea typeface="宋体" panose="02010600030101010101" pitchFamily="2" charset="-122"/>
              </a:rPr>
              <a:t>?</a:t>
            </a:r>
          </a:p>
        </p:txBody>
      </p:sp>
      <p:graphicFrame>
        <p:nvGraphicFramePr>
          <p:cNvPr id="139275" name="Object 11">
            <a:extLst>
              <a:ext uri="{FF2B5EF4-FFF2-40B4-BE49-F238E27FC236}">
                <a16:creationId xmlns:a16="http://schemas.microsoft.com/office/drawing/2014/main" id="{96EF09F2-612C-B07E-016D-F564EA57302A}"/>
              </a:ext>
            </a:extLst>
          </p:cNvPr>
          <p:cNvGraphicFramePr>
            <a:graphicFrameLocks noChangeAspect="1"/>
          </p:cNvGraphicFramePr>
          <p:nvPr/>
        </p:nvGraphicFramePr>
        <p:xfrm>
          <a:off x="4833938" y="1063625"/>
          <a:ext cx="3533775" cy="1679575"/>
        </p:xfrm>
        <a:graphic>
          <a:graphicData uri="http://schemas.openxmlformats.org/presentationml/2006/ole">
            <mc:AlternateContent xmlns:mc="http://schemas.openxmlformats.org/markup-compatibility/2006">
              <mc:Choice xmlns:v="urn:schemas-microsoft-com:vml" Requires="v">
                <p:oleObj name="公式" r:id="rId4" imgW="1612800" imgH="749160" progId="Equation.3">
                  <p:embed/>
                </p:oleObj>
              </mc:Choice>
              <mc:Fallback>
                <p:oleObj name="公式" r:id="rId4" imgW="1612800" imgH="749160" progId="Equation.3">
                  <p:embed/>
                  <p:pic>
                    <p:nvPicPr>
                      <p:cNvPr id="139275" name="Object 11">
                        <a:extLst>
                          <a:ext uri="{FF2B5EF4-FFF2-40B4-BE49-F238E27FC236}">
                            <a16:creationId xmlns:a16="http://schemas.microsoft.com/office/drawing/2014/main" id="{96EF09F2-612C-B07E-016D-F564EA5730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3938" y="1063625"/>
                        <a:ext cx="3533775" cy="1679575"/>
                      </a:xfrm>
                      <a:prstGeom prst="rect">
                        <a:avLst/>
                      </a:prstGeom>
                      <a:solidFill>
                        <a:schemeClr val="accent1"/>
                      </a:solid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6" name="Object 12">
            <a:extLst>
              <a:ext uri="{FF2B5EF4-FFF2-40B4-BE49-F238E27FC236}">
                <a16:creationId xmlns:a16="http://schemas.microsoft.com/office/drawing/2014/main" id="{47193044-EF5E-4018-912A-5986E691EDA1}"/>
              </a:ext>
            </a:extLst>
          </p:cNvPr>
          <p:cNvGraphicFramePr>
            <a:graphicFrameLocks noChangeAspect="1"/>
          </p:cNvGraphicFramePr>
          <p:nvPr/>
        </p:nvGraphicFramePr>
        <p:xfrm>
          <a:off x="1370013" y="1736725"/>
          <a:ext cx="2438400" cy="1452563"/>
        </p:xfrm>
        <a:graphic>
          <a:graphicData uri="http://schemas.openxmlformats.org/presentationml/2006/ole">
            <mc:AlternateContent xmlns:mc="http://schemas.openxmlformats.org/markup-compatibility/2006">
              <mc:Choice xmlns:v="urn:schemas-microsoft-com:vml" Requires="v">
                <p:oleObj name="Equation" r:id="rId6" imgW="2438280" imgH="1549080" progId="Equation.3">
                  <p:embed/>
                </p:oleObj>
              </mc:Choice>
              <mc:Fallback>
                <p:oleObj name="Equation" r:id="rId6" imgW="2438280" imgH="1549080" progId="Equation.3">
                  <p:embed/>
                  <p:pic>
                    <p:nvPicPr>
                      <p:cNvPr id="139276" name="Object 12">
                        <a:extLst>
                          <a:ext uri="{FF2B5EF4-FFF2-40B4-BE49-F238E27FC236}">
                            <a16:creationId xmlns:a16="http://schemas.microsoft.com/office/drawing/2014/main" id="{47193044-EF5E-4018-912A-5986E691ED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0013" y="1736725"/>
                        <a:ext cx="2438400" cy="145256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7" name="Object 13">
            <a:extLst>
              <a:ext uri="{FF2B5EF4-FFF2-40B4-BE49-F238E27FC236}">
                <a16:creationId xmlns:a16="http://schemas.microsoft.com/office/drawing/2014/main" id="{AD786376-3141-4C34-7EB9-F4783824F794}"/>
              </a:ext>
            </a:extLst>
          </p:cNvPr>
          <p:cNvGraphicFramePr>
            <a:graphicFrameLocks noChangeAspect="1"/>
          </p:cNvGraphicFramePr>
          <p:nvPr/>
        </p:nvGraphicFramePr>
        <p:xfrm>
          <a:off x="1141413" y="3368675"/>
          <a:ext cx="4151312" cy="868363"/>
        </p:xfrm>
        <a:graphic>
          <a:graphicData uri="http://schemas.openxmlformats.org/presentationml/2006/ole">
            <mc:AlternateContent xmlns:mc="http://schemas.openxmlformats.org/markup-compatibility/2006">
              <mc:Choice xmlns:v="urn:schemas-microsoft-com:vml" Requires="v">
                <p:oleObj name="Equation" r:id="rId8" imgW="3936960" imgH="901440" progId="Equation.3">
                  <p:embed/>
                </p:oleObj>
              </mc:Choice>
              <mc:Fallback>
                <p:oleObj name="Equation" r:id="rId8" imgW="3936960" imgH="901440" progId="Equation.3">
                  <p:embed/>
                  <p:pic>
                    <p:nvPicPr>
                      <p:cNvPr id="139277" name="Object 13">
                        <a:extLst>
                          <a:ext uri="{FF2B5EF4-FFF2-40B4-BE49-F238E27FC236}">
                            <a16:creationId xmlns:a16="http://schemas.microsoft.com/office/drawing/2014/main" id="{AD786376-3141-4C34-7EB9-F4783824F79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1413" y="3368675"/>
                        <a:ext cx="4151312" cy="86836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8" name="Object 14">
            <a:extLst>
              <a:ext uri="{FF2B5EF4-FFF2-40B4-BE49-F238E27FC236}">
                <a16:creationId xmlns:a16="http://schemas.microsoft.com/office/drawing/2014/main" id="{E0394351-3DBE-7836-7578-4DF193EC7495}"/>
              </a:ext>
            </a:extLst>
          </p:cNvPr>
          <p:cNvGraphicFramePr>
            <a:graphicFrameLocks noChangeAspect="1"/>
          </p:cNvGraphicFramePr>
          <p:nvPr/>
        </p:nvGraphicFramePr>
        <p:xfrm>
          <a:off x="4286250" y="5014913"/>
          <a:ext cx="2325688" cy="1447800"/>
        </p:xfrm>
        <a:graphic>
          <a:graphicData uri="http://schemas.openxmlformats.org/presentationml/2006/ole">
            <mc:AlternateContent xmlns:mc="http://schemas.openxmlformats.org/markup-compatibility/2006">
              <mc:Choice xmlns:v="urn:schemas-microsoft-com:vml" Requires="v">
                <p:oleObj name="Equation" r:id="rId10" imgW="2361960" imgH="1650960" progId="Equation.3">
                  <p:embed/>
                </p:oleObj>
              </mc:Choice>
              <mc:Fallback>
                <p:oleObj name="Equation" r:id="rId10" imgW="2361960" imgH="1650960" progId="Equation.3">
                  <p:embed/>
                  <p:pic>
                    <p:nvPicPr>
                      <p:cNvPr id="139278" name="Object 14">
                        <a:extLst>
                          <a:ext uri="{FF2B5EF4-FFF2-40B4-BE49-F238E27FC236}">
                            <a16:creationId xmlns:a16="http://schemas.microsoft.com/office/drawing/2014/main" id="{E0394351-3DBE-7836-7578-4DF193EC749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6250" y="5014913"/>
                        <a:ext cx="2325688" cy="1447800"/>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left)">
                                      <p:cBhvr>
                                        <p:cTn id="7" dur="500"/>
                                        <p:tgtEl>
                                          <p:spTgt spid="139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9275"/>
                                        </p:tgtEl>
                                        <p:attrNameLst>
                                          <p:attrName>style.visibility</p:attrName>
                                        </p:attrNameLst>
                                      </p:cBhvr>
                                      <p:to>
                                        <p:strVal val="visible"/>
                                      </p:to>
                                    </p:set>
                                    <p:animEffect transition="in" filter="blinds(horizontal)">
                                      <p:cBhvr>
                                        <p:cTn id="12" dur="500"/>
                                        <p:tgtEl>
                                          <p:spTgt spid="1392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39276"/>
                                        </p:tgtEl>
                                        <p:attrNameLst>
                                          <p:attrName>style.visibility</p:attrName>
                                        </p:attrNameLst>
                                      </p:cBhvr>
                                      <p:to>
                                        <p:strVal val="visible"/>
                                      </p:to>
                                    </p:set>
                                    <p:animEffect transition="in" filter="checkerboard(across)">
                                      <p:cBhvr>
                                        <p:cTn id="17" dur="500"/>
                                        <p:tgtEl>
                                          <p:spTgt spid="1392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9277"/>
                                        </p:tgtEl>
                                        <p:attrNameLst>
                                          <p:attrName>style.visibility</p:attrName>
                                        </p:attrNameLst>
                                      </p:cBhvr>
                                      <p:to>
                                        <p:strVal val="visible"/>
                                      </p:to>
                                    </p:set>
                                    <p:animEffect transition="in" filter="wipe(left)">
                                      <p:cBhvr>
                                        <p:cTn id="22" dur="500"/>
                                        <p:tgtEl>
                                          <p:spTgt spid="1392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9270"/>
                                        </p:tgtEl>
                                        <p:attrNameLst>
                                          <p:attrName>style.visibility</p:attrName>
                                        </p:attrNameLst>
                                      </p:cBhvr>
                                      <p:to>
                                        <p:strVal val="visible"/>
                                      </p:to>
                                    </p:set>
                                    <p:animEffect transition="in" filter="wipe(left)">
                                      <p:cBhvr>
                                        <p:cTn id="27" dur="500"/>
                                        <p:tgtEl>
                                          <p:spTgt spid="1392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nodeType="clickEffect">
                                  <p:stCondLst>
                                    <p:cond delay="0"/>
                                  </p:stCondLst>
                                  <p:childTnLst>
                                    <p:set>
                                      <p:cBhvr>
                                        <p:cTn id="31" dur="1" fill="hold">
                                          <p:stCondLst>
                                            <p:cond delay="0"/>
                                          </p:stCondLst>
                                        </p:cTn>
                                        <p:tgtEl>
                                          <p:spTgt spid="139269"/>
                                        </p:tgtEl>
                                        <p:attrNameLst>
                                          <p:attrName>style.visibility</p:attrName>
                                        </p:attrNameLst>
                                      </p:cBhvr>
                                      <p:to>
                                        <p:strVal val="visible"/>
                                      </p:to>
                                    </p:set>
                                    <p:anim calcmode="lin" valueType="num">
                                      <p:cBhvr>
                                        <p:cTn id="32" dur="500" fill="hold"/>
                                        <p:tgtEl>
                                          <p:spTgt spid="139269"/>
                                        </p:tgtEl>
                                        <p:attrNameLst>
                                          <p:attrName>ppt_w</p:attrName>
                                        </p:attrNameLst>
                                      </p:cBhvr>
                                      <p:tavLst>
                                        <p:tav tm="0">
                                          <p:val>
                                            <p:fltVal val="0"/>
                                          </p:val>
                                        </p:tav>
                                        <p:tav tm="100000">
                                          <p:val>
                                            <p:strVal val="#ppt_w"/>
                                          </p:val>
                                        </p:tav>
                                      </p:tavLst>
                                    </p:anim>
                                    <p:anim calcmode="lin" valueType="num">
                                      <p:cBhvr>
                                        <p:cTn id="33" dur="500" fill="hold"/>
                                        <p:tgtEl>
                                          <p:spTgt spid="139269"/>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10" fill="hold" nodeType="clickEffect">
                                  <p:stCondLst>
                                    <p:cond delay="0"/>
                                  </p:stCondLst>
                                  <p:iterate type="lt">
                                    <p:tmPct val="100000"/>
                                  </p:iterate>
                                  <p:childTnLst>
                                    <p:set>
                                      <p:cBhvr>
                                        <p:cTn id="37" dur="1" fill="hold">
                                          <p:stCondLst>
                                            <p:cond delay="0"/>
                                          </p:stCondLst>
                                        </p:cTn>
                                        <p:tgtEl>
                                          <p:spTgt spid="139272"/>
                                        </p:tgtEl>
                                        <p:attrNameLst>
                                          <p:attrName>style.visibility</p:attrName>
                                        </p:attrNameLst>
                                      </p:cBhvr>
                                      <p:to>
                                        <p:strVal val="visible"/>
                                      </p:to>
                                    </p:set>
                                    <p:anim calcmode="lin" valueType="num">
                                      <p:cBhvr>
                                        <p:cTn id="38" dur="75" fill="hold"/>
                                        <p:tgtEl>
                                          <p:spTgt spid="139272"/>
                                        </p:tgtEl>
                                        <p:attrNameLst>
                                          <p:attrName>ppt_w</p:attrName>
                                        </p:attrNameLst>
                                      </p:cBhvr>
                                      <p:tavLst>
                                        <p:tav tm="0">
                                          <p:val>
                                            <p:fltVal val="0"/>
                                          </p:val>
                                        </p:tav>
                                        <p:tav tm="100000">
                                          <p:val>
                                            <p:strVal val="#ppt_w"/>
                                          </p:val>
                                        </p:tav>
                                      </p:tavLst>
                                    </p:anim>
                                    <p:anim calcmode="lin" valueType="num">
                                      <p:cBhvr>
                                        <p:cTn id="39" dur="75" fill="hold"/>
                                        <p:tgtEl>
                                          <p:spTgt spid="139272"/>
                                        </p:tgtEl>
                                        <p:attrNameLst>
                                          <p:attrName>ppt_h</p:attrName>
                                        </p:attrNameLst>
                                      </p:cBhvr>
                                      <p:tavLst>
                                        <p:tav tm="0">
                                          <p:val>
                                            <p:strVal val="#ppt_h"/>
                                          </p:val>
                                        </p:tav>
                                        <p:tav tm="100000">
                                          <p:val>
                                            <p:strVal val="#ppt_h"/>
                                          </p:val>
                                        </p:tav>
                                      </p:tavLst>
                                    </p:anim>
                                  </p:childTnLst>
                                </p:cTn>
                              </p:par>
                            </p:childTnLst>
                          </p:cTn>
                        </p:par>
                        <p:par>
                          <p:cTn id="40" fill="hold" nodeType="afterGroup">
                            <p:stCondLst>
                              <p:cond delay="750"/>
                            </p:stCondLst>
                            <p:childTnLst>
                              <p:par>
                                <p:cTn id="41" presetID="16" presetClass="entr" presetSubtype="42" fill="hold" nodeType="afterEffect">
                                  <p:stCondLst>
                                    <p:cond delay="0"/>
                                  </p:stCondLst>
                                  <p:childTnLst>
                                    <p:set>
                                      <p:cBhvr>
                                        <p:cTn id="42" dur="1" fill="hold">
                                          <p:stCondLst>
                                            <p:cond delay="0"/>
                                          </p:stCondLst>
                                        </p:cTn>
                                        <p:tgtEl>
                                          <p:spTgt spid="139278"/>
                                        </p:tgtEl>
                                        <p:attrNameLst>
                                          <p:attrName>style.visibility</p:attrName>
                                        </p:attrNameLst>
                                      </p:cBhvr>
                                      <p:to>
                                        <p:strVal val="visible"/>
                                      </p:to>
                                    </p:set>
                                    <p:animEffect transition="in" filter="barn(outHorizontal)">
                                      <p:cBhvr>
                                        <p:cTn id="43" dur="500"/>
                                        <p:tgtEl>
                                          <p:spTgt spid="139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autoUpdateAnimBg="0"/>
      <p:bldP spid="139269" grpId="0" autoUpdateAnimBg="0"/>
      <p:bldP spid="13927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2">
            <a:extLst>
              <a:ext uri="{FF2B5EF4-FFF2-40B4-BE49-F238E27FC236}">
                <a16:creationId xmlns:a16="http://schemas.microsoft.com/office/drawing/2014/main" id="{E30B60B3-B8E0-AD0F-9A6B-4A08EF856A59}"/>
              </a:ext>
            </a:extLst>
          </p:cNvPr>
          <p:cNvGraphicFramePr>
            <a:graphicFrameLocks noChangeAspect="1"/>
          </p:cNvGraphicFramePr>
          <p:nvPr/>
        </p:nvGraphicFramePr>
        <p:xfrm>
          <a:off x="533400" y="1447800"/>
          <a:ext cx="2527300" cy="1597025"/>
        </p:xfrm>
        <a:graphic>
          <a:graphicData uri="http://schemas.openxmlformats.org/presentationml/2006/ole">
            <mc:AlternateContent xmlns:mc="http://schemas.openxmlformats.org/markup-compatibility/2006">
              <mc:Choice xmlns:v="urn:schemas-microsoft-com:vml" Requires="v">
                <p:oleObj name="Equation" r:id="rId2" imgW="2450880" imgH="1549080" progId="Equation.3">
                  <p:embed/>
                </p:oleObj>
              </mc:Choice>
              <mc:Fallback>
                <p:oleObj name="Equation" r:id="rId2" imgW="2450880" imgH="1549080" progId="Equation.3">
                  <p:embed/>
                  <p:pic>
                    <p:nvPicPr>
                      <p:cNvPr id="69634" name="Object 2">
                        <a:extLst>
                          <a:ext uri="{FF2B5EF4-FFF2-40B4-BE49-F238E27FC236}">
                            <a16:creationId xmlns:a16="http://schemas.microsoft.com/office/drawing/2014/main" id="{E30B60B3-B8E0-AD0F-9A6B-4A08EF856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47800"/>
                        <a:ext cx="2527300" cy="159702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6" name="Text Box 4">
            <a:extLst>
              <a:ext uri="{FF2B5EF4-FFF2-40B4-BE49-F238E27FC236}">
                <a16:creationId xmlns:a16="http://schemas.microsoft.com/office/drawing/2014/main" id="{90383751-7135-E76C-EB62-EDDFB740E7B0}"/>
              </a:ext>
            </a:extLst>
          </p:cNvPr>
          <p:cNvSpPr txBox="1">
            <a:spLocks noChangeArrowheads="1"/>
          </p:cNvSpPr>
          <p:nvPr/>
        </p:nvSpPr>
        <p:spPr bwMode="auto">
          <a:xfrm>
            <a:off x="2362200" y="5843588"/>
            <a:ext cx="5662613" cy="55721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buFont typeface="Monotype Sorts" pitchFamily="2" charset="2"/>
              <a:buNone/>
            </a:pPr>
            <a:r>
              <a:rPr kumimoji="1" lang="zh-CN" altLang="en-US" sz="2800">
                <a:solidFill>
                  <a:srgbClr val="FF0000"/>
                </a:solidFill>
                <a:latin typeface="Times New Roman" panose="02020603050405020304" pitchFamily="18" charset="0"/>
              </a:rPr>
              <a:t>因果律在惯性系是绝对的。</a:t>
            </a:r>
          </a:p>
        </p:txBody>
      </p:sp>
      <p:graphicFrame>
        <p:nvGraphicFramePr>
          <p:cNvPr id="69637" name="Object 3">
            <a:extLst>
              <a:ext uri="{FF2B5EF4-FFF2-40B4-BE49-F238E27FC236}">
                <a16:creationId xmlns:a16="http://schemas.microsoft.com/office/drawing/2014/main" id="{5B7E6017-2B27-5FE5-5297-0F43CDCD9588}"/>
              </a:ext>
            </a:extLst>
          </p:cNvPr>
          <p:cNvGraphicFramePr>
            <a:graphicFrameLocks noChangeAspect="1"/>
          </p:cNvGraphicFramePr>
          <p:nvPr/>
        </p:nvGraphicFramePr>
        <p:xfrm>
          <a:off x="4267200" y="2895600"/>
          <a:ext cx="3352800" cy="1185863"/>
        </p:xfrm>
        <a:graphic>
          <a:graphicData uri="http://schemas.openxmlformats.org/presentationml/2006/ole">
            <mc:AlternateContent xmlns:mc="http://schemas.openxmlformats.org/markup-compatibility/2006">
              <mc:Choice xmlns:v="urn:schemas-microsoft-com:vml" Requires="v">
                <p:oleObj name="Equation" r:id="rId4" imgW="1688760" imgH="596880" progId="Equation.3">
                  <p:embed/>
                </p:oleObj>
              </mc:Choice>
              <mc:Fallback>
                <p:oleObj name="Equation" r:id="rId4" imgW="1688760" imgH="596880" progId="Equation.3">
                  <p:embed/>
                  <p:pic>
                    <p:nvPicPr>
                      <p:cNvPr id="69637" name="Object 3">
                        <a:extLst>
                          <a:ext uri="{FF2B5EF4-FFF2-40B4-BE49-F238E27FC236}">
                            <a16:creationId xmlns:a16="http://schemas.microsoft.com/office/drawing/2014/main" id="{5B7E6017-2B27-5FE5-5297-0F43CDCD95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2895600"/>
                        <a:ext cx="3352800" cy="118586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8" name="Text Box 6">
            <a:extLst>
              <a:ext uri="{FF2B5EF4-FFF2-40B4-BE49-F238E27FC236}">
                <a16:creationId xmlns:a16="http://schemas.microsoft.com/office/drawing/2014/main" id="{290778BB-B408-C4B0-1A38-32411D6CBBC1}"/>
              </a:ext>
            </a:extLst>
          </p:cNvPr>
          <p:cNvSpPr txBox="1">
            <a:spLocks noChangeArrowheads="1"/>
          </p:cNvSpPr>
          <p:nvPr/>
        </p:nvSpPr>
        <p:spPr bwMode="auto">
          <a:xfrm>
            <a:off x="3122613" y="3179763"/>
            <a:ext cx="9048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buFont typeface="Monotype Sorts" pitchFamily="2" charset="2"/>
              <a:buNone/>
            </a:pPr>
            <a:r>
              <a:rPr kumimoji="1" lang="zh-CN" altLang="en-US" sz="2800">
                <a:latin typeface="Times New Roman" panose="02020603050405020304" pitchFamily="18" charset="0"/>
              </a:rPr>
              <a:t>即：</a:t>
            </a:r>
            <a:endParaRPr kumimoji="1" lang="zh-CN" altLang="en-US" b="0">
              <a:latin typeface="Times New Roman" panose="02020603050405020304" pitchFamily="18" charset="0"/>
            </a:endParaRPr>
          </a:p>
        </p:txBody>
      </p:sp>
      <p:graphicFrame>
        <p:nvGraphicFramePr>
          <p:cNvPr id="69639" name="Object 4">
            <a:extLst>
              <a:ext uri="{FF2B5EF4-FFF2-40B4-BE49-F238E27FC236}">
                <a16:creationId xmlns:a16="http://schemas.microsoft.com/office/drawing/2014/main" id="{60990984-ABDD-61A8-64BB-A8EED6E90805}"/>
              </a:ext>
            </a:extLst>
          </p:cNvPr>
          <p:cNvGraphicFramePr>
            <a:graphicFrameLocks noChangeAspect="1"/>
          </p:cNvGraphicFramePr>
          <p:nvPr/>
        </p:nvGraphicFramePr>
        <p:xfrm>
          <a:off x="3200400" y="1676400"/>
          <a:ext cx="4038600" cy="1285875"/>
        </p:xfrm>
        <a:graphic>
          <a:graphicData uri="http://schemas.openxmlformats.org/presentationml/2006/ole">
            <mc:AlternateContent xmlns:mc="http://schemas.openxmlformats.org/markup-compatibility/2006">
              <mc:Choice xmlns:v="urn:schemas-microsoft-com:vml" Requires="v">
                <p:oleObj name="Equation" r:id="rId6" imgW="1612800" imgH="558720" progId="Equation.3">
                  <p:embed/>
                </p:oleObj>
              </mc:Choice>
              <mc:Fallback>
                <p:oleObj name="Equation" r:id="rId6" imgW="1612800" imgH="558720" progId="Equation.3">
                  <p:embed/>
                  <p:pic>
                    <p:nvPicPr>
                      <p:cNvPr id="69639" name="Object 4">
                        <a:extLst>
                          <a:ext uri="{FF2B5EF4-FFF2-40B4-BE49-F238E27FC236}">
                            <a16:creationId xmlns:a16="http://schemas.microsoft.com/office/drawing/2014/main" id="{60990984-ABDD-61A8-64BB-A8EED6E908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1676400"/>
                        <a:ext cx="4038600" cy="128587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1" name="Text Box 9">
            <a:extLst>
              <a:ext uri="{FF2B5EF4-FFF2-40B4-BE49-F238E27FC236}">
                <a16:creationId xmlns:a16="http://schemas.microsoft.com/office/drawing/2014/main" id="{B1831A11-5700-D968-102A-71989494CE3A}"/>
              </a:ext>
            </a:extLst>
          </p:cNvPr>
          <p:cNvSpPr txBox="1">
            <a:spLocks noChangeArrowheads="1"/>
          </p:cNvSpPr>
          <p:nvPr/>
        </p:nvSpPr>
        <p:spPr bwMode="auto">
          <a:xfrm>
            <a:off x="2286000" y="5129213"/>
            <a:ext cx="53340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buFont typeface="Monotype Sorts" pitchFamily="2" charset="2"/>
              <a:buNone/>
            </a:pPr>
            <a:r>
              <a:rPr kumimoji="1" lang="zh-CN" altLang="en-US" sz="2800">
                <a:latin typeface="Times New Roman" panose="02020603050405020304" pitchFamily="18" charset="0"/>
                <a:sym typeface="Math5" pitchFamily="2" charset="2"/>
              </a:rPr>
              <a:t>那么</a:t>
            </a:r>
            <a:r>
              <a:rPr kumimoji="1" lang="en-US" altLang="zh-CN" sz="2800">
                <a:latin typeface="Times New Roman" panose="02020603050405020304" pitchFamily="18" charset="0"/>
                <a:sym typeface="Math5" pitchFamily="2" charset="2"/>
              </a:rPr>
              <a:t>: </a:t>
            </a:r>
            <a:r>
              <a:rPr kumimoji="1" lang="en-US" altLang="zh-CN" sz="3200">
                <a:solidFill>
                  <a:srgbClr val="FF0000"/>
                </a:solidFill>
                <a:latin typeface="Times New Roman" panose="02020603050405020304" pitchFamily="18" charset="0"/>
                <a:sym typeface="Math5" pitchFamily="2" charset="2"/>
              </a:rPr>
              <a:t>⊿</a:t>
            </a:r>
            <a:r>
              <a:rPr kumimoji="1" lang="en-US" altLang="zh-CN" sz="2800" i="1">
                <a:solidFill>
                  <a:srgbClr val="FF0000"/>
                </a:solidFill>
                <a:latin typeface="Times New Roman" panose="02020603050405020304" pitchFamily="18" charset="0"/>
                <a:sym typeface="Math5" pitchFamily="2" charset="2"/>
              </a:rPr>
              <a:t>t</a:t>
            </a:r>
            <a:r>
              <a:rPr kumimoji="1" lang="en-US" altLang="zh-CN" sz="2800" i="1">
                <a:latin typeface="Times New Roman" panose="02020603050405020304" pitchFamily="18" charset="0"/>
                <a:sym typeface="Math5" pitchFamily="2" charset="2"/>
              </a:rPr>
              <a:t> </a:t>
            </a:r>
            <a:r>
              <a:rPr kumimoji="1" lang="zh-CN" altLang="en-US" sz="2800">
                <a:latin typeface="Times New Roman" panose="02020603050405020304" pitchFamily="18" charset="0"/>
                <a:sym typeface="Math5" pitchFamily="2" charset="2"/>
              </a:rPr>
              <a:t>与</a:t>
            </a:r>
            <a:r>
              <a:rPr kumimoji="1" lang="zh-CN" altLang="en-US" sz="3200">
                <a:solidFill>
                  <a:srgbClr val="FF0000"/>
                </a:solidFill>
                <a:latin typeface="Times New Roman" panose="02020603050405020304" pitchFamily="18" charset="0"/>
                <a:sym typeface="Math5" pitchFamily="2" charset="2"/>
              </a:rPr>
              <a:t>⊿</a:t>
            </a:r>
            <a:r>
              <a:rPr kumimoji="1" lang="en-US" altLang="zh-CN" sz="2800" i="1">
                <a:solidFill>
                  <a:srgbClr val="FF0000"/>
                </a:solidFill>
                <a:latin typeface="Times New Roman" panose="02020603050405020304" pitchFamily="18" charset="0"/>
                <a:sym typeface="Math5" pitchFamily="2" charset="2"/>
              </a:rPr>
              <a:t>t'</a:t>
            </a:r>
            <a:r>
              <a:rPr kumimoji="1" lang="en-US" altLang="zh-CN" sz="2800" i="1">
                <a:latin typeface="Times New Roman" panose="02020603050405020304" pitchFamily="18" charset="0"/>
                <a:sym typeface="Math5" pitchFamily="2" charset="2"/>
              </a:rPr>
              <a:t>  </a:t>
            </a:r>
            <a:r>
              <a:rPr kumimoji="1" lang="zh-CN" altLang="zh-CN" sz="2800">
                <a:latin typeface="Times New Roman" panose="02020603050405020304" pitchFamily="18" charset="0"/>
                <a:sym typeface="Math5" pitchFamily="2" charset="2"/>
              </a:rPr>
              <a:t>同号</a:t>
            </a:r>
            <a:r>
              <a:rPr kumimoji="1" lang="en-US" altLang="zh-CN" sz="2800">
                <a:latin typeface="Times New Roman" panose="02020603050405020304" pitchFamily="18" charset="0"/>
                <a:sym typeface="Math5" pitchFamily="2" charset="2"/>
              </a:rPr>
              <a:t>!</a:t>
            </a:r>
          </a:p>
        </p:txBody>
      </p:sp>
      <p:sp>
        <p:nvSpPr>
          <p:cNvPr id="69642" name="AutoShape 10">
            <a:extLst>
              <a:ext uri="{FF2B5EF4-FFF2-40B4-BE49-F238E27FC236}">
                <a16:creationId xmlns:a16="http://schemas.microsoft.com/office/drawing/2014/main" id="{C6A0DDB3-763F-F00A-CB96-7774437762F6}"/>
              </a:ext>
            </a:extLst>
          </p:cNvPr>
          <p:cNvSpPr>
            <a:spLocks noChangeArrowheads="1"/>
          </p:cNvSpPr>
          <p:nvPr/>
        </p:nvSpPr>
        <p:spPr bwMode="auto">
          <a:xfrm>
            <a:off x="304800" y="5410200"/>
            <a:ext cx="2362200" cy="914400"/>
          </a:xfrm>
          <a:prstGeom prst="cloudCallout">
            <a:avLst>
              <a:gd name="adj1" fmla="val 26208"/>
              <a:gd name="adj2" fmla="val -7639"/>
            </a:avLst>
          </a:prstGeom>
          <a:solidFill>
            <a:srgbClr val="FFFF00"/>
          </a:solidFill>
          <a:ln w="38100">
            <a:solidFill>
              <a:schemeClr val="accent2"/>
            </a:solidFill>
            <a:prstDash val="sysDot"/>
            <a:round/>
            <a:headEnd/>
            <a:tailEnd/>
          </a:ln>
        </p:spPr>
        <p:txBody>
          <a:bodyPr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buFont typeface="Monotype Sorts" pitchFamily="2" charset="2"/>
              <a:buNone/>
            </a:pPr>
            <a:r>
              <a:rPr kumimoji="1" lang="zh-CN" altLang="en-US" sz="2800">
                <a:solidFill>
                  <a:srgbClr val="FF0000"/>
                </a:solidFill>
                <a:latin typeface="Times New Roman" panose="02020603050405020304" pitchFamily="18" charset="0"/>
              </a:rPr>
              <a:t>结论：</a:t>
            </a:r>
          </a:p>
        </p:txBody>
      </p:sp>
      <p:sp>
        <p:nvSpPr>
          <p:cNvPr id="69646" name="Text Box 14">
            <a:extLst>
              <a:ext uri="{FF2B5EF4-FFF2-40B4-BE49-F238E27FC236}">
                <a16:creationId xmlns:a16="http://schemas.microsoft.com/office/drawing/2014/main" id="{BD6A0B09-8ED6-56BF-7C3D-4B16D58F415B}"/>
              </a:ext>
            </a:extLst>
          </p:cNvPr>
          <p:cNvSpPr txBox="1">
            <a:spLocks noChangeArrowheads="1"/>
          </p:cNvSpPr>
          <p:nvPr/>
        </p:nvSpPr>
        <p:spPr bwMode="auto">
          <a:xfrm>
            <a:off x="0" y="260350"/>
            <a:ext cx="91440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spcBef>
                <a:spcPct val="50000"/>
              </a:spcBef>
              <a:buFont typeface="Monotype Sorts" pitchFamily="2" charset="2"/>
              <a:buNone/>
            </a:pPr>
            <a:r>
              <a:rPr kumimoji="1" lang="zh-CN" altLang="en-US" sz="2800">
                <a:latin typeface="Times New Roman" panose="02020603050405020304" pitchFamily="18" charset="0"/>
              </a:rPr>
              <a:t>如果两事件有因果关系：</a:t>
            </a:r>
            <a:r>
              <a:rPr kumimoji="1" lang="en-US" altLang="zh-CN" sz="2800">
                <a:latin typeface="Times New Roman" panose="02020603050405020304" pitchFamily="18" charset="0"/>
              </a:rPr>
              <a:t>A</a:t>
            </a:r>
            <a:r>
              <a:rPr kumimoji="1" lang="zh-CN" altLang="en-US" sz="2800">
                <a:latin typeface="Times New Roman" panose="02020603050405020304" pitchFamily="18" charset="0"/>
              </a:rPr>
              <a:t>开枪，</a:t>
            </a:r>
            <a:r>
              <a:rPr kumimoji="1" lang="en-US" altLang="zh-CN" sz="2800">
                <a:latin typeface="Times New Roman" panose="02020603050405020304" pitchFamily="18" charset="0"/>
              </a:rPr>
              <a:t>B</a:t>
            </a:r>
            <a:r>
              <a:rPr kumimoji="1" lang="zh-CN" altLang="en-US" sz="2800">
                <a:latin typeface="Times New Roman" panose="02020603050405020304" pitchFamily="18" charset="0"/>
              </a:rPr>
              <a:t>中弹。</a:t>
            </a:r>
          </a:p>
        </p:txBody>
      </p:sp>
      <p:graphicFrame>
        <p:nvGraphicFramePr>
          <p:cNvPr id="69647" name="Object 5">
            <a:extLst>
              <a:ext uri="{FF2B5EF4-FFF2-40B4-BE49-F238E27FC236}">
                <a16:creationId xmlns:a16="http://schemas.microsoft.com/office/drawing/2014/main" id="{6A3F8779-808F-55C0-BE4A-E33D2288D583}"/>
              </a:ext>
            </a:extLst>
          </p:cNvPr>
          <p:cNvGraphicFramePr>
            <a:graphicFrameLocks noChangeAspect="1"/>
          </p:cNvGraphicFramePr>
          <p:nvPr/>
        </p:nvGraphicFramePr>
        <p:xfrm>
          <a:off x="776288" y="700088"/>
          <a:ext cx="542925" cy="885825"/>
        </p:xfrm>
        <a:graphic>
          <a:graphicData uri="http://schemas.openxmlformats.org/presentationml/2006/ole">
            <mc:AlternateContent xmlns:mc="http://schemas.openxmlformats.org/markup-compatibility/2006">
              <mc:Choice xmlns:v="urn:schemas-microsoft-com:vml" Requires="v">
                <p:oleObj name="公式" r:id="rId8" imgW="241200" imgH="393480" progId="Equation.3">
                  <p:embed/>
                </p:oleObj>
              </mc:Choice>
              <mc:Fallback>
                <p:oleObj name="公式" r:id="rId8" imgW="241200" imgH="393480" progId="Equation.3">
                  <p:embed/>
                  <p:pic>
                    <p:nvPicPr>
                      <p:cNvPr id="69647" name="Object 5">
                        <a:extLst>
                          <a:ext uri="{FF2B5EF4-FFF2-40B4-BE49-F238E27FC236}">
                            <a16:creationId xmlns:a16="http://schemas.microsoft.com/office/drawing/2014/main" id="{6A3F8779-808F-55C0-BE4A-E33D2288D5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288" y="700088"/>
                        <a:ext cx="542925" cy="8858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48" name="Text Box 16">
            <a:extLst>
              <a:ext uri="{FF2B5EF4-FFF2-40B4-BE49-F238E27FC236}">
                <a16:creationId xmlns:a16="http://schemas.microsoft.com/office/drawing/2014/main" id="{0BCC572D-A909-BC8D-395F-24B3F89C7BCF}"/>
              </a:ext>
            </a:extLst>
          </p:cNvPr>
          <p:cNvSpPr txBox="1">
            <a:spLocks noChangeArrowheads="1"/>
          </p:cNvSpPr>
          <p:nvPr/>
        </p:nvSpPr>
        <p:spPr bwMode="auto">
          <a:xfrm>
            <a:off x="1524000" y="838200"/>
            <a:ext cx="76200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spcBef>
                <a:spcPct val="50000"/>
              </a:spcBef>
              <a:buFont typeface="Monotype Sorts" pitchFamily="2" charset="2"/>
              <a:buNone/>
            </a:pPr>
            <a:r>
              <a:rPr kumimoji="1" lang="zh-CN" altLang="en-US" sz="2800">
                <a:latin typeface="Times New Roman" panose="02020603050405020304" pitchFamily="18" charset="0"/>
              </a:rPr>
              <a:t>代表子弹飞行速率。看</a:t>
            </a:r>
            <a:r>
              <a:rPr kumimoji="1" lang="zh-CN" altLang="en-US" sz="3200">
                <a:solidFill>
                  <a:srgbClr val="FF0000"/>
                </a:solidFill>
                <a:latin typeface="Times New Roman" panose="02020603050405020304" pitchFamily="18" charset="0"/>
                <a:sym typeface="Math5" pitchFamily="2" charset="2"/>
              </a:rPr>
              <a:t>⊿</a:t>
            </a:r>
            <a:r>
              <a:rPr kumimoji="1" lang="en-US" altLang="zh-CN" sz="2800" i="1">
                <a:solidFill>
                  <a:srgbClr val="FF0000"/>
                </a:solidFill>
                <a:latin typeface="Times New Roman" panose="02020603050405020304" pitchFamily="18" charset="0"/>
                <a:sym typeface="Math5" pitchFamily="2" charset="2"/>
              </a:rPr>
              <a:t>t</a:t>
            </a:r>
            <a:r>
              <a:rPr kumimoji="1" lang="en-US" altLang="zh-CN" sz="2800" i="1">
                <a:latin typeface="Times New Roman" panose="02020603050405020304" pitchFamily="18" charset="0"/>
                <a:sym typeface="Math5" pitchFamily="2" charset="2"/>
              </a:rPr>
              <a:t> </a:t>
            </a:r>
            <a:r>
              <a:rPr kumimoji="1" lang="zh-CN" altLang="en-US" sz="2800">
                <a:latin typeface="Times New Roman" panose="02020603050405020304" pitchFamily="18" charset="0"/>
                <a:sym typeface="Math5" pitchFamily="2" charset="2"/>
              </a:rPr>
              <a:t>与</a:t>
            </a:r>
            <a:r>
              <a:rPr kumimoji="1" lang="zh-CN" altLang="en-US" sz="3200">
                <a:solidFill>
                  <a:srgbClr val="FF0000"/>
                </a:solidFill>
                <a:latin typeface="Times New Roman" panose="02020603050405020304" pitchFamily="18" charset="0"/>
                <a:sym typeface="Math5" pitchFamily="2" charset="2"/>
              </a:rPr>
              <a:t>⊿</a:t>
            </a:r>
            <a:r>
              <a:rPr kumimoji="1" lang="en-US" altLang="zh-CN" sz="2800" i="1">
                <a:solidFill>
                  <a:srgbClr val="FF0000"/>
                </a:solidFill>
                <a:latin typeface="Times New Roman" panose="02020603050405020304" pitchFamily="18" charset="0"/>
                <a:sym typeface="Math5" pitchFamily="2" charset="2"/>
              </a:rPr>
              <a:t>t’ </a:t>
            </a:r>
            <a:r>
              <a:rPr kumimoji="1" lang="zh-CN" altLang="en-US" sz="2800">
                <a:latin typeface="Times New Roman" panose="02020603050405020304" pitchFamily="18" charset="0"/>
                <a:sym typeface="Math5" pitchFamily="2" charset="2"/>
              </a:rPr>
              <a:t>有什么关系：</a:t>
            </a:r>
          </a:p>
        </p:txBody>
      </p:sp>
      <p:graphicFrame>
        <p:nvGraphicFramePr>
          <p:cNvPr id="69651" name="Object 6">
            <a:extLst>
              <a:ext uri="{FF2B5EF4-FFF2-40B4-BE49-F238E27FC236}">
                <a16:creationId xmlns:a16="http://schemas.microsoft.com/office/drawing/2014/main" id="{C7722FFE-FC96-43FF-4A52-5EF2E5CCFA5C}"/>
              </a:ext>
            </a:extLst>
          </p:cNvPr>
          <p:cNvGraphicFramePr>
            <a:graphicFrameLocks noChangeAspect="1"/>
          </p:cNvGraphicFramePr>
          <p:nvPr/>
        </p:nvGraphicFramePr>
        <p:xfrm>
          <a:off x="4111625" y="4275138"/>
          <a:ext cx="1958975" cy="993775"/>
        </p:xfrm>
        <a:graphic>
          <a:graphicData uri="http://schemas.openxmlformats.org/presentationml/2006/ole">
            <mc:AlternateContent xmlns:mc="http://schemas.openxmlformats.org/markup-compatibility/2006">
              <mc:Choice xmlns:v="urn:schemas-microsoft-com:vml" Requires="v">
                <p:oleObj name="Equation" r:id="rId10" imgW="876240" imgH="444240" progId="Equation.3">
                  <p:embed/>
                </p:oleObj>
              </mc:Choice>
              <mc:Fallback>
                <p:oleObj name="Equation" r:id="rId10" imgW="876240" imgH="444240" progId="Equation.3">
                  <p:embed/>
                  <p:pic>
                    <p:nvPicPr>
                      <p:cNvPr id="69651" name="Object 6">
                        <a:extLst>
                          <a:ext uri="{FF2B5EF4-FFF2-40B4-BE49-F238E27FC236}">
                            <a16:creationId xmlns:a16="http://schemas.microsoft.com/office/drawing/2014/main" id="{C7722FFE-FC96-43FF-4A52-5EF2E5CCFA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11625" y="4275138"/>
                        <a:ext cx="1958975" cy="99377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9646"/>
                                        </p:tgtEl>
                                        <p:attrNameLst>
                                          <p:attrName>style.visibility</p:attrName>
                                        </p:attrNameLst>
                                      </p:cBhvr>
                                      <p:to>
                                        <p:strVal val="visible"/>
                                      </p:to>
                                    </p:set>
                                    <p:anim calcmode="lin" valueType="num">
                                      <p:cBhvr additive="base">
                                        <p:cTn id="7" dur="500" fill="hold"/>
                                        <p:tgtEl>
                                          <p:spTgt spid="69646"/>
                                        </p:tgtEl>
                                        <p:attrNameLst>
                                          <p:attrName>ppt_x</p:attrName>
                                        </p:attrNameLst>
                                      </p:cBhvr>
                                      <p:tavLst>
                                        <p:tav tm="0">
                                          <p:val>
                                            <p:strVal val="0-#ppt_w/2"/>
                                          </p:val>
                                        </p:tav>
                                        <p:tav tm="100000">
                                          <p:val>
                                            <p:strVal val="#ppt_x"/>
                                          </p:val>
                                        </p:tav>
                                      </p:tavLst>
                                    </p:anim>
                                    <p:anim calcmode="lin" valueType="num">
                                      <p:cBhvr additive="base">
                                        <p:cTn id="8" dur="500" fill="hold"/>
                                        <p:tgtEl>
                                          <p:spTgt spid="696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9647"/>
                                        </p:tgtEl>
                                        <p:attrNameLst>
                                          <p:attrName>style.visibility</p:attrName>
                                        </p:attrNameLst>
                                      </p:cBhvr>
                                      <p:to>
                                        <p:strVal val="visible"/>
                                      </p:to>
                                    </p:set>
                                    <p:anim calcmode="lin" valueType="num">
                                      <p:cBhvr additive="base">
                                        <p:cTn id="13" dur="500" fill="hold"/>
                                        <p:tgtEl>
                                          <p:spTgt spid="69647"/>
                                        </p:tgtEl>
                                        <p:attrNameLst>
                                          <p:attrName>ppt_x</p:attrName>
                                        </p:attrNameLst>
                                      </p:cBhvr>
                                      <p:tavLst>
                                        <p:tav tm="0">
                                          <p:val>
                                            <p:strVal val="0-#ppt_w/2"/>
                                          </p:val>
                                        </p:tav>
                                        <p:tav tm="100000">
                                          <p:val>
                                            <p:strVal val="#ppt_x"/>
                                          </p:val>
                                        </p:tav>
                                      </p:tavLst>
                                    </p:anim>
                                    <p:anim calcmode="lin" valueType="num">
                                      <p:cBhvr additive="base">
                                        <p:cTn id="14" dur="500" fill="hold"/>
                                        <p:tgtEl>
                                          <p:spTgt spid="696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9648"/>
                                        </p:tgtEl>
                                        <p:attrNameLst>
                                          <p:attrName>style.visibility</p:attrName>
                                        </p:attrNameLst>
                                      </p:cBhvr>
                                      <p:to>
                                        <p:strVal val="visible"/>
                                      </p:to>
                                    </p:set>
                                    <p:anim calcmode="lin" valueType="num">
                                      <p:cBhvr additive="base">
                                        <p:cTn id="19" dur="500" fill="hold"/>
                                        <p:tgtEl>
                                          <p:spTgt spid="69648"/>
                                        </p:tgtEl>
                                        <p:attrNameLst>
                                          <p:attrName>ppt_x</p:attrName>
                                        </p:attrNameLst>
                                      </p:cBhvr>
                                      <p:tavLst>
                                        <p:tav tm="0">
                                          <p:val>
                                            <p:strVal val="0-#ppt_w/2"/>
                                          </p:val>
                                        </p:tav>
                                        <p:tav tm="100000">
                                          <p:val>
                                            <p:strVal val="#ppt_x"/>
                                          </p:val>
                                        </p:tav>
                                      </p:tavLst>
                                    </p:anim>
                                    <p:anim calcmode="lin" valueType="num">
                                      <p:cBhvr additive="base">
                                        <p:cTn id="20" dur="500" fill="hold"/>
                                        <p:tgtEl>
                                          <p:spTgt spid="6964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nodeType="clickEffect">
                                  <p:stCondLst>
                                    <p:cond delay="0"/>
                                  </p:stCondLst>
                                  <p:childTnLst>
                                    <p:set>
                                      <p:cBhvr>
                                        <p:cTn id="24" dur="1" fill="hold">
                                          <p:stCondLst>
                                            <p:cond delay="0"/>
                                          </p:stCondLst>
                                        </p:cTn>
                                        <p:tgtEl>
                                          <p:spTgt spid="69634"/>
                                        </p:tgtEl>
                                        <p:attrNameLst>
                                          <p:attrName>style.visibility</p:attrName>
                                        </p:attrNameLst>
                                      </p:cBhvr>
                                      <p:to>
                                        <p:strVal val="visible"/>
                                      </p:to>
                                    </p:set>
                                    <p:anim calcmode="lin" valueType="num">
                                      <p:cBhvr additive="base">
                                        <p:cTn id="25" dur="500" fill="hold"/>
                                        <p:tgtEl>
                                          <p:spTgt spid="69634"/>
                                        </p:tgtEl>
                                        <p:attrNameLst>
                                          <p:attrName>ppt_x</p:attrName>
                                        </p:attrNameLst>
                                      </p:cBhvr>
                                      <p:tavLst>
                                        <p:tav tm="0">
                                          <p:val>
                                            <p:strVal val="#ppt_x"/>
                                          </p:val>
                                        </p:tav>
                                        <p:tav tm="100000">
                                          <p:val>
                                            <p:strVal val="#ppt_x"/>
                                          </p:val>
                                        </p:tav>
                                      </p:tavLst>
                                    </p:anim>
                                    <p:anim calcmode="lin" valueType="num">
                                      <p:cBhvr additive="base">
                                        <p:cTn id="26" dur="500" fill="hold"/>
                                        <p:tgtEl>
                                          <p:spTgt spid="69634"/>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69639"/>
                                        </p:tgtEl>
                                        <p:attrNameLst>
                                          <p:attrName>style.visibility</p:attrName>
                                        </p:attrNameLst>
                                      </p:cBhvr>
                                      <p:to>
                                        <p:strVal val="visible"/>
                                      </p:to>
                                    </p:set>
                                    <p:animEffect transition="in" filter="wipe(left)">
                                      <p:cBhvr>
                                        <p:cTn id="31" dur="500"/>
                                        <p:tgtEl>
                                          <p:spTgt spid="696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nodeType="clickEffect">
                                  <p:stCondLst>
                                    <p:cond delay="0"/>
                                  </p:stCondLst>
                                  <p:childTnLst>
                                    <p:set>
                                      <p:cBhvr>
                                        <p:cTn id="35" dur="1" fill="hold">
                                          <p:stCondLst>
                                            <p:cond delay="0"/>
                                          </p:stCondLst>
                                        </p:cTn>
                                        <p:tgtEl>
                                          <p:spTgt spid="69638"/>
                                        </p:tgtEl>
                                        <p:attrNameLst>
                                          <p:attrName>style.visibility</p:attrName>
                                        </p:attrNameLst>
                                      </p:cBhvr>
                                      <p:to>
                                        <p:strVal val="visible"/>
                                      </p:to>
                                    </p:set>
                                    <p:animEffect transition="in" filter="slide(fromBottom)">
                                      <p:cBhvr>
                                        <p:cTn id="36" dur="500"/>
                                        <p:tgtEl>
                                          <p:spTgt spid="69638"/>
                                        </p:tgtEl>
                                      </p:cBhvr>
                                    </p:animEffect>
                                  </p:childTnLst>
                                </p:cTn>
                              </p:par>
                            </p:childTnLst>
                          </p:cTn>
                        </p:par>
                        <p:par>
                          <p:cTn id="37" fill="hold" nodeType="afterGroup">
                            <p:stCondLst>
                              <p:cond delay="500"/>
                            </p:stCondLst>
                            <p:childTnLst>
                              <p:par>
                                <p:cTn id="38" presetID="17" presetClass="entr" presetSubtype="8" fill="hold" nodeType="afterEffect">
                                  <p:stCondLst>
                                    <p:cond delay="0"/>
                                  </p:stCondLst>
                                  <p:childTnLst>
                                    <p:set>
                                      <p:cBhvr>
                                        <p:cTn id="39" dur="1" fill="hold">
                                          <p:stCondLst>
                                            <p:cond delay="0"/>
                                          </p:stCondLst>
                                        </p:cTn>
                                        <p:tgtEl>
                                          <p:spTgt spid="69637"/>
                                        </p:tgtEl>
                                        <p:attrNameLst>
                                          <p:attrName>style.visibility</p:attrName>
                                        </p:attrNameLst>
                                      </p:cBhvr>
                                      <p:to>
                                        <p:strVal val="visible"/>
                                      </p:to>
                                    </p:set>
                                    <p:anim calcmode="lin" valueType="num">
                                      <p:cBhvr>
                                        <p:cTn id="40" dur="500" fill="hold"/>
                                        <p:tgtEl>
                                          <p:spTgt spid="69637"/>
                                        </p:tgtEl>
                                        <p:attrNameLst>
                                          <p:attrName>ppt_x</p:attrName>
                                        </p:attrNameLst>
                                      </p:cBhvr>
                                      <p:tavLst>
                                        <p:tav tm="0">
                                          <p:val>
                                            <p:strVal val="#ppt_x-#ppt_w/2"/>
                                          </p:val>
                                        </p:tav>
                                        <p:tav tm="100000">
                                          <p:val>
                                            <p:strVal val="#ppt_x"/>
                                          </p:val>
                                        </p:tav>
                                      </p:tavLst>
                                    </p:anim>
                                    <p:anim calcmode="lin" valueType="num">
                                      <p:cBhvr>
                                        <p:cTn id="41" dur="500" fill="hold"/>
                                        <p:tgtEl>
                                          <p:spTgt spid="69637"/>
                                        </p:tgtEl>
                                        <p:attrNameLst>
                                          <p:attrName>ppt_y</p:attrName>
                                        </p:attrNameLst>
                                      </p:cBhvr>
                                      <p:tavLst>
                                        <p:tav tm="0">
                                          <p:val>
                                            <p:strVal val="#ppt_y"/>
                                          </p:val>
                                        </p:tav>
                                        <p:tav tm="100000">
                                          <p:val>
                                            <p:strVal val="#ppt_y"/>
                                          </p:val>
                                        </p:tav>
                                      </p:tavLst>
                                    </p:anim>
                                    <p:anim calcmode="lin" valueType="num">
                                      <p:cBhvr>
                                        <p:cTn id="42" dur="500" fill="hold"/>
                                        <p:tgtEl>
                                          <p:spTgt spid="69637"/>
                                        </p:tgtEl>
                                        <p:attrNameLst>
                                          <p:attrName>ppt_w</p:attrName>
                                        </p:attrNameLst>
                                      </p:cBhvr>
                                      <p:tavLst>
                                        <p:tav tm="0">
                                          <p:val>
                                            <p:fltVal val="0"/>
                                          </p:val>
                                        </p:tav>
                                        <p:tav tm="100000">
                                          <p:val>
                                            <p:strVal val="#ppt_w"/>
                                          </p:val>
                                        </p:tav>
                                      </p:tavLst>
                                    </p:anim>
                                    <p:anim calcmode="lin" valueType="num">
                                      <p:cBhvr>
                                        <p:cTn id="43" dur="500" fill="hold"/>
                                        <p:tgtEl>
                                          <p:spTgt spid="69637"/>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69651"/>
                                        </p:tgtEl>
                                        <p:attrNameLst>
                                          <p:attrName>style.visibility</p:attrName>
                                        </p:attrNameLst>
                                      </p:cBhvr>
                                      <p:to>
                                        <p:strVal val="visible"/>
                                      </p:to>
                                    </p:set>
                                    <p:anim calcmode="lin" valueType="num">
                                      <p:cBhvr additive="base">
                                        <p:cTn id="48" dur="500" fill="hold"/>
                                        <p:tgtEl>
                                          <p:spTgt spid="69651"/>
                                        </p:tgtEl>
                                        <p:attrNameLst>
                                          <p:attrName>ppt_x</p:attrName>
                                        </p:attrNameLst>
                                      </p:cBhvr>
                                      <p:tavLst>
                                        <p:tav tm="0">
                                          <p:val>
                                            <p:strVal val="0-#ppt_w/2"/>
                                          </p:val>
                                        </p:tav>
                                        <p:tav tm="100000">
                                          <p:val>
                                            <p:strVal val="#ppt_x"/>
                                          </p:val>
                                        </p:tav>
                                      </p:tavLst>
                                    </p:anim>
                                    <p:anim calcmode="lin" valueType="num">
                                      <p:cBhvr additive="base">
                                        <p:cTn id="49" dur="500" fill="hold"/>
                                        <p:tgtEl>
                                          <p:spTgt spid="69651"/>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nodeType="clickEffect">
                                  <p:stCondLst>
                                    <p:cond delay="0"/>
                                  </p:stCondLst>
                                  <p:iterate type="lt">
                                    <p:tmPct val="100000"/>
                                  </p:iterate>
                                  <p:childTnLst>
                                    <p:set>
                                      <p:cBhvr>
                                        <p:cTn id="53" dur="1" fill="hold">
                                          <p:stCondLst>
                                            <p:cond delay="0"/>
                                          </p:stCondLst>
                                        </p:cTn>
                                        <p:tgtEl>
                                          <p:spTgt spid="69641"/>
                                        </p:tgtEl>
                                        <p:attrNameLst>
                                          <p:attrName>style.visibility</p:attrName>
                                        </p:attrNameLst>
                                      </p:cBhvr>
                                      <p:to>
                                        <p:strVal val="visible"/>
                                      </p:to>
                                    </p:set>
                                    <p:anim calcmode="lin" valueType="num">
                                      <p:cBhvr>
                                        <p:cTn id="54" dur="75" fill="hold"/>
                                        <p:tgtEl>
                                          <p:spTgt spid="69641"/>
                                        </p:tgtEl>
                                        <p:attrNameLst>
                                          <p:attrName>ppt_w</p:attrName>
                                        </p:attrNameLst>
                                      </p:cBhvr>
                                      <p:tavLst>
                                        <p:tav tm="0">
                                          <p:val>
                                            <p:fltVal val="0"/>
                                          </p:val>
                                        </p:tav>
                                        <p:tav tm="100000">
                                          <p:val>
                                            <p:strVal val="#ppt_w"/>
                                          </p:val>
                                        </p:tav>
                                      </p:tavLst>
                                    </p:anim>
                                    <p:anim calcmode="lin" valueType="num">
                                      <p:cBhvr>
                                        <p:cTn id="55" dur="75" fill="hold"/>
                                        <p:tgtEl>
                                          <p:spTgt spid="69641"/>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528" fill="hold" nodeType="clickEffect">
                                  <p:stCondLst>
                                    <p:cond delay="0"/>
                                  </p:stCondLst>
                                  <p:childTnLst>
                                    <p:set>
                                      <p:cBhvr>
                                        <p:cTn id="59" dur="1" fill="hold">
                                          <p:stCondLst>
                                            <p:cond delay="0"/>
                                          </p:stCondLst>
                                        </p:cTn>
                                        <p:tgtEl>
                                          <p:spTgt spid="69642"/>
                                        </p:tgtEl>
                                        <p:attrNameLst>
                                          <p:attrName>style.visibility</p:attrName>
                                        </p:attrNameLst>
                                      </p:cBhvr>
                                      <p:to>
                                        <p:strVal val="visible"/>
                                      </p:to>
                                    </p:set>
                                    <p:anim calcmode="lin" valueType="num">
                                      <p:cBhvr>
                                        <p:cTn id="60" dur="500" fill="hold"/>
                                        <p:tgtEl>
                                          <p:spTgt spid="69642"/>
                                        </p:tgtEl>
                                        <p:attrNameLst>
                                          <p:attrName>ppt_w</p:attrName>
                                        </p:attrNameLst>
                                      </p:cBhvr>
                                      <p:tavLst>
                                        <p:tav tm="0">
                                          <p:val>
                                            <p:fltVal val="0"/>
                                          </p:val>
                                        </p:tav>
                                        <p:tav tm="100000">
                                          <p:val>
                                            <p:strVal val="#ppt_w"/>
                                          </p:val>
                                        </p:tav>
                                      </p:tavLst>
                                    </p:anim>
                                    <p:anim calcmode="lin" valueType="num">
                                      <p:cBhvr>
                                        <p:cTn id="61" dur="500" fill="hold"/>
                                        <p:tgtEl>
                                          <p:spTgt spid="69642"/>
                                        </p:tgtEl>
                                        <p:attrNameLst>
                                          <p:attrName>ppt_h</p:attrName>
                                        </p:attrNameLst>
                                      </p:cBhvr>
                                      <p:tavLst>
                                        <p:tav tm="0">
                                          <p:val>
                                            <p:fltVal val="0"/>
                                          </p:val>
                                        </p:tav>
                                        <p:tav tm="100000">
                                          <p:val>
                                            <p:strVal val="#ppt_h"/>
                                          </p:val>
                                        </p:tav>
                                      </p:tavLst>
                                    </p:anim>
                                    <p:anim calcmode="lin" valueType="num">
                                      <p:cBhvr>
                                        <p:cTn id="62" dur="500" fill="hold"/>
                                        <p:tgtEl>
                                          <p:spTgt spid="69642"/>
                                        </p:tgtEl>
                                        <p:attrNameLst>
                                          <p:attrName>ppt_x</p:attrName>
                                        </p:attrNameLst>
                                      </p:cBhvr>
                                      <p:tavLst>
                                        <p:tav tm="0">
                                          <p:val>
                                            <p:fltVal val="0.5"/>
                                          </p:val>
                                        </p:tav>
                                        <p:tav tm="100000">
                                          <p:val>
                                            <p:strVal val="#ppt_x"/>
                                          </p:val>
                                        </p:tav>
                                      </p:tavLst>
                                    </p:anim>
                                    <p:anim calcmode="lin" valueType="num">
                                      <p:cBhvr>
                                        <p:cTn id="63" dur="500" fill="hold"/>
                                        <p:tgtEl>
                                          <p:spTgt spid="69642"/>
                                        </p:tgtEl>
                                        <p:attrNameLst>
                                          <p:attrName>ppt_y</p:attrName>
                                        </p:attrNameLst>
                                      </p:cBhvr>
                                      <p:tavLst>
                                        <p:tav tm="0">
                                          <p:val>
                                            <p:fltVal val="0.5"/>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3" presetClass="entr" presetSubtype="16" fill="hold" nodeType="clickEffect">
                                  <p:stCondLst>
                                    <p:cond delay="0"/>
                                  </p:stCondLst>
                                  <p:childTnLst>
                                    <p:set>
                                      <p:cBhvr>
                                        <p:cTn id="67" dur="1" fill="hold">
                                          <p:stCondLst>
                                            <p:cond delay="0"/>
                                          </p:stCondLst>
                                        </p:cTn>
                                        <p:tgtEl>
                                          <p:spTgt spid="69636"/>
                                        </p:tgtEl>
                                        <p:attrNameLst>
                                          <p:attrName>style.visibility</p:attrName>
                                        </p:attrNameLst>
                                      </p:cBhvr>
                                      <p:to>
                                        <p:strVal val="visible"/>
                                      </p:to>
                                    </p:set>
                                    <p:anim calcmode="lin" valueType="num">
                                      <p:cBhvr>
                                        <p:cTn id="68" dur="500" fill="hold"/>
                                        <p:tgtEl>
                                          <p:spTgt spid="69636"/>
                                        </p:tgtEl>
                                        <p:attrNameLst>
                                          <p:attrName>ppt_w</p:attrName>
                                        </p:attrNameLst>
                                      </p:cBhvr>
                                      <p:tavLst>
                                        <p:tav tm="0">
                                          <p:val>
                                            <p:fltVal val="0"/>
                                          </p:val>
                                        </p:tav>
                                        <p:tav tm="100000">
                                          <p:val>
                                            <p:strVal val="#ppt_w"/>
                                          </p:val>
                                        </p:tav>
                                      </p:tavLst>
                                    </p:anim>
                                    <p:anim calcmode="lin" valueType="num">
                                      <p:cBhvr>
                                        <p:cTn id="69" dur="500" fill="hold"/>
                                        <p:tgtEl>
                                          <p:spTgt spid="696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autoUpdateAnimBg="0"/>
      <p:bldP spid="69638" grpId="0" autoUpdateAnimBg="0"/>
      <p:bldP spid="69641" grpId="0" autoUpdateAnimBg="0"/>
      <p:bldP spid="69642" grpId="0" animBg="1" autoUpdateAnimBg="0"/>
      <p:bldP spid="69646" grpId="0" autoUpdateAnimBg="0"/>
      <p:bldP spid="6964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a:extLst>
              <a:ext uri="{FF2B5EF4-FFF2-40B4-BE49-F238E27FC236}">
                <a16:creationId xmlns:a16="http://schemas.microsoft.com/office/drawing/2014/main" id="{943D7F9C-A3A3-1042-E1A6-94F99FF90117}"/>
              </a:ext>
            </a:extLst>
          </p:cNvPr>
          <p:cNvSpPr>
            <a:spLocks noChangeArrowheads="1"/>
          </p:cNvSpPr>
          <p:nvPr/>
        </p:nvSpPr>
        <p:spPr bwMode="blackWhite">
          <a:xfrm>
            <a:off x="293688" y="3079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例</a:t>
            </a:r>
          </a:p>
        </p:txBody>
      </p:sp>
      <p:sp>
        <p:nvSpPr>
          <p:cNvPr id="912387" name="Text Box 3">
            <a:extLst>
              <a:ext uri="{FF2B5EF4-FFF2-40B4-BE49-F238E27FC236}">
                <a16:creationId xmlns:a16="http://schemas.microsoft.com/office/drawing/2014/main" id="{D0849AB1-EF64-7D77-082B-8DD1E260530D}"/>
              </a:ext>
            </a:extLst>
          </p:cNvPr>
          <p:cNvSpPr txBox="1">
            <a:spLocks noChangeArrowheads="1"/>
          </p:cNvSpPr>
          <p:nvPr/>
        </p:nvSpPr>
        <p:spPr bwMode="blackWhite">
          <a:xfrm>
            <a:off x="755650" y="204788"/>
            <a:ext cx="80660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rPr>
              <a:t>宇宙飞船以 </a:t>
            </a:r>
            <a:r>
              <a:rPr kumimoji="1" lang="en-US" altLang="zh-CN">
                <a:solidFill>
                  <a:srgbClr val="66FFFF"/>
                </a:solidFill>
                <a:latin typeface="Times New Roman" panose="02020603050405020304" pitchFamily="18" charset="0"/>
              </a:rPr>
              <a:t>0.8</a:t>
            </a:r>
            <a:r>
              <a:rPr kumimoji="1" lang="en-US" altLang="zh-CN" i="1">
                <a:solidFill>
                  <a:srgbClr val="66FFFF"/>
                </a:solidFill>
                <a:latin typeface="Times New Roman" panose="02020603050405020304" pitchFamily="18" charset="0"/>
              </a:rPr>
              <a:t>c</a:t>
            </a:r>
            <a:r>
              <a:rPr kumimoji="1" lang="en-US" altLang="zh-CN" i="1">
                <a:latin typeface="Times New Roman" panose="02020603050405020304" pitchFamily="18" charset="0"/>
              </a:rPr>
              <a:t> </a:t>
            </a:r>
            <a:r>
              <a:rPr kumimoji="1" lang="zh-CN" altLang="en-US">
                <a:latin typeface="Times New Roman" panose="02020603050405020304" pitchFamily="18" charset="0"/>
              </a:rPr>
              <a:t>速度远离地球</a:t>
            </a:r>
            <a:r>
              <a:rPr kumimoji="1" lang="en-US" altLang="zh-CN">
                <a:latin typeface="Times New Roman" panose="02020603050405020304" pitchFamily="18" charset="0"/>
              </a:rPr>
              <a:t>(</a:t>
            </a:r>
            <a:r>
              <a:rPr kumimoji="1" lang="zh-CN" altLang="en-US">
                <a:latin typeface="Times New Roman" panose="02020603050405020304" pitchFamily="18" charset="0"/>
              </a:rPr>
              <a:t>退行速度 </a:t>
            </a:r>
            <a:r>
              <a:rPr kumimoji="1" lang="en-US" altLang="zh-CN" i="1">
                <a:solidFill>
                  <a:srgbClr val="66FFFF"/>
                </a:solidFill>
                <a:latin typeface="Times New Roman" panose="02020603050405020304" pitchFamily="18" charset="0"/>
              </a:rPr>
              <a:t>u = </a:t>
            </a:r>
            <a:r>
              <a:rPr kumimoji="1" lang="en-US" altLang="zh-CN">
                <a:solidFill>
                  <a:srgbClr val="66FFFF"/>
                </a:solidFill>
                <a:latin typeface="Times New Roman" panose="02020603050405020304" pitchFamily="18" charset="0"/>
              </a:rPr>
              <a:t>0.8</a:t>
            </a:r>
            <a:r>
              <a:rPr kumimoji="1" lang="en-US" altLang="zh-CN" i="1">
                <a:solidFill>
                  <a:srgbClr val="66FFFF"/>
                </a:solidFill>
                <a:latin typeface="Times New Roman" panose="02020603050405020304" pitchFamily="18" charset="0"/>
              </a:rPr>
              <a:t>c</a:t>
            </a:r>
            <a:r>
              <a:rPr kumimoji="1" lang="en-US" altLang="zh-CN" i="1">
                <a:latin typeface="Times New Roman" panose="02020603050405020304" pitchFamily="18" charset="0"/>
              </a:rPr>
              <a:t> </a:t>
            </a:r>
            <a:r>
              <a:rPr kumimoji="1" lang="en-US" altLang="zh-CN">
                <a:latin typeface="Times New Roman" panose="02020603050405020304" pitchFamily="18" charset="0"/>
              </a:rPr>
              <a:t>)</a:t>
            </a:r>
            <a:r>
              <a:rPr kumimoji="1" lang="zh-CN" altLang="en-US">
                <a:latin typeface="Times New Roman" panose="02020603050405020304" pitchFamily="18" charset="0"/>
              </a:rPr>
              <a:t>，在此过程中飞船向地球发出两个闪光信号，其时间间隔为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i="1">
                <a:solidFill>
                  <a:srgbClr val="66FFFF"/>
                </a:solidFill>
                <a:latin typeface="Times New Roman" panose="02020603050405020304" pitchFamily="18" charset="0"/>
                <a:sym typeface="Symbol" panose="05050102010706020507" pitchFamily="18" charset="2"/>
              </a:rPr>
              <a:t>t</a:t>
            </a:r>
            <a:r>
              <a:rPr kumimoji="1" lang="en-US" altLang="zh-CN" baseline="-25000">
                <a:solidFill>
                  <a:srgbClr val="66FFFF"/>
                </a:solidFill>
                <a:latin typeface="Times New Roman" panose="02020603050405020304" pitchFamily="18" charset="0"/>
                <a:sym typeface="Symbol" panose="05050102010706020507" pitchFamily="18" charset="2"/>
              </a:rPr>
              <a:t>0</a:t>
            </a:r>
            <a:r>
              <a:rPr kumimoji="1" lang="en-US" altLang="zh-CN" i="1" baseline="-25000">
                <a:solidFill>
                  <a:srgbClr val="66FFFF"/>
                </a:solidFill>
                <a:latin typeface="Times New Roman" panose="02020603050405020304" pitchFamily="18" charset="0"/>
                <a:sym typeface="Symbol" panose="05050102010706020507" pitchFamily="18" charset="2"/>
              </a:rPr>
              <a:t> </a:t>
            </a:r>
            <a:r>
              <a:rPr kumimoji="1" lang="en-US" altLang="zh-CN" i="1" baseline="-25000">
                <a:latin typeface="Times New Roman" panose="02020603050405020304" pitchFamily="18" charset="0"/>
                <a:sym typeface="Symbol" panose="05050102010706020507" pitchFamily="18" charset="2"/>
              </a:rPr>
              <a:t>.</a:t>
            </a:r>
          </a:p>
        </p:txBody>
      </p:sp>
      <p:sp>
        <p:nvSpPr>
          <p:cNvPr id="912388" name="Rectangle 4">
            <a:extLst>
              <a:ext uri="{FF2B5EF4-FFF2-40B4-BE49-F238E27FC236}">
                <a16:creationId xmlns:a16="http://schemas.microsoft.com/office/drawing/2014/main" id="{B6B30434-B002-CA24-5283-C4272C431A35}"/>
              </a:ext>
            </a:extLst>
          </p:cNvPr>
          <p:cNvSpPr>
            <a:spLocks noChangeArrowheads="1"/>
          </p:cNvSpPr>
          <p:nvPr/>
        </p:nvSpPr>
        <p:spPr bwMode="blackWhite">
          <a:xfrm>
            <a:off x="277813" y="12684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求</a:t>
            </a:r>
          </a:p>
        </p:txBody>
      </p:sp>
      <p:sp>
        <p:nvSpPr>
          <p:cNvPr id="912389" name="Text Box 5">
            <a:extLst>
              <a:ext uri="{FF2B5EF4-FFF2-40B4-BE49-F238E27FC236}">
                <a16:creationId xmlns:a16="http://schemas.microsoft.com/office/drawing/2014/main" id="{4AF53D98-5455-9F64-1263-0951B75D3F28}"/>
              </a:ext>
            </a:extLst>
          </p:cNvPr>
          <p:cNvSpPr txBox="1">
            <a:spLocks noChangeArrowheads="1"/>
          </p:cNvSpPr>
          <p:nvPr/>
        </p:nvSpPr>
        <p:spPr bwMode="blackWhite">
          <a:xfrm>
            <a:off x="755650" y="1268413"/>
            <a:ext cx="600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地球上接收到它发出的两个光信号间隔 </a:t>
            </a:r>
            <a:r>
              <a:rPr kumimoji="1" lang="zh-CN" altLang="en-US">
                <a:solidFill>
                  <a:srgbClr val="66FFFF"/>
                </a:solidFill>
                <a:latin typeface="Times New Roman" panose="02020603050405020304" pitchFamily="18" charset="0"/>
                <a:sym typeface="Symbol" panose="05050102010706020507" pitchFamily="18" charset="2"/>
              </a:rPr>
              <a:t></a:t>
            </a:r>
            <a:r>
              <a:rPr kumimoji="1" lang="en-US" altLang="zh-CN" i="1">
                <a:solidFill>
                  <a:srgbClr val="66FFFF"/>
                </a:solidFill>
                <a:latin typeface="Times New Roman" panose="02020603050405020304" pitchFamily="18" charset="0"/>
                <a:sym typeface="Symbol" panose="05050102010706020507" pitchFamily="18" charset="2"/>
              </a:rPr>
              <a:t>t</a:t>
            </a:r>
            <a:r>
              <a:rPr kumimoji="1" lang="en-US" altLang="zh-CN" i="1" baseline="-25000">
                <a:solidFill>
                  <a:srgbClr val="66FFFF"/>
                </a:solidFill>
                <a:latin typeface="Times New Roman" panose="02020603050405020304" pitchFamily="18" charset="0"/>
                <a:sym typeface="Symbol" panose="05050102010706020507" pitchFamily="18" charset="2"/>
              </a:rPr>
              <a:t>R</a:t>
            </a:r>
            <a:r>
              <a:rPr kumimoji="1" lang="en-US" altLang="zh-CN" i="1">
                <a:solidFill>
                  <a:srgbClr val="66FFFF"/>
                </a:solidFill>
                <a:latin typeface="Times New Roman" panose="02020603050405020304" pitchFamily="18" charset="0"/>
                <a:sym typeface="Symbol" panose="05050102010706020507" pitchFamily="18" charset="2"/>
              </a:rPr>
              <a:t> </a:t>
            </a:r>
            <a:r>
              <a:rPr kumimoji="1" lang="en-US" altLang="zh-CN" i="1">
                <a:latin typeface="Times New Roman" panose="02020603050405020304" pitchFamily="18" charset="0"/>
                <a:sym typeface="Symbol" panose="05050102010706020507" pitchFamily="18" charset="2"/>
              </a:rPr>
              <a:t>.</a:t>
            </a:r>
            <a:endParaRPr kumimoji="1" lang="en-US" altLang="zh-CN">
              <a:latin typeface="Times New Roman" panose="02020603050405020304" pitchFamily="18" charset="0"/>
            </a:endParaRPr>
          </a:p>
        </p:txBody>
      </p:sp>
      <p:sp>
        <p:nvSpPr>
          <p:cNvPr id="912390" name="Rectangle 6">
            <a:extLst>
              <a:ext uri="{FF2B5EF4-FFF2-40B4-BE49-F238E27FC236}">
                <a16:creationId xmlns:a16="http://schemas.microsoft.com/office/drawing/2014/main" id="{E848B29D-E04B-0E1A-A1C7-48BB165A3A37}"/>
              </a:ext>
            </a:extLst>
          </p:cNvPr>
          <p:cNvSpPr>
            <a:spLocks noChangeArrowheads="1"/>
          </p:cNvSpPr>
          <p:nvPr/>
        </p:nvSpPr>
        <p:spPr bwMode="blackWhite">
          <a:xfrm>
            <a:off x="276225" y="17732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解</a:t>
            </a:r>
          </a:p>
        </p:txBody>
      </p:sp>
      <p:sp>
        <p:nvSpPr>
          <p:cNvPr id="912391" name="Text Box 7">
            <a:extLst>
              <a:ext uri="{FF2B5EF4-FFF2-40B4-BE49-F238E27FC236}">
                <a16:creationId xmlns:a16="http://schemas.microsoft.com/office/drawing/2014/main" id="{548EBD5F-42D3-F688-727E-4F0E739DEB62}"/>
              </a:ext>
            </a:extLst>
          </p:cNvPr>
          <p:cNvSpPr txBox="1">
            <a:spLocks noChangeArrowheads="1"/>
          </p:cNvSpPr>
          <p:nvPr/>
        </p:nvSpPr>
        <p:spPr bwMode="blackWhite">
          <a:xfrm>
            <a:off x="779463" y="1700213"/>
            <a:ext cx="8137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rPr>
              <a:t>令宇宙飞船为 </a:t>
            </a:r>
            <a:r>
              <a:rPr kumimoji="1" lang="en-US" altLang="zh-CN" i="1">
                <a:solidFill>
                  <a:srgbClr val="66FFFF"/>
                </a:solidFill>
                <a:latin typeface="Times New Roman" panose="02020603050405020304" pitchFamily="18" charset="0"/>
              </a:rPr>
              <a:t>S' </a:t>
            </a:r>
            <a:r>
              <a:rPr kumimoji="1" lang="zh-CN" altLang="en-US">
                <a:latin typeface="Times New Roman" panose="02020603050405020304" pitchFamily="18" charset="0"/>
              </a:rPr>
              <a:t>系，地面为 </a:t>
            </a:r>
            <a:r>
              <a:rPr kumimoji="1" lang="en-US" altLang="zh-CN" i="1">
                <a:solidFill>
                  <a:srgbClr val="66FFFF"/>
                </a:solidFill>
                <a:latin typeface="Times New Roman" panose="02020603050405020304" pitchFamily="18" charset="0"/>
              </a:rPr>
              <a:t>S </a:t>
            </a:r>
            <a:r>
              <a:rPr kumimoji="1" lang="zh-CN" altLang="en-US">
                <a:latin typeface="Times New Roman" panose="02020603050405020304" pitchFamily="18" charset="0"/>
              </a:rPr>
              <a:t>系，光信号由 </a:t>
            </a:r>
            <a:r>
              <a:rPr kumimoji="1" lang="en-US" altLang="zh-CN" i="1">
                <a:solidFill>
                  <a:srgbClr val="66FFFF"/>
                </a:solidFill>
                <a:latin typeface="Times New Roman" panose="02020603050405020304" pitchFamily="18" charset="0"/>
              </a:rPr>
              <a:t>O' </a:t>
            </a:r>
            <a:r>
              <a:rPr kumimoji="1" lang="zh-CN" altLang="en-US">
                <a:latin typeface="Times New Roman" panose="02020603050405020304" pitchFamily="18" charset="0"/>
              </a:rPr>
              <a:t>点发出。</a:t>
            </a:r>
          </a:p>
        </p:txBody>
      </p:sp>
      <p:sp>
        <p:nvSpPr>
          <p:cNvPr id="912392" name="Line 8">
            <a:extLst>
              <a:ext uri="{FF2B5EF4-FFF2-40B4-BE49-F238E27FC236}">
                <a16:creationId xmlns:a16="http://schemas.microsoft.com/office/drawing/2014/main" id="{C1D59BA5-44B6-7C28-136F-B0A727A9560E}"/>
              </a:ext>
            </a:extLst>
          </p:cNvPr>
          <p:cNvSpPr>
            <a:spLocks noChangeShapeType="1"/>
          </p:cNvSpPr>
          <p:nvPr/>
        </p:nvSpPr>
        <p:spPr bwMode="blackWhite">
          <a:xfrm>
            <a:off x="1042988" y="3040063"/>
            <a:ext cx="7416800" cy="0"/>
          </a:xfrm>
          <a:prstGeom prst="line">
            <a:avLst/>
          </a:prstGeom>
          <a:noFill/>
          <a:ln w="9525">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2393" name="Oval 9">
            <a:extLst>
              <a:ext uri="{FF2B5EF4-FFF2-40B4-BE49-F238E27FC236}">
                <a16:creationId xmlns:a16="http://schemas.microsoft.com/office/drawing/2014/main" id="{CDA449B0-835C-55BF-A7CB-27F0E3F72941}"/>
              </a:ext>
            </a:extLst>
          </p:cNvPr>
          <p:cNvSpPr>
            <a:spLocks noChangeArrowheads="1"/>
          </p:cNvSpPr>
          <p:nvPr/>
        </p:nvSpPr>
        <p:spPr bwMode="blackWhite">
          <a:xfrm>
            <a:off x="1403350" y="2968625"/>
            <a:ext cx="144463" cy="144463"/>
          </a:xfrm>
          <a:prstGeom prst="ellipse">
            <a:avLst/>
          </a:prstGeom>
          <a:solidFill>
            <a:srgbClr val="FFFFFF"/>
          </a:solidFill>
          <a:ln w="9525" algn="ctr">
            <a:solidFill>
              <a:srgbClr val="FFFF00"/>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912394" name="Text Box 10">
            <a:extLst>
              <a:ext uri="{FF2B5EF4-FFF2-40B4-BE49-F238E27FC236}">
                <a16:creationId xmlns:a16="http://schemas.microsoft.com/office/drawing/2014/main" id="{525EBB2F-1166-46A4-2E10-C0C163EB0840}"/>
              </a:ext>
            </a:extLst>
          </p:cNvPr>
          <p:cNvSpPr txBox="1">
            <a:spLocks noChangeArrowheads="1"/>
          </p:cNvSpPr>
          <p:nvPr/>
        </p:nvSpPr>
        <p:spPr bwMode="blackWhite">
          <a:xfrm>
            <a:off x="1187450" y="3081338"/>
            <a:ext cx="441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latin typeface="Times New Roman" panose="02020603050405020304" pitchFamily="18" charset="0"/>
                <a:ea typeface="宋体" panose="02010600030101010101" pitchFamily="2" charset="-122"/>
              </a:rPr>
              <a:t>O</a:t>
            </a:r>
          </a:p>
        </p:txBody>
      </p:sp>
      <p:sp>
        <p:nvSpPr>
          <p:cNvPr id="912395" name="Oval 11">
            <a:extLst>
              <a:ext uri="{FF2B5EF4-FFF2-40B4-BE49-F238E27FC236}">
                <a16:creationId xmlns:a16="http://schemas.microsoft.com/office/drawing/2014/main" id="{538787C1-706D-6CA6-F94F-421FF00FCE0D}"/>
              </a:ext>
            </a:extLst>
          </p:cNvPr>
          <p:cNvSpPr>
            <a:spLocks noChangeArrowheads="1"/>
          </p:cNvSpPr>
          <p:nvPr/>
        </p:nvSpPr>
        <p:spPr bwMode="blackWhite">
          <a:xfrm>
            <a:off x="2339975" y="2968625"/>
            <a:ext cx="144463" cy="144463"/>
          </a:xfrm>
          <a:prstGeom prst="ellipse">
            <a:avLst/>
          </a:prstGeom>
          <a:solidFill>
            <a:srgbClr val="FFFF00"/>
          </a:solidFill>
          <a:ln w="9525" algn="ctr">
            <a:solidFill>
              <a:srgbClr val="FFFF00"/>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912396" name="Text Box 12">
            <a:extLst>
              <a:ext uri="{FF2B5EF4-FFF2-40B4-BE49-F238E27FC236}">
                <a16:creationId xmlns:a16="http://schemas.microsoft.com/office/drawing/2014/main" id="{B031D4C2-4003-7D28-3F9F-4D8C6B1135FA}"/>
              </a:ext>
            </a:extLst>
          </p:cNvPr>
          <p:cNvSpPr txBox="1">
            <a:spLocks noChangeArrowheads="1"/>
          </p:cNvSpPr>
          <p:nvPr/>
        </p:nvSpPr>
        <p:spPr bwMode="blackWhite">
          <a:xfrm>
            <a:off x="2195513" y="3040063"/>
            <a:ext cx="649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O'</a:t>
            </a:r>
          </a:p>
        </p:txBody>
      </p:sp>
      <p:sp>
        <p:nvSpPr>
          <p:cNvPr id="912397" name="Text Box 13">
            <a:extLst>
              <a:ext uri="{FF2B5EF4-FFF2-40B4-BE49-F238E27FC236}">
                <a16:creationId xmlns:a16="http://schemas.microsoft.com/office/drawing/2014/main" id="{A3D45BA6-D1E0-C3FF-F29E-C9A977C45E7B}"/>
              </a:ext>
            </a:extLst>
          </p:cNvPr>
          <p:cNvSpPr txBox="1">
            <a:spLocks noChangeArrowheads="1"/>
          </p:cNvSpPr>
          <p:nvPr/>
        </p:nvSpPr>
        <p:spPr bwMode="blackWhite">
          <a:xfrm>
            <a:off x="7308850" y="3040063"/>
            <a:ext cx="1554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latin typeface="Times New Roman" panose="02020603050405020304" pitchFamily="18" charset="0"/>
                <a:ea typeface="宋体" panose="02010600030101010101" pitchFamily="2" charset="-122"/>
              </a:rPr>
              <a:t>x  </a:t>
            </a:r>
            <a:r>
              <a:rPr kumimoji="1" lang="en-US" altLang="zh-CN" sz="2800">
                <a:latin typeface="Times New Roman" panose="02020603050405020304" pitchFamily="18" charset="0"/>
                <a:ea typeface="宋体" panose="02010600030101010101" pitchFamily="2" charset="-122"/>
              </a:rPr>
              <a:t>(  </a:t>
            </a:r>
            <a:r>
              <a:rPr kumimoji="1" lang="en-US" altLang="zh-CN" sz="2800">
                <a:solidFill>
                  <a:srgbClr val="FFFF00"/>
                </a:solidFill>
                <a:latin typeface="Times New Roman" panose="02020603050405020304" pitchFamily="18" charset="0"/>
                <a:ea typeface="宋体" panose="02010600030101010101" pitchFamily="2" charset="-122"/>
              </a:rPr>
              <a:t> </a:t>
            </a:r>
            <a:r>
              <a:rPr kumimoji="1" lang="en-US" altLang="zh-CN" sz="2800" i="1">
                <a:solidFill>
                  <a:srgbClr val="FFFF00"/>
                </a:solidFill>
                <a:latin typeface="Times New Roman" panose="02020603050405020304" pitchFamily="18" charset="0"/>
                <a:ea typeface="宋体" panose="02010600030101010101" pitchFamily="2" charset="-122"/>
              </a:rPr>
              <a:t>x </a:t>
            </a:r>
            <a:r>
              <a:rPr kumimoji="1" lang="en-US" altLang="zh-CN" sz="2800" i="1" baseline="30000">
                <a:solidFill>
                  <a:srgbClr val="FFFF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a:latin typeface="Times New Roman" panose="02020603050405020304" pitchFamily="18" charset="0"/>
                <a:ea typeface="宋体" panose="02010600030101010101" pitchFamily="2" charset="-122"/>
              </a:rPr>
              <a:t>)</a:t>
            </a:r>
          </a:p>
        </p:txBody>
      </p:sp>
      <p:sp>
        <p:nvSpPr>
          <p:cNvPr id="912398" name="Text Box 14">
            <a:extLst>
              <a:ext uri="{FF2B5EF4-FFF2-40B4-BE49-F238E27FC236}">
                <a16:creationId xmlns:a16="http://schemas.microsoft.com/office/drawing/2014/main" id="{0C3B0B2D-A1AA-89D3-1E40-72D81C753A1D}"/>
              </a:ext>
            </a:extLst>
          </p:cNvPr>
          <p:cNvSpPr txBox="1">
            <a:spLocks noChangeArrowheads="1"/>
          </p:cNvSpPr>
          <p:nvPr/>
        </p:nvSpPr>
        <p:spPr bwMode="blackWhite">
          <a:xfrm>
            <a:off x="2255838" y="2290763"/>
            <a:ext cx="371475" cy="528637"/>
          </a:xfrm>
          <a:prstGeom prst="rect">
            <a:avLst/>
          </a:prstGeom>
          <a:noFill/>
          <a:ln w="9525" algn="ctr">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a:solidFill>
                  <a:srgbClr val="FFFF00"/>
                </a:solidFill>
                <a:latin typeface="Times New Roman" panose="02020603050405020304" pitchFamily="18" charset="0"/>
                <a:ea typeface="宋体" panose="02010600030101010101" pitchFamily="2" charset="-122"/>
              </a:rPr>
              <a:t>1</a:t>
            </a:r>
          </a:p>
        </p:txBody>
      </p:sp>
      <p:sp>
        <p:nvSpPr>
          <p:cNvPr id="912399" name="Oval 15">
            <a:extLst>
              <a:ext uri="{FF2B5EF4-FFF2-40B4-BE49-F238E27FC236}">
                <a16:creationId xmlns:a16="http://schemas.microsoft.com/office/drawing/2014/main" id="{FD1FFF4F-C2E6-EF43-4984-D49BF4F39759}"/>
              </a:ext>
            </a:extLst>
          </p:cNvPr>
          <p:cNvSpPr>
            <a:spLocks noChangeArrowheads="1"/>
          </p:cNvSpPr>
          <p:nvPr/>
        </p:nvSpPr>
        <p:spPr bwMode="blackWhite">
          <a:xfrm>
            <a:off x="4895850" y="2954338"/>
            <a:ext cx="144463" cy="144462"/>
          </a:xfrm>
          <a:prstGeom prst="ellipse">
            <a:avLst/>
          </a:prstGeom>
          <a:solidFill>
            <a:srgbClr val="FFFF00"/>
          </a:solidFill>
          <a:ln w="9525" algn="ctr">
            <a:solidFill>
              <a:srgbClr val="FFFF00"/>
            </a:solidFill>
            <a:round/>
            <a:headEnd/>
            <a:tailEnd/>
          </a:ln>
        </p:spPr>
        <p:txBody>
          <a:bodyPr wrap="none" anchor="ct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endParaRPr lang="zh-CN" altLang="en-US"/>
          </a:p>
        </p:txBody>
      </p:sp>
      <p:sp>
        <p:nvSpPr>
          <p:cNvPr id="912400" name="Text Box 16">
            <a:extLst>
              <a:ext uri="{FF2B5EF4-FFF2-40B4-BE49-F238E27FC236}">
                <a16:creationId xmlns:a16="http://schemas.microsoft.com/office/drawing/2014/main" id="{3EF55A78-D0AF-2913-15F7-A1AE5D4DDAE9}"/>
              </a:ext>
            </a:extLst>
          </p:cNvPr>
          <p:cNvSpPr txBox="1">
            <a:spLocks noChangeArrowheads="1"/>
          </p:cNvSpPr>
          <p:nvPr/>
        </p:nvSpPr>
        <p:spPr bwMode="blackWhite">
          <a:xfrm>
            <a:off x="4787900" y="3025775"/>
            <a:ext cx="669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O'</a:t>
            </a:r>
          </a:p>
        </p:txBody>
      </p:sp>
      <p:sp>
        <p:nvSpPr>
          <p:cNvPr id="912401" name="Text Box 17">
            <a:extLst>
              <a:ext uri="{FF2B5EF4-FFF2-40B4-BE49-F238E27FC236}">
                <a16:creationId xmlns:a16="http://schemas.microsoft.com/office/drawing/2014/main" id="{0EE432E2-5E8B-640E-A987-DC27924F26AA}"/>
              </a:ext>
            </a:extLst>
          </p:cNvPr>
          <p:cNvSpPr txBox="1">
            <a:spLocks noChangeArrowheads="1"/>
          </p:cNvSpPr>
          <p:nvPr/>
        </p:nvSpPr>
        <p:spPr bwMode="blackWhite">
          <a:xfrm>
            <a:off x="4811713" y="2276475"/>
            <a:ext cx="371475" cy="528638"/>
          </a:xfrm>
          <a:prstGeom prst="rect">
            <a:avLst/>
          </a:prstGeom>
          <a:noFill/>
          <a:ln w="9525" algn="ctr">
            <a:solidFill>
              <a:srgbClr val="FFCC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a:solidFill>
                  <a:srgbClr val="FFFF00"/>
                </a:solidFill>
                <a:latin typeface="Times New Roman" panose="02020603050405020304" pitchFamily="18" charset="0"/>
                <a:ea typeface="宋体" panose="02010600030101010101" pitchFamily="2" charset="-122"/>
              </a:rPr>
              <a:t>2</a:t>
            </a:r>
          </a:p>
        </p:txBody>
      </p:sp>
      <p:sp>
        <p:nvSpPr>
          <p:cNvPr id="912402" name="Text Box 18">
            <a:extLst>
              <a:ext uri="{FF2B5EF4-FFF2-40B4-BE49-F238E27FC236}">
                <a16:creationId xmlns:a16="http://schemas.microsoft.com/office/drawing/2014/main" id="{704753FD-8E7B-DE02-8179-B2544975F345}"/>
              </a:ext>
            </a:extLst>
          </p:cNvPr>
          <p:cNvSpPr txBox="1">
            <a:spLocks noChangeArrowheads="1"/>
          </p:cNvSpPr>
          <p:nvPr/>
        </p:nvSpPr>
        <p:spPr bwMode="blackWhite">
          <a:xfrm>
            <a:off x="2162175" y="3429000"/>
            <a:ext cx="501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t'</a:t>
            </a:r>
            <a:r>
              <a:rPr kumimoji="1" lang="en-US" altLang="zh-CN" sz="2800" baseline="-25000">
                <a:solidFill>
                  <a:srgbClr val="FFFF00"/>
                </a:solidFill>
                <a:latin typeface="Times New Roman" panose="02020603050405020304" pitchFamily="18" charset="0"/>
                <a:ea typeface="宋体" panose="02010600030101010101" pitchFamily="2" charset="-122"/>
              </a:rPr>
              <a:t>1</a:t>
            </a:r>
          </a:p>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t</a:t>
            </a:r>
            <a:r>
              <a:rPr kumimoji="1" lang="en-US" altLang="zh-CN" sz="2800" baseline="-25000">
                <a:solidFill>
                  <a:srgbClr val="FFFF00"/>
                </a:solidFill>
                <a:latin typeface="Times New Roman" panose="02020603050405020304" pitchFamily="18" charset="0"/>
                <a:ea typeface="宋体" panose="02010600030101010101" pitchFamily="2" charset="-122"/>
              </a:rPr>
              <a:t>1</a:t>
            </a:r>
          </a:p>
        </p:txBody>
      </p:sp>
      <p:sp>
        <p:nvSpPr>
          <p:cNvPr id="912403" name="Text Box 19">
            <a:extLst>
              <a:ext uri="{FF2B5EF4-FFF2-40B4-BE49-F238E27FC236}">
                <a16:creationId xmlns:a16="http://schemas.microsoft.com/office/drawing/2014/main" id="{BC009D6D-0DE6-8B60-36A1-0C702659567E}"/>
              </a:ext>
            </a:extLst>
          </p:cNvPr>
          <p:cNvSpPr txBox="1">
            <a:spLocks noChangeArrowheads="1"/>
          </p:cNvSpPr>
          <p:nvPr/>
        </p:nvSpPr>
        <p:spPr bwMode="blackWhite">
          <a:xfrm>
            <a:off x="4824413" y="3429000"/>
            <a:ext cx="501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t'</a:t>
            </a:r>
            <a:r>
              <a:rPr kumimoji="1" lang="en-US" altLang="zh-CN" sz="2800" baseline="-25000">
                <a:solidFill>
                  <a:srgbClr val="FFFF00"/>
                </a:solidFill>
                <a:latin typeface="Times New Roman" panose="02020603050405020304" pitchFamily="18" charset="0"/>
                <a:ea typeface="宋体" panose="02010600030101010101" pitchFamily="2" charset="-122"/>
              </a:rPr>
              <a:t>2</a:t>
            </a:r>
          </a:p>
          <a:p>
            <a:pPr eaLnBrk="1" hangingPunct="1">
              <a:lnSpc>
                <a:spcPct val="100000"/>
              </a:lnSpc>
              <a:buClrTx/>
              <a:buFontTx/>
              <a:buNone/>
            </a:pPr>
            <a:r>
              <a:rPr kumimoji="1" lang="en-US" altLang="zh-CN" sz="2800" i="1">
                <a:solidFill>
                  <a:srgbClr val="FFFF00"/>
                </a:solidFill>
                <a:latin typeface="Times New Roman" panose="02020603050405020304" pitchFamily="18" charset="0"/>
                <a:ea typeface="宋体" panose="02010600030101010101" pitchFamily="2" charset="-122"/>
              </a:rPr>
              <a:t>t</a:t>
            </a:r>
            <a:r>
              <a:rPr kumimoji="1" lang="en-US" altLang="zh-CN" sz="2800" baseline="-25000">
                <a:solidFill>
                  <a:srgbClr val="FFFF00"/>
                </a:solidFill>
                <a:latin typeface="Times New Roman" panose="02020603050405020304" pitchFamily="18" charset="0"/>
                <a:ea typeface="宋体" panose="02010600030101010101" pitchFamily="2" charset="-122"/>
              </a:rPr>
              <a:t>2</a:t>
            </a:r>
          </a:p>
        </p:txBody>
      </p:sp>
      <p:graphicFrame>
        <p:nvGraphicFramePr>
          <p:cNvPr id="912404" name="Object 2">
            <a:extLst>
              <a:ext uri="{FF2B5EF4-FFF2-40B4-BE49-F238E27FC236}">
                <a16:creationId xmlns:a16="http://schemas.microsoft.com/office/drawing/2014/main" id="{5D206D11-10C0-14B7-F278-C18F159FB370}"/>
              </a:ext>
            </a:extLst>
          </p:cNvPr>
          <p:cNvGraphicFramePr>
            <a:graphicFrameLocks noChangeAspect="1"/>
          </p:cNvGraphicFramePr>
          <p:nvPr/>
        </p:nvGraphicFramePr>
        <p:xfrm>
          <a:off x="6777038" y="2420938"/>
          <a:ext cx="1493837" cy="479425"/>
        </p:xfrm>
        <a:graphic>
          <a:graphicData uri="http://schemas.openxmlformats.org/presentationml/2006/ole">
            <mc:AlternateContent xmlns:mc="http://schemas.openxmlformats.org/markup-compatibility/2006">
              <mc:Choice xmlns:v="urn:schemas-microsoft-com:vml" Requires="v">
                <p:oleObj name="公式" r:id="rId2" imgW="711000" imgH="228600" progId="Equation.3">
                  <p:embed/>
                </p:oleObj>
              </mc:Choice>
              <mc:Fallback>
                <p:oleObj name="公式" r:id="rId2" imgW="711000" imgH="228600" progId="Equation.3">
                  <p:embed/>
                  <p:pic>
                    <p:nvPicPr>
                      <p:cNvPr id="912404" name="Object 2">
                        <a:extLst>
                          <a:ext uri="{FF2B5EF4-FFF2-40B4-BE49-F238E27FC236}">
                            <a16:creationId xmlns:a16="http://schemas.microsoft.com/office/drawing/2014/main" id="{5D206D11-10C0-14B7-F278-C18F159FB3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blackWhite">
                      <a:xfrm>
                        <a:off x="6777038" y="2420938"/>
                        <a:ext cx="1493837"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2405" name="Object 3">
            <a:extLst>
              <a:ext uri="{FF2B5EF4-FFF2-40B4-BE49-F238E27FC236}">
                <a16:creationId xmlns:a16="http://schemas.microsoft.com/office/drawing/2014/main" id="{4D92C3CF-5EF4-6471-AD84-673C3CD7E3DE}"/>
              </a:ext>
            </a:extLst>
          </p:cNvPr>
          <p:cNvGraphicFramePr>
            <a:graphicFrameLocks/>
          </p:cNvGraphicFramePr>
          <p:nvPr/>
        </p:nvGraphicFramePr>
        <p:xfrm>
          <a:off x="900113" y="4532313"/>
          <a:ext cx="3294062" cy="841375"/>
        </p:xfrm>
        <a:graphic>
          <a:graphicData uri="http://schemas.openxmlformats.org/presentationml/2006/ole">
            <mc:AlternateContent xmlns:mc="http://schemas.openxmlformats.org/markup-compatibility/2006">
              <mc:Choice xmlns:v="urn:schemas-microsoft-com:vml" Requires="v">
                <p:oleObj name="公式" r:id="rId4" imgW="3288960" imgH="838080" progId="Equation.3">
                  <p:embed/>
                </p:oleObj>
              </mc:Choice>
              <mc:Fallback>
                <p:oleObj name="公式" r:id="rId4" imgW="3288960" imgH="838080" progId="Equation.3">
                  <p:embed/>
                  <p:pic>
                    <p:nvPicPr>
                      <p:cNvPr id="912405" name="Object 3">
                        <a:extLst>
                          <a:ext uri="{FF2B5EF4-FFF2-40B4-BE49-F238E27FC236}">
                            <a16:creationId xmlns:a16="http://schemas.microsoft.com/office/drawing/2014/main" id="{4D92C3CF-5EF4-6471-AD84-673C3CD7E3D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blackWhite">
                      <a:xfrm>
                        <a:off x="900113" y="4532313"/>
                        <a:ext cx="3294062"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2406" name="Text Box 22">
            <a:extLst>
              <a:ext uri="{FF2B5EF4-FFF2-40B4-BE49-F238E27FC236}">
                <a16:creationId xmlns:a16="http://schemas.microsoft.com/office/drawing/2014/main" id="{E54BA4E2-F07C-5666-ED91-F33948CE05E8}"/>
              </a:ext>
            </a:extLst>
          </p:cNvPr>
          <p:cNvSpPr txBox="1">
            <a:spLocks noChangeArrowheads="1"/>
          </p:cNvSpPr>
          <p:nvPr/>
        </p:nvSpPr>
        <p:spPr bwMode="blackWhite">
          <a:xfrm>
            <a:off x="3354388" y="4240213"/>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楷体_GB2312" pitchFamily="49" charset="-122"/>
                <a:ea typeface="楷体_GB2312" pitchFamily="49" charset="-122"/>
              </a:defRPr>
            </a:lvl1pPr>
            <a:lvl2pPr marL="742950" indent="-285750">
              <a:defRPr sz="2400" b="1">
                <a:solidFill>
                  <a:schemeClr val="bg1"/>
                </a:solidFill>
                <a:latin typeface="楷体_GB2312" pitchFamily="49" charset="-122"/>
                <a:ea typeface="楷体_GB2312" pitchFamily="49" charset="-122"/>
              </a:defRPr>
            </a:lvl2pPr>
            <a:lvl3pPr marL="1143000" indent="-228600">
              <a:defRPr sz="2400" b="1">
                <a:solidFill>
                  <a:schemeClr val="bg1"/>
                </a:solidFill>
                <a:latin typeface="楷体_GB2312" pitchFamily="49" charset="-122"/>
                <a:ea typeface="楷体_GB2312" pitchFamily="49" charset="-122"/>
              </a:defRPr>
            </a:lvl3pPr>
            <a:lvl4pPr marL="1600200" indent="-228600">
              <a:defRPr sz="2400" b="1">
                <a:solidFill>
                  <a:schemeClr val="bg1"/>
                </a:solidFill>
                <a:latin typeface="楷体_GB2312" pitchFamily="49" charset="-122"/>
                <a:ea typeface="楷体_GB2312" pitchFamily="49" charset="-122"/>
              </a:defRPr>
            </a:lvl4pPr>
            <a:lvl5pPr marL="2057400" indent="-228600">
              <a:defRPr sz="2400" b="1">
                <a:solidFill>
                  <a:schemeClr val="bg1"/>
                </a:solidFill>
                <a:latin typeface="楷体_GB2312" pitchFamily="49" charset="-122"/>
                <a:ea typeface="楷体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楷体_GB2312" pitchFamily="49" charset="-122"/>
                <a:ea typeface="楷体_GB2312" pitchFamily="49" charset="-122"/>
              </a:defRPr>
            </a:lvl9pPr>
          </a:lstStyle>
          <a:p>
            <a:pPr eaLnBrk="1" hangingPunct="1">
              <a:lnSpc>
                <a:spcPct val="100000"/>
              </a:lnSpc>
              <a:buClrTx/>
              <a:buFontTx/>
              <a:buNone/>
            </a:pPr>
            <a:r>
              <a:rPr kumimoji="1" lang="zh-CN" altLang="en-US" sz="4000">
                <a:solidFill>
                  <a:srgbClr val="66FFFF"/>
                </a:solidFill>
                <a:latin typeface="Times New Roman" panose="02020603050405020304" pitchFamily="18" charset="0"/>
                <a:ea typeface="宋体" panose="02010600030101010101" pitchFamily="2" charset="-122"/>
              </a:rPr>
              <a:t>？</a:t>
            </a:r>
          </a:p>
        </p:txBody>
      </p:sp>
      <p:graphicFrame>
        <p:nvGraphicFramePr>
          <p:cNvPr id="912407" name="Object 4">
            <a:extLst>
              <a:ext uri="{FF2B5EF4-FFF2-40B4-BE49-F238E27FC236}">
                <a16:creationId xmlns:a16="http://schemas.microsoft.com/office/drawing/2014/main" id="{0AF50632-77DB-692F-8962-0FC07A875D8B}"/>
              </a:ext>
            </a:extLst>
          </p:cNvPr>
          <p:cNvGraphicFramePr>
            <a:graphicFrameLocks noChangeAspect="1"/>
          </p:cNvGraphicFramePr>
          <p:nvPr/>
        </p:nvGraphicFramePr>
        <p:xfrm>
          <a:off x="5980113" y="3644900"/>
          <a:ext cx="1976437" cy="862013"/>
        </p:xfrm>
        <a:graphic>
          <a:graphicData uri="http://schemas.openxmlformats.org/presentationml/2006/ole">
            <mc:AlternateContent xmlns:mc="http://schemas.openxmlformats.org/markup-compatibility/2006">
              <mc:Choice xmlns:v="urn:schemas-microsoft-com:vml" Requires="v">
                <p:oleObj name="公式" r:id="rId6" imgW="1981080" imgH="863280" progId="Equation.3">
                  <p:embed/>
                </p:oleObj>
              </mc:Choice>
              <mc:Fallback>
                <p:oleObj name="公式" r:id="rId6" imgW="1981080" imgH="863280" progId="Equation.3">
                  <p:embed/>
                  <p:pic>
                    <p:nvPicPr>
                      <p:cNvPr id="912407" name="Object 4">
                        <a:extLst>
                          <a:ext uri="{FF2B5EF4-FFF2-40B4-BE49-F238E27FC236}">
                            <a16:creationId xmlns:a16="http://schemas.microsoft.com/office/drawing/2014/main" id="{0AF50632-77DB-692F-8962-0FC07A875D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blackWhite">
                      <a:xfrm>
                        <a:off x="5980113" y="3644900"/>
                        <a:ext cx="1976437"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2408" name="Object 5">
            <a:extLst>
              <a:ext uri="{FF2B5EF4-FFF2-40B4-BE49-F238E27FC236}">
                <a16:creationId xmlns:a16="http://schemas.microsoft.com/office/drawing/2014/main" id="{1CEFFF6B-7CE6-0771-B8E6-46A798B6BBBD}"/>
              </a:ext>
            </a:extLst>
          </p:cNvPr>
          <p:cNvGraphicFramePr>
            <a:graphicFrameLocks noChangeAspect="1"/>
          </p:cNvGraphicFramePr>
          <p:nvPr/>
        </p:nvGraphicFramePr>
        <p:xfrm>
          <a:off x="5949950" y="4508500"/>
          <a:ext cx="2078038" cy="862013"/>
        </p:xfrm>
        <a:graphic>
          <a:graphicData uri="http://schemas.openxmlformats.org/presentationml/2006/ole">
            <mc:AlternateContent xmlns:mc="http://schemas.openxmlformats.org/markup-compatibility/2006">
              <mc:Choice xmlns:v="urn:schemas-microsoft-com:vml" Requires="v">
                <p:oleObj name="公式" r:id="rId8" imgW="2082600" imgH="863280" progId="Equation.3">
                  <p:embed/>
                </p:oleObj>
              </mc:Choice>
              <mc:Fallback>
                <p:oleObj name="公式" r:id="rId8" imgW="2082600" imgH="863280" progId="Equation.3">
                  <p:embed/>
                  <p:pic>
                    <p:nvPicPr>
                      <p:cNvPr id="912408" name="Object 5">
                        <a:extLst>
                          <a:ext uri="{FF2B5EF4-FFF2-40B4-BE49-F238E27FC236}">
                            <a16:creationId xmlns:a16="http://schemas.microsoft.com/office/drawing/2014/main" id="{1CEFFF6B-7CE6-0771-B8E6-46A798B6BB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blackWhite">
                      <a:xfrm>
                        <a:off x="5949950" y="4508500"/>
                        <a:ext cx="2078038"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2409" name="Object 6">
            <a:extLst>
              <a:ext uri="{FF2B5EF4-FFF2-40B4-BE49-F238E27FC236}">
                <a16:creationId xmlns:a16="http://schemas.microsoft.com/office/drawing/2014/main" id="{D8AEA91E-51CF-50AD-7B39-BA1378783B85}"/>
              </a:ext>
            </a:extLst>
          </p:cNvPr>
          <p:cNvGraphicFramePr>
            <a:graphicFrameLocks noChangeAspect="1"/>
          </p:cNvGraphicFramePr>
          <p:nvPr/>
        </p:nvGraphicFramePr>
        <p:xfrm>
          <a:off x="900113" y="5629275"/>
          <a:ext cx="2662237" cy="823913"/>
        </p:xfrm>
        <a:graphic>
          <a:graphicData uri="http://schemas.openxmlformats.org/presentationml/2006/ole">
            <mc:AlternateContent xmlns:mc="http://schemas.openxmlformats.org/markup-compatibility/2006">
              <mc:Choice xmlns:v="urn:schemas-microsoft-com:vml" Requires="v">
                <p:oleObj name="公式" r:id="rId10" imgW="2666880" imgH="825480" progId="Equation.3">
                  <p:embed/>
                </p:oleObj>
              </mc:Choice>
              <mc:Fallback>
                <p:oleObj name="公式" r:id="rId10" imgW="2666880" imgH="825480" progId="Equation.3">
                  <p:embed/>
                  <p:pic>
                    <p:nvPicPr>
                      <p:cNvPr id="912409" name="Object 6">
                        <a:extLst>
                          <a:ext uri="{FF2B5EF4-FFF2-40B4-BE49-F238E27FC236}">
                            <a16:creationId xmlns:a16="http://schemas.microsoft.com/office/drawing/2014/main" id="{D8AEA91E-51CF-50AD-7B39-BA1378783B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blackWhite">
                      <a:xfrm>
                        <a:off x="900113" y="5629275"/>
                        <a:ext cx="2662237"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2410" name="Object 7">
            <a:extLst>
              <a:ext uri="{FF2B5EF4-FFF2-40B4-BE49-F238E27FC236}">
                <a16:creationId xmlns:a16="http://schemas.microsoft.com/office/drawing/2014/main" id="{957A7B02-3E51-0696-EC44-4390737E15BE}"/>
              </a:ext>
            </a:extLst>
          </p:cNvPr>
          <p:cNvGraphicFramePr>
            <a:graphicFrameLocks noChangeAspect="1"/>
          </p:cNvGraphicFramePr>
          <p:nvPr/>
        </p:nvGraphicFramePr>
        <p:xfrm>
          <a:off x="3654425" y="5588000"/>
          <a:ext cx="4438650" cy="877888"/>
        </p:xfrm>
        <a:graphic>
          <a:graphicData uri="http://schemas.openxmlformats.org/presentationml/2006/ole">
            <mc:AlternateContent xmlns:mc="http://schemas.openxmlformats.org/markup-compatibility/2006">
              <mc:Choice xmlns:v="urn:schemas-microsoft-com:vml" Requires="v">
                <p:oleObj name="公式" r:id="rId12" imgW="4431960" imgH="876240" progId="Equation.3">
                  <p:embed/>
                </p:oleObj>
              </mc:Choice>
              <mc:Fallback>
                <p:oleObj name="公式" r:id="rId12" imgW="4431960" imgH="876240" progId="Equation.3">
                  <p:embed/>
                  <p:pic>
                    <p:nvPicPr>
                      <p:cNvPr id="912410" name="Object 7">
                        <a:extLst>
                          <a:ext uri="{FF2B5EF4-FFF2-40B4-BE49-F238E27FC236}">
                            <a16:creationId xmlns:a16="http://schemas.microsoft.com/office/drawing/2014/main" id="{957A7B02-3E51-0696-EC44-4390737E15B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blackWhite">
                      <a:xfrm>
                        <a:off x="3654425" y="5588000"/>
                        <a:ext cx="4438650" cy="87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2386"/>
                                        </p:tgtEl>
                                        <p:attrNameLst>
                                          <p:attrName>style.visibility</p:attrName>
                                        </p:attrNameLst>
                                      </p:cBhvr>
                                      <p:to>
                                        <p:strVal val="visible"/>
                                      </p:to>
                                    </p:set>
                                    <p:animEffect transition="in" filter="wipe(left)">
                                      <p:cBhvr>
                                        <p:cTn id="7" dur="500"/>
                                        <p:tgtEl>
                                          <p:spTgt spid="912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12387"/>
                                        </p:tgtEl>
                                        <p:attrNameLst>
                                          <p:attrName>style.visibility</p:attrName>
                                        </p:attrNameLst>
                                      </p:cBhvr>
                                      <p:to>
                                        <p:strVal val="visible"/>
                                      </p:to>
                                    </p:set>
                                    <p:animEffect transition="in" filter="wipe(left)">
                                      <p:cBhvr>
                                        <p:cTn id="12" dur="300"/>
                                        <p:tgtEl>
                                          <p:spTgt spid="912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2388"/>
                                        </p:tgtEl>
                                        <p:attrNameLst>
                                          <p:attrName>style.visibility</p:attrName>
                                        </p:attrNameLst>
                                      </p:cBhvr>
                                      <p:to>
                                        <p:strVal val="visible"/>
                                      </p:to>
                                    </p:set>
                                    <p:animEffect transition="in" filter="wipe(left)">
                                      <p:cBhvr>
                                        <p:cTn id="17" dur="500"/>
                                        <p:tgtEl>
                                          <p:spTgt spid="912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12389"/>
                                        </p:tgtEl>
                                        <p:attrNameLst>
                                          <p:attrName>style.visibility</p:attrName>
                                        </p:attrNameLst>
                                      </p:cBhvr>
                                      <p:to>
                                        <p:strVal val="visible"/>
                                      </p:to>
                                    </p:set>
                                    <p:animEffect transition="in" filter="wipe(left)">
                                      <p:cBhvr>
                                        <p:cTn id="22" dur="1000"/>
                                        <p:tgtEl>
                                          <p:spTgt spid="9123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2390"/>
                                        </p:tgtEl>
                                        <p:attrNameLst>
                                          <p:attrName>style.visibility</p:attrName>
                                        </p:attrNameLst>
                                      </p:cBhvr>
                                      <p:to>
                                        <p:strVal val="visible"/>
                                      </p:to>
                                    </p:set>
                                    <p:animEffect transition="in" filter="wipe(left)">
                                      <p:cBhvr>
                                        <p:cTn id="27" dur="500"/>
                                        <p:tgtEl>
                                          <p:spTgt spid="9123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12391"/>
                                        </p:tgtEl>
                                        <p:attrNameLst>
                                          <p:attrName>style.visibility</p:attrName>
                                        </p:attrNameLst>
                                      </p:cBhvr>
                                      <p:to>
                                        <p:strVal val="visible"/>
                                      </p:to>
                                    </p:set>
                                    <p:animEffect transition="in" filter="wipe(left)">
                                      <p:cBhvr>
                                        <p:cTn id="32" dur="300"/>
                                        <p:tgtEl>
                                          <p:spTgt spid="9123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12392"/>
                                        </p:tgtEl>
                                        <p:attrNameLst>
                                          <p:attrName>style.visibility</p:attrName>
                                        </p:attrNameLst>
                                      </p:cBhvr>
                                      <p:to>
                                        <p:strVal val="visible"/>
                                      </p:to>
                                    </p:set>
                                    <p:animEffect transition="in" filter="wipe(left)">
                                      <p:cBhvr>
                                        <p:cTn id="37" dur="500"/>
                                        <p:tgtEl>
                                          <p:spTgt spid="9123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12393"/>
                                        </p:tgtEl>
                                        <p:attrNameLst>
                                          <p:attrName>style.visibility</p:attrName>
                                        </p:attrNameLst>
                                      </p:cBhvr>
                                      <p:to>
                                        <p:strVal val="visible"/>
                                      </p:to>
                                    </p:set>
                                    <p:animEffect transition="in" filter="wipe(left)">
                                      <p:cBhvr>
                                        <p:cTn id="42" dur="500"/>
                                        <p:tgtEl>
                                          <p:spTgt spid="9123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12394"/>
                                        </p:tgtEl>
                                        <p:attrNameLst>
                                          <p:attrName>style.visibility</p:attrName>
                                        </p:attrNameLst>
                                      </p:cBhvr>
                                      <p:to>
                                        <p:strVal val="visible"/>
                                      </p:to>
                                    </p:set>
                                    <p:animEffect transition="in" filter="wipe(left)">
                                      <p:cBhvr>
                                        <p:cTn id="47" dur="500"/>
                                        <p:tgtEl>
                                          <p:spTgt spid="9123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12395"/>
                                        </p:tgtEl>
                                        <p:attrNameLst>
                                          <p:attrName>style.visibility</p:attrName>
                                        </p:attrNameLst>
                                      </p:cBhvr>
                                      <p:to>
                                        <p:strVal val="visible"/>
                                      </p:to>
                                    </p:set>
                                    <p:animEffect transition="in" filter="wipe(left)">
                                      <p:cBhvr>
                                        <p:cTn id="52" dur="500"/>
                                        <p:tgtEl>
                                          <p:spTgt spid="91239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12396"/>
                                        </p:tgtEl>
                                        <p:attrNameLst>
                                          <p:attrName>style.visibility</p:attrName>
                                        </p:attrNameLst>
                                      </p:cBhvr>
                                      <p:to>
                                        <p:strVal val="visible"/>
                                      </p:to>
                                    </p:set>
                                    <p:animEffect transition="in" filter="wipe(left)">
                                      <p:cBhvr>
                                        <p:cTn id="57" dur="500"/>
                                        <p:tgtEl>
                                          <p:spTgt spid="91239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12397"/>
                                        </p:tgtEl>
                                        <p:attrNameLst>
                                          <p:attrName>style.visibility</p:attrName>
                                        </p:attrNameLst>
                                      </p:cBhvr>
                                      <p:to>
                                        <p:strVal val="visible"/>
                                      </p:to>
                                    </p:set>
                                    <p:animEffect transition="in" filter="wipe(left)">
                                      <p:cBhvr>
                                        <p:cTn id="62" dur="500"/>
                                        <p:tgtEl>
                                          <p:spTgt spid="91239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912398"/>
                                        </p:tgtEl>
                                        <p:attrNameLst>
                                          <p:attrName>style.visibility</p:attrName>
                                        </p:attrNameLst>
                                      </p:cBhvr>
                                      <p:to>
                                        <p:strVal val="visible"/>
                                      </p:to>
                                    </p:set>
                                    <p:animEffect transition="in" filter="wipe(left)">
                                      <p:cBhvr>
                                        <p:cTn id="67" dur="500"/>
                                        <p:tgtEl>
                                          <p:spTgt spid="91239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912399"/>
                                        </p:tgtEl>
                                        <p:attrNameLst>
                                          <p:attrName>style.visibility</p:attrName>
                                        </p:attrNameLst>
                                      </p:cBhvr>
                                      <p:to>
                                        <p:strVal val="visible"/>
                                      </p:to>
                                    </p:set>
                                    <p:animEffect transition="in" filter="wipe(left)">
                                      <p:cBhvr>
                                        <p:cTn id="72" dur="500"/>
                                        <p:tgtEl>
                                          <p:spTgt spid="91239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912400"/>
                                        </p:tgtEl>
                                        <p:attrNameLst>
                                          <p:attrName>style.visibility</p:attrName>
                                        </p:attrNameLst>
                                      </p:cBhvr>
                                      <p:to>
                                        <p:strVal val="visible"/>
                                      </p:to>
                                    </p:set>
                                    <p:animEffect transition="in" filter="wipe(left)">
                                      <p:cBhvr>
                                        <p:cTn id="77" dur="500"/>
                                        <p:tgtEl>
                                          <p:spTgt spid="91240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912401"/>
                                        </p:tgtEl>
                                        <p:attrNameLst>
                                          <p:attrName>style.visibility</p:attrName>
                                        </p:attrNameLst>
                                      </p:cBhvr>
                                      <p:to>
                                        <p:strVal val="visible"/>
                                      </p:to>
                                    </p:set>
                                    <p:animEffect transition="in" filter="wipe(left)">
                                      <p:cBhvr>
                                        <p:cTn id="82" dur="500"/>
                                        <p:tgtEl>
                                          <p:spTgt spid="91240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912402"/>
                                        </p:tgtEl>
                                        <p:attrNameLst>
                                          <p:attrName>style.visibility</p:attrName>
                                        </p:attrNameLst>
                                      </p:cBhvr>
                                      <p:to>
                                        <p:strVal val="visible"/>
                                      </p:to>
                                    </p:set>
                                    <p:animEffect transition="in" filter="wipe(left)">
                                      <p:cBhvr>
                                        <p:cTn id="87" dur="500"/>
                                        <p:tgtEl>
                                          <p:spTgt spid="91240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912403"/>
                                        </p:tgtEl>
                                        <p:attrNameLst>
                                          <p:attrName>style.visibility</p:attrName>
                                        </p:attrNameLst>
                                      </p:cBhvr>
                                      <p:to>
                                        <p:strVal val="visible"/>
                                      </p:to>
                                    </p:set>
                                    <p:animEffect transition="in" filter="wipe(left)">
                                      <p:cBhvr>
                                        <p:cTn id="92" dur="500"/>
                                        <p:tgtEl>
                                          <p:spTgt spid="91240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912404"/>
                                        </p:tgtEl>
                                        <p:attrNameLst>
                                          <p:attrName>style.visibility</p:attrName>
                                        </p:attrNameLst>
                                      </p:cBhvr>
                                      <p:to>
                                        <p:strVal val="visible"/>
                                      </p:to>
                                    </p:set>
                                    <p:animEffect transition="in" filter="wipe(left)">
                                      <p:cBhvr>
                                        <p:cTn id="97" dur="500"/>
                                        <p:tgtEl>
                                          <p:spTgt spid="91240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912405"/>
                                        </p:tgtEl>
                                        <p:attrNameLst>
                                          <p:attrName>style.visibility</p:attrName>
                                        </p:attrNameLst>
                                      </p:cBhvr>
                                      <p:to>
                                        <p:strVal val="visible"/>
                                      </p:to>
                                    </p:set>
                                    <p:animEffect transition="in" filter="wipe(left)">
                                      <p:cBhvr>
                                        <p:cTn id="102" dur="500"/>
                                        <p:tgtEl>
                                          <p:spTgt spid="91240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8" fill="hold" nodeType="clickEffect">
                                  <p:stCondLst>
                                    <p:cond delay="0"/>
                                  </p:stCondLst>
                                  <p:childTnLst>
                                    <p:set>
                                      <p:cBhvr>
                                        <p:cTn id="106" dur="1" fill="hold">
                                          <p:stCondLst>
                                            <p:cond delay="0"/>
                                          </p:stCondLst>
                                        </p:cTn>
                                        <p:tgtEl>
                                          <p:spTgt spid="912406"/>
                                        </p:tgtEl>
                                        <p:attrNameLst>
                                          <p:attrName>style.visibility</p:attrName>
                                        </p:attrNameLst>
                                      </p:cBhvr>
                                      <p:to>
                                        <p:strVal val="visible"/>
                                      </p:to>
                                    </p:set>
                                    <p:anim calcmode="lin" valueType="num">
                                      <p:cBhvr additive="base">
                                        <p:cTn id="107" dur="500" fill="hold"/>
                                        <p:tgtEl>
                                          <p:spTgt spid="912406"/>
                                        </p:tgtEl>
                                        <p:attrNameLst>
                                          <p:attrName>ppt_x</p:attrName>
                                        </p:attrNameLst>
                                      </p:cBhvr>
                                      <p:tavLst>
                                        <p:tav tm="0">
                                          <p:val>
                                            <p:strVal val="0-#ppt_w/2"/>
                                          </p:val>
                                        </p:tav>
                                        <p:tav tm="100000">
                                          <p:val>
                                            <p:strVal val="#ppt_x"/>
                                          </p:val>
                                        </p:tav>
                                      </p:tavLst>
                                    </p:anim>
                                    <p:anim calcmode="lin" valueType="num">
                                      <p:cBhvr additive="base">
                                        <p:cTn id="108" dur="500" fill="hold"/>
                                        <p:tgtEl>
                                          <p:spTgt spid="912406"/>
                                        </p:tgtEl>
                                        <p:attrNameLst>
                                          <p:attrName>ppt_y</p:attrName>
                                        </p:attrNameLst>
                                      </p:cBhvr>
                                      <p:tavLst>
                                        <p:tav tm="0">
                                          <p:val>
                                            <p:strVal val="#ppt_y"/>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912407"/>
                                        </p:tgtEl>
                                        <p:attrNameLst>
                                          <p:attrName>style.visibility</p:attrName>
                                        </p:attrNameLst>
                                      </p:cBhvr>
                                      <p:to>
                                        <p:strVal val="visible"/>
                                      </p:to>
                                    </p:set>
                                    <p:animEffect transition="in" filter="wipe(left)">
                                      <p:cBhvr>
                                        <p:cTn id="113" dur="500"/>
                                        <p:tgtEl>
                                          <p:spTgt spid="912407"/>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912408"/>
                                        </p:tgtEl>
                                        <p:attrNameLst>
                                          <p:attrName>style.visibility</p:attrName>
                                        </p:attrNameLst>
                                      </p:cBhvr>
                                      <p:to>
                                        <p:strVal val="visible"/>
                                      </p:to>
                                    </p:set>
                                    <p:animEffect transition="in" filter="wipe(left)">
                                      <p:cBhvr>
                                        <p:cTn id="118" dur="500"/>
                                        <p:tgtEl>
                                          <p:spTgt spid="91240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912409"/>
                                        </p:tgtEl>
                                        <p:attrNameLst>
                                          <p:attrName>style.visibility</p:attrName>
                                        </p:attrNameLst>
                                      </p:cBhvr>
                                      <p:to>
                                        <p:strVal val="visible"/>
                                      </p:to>
                                    </p:set>
                                    <p:animEffect transition="in" filter="wipe(left)">
                                      <p:cBhvr>
                                        <p:cTn id="123" dur="500"/>
                                        <p:tgtEl>
                                          <p:spTgt spid="912409"/>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912410"/>
                                        </p:tgtEl>
                                        <p:attrNameLst>
                                          <p:attrName>style.visibility</p:attrName>
                                        </p:attrNameLst>
                                      </p:cBhvr>
                                      <p:to>
                                        <p:strVal val="visible"/>
                                      </p:to>
                                    </p:set>
                                    <p:animEffect transition="in" filter="wipe(left)">
                                      <p:cBhvr>
                                        <p:cTn id="128" dur="500"/>
                                        <p:tgtEl>
                                          <p:spTgt spid="912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6" grpId="0" autoUpdateAnimBg="0"/>
      <p:bldP spid="912387" grpId="0" autoUpdateAnimBg="0"/>
      <p:bldP spid="912388" grpId="0" autoUpdateAnimBg="0"/>
      <p:bldP spid="912389" grpId="0" autoUpdateAnimBg="0"/>
      <p:bldP spid="912390" grpId="0" autoUpdateAnimBg="0"/>
      <p:bldP spid="912391" grpId="0" autoUpdateAnimBg="0"/>
      <p:bldP spid="912393" grpId="0" animBg="1"/>
      <p:bldP spid="912394" grpId="0"/>
      <p:bldP spid="912395" grpId="0" animBg="1"/>
      <p:bldP spid="912396" grpId="0"/>
      <p:bldP spid="912397" grpId="0"/>
      <p:bldP spid="912398" grpId="0" animBg="1"/>
      <p:bldP spid="912399" grpId="0" animBg="1"/>
      <p:bldP spid="912400" grpId="0"/>
      <p:bldP spid="912401" grpId="0" animBg="1"/>
      <p:bldP spid="912402" grpId="0"/>
      <p:bldP spid="912403" grpId="0"/>
      <p:bldP spid="91240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4130" name="Object 2">
            <a:extLst>
              <a:ext uri="{FF2B5EF4-FFF2-40B4-BE49-F238E27FC236}">
                <a16:creationId xmlns:a16="http://schemas.microsoft.com/office/drawing/2014/main" id="{FE7ED4CC-1EE8-4812-8EB9-264E75FB0064}"/>
              </a:ext>
            </a:extLst>
          </p:cNvPr>
          <p:cNvGraphicFramePr>
            <a:graphicFrameLocks/>
          </p:cNvGraphicFramePr>
          <p:nvPr/>
        </p:nvGraphicFramePr>
        <p:xfrm>
          <a:off x="1557338" y="3324225"/>
          <a:ext cx="1246187" cy="809625"/>
        </p:xfrm>
        <a:graphic>
          <a:graphicData uri="http://schemas.openxmlformats.org/presentationml/2006/ole">
            <mc:AlternateContent xmlns:mc="http://schemas.openxmlformats.org/markup-compatibility/2006">
              <mc:Choice xmlns:v="urn:schemas-microsoft-com:vml" Requires="v">
                <p:oleObj name="公式" r:id="rId2" imgW="1219200" imgH="792535" progId="Equation.3">
                  <p:embed/>
                </p:oleObj>
              </mc:Choice>
              <mc:Fallback>
                <p:oleObj name="公式" r:id="rId2" imgW="1219200" imgH="792535" progId="Equation.3">
                  <p:embed/>
                  <p:pic>
                    <p:nvPicPr>
                      <p:cNvPr id="944130" name="Object 2">
                        <a:extLst>
                          <a:ext uri="{FF2B5EF4-FFF2-40B4-BE49-F238E27FC236}">
                            <a16:creationId xmlns:a16="http://schemas.microsoft.com/office/drawing/2014/main" id="{FE7ED4CC-1EE8-4812-8EB9-264E75FB00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3324225"/>
                        <a:ext cx="1246187"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31" name="Object 3">
            <a:extLst>
              <a:ext uri="{FF2B5EF4-FFF2-40B4-BE49-F238E27FC236}">
                <a16:creationId xmlns:a16="http://schemas.microsoft.com/office/drawing/2014/main" id="{B6BDC51E-6E63-4E21-9502-67F5CD3F0BFD}"/>
              </a:ext>
            </a:extLst>
          </p:cNvPr>
          <p:cNvGraphicFramePr>
            <a:graphicFrameLocks/>
          </p:cNvGraphicFramePr>
          <p:nvPr/>
        </p:nvGraphicFramePr>
        <p:xfrm>
          <a:off x="1714500" y="2403475"/>
          <a:ext cx="1089025" cy="809625"/>
        </p:xfrm>
        <a:graphic>
          <a:graphicData uri="http://schemas.openxmlformats.org/presentationml/2006/ole">
            <mc:AlternateContent xmlns:mc="http://schemas.openxmlformats.org/markup-compatibility/2006">
              <mc:Choice xmlns:v="urn:schemas-microsoft-com:vml" Requires="v">
                <p:oleObj name="公式" r:id="rId4" imgW="1066924" imgH="792535" progId="Equation.3">
                  <p:embed/>
                </p:oleObj>
              </mc:Choice>
              <mc:Fallback>
                <p:oleObj name="公式" r:id="rId4" imgW="1066924" imgH="792535" progId="Equation.3">
                  <p:embed/>
                  <p:pic>
                    <p:nvPicPr>
                      <p:cNvPr id="944131" name="Object 3">
                        <a:extLst>
                          <a:ext uri="{FF2B5EF4-FFF2-40B4-BE49-F238E27FC236}">
                            <a16:creationId xmlns:a16="http://schemas.microsoft.com/office/drawing/2014/main" id="{B6BDC51E-6E63-4E21-9502-67F5CD3F0BF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2403475"/>
                        <a:ext cx="1089025"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4132" name="Text Box 4">
            <a:extLst>
              <a:ext uri="{FF2B5EF4-FFF2-40B4-BE49-F238E27FC236}">
                <a16:creationId xmlns:a16="http://schemas.microsoft.com/office/drawing/2014/main" id="{E3605AE2-DE1B-40F5-BA8A-A17646005CB9}"/>
              </a:ext>
            </a:extLst>
          </p:cNvPr>
          <p:cNvSpPr txBox="1">
            <a:spLocks noChangeArrowheads="1"/>
          </p:cNvSpPr>
          <p:nvPr/>
        </p:nvSpPr>
        <p:spPr bwMode="auto">
          <a:xfrm>
            <a:off x="158750" y="950913"/>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solidFill>
                  <a:srgbClr val="FFFFFF"/>
                </a:solidFill>
                <a:latin typeface="Times New Roman" panose="02020603050405020304" pitchFamily="18" charset="0"/>
              </a:rPr>
              <a:t>由洛仑兹坐标变换</a:t>
            </a:r>
          </a:p>
        </p:txBody>
      </p:sp>
      <p:sp>
        <p:nvSpPr>
          <p:cNvPr id="944133" name="Text Box 5">
            <a:extLst>
              <a:ext uri="{FF2B5EF4-FFF2-40B4-BE49-F238E27FC236}">
                <a16:creationId xmlns:a16="http://schemas.microsoft.com/office/drawing/2014/main" id="{59D538EA-DE4B-478E-A8AF-4286BCBB8195}"/>
              </a:ext>
            </a:extLst>
          </p:cNvPr>
          <p:cNvSpPr txBox="1">
            <a:spLocks noChangeArrowheads="1"/>
          </p:cNvSpPr>
          <p:nvPr/>
        </p:nvSpPr>
        <p:spPr bwMode="auto">
          <a:xfrm>
            <a:off x="363538" y="2498725"/>
            <a:ext cx="135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spcBef>
                <a:spcPct val="50000"/>
              </a:spcBef>
            </a:pPr>
            <a:r>
              <a:rPr kumimoji="1" lang="zh-CN" altLang="en-US">
                <a:latin typeface="Times New Roman" panose="02020603050405020304" pitchFamily="18" charset="0"/>
              </a:rPr>
              <a:t>定义</a:t>
            </a:r>
            <a:r>
              <a:rPr kumimoji="1" lang="en-US" altLang="zh-CN">
                <a:latin typeface="Times New Roman" panose="02020603050405020304" pitchFamily="18" charset="0"/>
              </a:rPr>
              <a:t>:</a:t>
            </a:r>
          </a:p>
        </p:txBody>
      </p:sp>
      <p:sp>
        <p:nvSpPr>
          <p:cNvPr id="944134" name="Rectangle 6">
            <a:extLst>
              <a:ext uri="{FF2B5EF4-FFF2-40B4-BE49-F238E27FC236}">
                <a16:creationId xmlns:a16="http://schemas.microsoft.com/office/drawing/2014/main" id="{DAA29115-F3DA-4066-A12C-98A312D8FFDA}"/>
              </a:ext>
            </a:extLst>
          </p:cNvPr>
          <p:cNvSpPr>
            <a:spLocks noChangeArrowheads="1"/>
          </p:cNvSpPr>
          <p:nvPr/>
        </p:nvSpPr>
        <p:spPr bwMode="auto">
          <a:xfrm>
            <a:off x="0" y="236538"/>
            <a:ext cx="9144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sz="2400" b="1">
                <a:solidFill>
                  <a:schemeClr val="bg1"/>
                </a:solidFill>
                <a:latin typeface="仿宋_GB2312" pitchFamily="49" charset="-122"/>
                <a:ea typeface="仿宋_GB2312" pitchFamily="49" charset="-122"/>
              </a:defRPr>
            </a:lvl1pPr>
            <a:lvl2pPr marL="742950" indent="-285750" defTabSz="762000">
              <a:defRPr sz="2400" b="1">
                <a:solidFill>
                  <a:schemeClr val="bg1"/>
                </a:solidFill>
                <a:latin typeface="仿宋_GB2312" pitchFamily="49" charset="-122"/>
                <a:ea typeface="仿宋_GB2312" pitchFamily="49" charset="-122"/>
              </a:defRPr>
            </a:lvl2pPr>
            <a:lvl3pPr marL="1143000" indent="-228600" defTabSz="762000">
              <a:defRPr sz="2400" b="1">
                <a:solidFill>
                  <a:schemeClr val="bg1"/>
                </a:solidFill>
                <a:latin typeface="仿宋_GB2312" pitchFamily="49" charset="-122"/>
                <a:ea typeface="仿宋_GB2312" pitchFamily="49" charset="-122"/>
              </a:defRPr>
            </a:lvl3pPr>
            <a:lvl4pPr marL="1600200" indent="-228600" defTabSz="762000">
              <a:defRPr sz="2400" b="1">
                <a:solidFill>
                  <a:schemeClr val="bg1"/>
                </a:solidFill>
                <a:latin typeface="仿宋_GB2312" pitchFamily="49" charset="-122"/>
                <a:ea typeface="仿宋_GB2312" pitchFamily="49" charset="-122"/>
              </a:defRPr>
            </a:lvl4pPr>
            <a:lvl5pPr marL="2057400" indent="-228600" defTabSz="762000">
              <a:defRPr sz="2400" b="1">
                <a:solidFill>
                  <a:schemeClr val="bg1"/>
                </a:solidFill>
                <a:latin typeface="仿宋_GB2312" pitchFamily="49" charset="-122"/>
                <a:ea typeface="仿宋_GB2312" pitchFamily="49" charset="-122"/>
              </a:defRPr>
            </a:lvl5pPr>
            <a:lvl6pPr marL="25146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defTabSz="7620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a:spcBef>
                <a:spcPct val="50000"/>
              </a:spcBef>
            </a:pPr>
            <a:r>
              <a:rPr kumimoji="1" lang="en-US" altLang="zh-CN" sz="3200">
                <a:solidFill>
                  <a:srgbClr val="66FF33"/>
                </a:solidFill>
                <a:latin typeface="Times New Roman" panose="02020603050405020304" pitchFamily="18" charset="0"/>
                <a:ea typeface="黑体" panose="02010609060101010101" pitchFamily="49" charset="-122"/>
              </a:rPr>
              <a:t>§15.5  </a:t>
            </a:r>
            <a:r>
              <a:rPr kumimoji="1" lang="zh-CN" altLang="en-US" sz="3200">
                <a:solidFill>
                  <a:srgbClr val="66FF33"/>
                </a:solidFill>
                <a:latin typeface="Times New Roman" panose="02020603050405020304" pitchFamily="18" charset="0"/>
                <a:ea typeface="黑体" panose="02010609060101010101" pitchFamily="49" charset="-122"/>
              </a:rPr>
              <a:t>狭义相对论的速度变换定理</a:t>
            </a:r>
          </a:p>
        </p:txBody>
      </p:sp>
      <p:graphicFrame>
        <p:nvGraphicFramePr>
          <p:cNvPr id="944135" name="Object 7">
            <a:extLst>
              <a:ext uri="{FF2B5EF4-FFF2-40B4-BE49-F238E27FC236}">
                <a16:creationId xmlns:a16="http://schemas.microsoft.com/office/drawing/2014/main" id="{63745CB3-AD2A-4848-B9EA-9233DFE1B611}"/>
              </a:ext>
            </a:extLst>
          </p:cNvPr>
          <p:cNvGraphicFramePr>
            <a:graphicFrameLocks/>
          </p:cNvGraphicFramePr>
          <p:nvPr/>
        </p:nvGraphicFramePr>
        <p:xfrm>
          <a:off x="844550" y="1476375"/>
          <a:ext cx="2019300" cy="850900"/>
        </p:xfrm>
        <a:graphic>
          <a:graphicData uri="http://schemas.openxmlformats.org/presentationml/2006/ole">
            <mc:AlternateContent xmlns:mc="http://schemas.openxmlformats.org/markup-compatibility/2006">
              <mc:Choice xmlns:v="urn:schemas-microsoft-com:vml" Requires="v">
                <p:oleObj name="公式" r:id="rId6" imgW="1996502" imgH="830441" progId="Equation.3">
                  <p:embed/>
                </p:oleObj>
              </mc:Choice>
              <mc:Fallback>
                <p:oleObj name="公式" r:id="rId6" imgW="1996502" imgH="830441" progId="Equation.3">
                  <p:embed/>
                  <p:pic>
                    <p:nvPicPr>
                      <p:cNvPr id="944135" name="Object 7">
                        <a:extLst>
                          <a:ext uri="{FF2B5EF4-FFF2-40B4-BE49-F238E27FC236}">
                            <a16:creationId xmlns:a16="http://schemas.microsoft.com/office/drawing/2014/main" id="{63745CB3-AD2A-4848-B9EA-9233DFE1B611}"/>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550" y="1476375"/>
                        <a:ext cx="20193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36" name="Object 8">
            <a:extLst>
              <a:ext uri="{FF2B5EF4-FFF2-40B4-BE49-F238E27FC236}">
                <a16:creationId xmlns:a16="http://schemas.microsoft.com/office/drawing/2014/main" id="{DD2A6BA9-FD55-4806-B69A-BB2E98AAD9C2}"/>
              </a:ext>
            </a:extLst>
          </p:cNvPr>
          <p:cNvGraphicFramePr>
            <a:graphicFrameLocks/>
          </p:cNvGraphicFramePr>
          <p:nvPr/>
        </p:nvGraphicFramePr>
        <p:xfrm>
          <a:off x="6202363" y="1135063"/>
          <a:ext cx="2146300" cy="1244600"/>
        </p:xfrm>
        <a:graphic>
          <a:graphicData uri="http://schemas.openxmlformats.org/presentationml/2006/ole">
            <mc:AlternateContent xmlns:mc="http://schemas.openxmlformats.org/markup-compatibility/2006">
              <mc:Choice xmlns:v="urn:schemas-microsoft-com:vml" Requires="v">
                <p:oleObj name="公式" r:id="rId8" imgW="2125887" imgH="1218978" progId="Equation.3">
                  <p:embed/>
                </p:oleObj>
              </mc:Choice>
              <mc:Fallback>
                <p:oleObj name="公式" r:id="rId8" imgW="2125887" imgH="1218978" progId="Equation.3">
                  <p:embed/>
                  <p:pic>
                    <p:nvPicPr>
                      <p:cNvPr id="944136" name="Object 8">
                        <a:extLst>
                          <a:ext uri="{FF2B5EF4-FFF2-40B4-BE49-F238E27FC236}">
                            <a16:creationId xmlns:a16="http://schemas.microsoft.com/office/drawing/2014/main" id="{DD2A6BA9-FD55-4806-B69A-BB2E98AAD9C2}"/>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02363" y="1135063"/>
                        <a:ext cx="2146300" cy="124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3" name="Rectangle 11">
            <a:extLst>
              <a:ext uri="{FF2B5EF4-FFF2-40B4-BE49-F238E27FC236}">
                <a16:creationId xmlns:a16="http://schemas.microsoft.com/office/drawing/2014/main" id="{ED433894-C2A9-431B-A947-E93DF29C053D}"/>
              </a:ext>
            </a:extLst>
          </p:cNvPr>
          <p:cNvSpPr>
            <a:spLocks noChangeArrowheads="1"/>
          </p:cNvSpPr>
          <p:nvPr/>
        </p:nvSpPr>
        <p:spPr bwMode="auto">
          <a:xfrm>
            <a:off x="0" y="3103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kumimoji="1" lang="zh-CN" altLang="en-US">
              <a:latin typeface="Times New Roman" panose="02020603050405020304" pitchFamily="18" charset="0"/>
              <a:ea typeface="华文中宋" panose="02010600040101010101" pitchFamily="2" charset="-122"/>
            </a:endParaRPr>
          </a:p>
        </p:txBody>
      </p:sp>
      <p:graphicFrame>
        <p:nvGraphicFramePr>
          <p:cNvPr id="944140" name="Object 12">
            <a:extLst>
              <a:ext uri="{FF2B5EF4-FFF2-40B4-BE49-F238E27FC236}">
                <a16:creationId xmlns:a16="http://schemas.microsoft.com/office/drawing/2014/main" id="{8B633230-6615-49A7-BD6B-ACBA5AA39688}"/>
              </a:ext>
            </a:extLst>
          </p:cNvPr>
          <p:cNvGraphicFramePr>
            <a:graphicFrameLocks/>
          </p:cNvGraphicFramePr>
          <p:nvPr/>
        </p:nvGraphicFramePr>
        <p:xfrm>
          <a:off x="3302000" y="1682750"/>
          <a:ext cx="1158875" cy="403225"/>
        </p:xfrm>
        <a:graphic>
          <a:graphicData uri="http://schemas.openxmlformats.org/presentationml/2006/ole">
            <mc:AlternateContent xmlns:mc="http://schemas.openxmlformats.org/markup-compatibility/2006">
              <mc:Choice xmlns:v="urn:schemas-microsoft-com:vml" Requires="v">
                <p:oleObj name="公式" r:id="rId10" imgW="1135598" imgH="381055" progId="Equation.3">
                  <p:embed/>
                </p:oleObj>
              </mc:Choice>
              <mc:Fallback>
                <p:oleObj name="公式" r:id="rId10" imgW="1135598" imgH="381055" progId="Equation.3">
                  <p:embed/>
                  <p:pic>
                    <p:nvPicPr>
                      <p:cNvPr id="944140" name="Object 12">
                        <a:extLst>
                          <a:ext uri="{FF2B5EF4-FFF2-40B4-BE49-F238E27FC236}">
                            <a16:creationId xmlns:a16="http://schemas.microsoft.com/office/drawing/2014/main" id="{8B633230-6615-49A7-BD6B-ACBA5AA39688}"/>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02000" y="1682750"/>
                        <a:ext cx="11588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4141" name="Object 13">
            <a:extLst>
              <a:ext uri="{FF2B5EF4-FFF2-40B4-BE49-F238E27FC236}">
                <a16:creationId xmlns:a16="http://schemas.microsoft.com/office/drawing/2014/main" id="{48B2F05F-BEE7-42AC-B8C6-1C6B47A7CA98}"/>
              </a:ext>
            </a:extLst>
          </p:cNvPr>
          <p:cNvGraphicFramePr>
            <a:graphicFrameLocks/>
          </p:cNvGraphicFramePr>
          <p:nvPr/>
        </p:nvGraphicFramePr>
        <p:xfrm>
          <a:off x="4727575" y="1719263"/>
          <a:ext cx="1101725" cy="331787"/>
        </p:xfrm>
        <a:graphic>
          <a:graphicData uri="http://schemas.openxmlformats.org/presentationml/2006/ole">
            <mc:AlternateContent xmlns:mc="http://schemas.openxmlformats.org/markup-compatibility/2006">
              <mc:Choice xmlns:v="urn:schemas-microsoft-com:vml" Requires="v">
                <p:oleObj name="公式" r:id="rId12" imgW="1097280" imgH="304745" progId="Equation.3">
                  <p:embed/>
                </p:oleObj>
              </mc:Choice>
              <mc:Fallback>
                <p:oleObj name="公式" r:id="rId12" imgW="1097280" imgH="304745" progId="Equation.3">
                  <p:embed/>
                  <p:pic>
                    <p:nvPicPr>
                      <p:cNvPr id="944141" name="Object 13">
                        <a:extLst>
                          <a:ext uri="{FF2B5EF4-FFF2-40B4-BE49-F238E27FC236}">
                            <a16:creationId xmlns:a16="http://schemas.microsoft.com/office/drawing/2014/main" id="{48B2F05F-BEE7-42AC-B8C6-1C6B47A7CA98}"/>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27575" y="1719263"/>
                        <a:ext cx="11017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4142" name="Object 14">
            <a:extLst>
              <a:ext uri="{FF2B5EF4-FFF2-40B4-BE49-F238E27FC236}">
                <a16:creationId xmlns:a16="http://schemas.microsoft.com/office/drawing/2014/main" id="{658C29D5-B692-4BE5-BDD3-38010C48EEB5}"/>
              </a:ext>
            </a:extLst>
          </p:cNvPr>
          <p:cNvGraphicFramePr>
            <a:graphicFrameLocks/>
          </p:cNvGraphicFramePr>
          <p:nvPr/>
        </p:nvGraphicFramePr>
        <p:xfrm>
          <a:off x="3400425" y="2405063"/>
          <a:ext cx="1100138" cy="808037"/>
        </p:xfrm>
        <a:graphic>
          <a:graphicData uri="http://schemas.openxmlformats.org/presentationml/2006/ole">
            <mc:AlternateContent xmlns:mc="http://schemas.openxmlformats.org/markup-compatibility/2006">
              <mc:Choice xmlns:v="urn:schemas-microsoft-com:vml" Requires="v">
                <p:oleObj name="公式" r:id="rId14" imgW="1081853" imgH="792535" progId="Equation.3">
                  <p:embed/>
                </p:oleObj>
              </mc:Choice>
              <mc:Fallback>
                <p:oleObj name="公式" r:id="rId14" imgW="1081853" imgH="792535" progId="Equation.3">
                  <p:embed/>
                  <p:pic>
                    <p:nvPicPr>
                      <p:cNvPr id="944142" name="Object 14">
                        <a:extLst>
                          <a:ext uri="{FF2B5EF4-FFF2-40B4-BE49-F238E27FC236}">
                            <a16:creationId xmlns:a16="http://schemas.microsoft.com/office/drawing/2014/main" id="{658C29D5-B692-4BE5-BDD3-38010C48EEB5}"/>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00425" y="2405063"/>
                        <a:ext cx="1100138"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43" name="Object 15">
            <a:extLst>
              <a:ext uri="{FF2B5EF4-FFF2-40B4-BE49-F238E27FC236}">
                <a16:creationId xmlns:a16="http://schemas.microsoft.com/office/drawing/2014/main" id="{AD1AF97B-717F-4DDC-8E1E-33D598BA0FBA}"/>
              </a:ext>
            </a:extLst>
          </p:cNvPr>
          <p:cNvGraphicFramePr>
            <a:graphicFrameLocks/>
          </p:cNvGraphicFramePr>
          <p:nvPr/>
        </p:nvGraphicFramePr>
        <p:xfrm>
          <a:off x="5099050" y="2405063"/>
          <a:ext cx="1074738" cy="808037"/>
        </p:xfrm>
        <a:graphic>
          <a:graphicData uri="http://schemas.openxmlformats.org/presentationml/2006/ole">
            <mc:AlternateContent xmlns:mc="http://schemas.openxmlformats.org/markup-compatibility/2006">
              <mc:Choice xmlns:v="urn:schemas-microsoft-com:vml" Requires="v">
                <p:oleObj name="公式" r:id="rId16" imgW="1058962" imgH="792535" progId="Equation.3">
                  <p:embed/>
                </p:oleObj>
              </mc:Choice>
              <mc:Fallback>
                <p:oleObj name="公式" r:id="rId16" imgW="1058962" imgH="792535" progId="Equation.3">
                  <p:embed/>
                  <p:pic>
                    <p:nvPicPr>
                      <p:cNvPr id="944143" name="Object 15">
                        <a:extLst>
                          <a:ext uri="{FF2B5EF4-FFF2-40B4-BE49-F238E27FC236}">
                            <a16:creationId xmlns:a16="http://schemas.microsoft.com/office/drawing/2014/main" id="{AD1AF97B-717F-4DDC-8E1E-33D598BA0FBA}"/>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99050" y="2405063"/>
                        <a:ext cx="1074738"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44" name="Object 16">
            <a:extLst>
              <a:ext uri="{FF2B5EF4-FFF2-40B4-BE49-F238E27FC236}">
                <a16:creationId xmlns:a16="http://schemas.microsoft.com/office/drawing/2014/main" id="{D77416C2-A0C0-4E8A-AAD1-B58078C3C427}"/>
              </a:ext>
            </a:extLst>
          </p:cNvPr>
          <p:cNvGraphicFramePr>
            <a:graphicFrameLocks/>
          </p:cNvGraphicFramePr>
          <p:nvPr/>
        </p:nvGraphicFramePr>
        <p:xfrm>
          <a:off x="3321050" y="3325813"/>
          <a:ext cx="1258888" cy="808037"/>
        </p:xfrm>
        <a:graphic>
          <a:graphicData uri="http://schemas.openxmlformats.org/presentationml/2006/ole">
            <mc:AlternateContent xmlns:mc="http://schemas.openxmlformats.org/markup-compatibility/2006">
              <mc:Choice xmlns:v="urn:schemas-microsoft-com:vml" Requires="v">
                <p:oleObj name="公式" r:id="rId18" imgW="1234627" imgH="792535" progId="Equation.3">
                  <p:embed/>
                </p:oleObj>
              </mc:Choice>
              <mc:Fallback>
                <p:oleObj name="公式" r:id="rId18" imgW="1234627" imgH="792535" progId="Equation.3">
                  <p:embed/>
                  <p:pic>
                    <p:nvPicPr>
                      <p:cNvPr id="944144" name="Object 16">
                        <a:extLst>
                          <a:ext uri="{FF2B5EF4-FFF2-40B4-BE49-F238E27FC236}">
                            <a16:creationId xmlns:a16="http://schemas.microsoft.com/office/drawing/2014/main" id="{D77416C2-A0C0-4E8A-AAD1-B58078C3C427}"/>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21050" y="3325813"/>
                        <a:ext cx="1258888"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45" name="Object 17">
            <a:extLst>
              <a:ext uri="{FF2B5EF4-FFF2-40B4-BE49-F238E27FC236}">
                <a16:creationId xmlns:a16="http://schemas.microsoft.com/office/drawing/2014/main" id="{3CF2CED5-6A9E-4032-99C6-CDB5BFD71090}"/>
              </a:ext>
            </a:extLst>
          </p:cNvPr>
          <p:cNvGraphicFramePr>
            <a:graphicFrameLocks/>
          </p:cNvGraphicFramePr>
          <p:nvPr/>
        </p:nvGraphicFramePr>
        <p:xfrm>
          <a:off x="5099050" y="3325813"/>
          <a:ext cx="1220788" cy="808037"/>
        </p:xfrm>
        <a:graphic>
          <a:graphicData uri="http://schemas.openxmlformats.org/presentationml/2006/ole">
            <mc:AlternateContent xmlns:mc="http://schemas.openxmlformats.org/markup-compatibility/2006">
              <mc:Choice xmlns:v="urn:schemas-microsoft-com:vml" Requires="v">
                <p:oleObj name="公式" r:id="rId20" imgW="1196309" imgH="792535" progId="Equation.3">
                  <p:embed/>
                </p:oleObj>
              </mc:Choice>
              <mc:Fallback>
                <p:oleObj name="公式" r:id="rId20" imgW="1196309" imgH="792535" progId="Equation.3">
                  <p:embed/>
                  <p:pic>
                    <p:nvPicPr>
                      <p:cNvPr id="944145" name="Object 17">
                        <a:extLst>
                          <a:ext uri="{FF2B5EF4-FFF2-40B4-BE49-F238E27FC236}">
                            <a16:creationId xmlns:a16="http://schemas.microsoft.com/office/drawing/2014/main" id="{3CF2CED5-6A9E-4032-99C6-CDB5BFD71090}"/>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99050" y="3325813"/>
                        <a:ext cx="1220788"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4148" name="Rectangle 20">
            <a:extLst>
              <a:ext uri="{FF2B5EF4-FFF2-40B4-BE49-F238E27FC236}">
                <a16:creationId xmlns:a16="http://schemas.microsoft.com/office/drawing/2014/main" id="{62D3F490-2D4C-4694-A5CB-C73E3018A06C}"/>
              </a:ext>
            </a:extLst>
          </p:cNvPr>
          <p:cNvSpPr>
            <a:spLocks noChangeArrowheads="1"/>
          </p:cNvSpPr>
          <p:nvPr/>
        </p:nvSpPr>
        <p:spPr bwMode="auto">
          <a:xfrm>
            <a:off x="315913" y="4513263"/>
            <a:ext cx="2736850" cy="457200"/>
          </a:xfrm>
          <a:prstGeom prst="rect">
            <a:avLst/>
          </a:prstGeom>
          <a:noFill/>
          <a:ln w="9525">
            <a:noFill/>
            <a:miter lim="800000"/>
            <a:headEnd/>
            <a:tailEnd/>
          </a:ln>
          <a:effectLst/>
        </p:spPr>
        <p:txBody>
          <a:bodyPr wrap="none">
            <a:spAutoFit/>
          </a:bodyPr>
          <a:lstStyle/>
          <a:p>
            <a:pPr eaLnBrk="1" hangingPunct="1">
              <a:defRPr/>
            </a:pPr>
            <a:r>
              <a:rPr kumimoji="1" lang="zh-CN" altLang="en-US">
                <a:effectLst>
                  <a:outerShdw blurRad="38100" dist="38100" dir="2700000" algn="tl">
                    <a:srgbClr val="000000"/>
                  </a:outerShdw>
                </a:effectLst>
                <a:latin typeface="Times New Roman" pitchFamily="18" charset="0"/>
              </a:rPr>
              <a:t>洛伦兹速度变换式</a:t>
            </a:r>
            <a:r>
              <a:rPr kumimoji="1" lang="en-US" altLang="zh-CN">
                <a:effectLst>
                  <a:outerShdw blurRad="38100" dist="38100" dir="2700000" algn="tl">
                    <a:srgbClr val="000000"/>
                  </a:outerShdw>
                </a:effectLst>
                <a:latin typeface="Times New Roman" pitchFamily="18" charset="0"/>
              </a:rPr>
              <a:t>:</a:t>
            </a:r>
          </a:p>
        </p:txBody>
      </p:sp>
      <p:graphicFrame>
        <p:nvGraphicFramePr>
          <p:cNvPr id="944149" name="Object 21">
            <a:extLst>
              <a:ext uri="{FF2B5EF4-FFF2-40B4-BE49-F238E27FC236}">
                <a16:creationId xmlns:a16="http://schemas.microsoft.com/office/drawing/2014/main" id="{934B13C9-B368-46E9-A53B-A23ECD36B41D}"/>
              </a:ext>
            </a:extLst>
          </p:cNvPr>
          <p:cNvGraphicFramePr>
            <a:graphicFrameLocks noChangeAspect="1"/>
          </p:cNvGraphicFramePr>
          <p:nvPr/>
        </p:nvGraphicFramePr>
        <p:xfrm>
          <a:off x="4403725" y="4371975"/>
          <a:ext cx="2189163" cy="1044575"/>
        </p:xfrm>
        <a:graphic>
          <a:graphicData uri="http://schemas.openxmlformats.org/presentationml/2006/ole">
            <mc:AlternateContent xmlns:mc="http://schemas.openxmlformats.org/markup-compatibility/2006">
              <mc:Choice xmlns:v="urn:schemas-microsoft-com:vml" Requires="v">
                <p:oleObj name="公式" r:id="rId22" imgW="1630742" imgH="762111" progId="Equation.3">
                  <p:embed/>
                </p:oleObj>
              </mc:Choice>
              <mc:Fallback>
                <p:oleObj name="公式" r:id="rId22" imgW="1630742" imgH="762111" progId="Equation.3">
                  <p:embed/>
                  <p:pic>
                    <p:nvPicPr>
                      <p:cNvPr id="944149" name="Object 21">
                        <a:extLst>
                          <a:ext uri="{FF2B5EF4-FFF2-40B4-BE49-F238E27FC236}">
                            <a16:creationId xmlns:a16="http://schemas.microsoft.com/office/drawing/2014/main" id="{934B13C9-B368-46E9-A53B-A23ECD36B41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403725" y="4371975"/>
                        <a:ext cx="2189163"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50" name="Object 22">
            <a:extLst>
              <a:ext uri="{FF2B5EF4-FFF2-40B4-BE49-F238E27FC236}">
                <a16:creationId xmlns:a16="http://schemas.microsoft.com/office/drawing/2014/main" id="{5483FFED-1C95-4B19-AB4E-DA14F635FA73}"/>
              </a:ext>
            </a:extLst>
          </p:cNvPr>
          <p:cNvGraphicFramePr>
            <a:graphicFrameLocks noChangeAspect="1"/>
          </p:cNvGraphicFramePr>
          <p:nvPr/>
        </p:nvGraphicFramePr>
        <p:xfrm>
          <a:off x="6623050" y="4286250"/>
          <a:ext cx="2112963" cy="1100138"/>
        </p:xfrm>
        <a:graphic>
          <a:graphicData uri="http://schemas.openxmlformats.org/presentationml/2006/ole">
            <mc:AlternateContent xmlns:mc="http://schemas.openxmlformats.org/markup-compatibility/2006">
              <mc:Choice xmlns:v="urn:schemas-microsoft-com:vml" Requires="v">
                <p:oleObj name="公式" r:id="rId24" imgW="1516287" imgH="777074" progId="Equation.3">
                  <p:embed/>
                </p:oleObj>
              </mc:Choice>
              <mc:Fallback>
                <p:oleObj name="公式" r:id="rId24" imgW="1516287" imgH="777074" progId="Equation.3">
                  <p:embed/>
                  <p:pic>
                    <p:nvPicPr>
                      <p:cNvPr id="944150" name="Object 22">
                        <a:extLst>
                          <a:ext uri="{FF2B5EF4-FFF2-40B4-BE49-F238E27FC236}">
                            <a16:creationId xmlns:a16="http://schemas.microsoft.com/office/drawing/2014/main" id="{5483FFED-1C95-4B19-AB4E-DA14F635FA7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623050" y="4286250"/>
                        <a:ext cx="2112963" cy="11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4151" name="Object 23">
            <a:extLst>
              <a:ext uri="{FF2B5EF4-FFF2-40B4-BE49-F238E27FC236}">
                <a16:creationId xmlns:a16="http://schemas.microsoft.com/office/drawing/2014/main" id="{8BB14877-F542-42B9-B507-7946F37B47CB}"/>
              </a:ext>
            </a:extLst>
          </p:cNvPr>
          <p:cNvGraphicFramePr>
            <a:graphicFrameLocks noChangeAspect="1"/>
          </p:cNvGraphicFramePr>
          <p:nvPr/>
        </p:nvGraphicFramePr>
        <p:xfrm>
          <a:off x="3105150" y="4413250"/>
          <a:ext cx="1225550" cy="885825"/>
        </p:xfrm>
        <a:graphic>
          <a:graphicData uri="http://schemas.openxmlformats.org/presentationml/2006/ole">
            <mc:AlternateContent xmlns:mc="http://schemas.openxmlformats.org/markup-compatibility/2006">
              <mc:Choice xmlns:v="urn:schemas-microsoft-com:vml" Requires="v">
                <p:oleObj name="公式" r:id="rId26" imgW="982824" imgH="701262" progId="Equation.3">
                  <p:embed/>
                </p:oleObj>
              </mc:Choice>
              <mc:Fallback>
                <p:oleObj name="公式" r:id="rId26" imgW="982824" imgH="701262" progId="Equation.3">
                  <p:embed/>
                  <p:pic>
                    <p:nvPicPr>
                      <p:cNvPr id="944151" name="Object 23">
                        <a:extLst>
                          <a:ext uri="{FF2B5EF4-FFF2-40B4-BE49-F238E27FC236}">
                            <a16:creationId xmlns:a16="http://schemas.microsoft.com/office/drawing/2014/main" id="{8BB14877-F542-42B9-B507-7946F37B47CB}"/>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05150" y="4413250"/>
                        <a:ext cx="122555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52" name="Object 24">
            <a:extLst>
              <a:ext uri="{FF2B5EF4-FFF2-40B4-BE49-F238E27FC236}">
                <a16:creationId xmlns:a16="http://schemas.microsoft.com/office/drawing/2014/main" id="{C64D8FC9-A9F1-4679-82A8-56ABCED7BF95}"/>
              </a:ext>
            </a:extLst>
          </p:cNvPr>
          <p:cNvGraphicFramePr>
            <a:graphicFrameLocks noChangeAspect="1"/>
          </p:cNvGraphicFramePr>
          <p:nvPr/>
        </p:nvGraphicFramePr>
        <p:xfrm>
          <a:off x="2414588" y="5405438"/>
          <a:ext cx="2268537" cy="1095375"/>
        </p:xfrm>
        <a:graphic>
          <a:graphicData uri="http://schemas.openxmlformats.org/presentationml/2006/ole">
            <mc:AlternateContent xmlns:mc="http://schemas.openxmlformats.org/markup-compatibility/2006">
              <mc:Choice xmlns:v="urn:schemas-microsoft-com:vml" Requires="v">
                <p:oleObj name="公式" r:id="rId28" imgW="1844227" imgH="876328" progId="Equation.3">
                  <p:embed/>
                </p:oleObj>
              </mc:Choice>
              <mc:Fallback>
                <p:oleObj name="公式" r:id="rId28" imgW="1844227" imgH="876328" progId="Equation.3">
                  <p:embed/>
                  <p:pic>
                    <p:nvPicPr>
                      <p:cNvPr id="944152" name="Object 24">
                        <a:extLst>
                          <a:ext uri="{FF2B5EF4-FFF2-40B4-BE49-F238E27FC236}">
                            <a16:creationId xmlns:a16="http://schemas.microsoft.com/office/drawing/2014/main" id="{C64D8FC9-A9F1-4679-82A8-56ABCED7BF9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414588" y="5405438"/>
                        <a:ext cx="2268537"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4153" name="Object 25">
            <a:extLst>
              <a:ext uri="{FF2B5EF4-FFF2-40B4-BE49-F238E27FC236}">
                <a16:creationId xmlns:a16="http://schemas.microsoft.com/office/drawing/2014/main" id="{465A40C0-A513-4B04-A6E6-D697A495D657}"/>
              </a:ext>
            </a:extLst>
          </p:cNvPr>
          <p:cNvGraphicFramePr>
            <a:graphicFrameLocks noChangeAspect="1"/>
          </p:cNvGraphicFramePr>
          <p:nvPr/>
        </p:nvGraphicFramePr>
        <p:xfrm>
          <a:off x="4706938" y="5556250"/>
          <a:ext cx="1595437" cy="858838"/>
        </p:xfrm>
        <a:graphic>
          <a:graphicData uri="http://schemas.openxmlformats.org/presentationml/2006/ole">
            <mc:AlternateContent xmlns:mc="http://schemas.openxmlformats.org/markup-compatibility/2006">
              <mc:Choice xmlns:v="urn:schemas-microsoft-com:vml" Requires="v">
                <p:oleObj name="公式" r:id="rId30" imgW="1630742" imgH="868846" progId="Equation.3">
                  <p:embed/>
                </p:oleObj>
              </mc:Choice>
              <mc:Fallback>
                <p:oleObj name="公式" r:id="rId30" imgW="1630742" imgH="868846" progId="Equation.3">
                  <p:embed/>
                  <p:pic>
                    <p:nvPicPr>
                      <p:cNvPr id="944153" name="Object 25">
                        <a:extLst>
                          <a:ext uri="{FF2B5EF4-FFF2-40B4-BE49-F238E27FC236}">
                            <a16:creationId xmlns:a16="http://schemas.microsoft.com/office/drawing/2014/main" id="{465A40C0-A513-4B04-A6E6-D697A495D657}"/>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06938" y="5556250"/>
                        <a:ext cx="159543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4154" name="Object 26">
            <a:extLst>
              <a:ext uri="{FF2B5EF4-FFF2-40B4-BE49-F238E27FC236}">
                <a16:creationId xmlns:a16="http://schemas.microsoft.com/office/drawing/2014/main" id="{EAFEF3DE-8FD5-4A2E-AD0E-E8063DA756EC}"/>
              </a:ext>
            </a:extLst>
          </p:cNvPr>
          <p:cNvGraphicFramePr>
            <a:graphicFrameLocks noChangeAspect="1"/>
          </p:cNvGraphicFramePr>
          <p:nvPr/>
        </p:nvGraphicFramePr>
        <p:xfrm>
          <a:off x="6364288" y="5478463"/>
          <a:ext cx="2251075" cy="1062037"/>
        </p:xfrm>
        <a:graphic>
          <a:graphicData uri="http://schemas.openxmlformats.org/presentationml/2006/ole">
            <mc:AlternateContent xmlns:mc="http://schemas.openxmlformats.org/markup-compatibility/2006">
              <mc:Choice xmlns:v="urn:schemas-microsoft-com:vml" Requires="v">
                <p:oleObj name="公式" r:id="rId32" imgW="1828800" imgH="853385" progId="Equation.3">
                  <p:embed/>
                </p:oleObj>
              </mc:Choice>
              <mc:Fallback>
                <p:oleObj name="公式" r:id="rId32" imgW="1828800" imgH="853385" progId="Equation.3">
                  <p:embed/>
                  <p:pic>
                    <p:nvPicPr>
                      <p:cNvPr id="944154" name="Object 26">
                        <a:extLst>
                          <a:ext uri="{FF2B5EF4-FFF2-40B4-BE49-F238E27FC236}">
                            <a16:creationId xmlns:a16="http://schemas.microsoft.com/office/drawing/2014/main" id="{EAFEF3DE-8FD5-4A2E-AD0E-E8063DA756EC}"/>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364288" y="5478463"/>
                        <a:ext cx="2251075" cy="106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4155" name="Object 27">
            <a:extLst>
              <a:ext uri="{FF2B5EF4-FFF2-40B4-BE49-F238E27FC236}">
                <a16:creationId xmlns:a16="http://schemas.microsoft.com/office/drawing/2014/main" id="{2D597215-30F3-4D71-9714-C79EAA4A041A}"/>
              </a:ext>
            </a:extLst>
          </p:cNvPr>
          <p:cNvGraphicFramePr>
            <a:graphicFrameLocks noChangeAspect="1"/>
          </p:cNvGraphicFramePr>
          <p:nvPr/>
        </p:nvGraphicFramePr>
        <p:xfrm>
          <a:off x="1085850" y="5575300"/>
          <a:ext cx="1211263" cy="852488"/>
        </p:xfrm>
        <a:graphic>
          <a:graphicData uri="http://schemas.openxmlformats.org/presentationml/2006/ole">
            <mc:AlternateContent xmlns:mc="http://schemas.openxmlformats.org/markup-compatibility/2006">
              <mc:Choice xmlns:v="urn:schemas-microsoft-com:vml" Requires="v">
                <p:oleObj name="公式" r:id="rId34" imgW="1005716" imgH="701262" progId="Equation.3">
                  <p:embed/>
                </p:oleObj>
              </mc:Choice>
              <mc:Fallback>
                <p:oleObj name="公式" r:id="rId34" imgW="1005716" imgH="701262" progId="Equation.3">
                  <p:embed/>
                  <p:pic>
                    <p:nvPicPr>
                      <p:cNvPr id="944155" name="Object 27">
                        <a:extLst>
                          <a:ext uri="{FF2B5EF4-FFF2-40B4-BE49-F238E27FC236}">
                            <a16:creationId xmlns:a16="http://schemas.microsoft.com/office/drawing/2014/main" id="{2D597215-30F3-4D71-9714-C79EAA4A041A}"/>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085850" y="5575300"/>
                        <a:ext cx="1211263"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4134"/>
                                        </p:tgtEl>
                                        <p:attrNameLst>
                                          <p:attrName>style.visibility</p:attrName>
                                        </p:attrNameLst>
                                      </p:cBhvr>
                                      <p:to>
                                        <p:strVal val="visible"/>
                                      </p:to>
                                    </p:set>
                                    <p:animEffect transition="in" filter="wipe(left)">
                                      <p:cBhvr>
                                        <p:cTn id="7" dur="500"/>
                                        <p:tgtEl>
                                          <p:spTgt spid="9441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4132"/>
                                        </p:tgtEl>
                                        <p:attrNameLst>
                                          <p:attrName>style.visibility</p:attrName>
                                        </p:attrNameLst>
                                      </p:cBhvr>
                                      <p:to>
                                        <p:strVal val="visible"/>
                                      </p:to>
                                    </p:set>
                                    <p:animEffect transition="in" filter="wipe(left)">
                                      <p:cBhvr>
                                        <p:cTn id="12" dur="500"/>
                                        <p:tgtEl>
                                          <p:spTgt spid="944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4413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44140"/>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nodeType="afterEffect">
                                  <p:stCondLst>
                                    <p:cond delay="0"/>
                                  </p:stCondLst>
                                  <p:childTnLst>
                                    <p:set>
                                      <p:cBhvr>
                                        <p:cTn id="23" dur="1" fill="hold">
                                          <p:stCondLst>
                                            <p:cond delay="0"/>
                                          </p:stCondLst>
                                        </p:cTn>
                                        <p:tgtEl>
                                          <p:spTgt spid="94414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944136"/>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4133"/>
                                        </p:tgtEl>
                                        <p:attrNameLst>
                                          <p:attrName>style.visibility</p:attrName>
                                        </p:attrNameLst>
                                      </p:cBhvr>
                                      <p:to>
                                        <p:strVal val="visible"/>
                                      </p:to>
                                    </p:set>
                                    <p:animEffect transition="in" filter="wipe(left)">
                                      <p:cBhvr>
                                        <p:cTn id="32" dur="500"/>
                                        <p:tgtEl>
                                          <p:spTgt spid="9441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94413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944142"/>
                                        </p:tgtEl>
                                        <p:attrNameLst>
                                          <p:attrName>style.visibility</p:attrName>
                                        </p:attrNameLst>
                                      </p:cBhvr>
                                      <p:to>
                                        <p:strVal val="visible"/>
                                      </p:to>
                                    </p:set>
                                  </p:childTnLst>
                                </p:cTn>
                              </p:par>
                            </p:childTnLst>
                          </p:cTn>
                        </p:par>
                        <p:par>
                          <p:cTn id="41" fill="hold" nodeType="afterGroup">
                            <p:stCondLst>
                              <p:cond delay="0"/>
                            </p:stCondLst>
                            <p:childTnLst>
                              <p:par>
                                <p:cTn id="42" presetID="1" presetClass="entr" presetSubtype="0" fill="hold" nodeType="afterEffect">
                                  <p:stCondLst>
                                    <p:cond delay="0"/>
                                  </p:stCondLst>
                                  <p:childTnLst>
                                    <p:set>
                                      <p:cBhvr>
                                        <p:cTn id="43" dur="1" fill="hold">
                                          <p:stCondLst>
                                            <p:cond delay="0"/>
                                          </p:stCondLst>
                                        </p:cTn>
                                        <p:tgtEl>
                                          <p:spTgt spid="944143"/>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944130"/>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944144"/>
                                        </p:tgtEl>
                                        <p:attrNameLst>
                                          <p:attrName>style.visibility</p:attrName>
                                        </p:attrNameLst>
                                      </p:cBhvr>
                                      <p:to>
                                        <p:strVal val="visible"/>
                                      </p:to>
                                    </p:set>
                                  </p:childTnLst>
                                </p:cTn>
                              </p:par>
                            </p:childTnLst>
                          </p:cTn>
                        </p:par>
                        <p:par>
                          <p:cTn id="52" fill="hold" nodeType="afterGroup">
                            <p:stCondLst>
                              <p:cond delay="0"/>
                            </p:stCondLst>
                            <p:childTnLst>
                              <p:par>
                                <p:cTn id="53" presetID="1" presetClass="entr" presetSubtype="0" fill="hold" nodeType="afterEffect">
                                  <p:stCondLst>
                                    <p:cond delay="0"/>
                                  </p:stCondLst>
                                  <p:childTnLst>
                                    <p:set>
                                      <p:cBhvr>
                                        <p:cTn id="54" dur="1" fill="hold">
                                          <p:stCondLst>
                                            <p:cond delay="0"/>
                                          </p:stCondLst>
                                        </p:cTn>
                                        <p:tgtEl>
                                          <p:spTgt spid="94414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44148"/>
                                        </p:tgtEl>
                                        <p:attrNameLst>
                                          <p:attrName>style.visibility</p:attrName>
                                        </p:attrNameLst>
                                      </p:cBhvr>
                                      <p:to>
                                        <p:strVal val="visible"/>
                                      </p:to>
                                    </p:set>
                                    <p:animEffect transition="in" filter="wipe(left)">
                                      <p:cBhvr>
                                        <p:cTn id="59" dur="500"/>
                                        <p:tgtEl>
                                          <p:spTgt spid="94414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44151"/>
                                        </p:tgtEl>
                                        <p:attrNameLst>
                                          <p:attrName>style.visibility</p:attrName>
                                        </p:attrNameLst>
                                      </p:cBhvr>
                                      <p:to>
                                        <p:strVal val="visible"/>
                                      </p:to>
                                    </p:set>
                                    <p:animEffect transition="in" filter="wipe(left)">
                                      <p:cBhvr>
                                        <p:cTn id="64" dur="500"/>
                                        <p:tgtEl>
                                          <p:spTgt spid="94415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44149"/>
                                        </p:tgtEl>
                                        <p:attrNameLst>
                                          <p:attrName>style.visibility</p:attrName>
                                        </p:attrNameLst>
                                      </p:cBhvr>
                                      <p:to>
                                        <p:strVal val="visible"/>
                                      </p:to>
                                    </p:set>
                                    <p:animEffect transition="in" filter="wipe(left)">
                                      <p:cBhvr>
                                        <p:cTn id="69" dur="500"/>
                                        <p:tgtEl>
                                          <p:spTgt spid="94414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44150"/>
                                        </p:tgtEl>
                                        <p:attrNameLst>
                                          <p:attrName>style.visibility</p:attrName>
                                        </p:attrNameLst>
                                      </p:cBhvr>
                                      <p:to>
                                        <p:strVal val="visible"/>
                                      </p:to>
                                    </p:set>
                                    <p:animEffect transition="in" filter="wipe(left)">
                                      <p:cBhvr>
                                        <p:cTn id="74" dur="500"/>
                                        <p:tgtEl>
                                          <p:spTgt spid="94415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944155"/>
                                        </p:tgtEl>
                                        <p:attrNameLst>
                                          <p:attrName>style.visibility</p:attrName>
                                        </p:attrNameLst>
                                      </p:cBhvr>
                                      <p:to>
                                        <p:strVal val="visible"/>
                                      </p:to>
                                    </p:set>
                                    <p:animEffect transition="in" filter="wipe(left)">
                                      <p:cBhvr>
                                        <p:cTn id="79" dur="500"/>
                                        <p:tgtEl>
                                          <p:spTgt spid="94415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944152"/>
                                        </p:tgtEl>
                                        <p:attrNameLst>
                                          <p:attrName>style.visibility</p:attrName>
                                        </p:attrNameLst>
                                      </p:cBhvr>
                                      <p:to>
                                        <p:strVal val="visible"/>
                                      </p:to>
                                    </p:set>
                                    <p:animEffect transition="in" filter="wipe(left)">
                                      <p:cBhvr>
                                        <p:cTn id="84" dur="500"/>
                                        <p:tgtEl>
                                          <p:spTgt spid="94415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944153"/>
                                        </p:tgtEl>
                                        <p:attrNameLst>
                                          <p:attrName>style.visibility</p:attrName>
                                        </p:attrNameLst>
                                      </p:cBhvr>
                                      <p:to>
                                        <p:strVal val="visible"/>
                                      </p:to>
                                    </p:set>
                                    <p:animEffect transition="in" filter="wipe(left)">
                                      <p:cBhvr>
                                        <p:cTn id="89" dur="500"/>
                                        <p:tgtEl>
                                          <p:spTgt spid="94415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944154"/>
                                        </p:tgtEl>
                                        <p:attrNameLst>
                                          <p:attrName>style.visibility</p:attrName>
                                        </p:attrNameLst>
                                      </p:cBhvr>
                                      <p:to>
                                        <p:strVal val="visible"/>
                                      </p:to>
                                    </p:set>
                                    <p:animEffect transition="in" filter="wipe(left)">
                                      <p:cBhvr>
                                        <p:cTn id="94" dur="500"/>
                                        <p:tgtEl>
                                          <p:spTgt spid="944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32" grpId="0"/>
      <p:bldP spid="944133" grpId="0"/>
      <p:bldP spid="944134" grpId="0"/>
      <p:bldP spid="9441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a:extLst>
              <a:ext uri="{FF2B5EF4-FFF2-40B4-BE49-F238E27FC236}">
                <a16:creationId xmlns:a16="http://schemas.microsoft.com/office/drawing/2014/main" id="{A2D61577-C309-40EC-998D-55D53DC214AA}"/>
              </a:ext>
            </a:extLst>
          </p:cNvPr>
          <p:cNvSpPr>
            <a:spLocks noChangeArrowheads="1"/>
          </p:cNvSpPr>
          <p:nvPr/>
        </p:nvSpPr>
        <p:spPr bwMode="auto">
          <a:xfrm>
            <a:off x="5435600" y="1341438"/>
            <a:ext cx="3311525" cy="4824412"/>
          </a:xfrm>
          <a:prstGeom prst="rect">
            <a:avLst/>
          </a:prstGeom>
          <a:solidFill>
            <a:srgbClr val="33CCCC">
              <a:alpha val="10196"/>
            </a:srgbClr>
          </a:solidFill>
          <a:ln w="12700" algn="ctr">
            <a:solidFill>
              <a:srgbClr val="B2B2B2">
                <a:alpha val="50195"/>
              </a:srgbClr>
            </a:solidFill>
            <a:miter lim="800000"/>
            <a:headEnd/>
            <a:tailEnd/>
          </a:ln>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kumimoji="1" lang="zh-CN" altLang="en-US">
              <a:latin typeface="Times New Roman" panose="02020603050405020304" pitchFamily="18" charset="0"/>
              <a:ea typeface="华文中宋" panose="02010600040101010101" pitchFamily="2" charset="-122"/>
            </a:endParaRPr>
          </a:p>
        </p:txBody>
      </p:sp>
      <p:sp>
        <p:nvSpPr>
          <p:cNvPr id="973827" name="Rectangle 3">
            <a:extLst>
              <a:ext uri="{FF2B5EF4-FFF2-40B4-BE49-F238E27FC236}">
                <a16:creationId xmlns:a16="http://schemas.microsoft.com/office/drawing/2014/main" id="{1C2235AF-A93C-4880-9779-F727DA80FE14}"/>
              </a:ext>
            </a:extLst>
          </p:cNvPr>
          <p:cNvSpPr>
            <a:spLocks noChangeArrowheads="1"/>
          </p:cNvSpPr>
          <p:nvPr/>
        </p:nvSpPr>
        <p:spPr bwMode="auto">
          <a:xfrm>
            <a:off x="979488" y="1268413"/>
            <a:ext cx="3311525" cy="4824412"/>
          </a:xfrm>
          <a:prstGeom prst="rect">
            <a:avLst/>
          </a:prstGeom>
          <a:solidFill>
            <a:srgbClr val="33CCCC">
              <a:alpha val="10196"/>
            </a:srgbClr>
          </a:solidFill>
          <a:ln w="12700" algn="ctr">
            <a:solidFill>
              <a:srgbClr val="B2B2B2">
                <a:alpha val="50195"/>
              </a:srgbClr>
            </a:solidFill>
            <a:miter lim="800000"/>
            <a:headEnd/>
            <a:tailEnd/>
          </a:ln>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kumimoji="1" lang="zh-CN" altLang="en-US">
              <a:latin typeface="Times New Roman" panose="02020603050405020304" pitchFamily="18" charset="0"/>
              <a:ea typeface="华文中宋" panose="02010600040101010101" pitchFamily="2" charset="-122"/>
            </a:endParaRPr>
          </a:p>
        </p:txBody>
      </p:sp>
      <p:sp>
        <p:nvSpPr>
          <p:cNvPr id="973828" name="Text Box 4">
            <a:extLst>
              <a:ext uri="{FF2B5EF4-FFF2-40B4-BE49-F238E27FC236}">
                <a16:creationId xmlns:a16="http://schemas.microsoft.com/office/drawing/2014/main" id="{7C91E6A9-C85A-4950-82B8-7EC25BB5CA73}"/>
              </a:ext>
            </a:extLst>
          </p:cNvPr>
          <p:cNvSpPr txBox="1">
            <a:spLocks noChangeArrowheads="1"/>
          </p:cNvSpPr>
          <p:nvPr/>
        </p:nvSpPr>
        <p:spPr bwMode="auto">
          <a:xfrm>
            <a:off x="1412875" y="406400"/>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solidFill>
                  <a:srgbClr val="00FF00"/>
                </a:solidFill>
              </a:rPr>
              <a:t>从</a:t>
            </a:r>
            <a:r>
              <a:rPr lang="en-US" altLang="zh-CN" i="1">
                <a:solidFill>
                  <a:srgbClr val="FFCC66"/>
                </a:solidFill>
                <a:latin typeface="Times New Roman" panose="02020603050405020304" pitchFamily="18" charset="0"/>
              </a:rPr>
              <a:t>S</a:t>
            </a:r>
            <a:r>
              <a:rPr lang="zh-CN" altLang="en-US">
                <a:solidFill>
                  <a:srgbClr val="00FF00"/>
                </a:solidFill>
              </a:rPr>
              <a:t>系变换到</a:t>
            </a:r>
            <a:r>
              <a:rPr lang="en-US" altLang="zh-CN" i="1">
                <a:solidFill>
                  <a:srgbClr val="FFCC66"/>
                </a:solidFill>
                <a:latin typeface="Times New Roman" panose="02020603050405020304" pitchFamily="18" charset="0"/>
              </a:rPr>
              <a:t>S</a:t>
            </a:r>
            <a:r>
              <a:rPr lang="en-US" altLang="zh-CN">
                <a:solidFill>
                  <a:srgbClr val="FFCC66"/>
                </a:solidFill>
                <a:latin typeface="Times New Roman" panose="02020603050405020304" pitchFamily="18" charset="0"/>
                <a:sym typeface="Symbol" panose="05050102010706020507" pitchFamily="18" charset="2"/>
              </a:rPr>
              <a:t></a:t>
            </a:r>
            <a:r>
              <a:rPr lang="zh-CN" altLang="en-US">
                <a:solidFill>
                  <a:srgbClr val="00FF00"/>
                </a:solidFill>
              </a:rPr>
              <a:t>系</a:t>
            </a:r>
            <a:endParaRPr lang="zh-CN" altLang="en-US" sz="2000">
              <a:latin typeface="楷体_GB2312" pitchFamily="49" charset="-122"/>
              <a:ea typeface="楷体_GB2312" pitchFamily="49" charset="-122"/>
            </a:endParaRPr>
          </a:p>
        </p:txBody>
      </p:sp>
      <p:graphicFrame>
        <p:nvGraphicFramePr>
          <p:cNvPr id="973829" name="Object 5">
            <a:extLst>
              <a:ext uri="{FF2B5EF4-FFF2-40B4-BE49-F238E27FC236}">
                <a16:creationId xmlns:a16="http://schemas.microsoft.com/office/drawing/2014/main" id="{42AEE17C-846D-4D09-B19E-E711118F51D0}"/>
              </a:ext>
            </a:extLst>
          </p:cNvPr>
          <p:cNvGraphicFramePr>
            <a:graphicFrameLocks noChangeAspect="1"/>
          </p:cNvGraphicFramePr>
          <p:nvPr/>
        </p:nvGraphicFramePr>
        <p:xfrm>
          <a:off x="1266825" y="1557338"/>
          <a:ext cx="2324100" cy="977900"/>
        </p:xfrm>
        <a:graphic>
          <a:graphicData uri="http://schemas.openxmlformats.org/presentationml/2006/ole">
            <mc:AlternateContent xmlns:mc="http://schemas.openxmlformats.org/markup-compatibility/2006">
              <mc:Choice xmlns:v="urn:schemas-microsoft-com:vml" Requires="v">
                <p:oleObj name="公式" r:id="rId2" imgW="2301053" imgH="952639" progId="Equation.3">
                  <p:embed/>
                </p:oleObj>
              </mc:Choice>
              <mc:Fallback>
                <p:oleObj name="公式" r:id="rId2" imgW="2301053" imgH="952639" progId="Equation.3">
                  <p:embed/>
                  <p:pic>
                    <p:nvPicPr>
                      <p:cNvPr id="973829" name="Object 5">
                        <a:extLst>
                          <a:ext uri="{FF2B5EF4-FFF2-40B4-BE49-F238E27FC236}">
                            <a16:creationId xmlns:a16="http://schemas.microsoft.com/office/drawing/2014/main" id="{42AEE17C-846D-4D09-B19E-E711118F51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825" y="1557338"/>
                        <a:ext cx="23241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0" name="Object 6">
            <a:extLst>
              <a:ext uri="{FF2B5EF4-FFF2-40B4-BE49-F238E27FC236}">
                <a16:creationId xmlns:a16="http://schemas.microsoft.com/office/drawing/2014/main" id="{6233ABD2-D0C2-4875-9AAC-F860497F1422}"/>
              </a:ext>
            </a:extLst>
          </p:cNvPr>
          <p:cNvGraphicFramePr>
            <a:graphicFrameLocks noChangeAspect="1"/>
          </p:cNvGraphicFramePr>
          <p:nvPr/>
        </p:nvGraphicFramePr>
        <p:xfrm>
          <a:off x="1235075" y="3046413"/>
          <a:ext cx="2728913" cy="1092200"/>
        </p:xfrm>
        <a:graphic>
          <a:graphicData uri="http://schemas.openxmlformats.org/presentationml/2006/ole">
            <mc:AlternateContent xmlns:mc="http://schemas.openxmlformats.org/markup-compatibility/2006">
              <mc:Choice xmlns:v="urn:schemas-microsoft-com:vml" Requires="v">
                <p:oleObj name="公式" r:id="rId4" imgW="2705131" imgH="1066855" progId="Equation.3">
                  <p:embed/>
                </p:oleObj>
              </mc:Choice>
              <mc:Fallback>
                <p:oleObj name="公式" r:id="rId4" imgW="2705131" imgH="1066855" progId="Equation.3">
                  <p:embed/>
                  <p:pic>
                    <p:nvPicPr>
                      <p:cNvPr id="973830" name="Object 6">
                        <a:extLst>
                          <a:ext uri="{FF2B5EF4-FFF2-40B4-BE49-F238E27FC236}">
                            <a16:creationId xmlns:a16="http://schemas.microsoft.com/office/drawing/2014/main" id="{6233ABD2-D0C2-4875-9AAC-F860497F14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5075" y="3046413"/>
                        <a:ext cx="2728913"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1" name="Object 7">
            <a:extLst>
              <a:ext uri="{FF2B5EF4-FFF2-40B4-BE49-F238E27FC236}">
                <a16:creationId xmlns:a16="http://schemas.microsoft.com/office/drawing/2014/main" id="{6CB20E0A-5D55-4960-809C-217B8BDEA834}"/>
              </a:ext>
            </a:extLst>
          </p:cNvPr>
          <p:cNvGraphicFramePr>
            <a:graphicFrameLocks noChangeAspect="1"/>
          </p:cNvGraphicFramePr>
          <p:nvPr/>
        </p:nvGraphicFramePr>
        <p:xfrm>
          <a:off x="1266825" y="4797425"/>
          <a:ext cx="2692400" cy="1054100"/>
        </p:xfrm>
        <a:graphic>
          <a:graphicData uri="http://schemas.openxmlformats.org/presentationml/2006/ole">
            <mc:AlternateContent xmlns:mc="http://schemas.openxmlformats.org/markup-compatibility/2006">
              <mc:Choice xmlns:v="urn:schemas-microsoft-com:vml" Requires="v">
                <p:oleObj name="公式" r:id="rId6" imgW="2666813" imgH="1028949" progId="Equation.3">
                  <p:embed/>
                </p:oleObj>
              </mc:Choice>
              <mc:Fallback>
                <p:oleObj name="公式" r:id="rId6" imgW="2666813" imgH="1028949" progId="Equation.3">
                  <p:embed/>
                  <p:pic>
                    <p:nvPicPr>
                      <p:cNvPr id="973831" name="Object 7">
                        <a:extLst>
                          <a:ext uri="{FF2B5EF4-FFF2-40B4-BE49-F238E27FC236}">
                            <a16:creationId xmlns:a16="http://schemas.microsoft.com/office/drawing/2014/main" id="{6CB20E0A-5D55-4960-809C-217B8BDEA8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6825" y="4797425"/>
                        <a:ext cx="26924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32" name="Text Box 8">
            <a:extLst>
              <a:ext uri="{FF2B5EF4-FFF2-40B4-BE49-F238E27FC236}">
                <a16:creationId xmlns:a16="http://schemas.microsoft.com/office/drawing/2014/main" id="{BD56CFC1-66EC-4C16-8EAE-4FD065EE219F}"/>
              </a:ext>
            </a:extLst>
          </p:cNvPr>
          <p:cNvSpPr txBox="1">
            <a:spLocks noChangeArrowheads="1"/>
          </p:cNvSpPr>
          <p:nvPr/>
        </p:nvSpPr>
        <p:spPr bwMode="auto">
          <a:xfrm>
            <a:off x="468313" y="3068638"/>
            <a:ext cx="549275"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vert="eaVert"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en-US" altLang="zh-CN">
                <a:solidFill>
                  <a:srgbClr val="FF9900"/>
                </a:solidFill>
                <a:latin typeface="楷体_GB2312" pitchFamily="49" charset="-122"/>
                <a:ea typeface="楷体_GB2312" pitchFamily="49" charset="-122"/>
              </a:rPr>
              <a:t>(</a:t>
            </a:r>
            <a:r>
              <a:rPr lang="zh-CN" altLang="en-US">
                <a:solidFill>
                  <a:srgbClr val="FF9900"/>
                </a:solidFill>
                <a:latin typeface="楷体_GB2312" pitchFamily="49" charset="-122"/>
                <a:ea typeface="楷体_GB2312" pitchFamily="49" charset="-122"/>
              </a:rPr>
              <a:t>正变换</a:t>
            </a:r>
            <a:r>
              <a:rPr lang="en-US" altLang="zh-CN">
                <a:solidFill>
                  <a:srgbClr val="FF9900"/>
                </a:solidFill>
                <a:latin typeface="楷体_GB2312" pitchFamily="49" charset="-122"/>
                <a:ea typeface="楷体_GB2312" pitchFamily="49" charset="-122"/>
              </a:rPr>
              <a:t>)</a:t>
            </a:r>
          </a:p>
        </p:txBody>
      </p:sp>
      <p:sp>
        <p:nvSpPr>
          <p:cNvPr id="973833" name="Text Box 9">
            <a:extLst>
              <a:ext uri="{FF2B5EF4-FFF2-40B4-BE49-F238E27FC236}">
                <a16:creationId xmlns:a16="http://schemas.microsoft.com/office/drawing/2014/main" id="{3F1B34D4-6BF4-4A30-AE8D-9AB7747D89E0}"/>
              </a:ext>
            </a:extLst>
          </p:cNvPr>
          <p:cNvSpPr txBox="1">
            <a:spLocks noChangeArrowheads="1"/>
          </p:cNvSpPr>
          <p:nvPr/>
        </p:nvSpPr>
        <p:spPr bwMode="auto">
          <a:xfrm>
            <a:off x="5364163" y="404813"/>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solidFill>
                  <a:srgbClr val="00FF00"/>
                </a:solidFill>
              </a:rPr>
              <a:t>从</a:t>
            </a:r>
            <a:r>
              <a:rPr lang="en-US" altLang="zh-CN">
                <a:solidFill>
                  <a:srgbClr val="FFCC66"/>
                </a:solidFill>
                <a:latin typeface="Times New Roman" panose="02020603050405020304" pitchFamily="18" charset="0"/>
              </a:rPr>
              <a:t>S</a:t>
            </a:r>
            <a:r>
              <a:rPr lang="en-US" altLang="zh-CN" i="1">
                <a:solidFill>
                  <a:srgbClr val="FFCC66"/>
                </a:solidFill>
                <a:sym typeface="Symbol" panose="05050102010706020507" pitchFamily="18" charset="2"/>
              </a:rPr>
              <a:t></a:t>
            </a:r>
            <a:r>
              <a:rPr lang="zh-CN" altLang="en-US">
                <a:solidFill>
                  <a:srgbClr val="00FF00"/>
                </a:solidFill>
              </a:rPr>
              <a:t>系变换到</a:t>
            </a:r>
            <a:r>
              <a:rPr lang="en-US" altLang="zh-CN">
                <a:solidFill>
                  <a:srgbClr val="FFCC66"/>
                </a:solidFill>
                <a:latin typeface="Times New Roman" panose="02020603050405020304" pitchFamily="18" charset="0"/>
              </a:rPr>
              <a:t>S</a:t>
            </a:r>
            <a:r>
              <a:rPr lang="zh-CN" altLang="en-US">
                <a:solidFill>
                  <a:srgbClr val="00FF00"/>
                </a:solidFill>
              </a:rPr>
              <a:t>系</a:t>
            </a:r>
            <a:endParaRPr lang="zh-CN" altLang="en-US"/>
          </a:p>
        </p:txBody>
      </p:sp>
      <p:graphicFrame>
        <p:nvGraphicFramePr>
          <p:cNvPr id="973834" name="Object 10">
            <a:extLst>
              <a:ext uri="{FF2B5EF4-FFF2-40B4-BE49-F238E27FC236}">
                <a16:creationId xmlns:a16="http://schemas.microsoft.com/office/drawing/2014/main" id="{2FC34D25-9BA9-4B06-9872-32D191A91FDA}"/>
              </a:ext>
            </a:extLst>
          </p:cNvPr>
          <p:cNvGraphicFramePr>
            <a:graphicFrameLocks noChangeAspect="1"/>
          </p:cNvGraphicFramePr>
          <p:nvPr/>
        </p:nvGraphicFramePr>
        <p:xfrm>
          <a:off x="5795963" y="1557338"/>
          <a:ext cx="2324100" cy="977900"/>
        </p:xfrm>
        <a:graphic>
          <a:graphicData uri="http://schemas.openxmlformats.org/presentationml/2006/ole">
            <mc:AlternateContent xmlns:mc="http://schemas.openxmlformats.org/markup-compatibility/2006">
              <mc:Choice xmlns:v="urn:schemas-microsoft-com:vml" Requires="v">
                <p:oleObj name="公式" r:id="rId8" imgW="2301053" imgH="952639" progId="Equation.3">
                  <p:embed/>
                </p:oleObj>
              </mc:Choice>
              <mc:Fallback>
                <p:oleObj name="公式" r:id="rId8" imgW="2301053" imgH="952639" progId="Equation.3">
                  <p:embed/>
                  <p:pic>
                    <p:nvPicPr>
                      <p:cNvPr id="973834" name="Object 10">
                        <a:extLst>
                          <a:ext uri="{FF2B5EF4-FFF2-40B4-BE49-F238E27FC236}">
                            <a16:creationId xmlns:a16="http://schemas.microsoft.com/office/drawing/2014/main" id="{2FC34D25-9BA9-4B06-9872-32D191A91FD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5963" y="1557338"/>
                        <a:ext cx="23241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5" name="Object 11">
            <a:extLst>
              <a:ext uri="{FF2B5EF4-FFF2-40B4-BE49-F238E27FC236}">
                <a16:creationId xmlns:a16="http://schemas.microsoft.com/office/drawing/2014/main" id="{33314AE2-DCD7-4A13-8208-F164D4950DD3}"/>
              </a:ext>
            </a:extLst>
          </p:cNvPr>
          <p:cNvGraphicFramePr>
            <a:graphicFrameLocks noChangeAspect="1"/>
          </p:cNvGraphicFramePr>
          <p:nvPr/>
        </p:nvGraphicFramePr>
        <p:xfrm>
          <a:off x="5803900" y="3128963"/>
          <a:ext cx="2728913" cy="1092200"/>
        </p:xfrm>
        <a:graphic>
          <a:graphicData uri="http://schemas.openxmlformats.org/presentationml/2006/ole">
            <mc:AlternateContent xmlns:mc="http://schemas.openxmlformats.org/markup-compatibility/2006">
              <mc:Choice xmlns:v="urn:schemas-microsoft-com:vml" Requires="v">
                <p:oleObj name="公式" r:id="rId10" imgW="2705131" imgH="1066855" progId="Equation.3">
                  <p:embed/>
                </p:oleObj>
              </mc:Choice>
              <mc:Fallback>
                <p:oleObj name="公式" r:id="rId10" imgW="2705131" imgH="1066855" progId="Equation.3">
                  <p:embed/>
                  <p:pic>
                    <p:nvPicPr>
                      <p:cNvPr id="973835" name="Object 11">
                        <a:extLst>
                          <a:ext uri="{FF2B5EF4-FFF2-40B4-BE49-F238E27FC236}">
                            <a16:creationId xmlns:a16="http://schemas.microsoft.com/office/drawing/2014/main" id="{33314AE2-DCD7-4A13-8208-F164D4950DD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3900" y="3128963"/>
                        <a:ext cx="2728913"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836" name="Object 12">
            <a:extLst>
              <a:ext uri="{FF2B5EF4-FFF2-40B4-BE49-F238E27FC236}">
                <a16:creationId xmlns:a16="http://schemas.microsoft.com/office/drawing/2014/main" id="{83DF1905-9CE4-4A90-B76E-8A0698F5F88B}"/>
              </a:ext>
            </a:extLst>
          </p:cNvPr>
          <p:cNvGraphicFramePr>
            <a:graphicFrameLocks noChangeAspect="1"/>
          </p:cNvGraphicFramePr>
          <p:nvPr/>
        </p:nvGraphicFramePr>
        <p:xfrm>
          <a:off x="5867400" y="4679950"/>
          <a:ext cx="2692400" cy="1054100"/>
        </p:xfrm>
        <a:graphic>
          <a:graphicData uri="http://schemas.openxmlformats.org/presentationml/2006/ole">
            <mc:AlternateContent xmlns:mc="http://schemas.openxmlformats.org/markup-compatibility/2006">
              <mc:Choice xmlns:v="urn:schemas-microsoft-com:vml" Requires="v">
                <p:oleObj name="公式" r:id="rId12" imgW="2666813" imgH="1028949" progId="Equation.3">
                  <p:embed/>
                </p:oleObj>
              </mc:Choice>
              <mc:Fallback>
                <p:oleObj name="公式" r:id="rId12" imgW="2666813" imgH="1028949" progId="Equation.3">
                  <p:embed/>
                  <p:pic>
                    <p:nvPicPr>
                      <p:cNvPr id="973836" name="Object 12">
                        <a:extLst>
                          <a:ext uri="{FF2B5EF4-FFF2-40B4-BE49-F238E27FC236}">
                            <a16:creationId xmlns:a16="http://schemas.microsoft.com/office/drawing/2014/main" id="{83DF1905-9CE4-4A90-B76E-8A0698F5F88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4679950"/>
                        <a:ext cx="26924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837" name="Text Box 13">
            <a:extLst>
              <a:ext uri="{FF2B5EF4-FFF2-40B4-BE49-F238E27FC236}">
                <a16:creationId xmlns:a16="http://schemas.microsoft.com/office/drawing/2014/main" id="{601DD45C-80E2-4769-A9BC-24E95FFFFFE5}"/>
              </a:ext>
            </a:extLst>
          </p:cNvPr>
          <p:cNvSpPr txBox="1">
            <a:spLocks noChangeArrowheads="1"/>
          </p:cNvSpPr>
          <p:nvPr/>
        </p:nvSpPr>
        <p:spPr bwMode="auto">
          <a:xfrm>
            <a:off x="4799013" y="3068638"/>
            <a:ext cx="549275"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vert="eaVert">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en-US" altLang="zh-CN">
                <a:solidFill>
                  <a:srgbClr val="FF9900"/>
                </a:solidFill>
                <a:latin typeface="楷体_GB2312" pitchFamily="49" charset="-122"/>
                <a:ea typeface="楷体_GB2312" pitchFamily="49" charset="-122"/>
              </a:rPr>
              <a:t>(</a:t>
            </a:r>
            <a:r>
              <a:rPr lang="zh-CN" altLang="en-US">
                <a:solidFill>
                  <a:srgbClr val="FF9900"/>
                </a:solidFill>
                <a:latin typeface="楷体_GB2312" pitchFamily="49" charset="-122"/>
                <a:ea typeface="楷体_GB2312" pitchFamily="49" charset="-122"/>
              </a:rPr>
              <a:t>逆变换</a:t>
            </a:r>
            <a:r>
              <a:rPr lang="en-US" altLang="zh-CN">
                <a:solidFill>
                  <a:srgbClr val="FF9900"/>
                </a:solidFill>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973838" name="Line 14">
            <a:extLst>
              <a:ext uri="{FF2B5EF4-FFF2-40B4-BE49-F238E27FC236}">
                <a16:creationId xmlns:a16="http://schemas.microsoft.com/office/drawing/2014/main" id="{E7D59B26-E74D-4690-8073-D0BD1C8FB4C0}"/>
              </a:ext>
            </a:extLst>
          </p:cNvPr>
          <p:cNvSpPr>
            <a:spLocks noChangeShapeType="1"/>
          </p:cNvSpPr>
          <p:nvPr/>
        </p:nvSpPr>
        <p:spPr bwMode="auto">
          <a:xfrm>
            <a:off x="4716463" y="1052513"/>
            <a:ext cx="0" cy="5184775"/>
          </a:xfrm>
          <a:prstGeom prst="line">
            <a:avLst/>
          </a:prstGeom>
          <a:noFill/>
          <a:ln w="38100" cmpd="dbl">
            <a:solidFill>
              <a:schemeClr val="bg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3828"/>
                                        </p:tgtEl>
                                        <p:attrNameLst>
                                          <p:attrName>style.visibility</p:attrName>
                                        </p:attrNameLst>
                                      </p:cBhvr>
                                      <p:to>
                                        <p:strVal val="visible"/>
                                      </p:to>
                                    </p:set>
                                    <p:animEffect transition="in" filter="wipe(left)">
                                      <p:cBhvr>
                                        <p:cTn id="7" dur="500"/>
                                        <p:tgtEl>
                                          <p:spTgt spid="973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73829"/>
                                        </p:tgtEl>
                                        <p:attrNameLst>
                                          <p:attrName>style.visibility</p:attrName>
                                        </p:attrNameLst>
                                      </p:cBhvr>
                                      <p:to>
                                        <p:strVal val="visible"/>
                                      </p:to>
                                    </p:set>
                                    <p:animEffect transition="in" filter="dissolve">
                                      <p:cBhvr>
                                        <p:cTn id="12" dur="500"/>
                                        <p:tgtEl>
                                          <p:spTgt spid="973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73830"/>
                                        </p:tgtEl>
                                        <p:attrNameLst>
                                          <p:attrName>style.visibility</p:attrName>
                                        </p:attrNameLst>
                                      </p:cBhvr>
                                      <p:to>
                                        <p:strVal val="visible"/>
                                      </p:to>
                                    </p:set>
                                    <p:animEffect transition="in" filter="dissolve">
                                      <p:cBhvr>
                                        <p:cTn id="17" dur="500"/>
                                        <p:tgtEl>
                                          <p:spTgt spid="9738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73831"/>
                                        </p:tgtEl>
                                        <p:attrNameLst>
                                          <p:attrName>style.visibility</p:attrName>
                                        </p:attrNameLst>
                                      </p:cBhvr>
                                      <p:to>
                                        <p:strVal val="visible"/>
                                      </p:to>
                                    </p:set>
                                    <p:animEffect transition="in" filter="dissolve">
                                      <p:cBhvr>
                                        <p:cTn id="22" dur="500"/>
                                        <p:tgtEl>
                                          <p:spTgt spid="9738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73832"/>
                                        </p:tgtEl>
                                        <p:attrNameLst>
                                          <p:attrName>style.visibility</p:attrName>
                                        </p:attrNameLst>
                                      </p:cBhvr>
                                      <p:to>
                                        <p:strVal val="visible"/>
                                      </p:to>
                                    </p:set>
                                    <p:animEffect transition="in" filter="dissolve">
                                      <p:cBhvr>
                                        <p:cTn id="27" dur="500"/>
                                        <p:tgtEl>
                                          <p:spTgt spid="973832"/>
                                        </p:tgtEl>
                                      </p:cBhvr>
                                    </p:animEffect>
                                  </p:childTnLst>
                                </p:cTn>
                              </p:par>
                            </p:childTnLst>
                          </p:cTn>
                        </p:par>
                        <p:par>
                          <p:cTn id="28" fill="hold" nodeType="afterGroup">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973827"/>
                                        </p:tgtEl>
                                        <p:attrNameLst>
                                          <p:attrName>style.visibility</p:attrName>
                                        </p:attrNameLst>
                                      </p:cBhvr>
                                      <p:to>
                                        <p:strVal val="visible"/>
                                      </p:to>
                                    </p:set>
                                    <p:animEffect transition="in" filter="box(in)">
                                      <p:cBhvr>
                                        <p:cTn id="31" dur="500"/>
                                        <p:tgtEl>
                                          <p:spTgt spid="9738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73838"/>
                                        </p:tgtEl>
                                        <p:attrNameLst>
                                          <p:attrName>style.visibility</p:attrName>
                                        </p:attrNameLst>
                                      </p:cBhvr>
                                      <p:to>
                                        <p:strVal val="visible"/>
                                      </p:to>
                                    </p:set>
                                    <p:animEffect transition="in" filter="wipe(up)">
                                      <p:cBhvr>
                                        <p:cTn id="36" dur="500"/>
                                        <p:tgtEl>
                                          <p:spTgt spid="97383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73833"/>
                                        </p:tgtEl>
                                        <p:attrNameLst>
                                          <p:attrName>style.visibility</p:attrName>
                                        </p:attrNameLst>
                                      </p:cBhvr>
                                      <p:to>
                                        <p:strVal val="visible"/>
                                      </p:to>
                                    </p:set>
                                    <p:animEffect transition="in" filter="wipe(left)">
                                      <p:cBhvr>
                                        <p:cTn id="41" dur="500"/>
                                        <p:tgtEl>
                                          <p:spTgt spid="97383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973834"/>
                                        </p:tgtEl>
                                        <p:attrNameLst>
                                          <p:attrName>style.visibility</p:attrName>
                                        </p:attrNameLst>
                                      </p:cBhvr>
                                      <p:to>
                                        <p:strVal val="visible"/>
                                      </p:to>
                                    </p:set>
                                    <p:animEffect transition="in" filter="dissolve">
                                      <p:cBhvr>
                                        <p:cTn id="46" dur="500"/>
                                        <p:tgtEl>
                                          <p:spTgt spid="97383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973835"/>
                                        </p:tgtEl>
                                        <p:attrNameLst>
                                          <p:attrName>style.visibility</p:attrName>
                                        </p:attrNameLst>
                                      </p:cBhvr>
                                      <p:to>
                                        <p:strVal val="visible"/>
                                      </p:to>
                                    </p:set>
                                    <p:animEffect transition="in" filter="dissolve">
                                      <p:cBhvr>
                                        <p:cTn id="51" dur="500"/>
                                        <p:tgtEl>
                                          <p:spTgt spid="97383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973836"/>
                                        </p:tgtEl>
                                        <p:attrNameLst>
                                          <p:attrName>style.visibility</p:attrName>
                                        </p:attrNameLst>
                                      </p:cBhvr>
                                      <p:to>
                                        <p:strVal val="visible"/>
                                      </p:to>
                                    </p:set>
                                    <p:animEffect transition="in" filter="dissolve">
                                      <p:cBhvr>
                                        <p:cTn id="56" dur="500"/>
                                        <p:tgtEl>
                                          <p:spTgt spid="9738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973837"/>
                                        </p:tgtEl>
                                        <p:attrNameLst>
                                          <p:attrName>style.visibility</p:attrName>
                                        </p:attrNameLst>
                                      </p:cBhvr>
                                      <p:to>
                                        <p:strVal val="visible"/>
                                      </p:to>
                                    </p:set>
                                    <p:animEffect transition="in" filter="dissolve">
                                      <p:cBhvr>
                                        <p:cTn id="61" dur="500"/>
                                        <p:tgtEl>
                                          <p:spTgt spid="973837"/>
                                        </p:tgtEl>
                                      </p:cBhvr>
                                    </p:animEffect>
                                  </p:childTnLst>
                                </p:cTn>
                              </p:par>
                            </p:childTnLst>
                          </p:cTn>
                        </p:par>
                        <p:par>
                          <p:cTn id="62" fill="hold" nodeType="afterGroup">
                            <p:stCondLst>
                              <p:cond delay="1000"/>
                            </p:stCondLst>
                            <p:childTnLst>
                              <p:par>
                                <p:cTn id="63" presetID="4" presetClass="entr" presetSubtype="16" fill="hold" grpId="0" nodeType="afterEffect">
                                  <p:stCondLst>
                                    <p:cond delay="0"/>
                                  </p:stCondLst>
                                  <p:childTnLst>
                                    <p:set>
                                      <p:cBhvr>
                                        <p:cTn id="64" dur="1" fill="hold">
                                          <p:stCondLst>
                                            <p:cond delay="0"/>
                                          </p:stCondLst>
                                        </p:cTn>
                                        <p:tgtEl>
                                          <p:spTgt spid="973826"/>
                                        </p:tgtEl>
                                        <p:attrNameLst>
                                          <p:attrName>style.visibility</p:attrName>
                                        </p:attrNameLst>
                                      </p:cBhvr>
                                      <p:to>
                                        <p:strVal val="visible"/>
                                      </p:to>
                                    </p:set>
                                    <p:animEffect transition="in" filter="box(in)">
                                      <p:cBhvr>
                                        <p:cTn id="65" dur="500"/>
                                        <p:tgtEl>
                                          <p:spTgt spid="973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6" grpId="0" animBg="1"/>
      <p:bldP spid="973827" grpId="0" animBg="1"/>
      <p:bldP spid="973828" grpId="0" autoUpdateAnimBg="0"/>
      <p:bldP spid="973832" grpId="0"/>
      <p:bldP spid="973833" grpId="0" autoUpdateAnimBg="0"/>
      <p:bldP spid="973837"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6658" name="Text Box 2">
            <a:extLst>
              <a:ext uri="{FF2B5EF4-FFF2-40B4-BE49-F238E27FC236}">
                <a16:creationId xmlns:a16="http://schemas.microsoft.com/office/drawing/2014/main" id="{A36EB652-71A4-43B3-8AAD-452E7042C573}"/>
              </a:ext>
            </a:extLst>
          </p:cNvPr>
          <p:cNvSpPr txBox="1">
            <a:spLocks noChangeArrowheads="1"/>
          </p:cNvSpPr>
          <p:nvPr/>
        </p:nvSpPr>
        <p:spPr bwMode="auto">
          <a:xfrm>
            <a:off x="539750" y="1125538"/>
            <a:ext cx="8353425" cy="822325"/>
          </a:xfrm>
          <a:prstGeom prst="rect">
            <a:avLst/>
          </a:prstGeom>
          <a:noFill/>
          <a:ln w="12700">
            <a:noFill/>
            <a:miter lim="800000"/>
            <a:headEnd type="none" w="sm" len="sm"/>
            <a:tailEnd type="none" w="sm" len="sm"/>
          </a:ln>
          <a:effectLst/>
        </p:spPr>
        <p:txBody>
          <a:bodyPr>
            <a:spAutoFit/>
          </a:bodyPr>
          <a:lstStyle/>
          <a:p>
            <a:pPr marL="450850" indent="-450850" eaLnBrk="1" hangingPunct="1">
              <a:buClr>
                <a:srgbClr val="FFFF00"/>
              </a:buClr>
              <a:buSzPct val="75000"/>
              <a:buFont typeface="Monotype Sorts" pitchFamily="2" charset="2"/>
              <a:buNone/>
              <a:defRPr/>
            </a:pPr>
            <a:r>
              <a:rPr kumimoji="1" lang="en-US" altLang="zh-CN">
                <a:effectLst>
                  <a:outerShdw blurRad="38100" dist="38100" dir="2700000" algn="tl">
                    <a:srgbClr val="000000"/>
                  </a:outerShdw>
                </a:effectLst>
                <a:latin typeface="Times New Roman" pitchFamily="18" charset="0"/>
                <a:sym typeface="Wingdings 2" pitchFamily="18" charset="2"/>
              </a:rPr>
              <a:t>(1)</a:t>
            </a:r>
            <a:r>
              <a:rPr kumimoji="1" lang="en-US" altLang="zh-CN">
                <a:solidFill>
                  <a:srgbClr val="00FF00"/>
                </a:solidFill>
                <a:effectLst>
                  <a:outerShdw blurRad="38100" dist="38100" dir="2700000" algn="tl">
                    <a:srgbClr val="000000"/>
                  </a:outerShdw>
                </a:effectLst>
                <a:latin typeface="Times New Roman" pitchFamily="18" charset="0"/>
                <a:sym typeface="Wingdings 2" pitchFamily="18" charset="2"/>
              </a:rPr>
              <a:t> </a:t>
            </a:r>
            <a:r>
              <a:rPr kumimoji="1" lang="zh-CN" altLang="en-US">
                <a:effectLst>
                  <a:outerShdw blurRad="38100" dist="38100" dir="2700000" algn="tl">
                    <a:srgbClr val="000000"/>
                  </a:outerShdw>
                </a:effectLst>
              </a:rPr>
              <a:t>当</a:t>
            </a:r>
            <a:r>
              <a:rPr kumimoji="1" lang="en-US" altLang="zh-CN" i="1">
                <a:solidFill>
                  <a:srgbClr val="FFCC66"/>
                </a:solidFill>
                <a:effectLst>
                  <a:outerShdw blurRad="38100" dist="38100" dir="2700000" algn="tl">
                    <a:srgbClr val="000000"/>
                  </a:outerShdw>
                </a:effectLst>
                <a:latin typeface="Times New Roman" pitchFamily="18" charset="0"/>
              </a:rPr>
              <a:t>u</a:t>
            </a:r>
            <a:r>
              <a:rPr kumimoji="1" lang="zh-CN" altLang="en-US">
                <a:effectLst>
                  <a:outerShdw blurRad="38100" dist="38100" dir="2700000" algn="tl">
                    <a:srgbClr val="000000"/>
                  </a:outerShdw>
                </a:effectLst>
              </a:rPr>
              <a:t>和</a:t>
            </a:r>
            <a:r>
              <a:rPr kumimoji="1" lang="en-US" altLang="zh-CN" i="1">
                <a:solidFill>
                  <a:srgbClr val="FFCC66"/>
                </a:solidFill>
                <a:effectLst>
                  <a:outerShdw blurRad="38100" dist="38100" dir="2700000" algn="tl">
                    <a:srgbClr val="000000"/>
                  </a:outerShdw>
                </a:effectLst>
                <a:latin typeface="Bookman Old Style" pitchFamily="18" charset="0"/>
                <a:cs typeface="Times New Roman" pitchFamily="18" charset="0"/>
              </a:rPr>
              <a:t>v </a:t>
            </a:r>
            <a:r>
              <a:rPr kumimoji="1" lang="zh-CN" altLang="en-US">
                <a:effectLst>
                  <a:outerShdw blurRad="38100" dist="38100" dir="2700000" algn="tl">
                    <a:srgbClr val="000000"/>
                  </a:outerShdw>
                </a:effectLst>
              </a:rPr>
              <a:t>远小于光速时，相对论速度变换定理又回到伽利略变换，因此伽利略变换是相对论速度变换的低速近似</a:t>
            </a:r>
            <a:r>
              <a:rPr kumimoji="1" lang="en-US" altLang="zh-CN">
                <a:effectLst>
                  <a:outerShdw blurRad="38100" dist="38100" dir="2700000" algn="tl">
                    <a:srgbClr val="000000"/>
                  </a:outerShdw>
                </a:effectLst>
              </a:rPr>
              <a:t>.</a:t>
            </a:r>
            <a:endParaRPr kumimoji="1" lang="en-US" altLang="zh-CN" b="0">
              <a:effectLst>
                <a:outerShdw blurRad="38100" dist="38100" dir="2700000" algn="tl">
                  <a:srgbClr val="000000"/>
                </a:outerShdw>
              </a:effectLst>
            </a:endParaRPr>
          </a:p>
        </p:txBody>
      </p:sp>
      <p:sp>
        <p:nvSpPr>
          <p:cNvPr id="966659" name="Text Box 3">
            <a:extLst>
              <a:ext uri="{FF2B5EF4-FFF2-40B4-BE49-F238E27FC236}">
                <a16:creationId xmlns:a16="http://schemas.microsoft.com/office/drawing/2014/main" id="{CC31589C-A88D-410C-A679-A3E86E1F6356}"/>
              </a:ext>
            </a:extLst>
          </p:cNvPr>
          <p:cNvSpPr txBox="1">
            <a:spLocks noChangeArrowheads="1"/>
          </p:cNvSpPr>
          <p:nvPr/>
        </p:nvSpPr>
        <p:spPr bwMode="auto">
          <a:xfrm>
            <a:off x="539750" y="3933825"/>
            <a:ext cx="8135938" cy="895350"/>
          </a:xfrm>
          <a:prstGeom prst="rect">
            <a:avLst/>
          </a:prstGeom>
          <a:noFill/>
          <a:ln w="12700">
            <a:noFill/>
            <a:miter lim="800000"/>
            <a:headEnd type="none" w="sm" len="sm"/>
            <a:tailEnd type="none" w="sm" len="sm"/>
          </a:ln>
          <a:effectLst/>
        </p:spPr>
        <p:txBody>
          <a:bodyPr>
            <a:spAutoFit/>
          </a:bodyPr>
          <a:lstStyle/>
          <a:p>
            <a:pPr marL="450850" indent="-450850" eaLnBrk="1" hangingPunct="1">
              <a:lnSpc>
                <a:spcPct val="110000"/>
              </a:lnSpc>
              <a:buClr>
                <a:srgbClr val="FFFF00"/>
              </a:buClr>
              <a:buSzPct val="75000"/>
              <a:buFont typeface="Monotype Sorts" pitchFamily="2" charset="2"/>
              <a:buNone/>
              <a:defRPr/>
            </a:pPr>
            <a:r>
              <a:rPr kumimoji="1" lang="en-US" altLang="zh-CN">
                <a:effectLst>
                  <a:outerShdw blurRad="38100" dist="38100" dir="2700000" algn="tl">
                    <a:srgbClr val="000000"/>
                  </a:outerShdw>
                </a:effectLst>
                <a:latin typeface="Times New Roman" pitchFamily="18" charset="0"/>
                <a:sym typeface="Wingdings 2" pitchFamily="18" charset="2"/>
              </a:rPr>
              <a:t>(3)</a:t>
            </a:r>
            <a:r>
              <a:rPr kumimoji="1" lang="en-US" altLang="zh-CN">
                <a:solidFill>
                  <a:srgbClr val="00FF00"/>
                </a:solidFill>
                <a:effectLst>
                  <a:outerShdw blurRad="38100" dist="38100" dir="2700000" algn="tl">
                    <a:srgbClr val="000000"/>
                  </a:outerShdw>
                </a:effectLst>
                <a:latin typeface="Times New Roman" pitchFamily="18" charset="0"/>
                <a:sym typeface="Wingdings 2" pitchFamily="18" charset="2"/>
              </a:rPr>
              <a:t> </a:t>
            </a:r>
            <a:r>
              <a:rPr kumimoji="1" lang="zh-CN" altLang="en-US">
                <a:effectLst>
                  <a:outerShdw blurRad="38100" dist="38100" dir="2700000" algn="tl">
                    <a:srgbClr val="000000"/>
                  </a:outerShdw>
                </a:effectLst>
              </a:rPr>
              <a:t>由相对论速度变换公式，不可能得出大于光速的物体运动速度</a:t>
            </a:r>
            <a:r>
              <a:rPr kumimoji="1" lang="en-US" altLang="zh-CN" b="0">
                <a:effectLst>
                  <a:outerShdw blurRad="38100" dist="38100" dir="2700000" algn="tl">
                    <a:srgbClr val="000000"/>
                  </a:outerShdw>
                </a:effectLst>
              </a:rPr>
              <a:t>. </a:t>
            </a:r>
            <a:r>
              <a:rPr kumimoji="1" lang="zh-CN" altLang="en-US">
                <a:effectLst>
                  <a:outerShdw blurRad="38100" dist="38100" dir="2700000" algn="tl">
                    <a:srgbClr val="000000"/>
                  </a:outerShdw>
                </a:effectLst>
              </a:rPr>
              <a:t>即使在极端情况下，</a:t>
            </a:r>
            <a:r>
              <a:rPr kumimoji="1" lang="zh-CN" altLang="en-US"/>
              <a:t>令       ，</a:t>
            </a:r>
          </a:p>
        </p:txBody>
      </p:sp>
      <p:sp>
        <p:nvSpPr>
          <p:cNvPr id="966660" name="Text Box 4">
            <a:extLst>
              <a:ext uri="{FF2B5EF4-FFF2-40B4-BE49-F238E27FC236}">
                <a16:creationId xmlns:a16="http://schemas.microsoft.com/office/drawing/2014/main" id="{0828C3DC-2CF4-491E-8632-B582E9AC0FCF}"/>
              </a:ext>
            </a:extLst>
          </p:cNvPr>
          <p:cNvSpPr txBox="1">
            <a:spLocks noChangeArrowheads="1"/>
          </p:cNvSpPr>
          <p:nvPr/>
        </p:nvSpPr>
        <p:spPr bwMode="auto">
          <a:xfrm>
            <a:off x="539750" y="2276475"/>
            <a:ext cx="8134350" cy="457200"/>
          </a:xfrm>
          <a:prstGeom prst="rect">
            <a:avLst/>
          </a:prstGeom>
          <a:noFill/>
          <a:ln w="12700">
            <a:noFill/>
            <a:miter lim="800000"/>
            <a:headEnd type="none" w="sm" len="sm"/>
            <a:tailEnd type="none" w="sm" len="sm"/>
          </a:ln>
          <a:effectLst/>
        </p:spPr>
        <p:txBody>
          <a:bodyPr>
            <a:spAutoFit/>
          </a:bodyPr>
          <a:lstStyle/>
          <a:p>
            <a:pPr marL="381000" indent="-381000" eaLnBrk="1" hangingPunct="1">
              <a:buClr>
                <a:srgbClr val="FFFF00"/>
              </a:buClr>
              <a:buSzPct val="75000"/>
              <a:buFont typeface="Monotype Sorts" pitchFamily="2" charset="2"/>
              <a:buNone/>
              <a:defRPr/>
            </a:pPr>
            <a:r>
              <a:rPr kumimoji="1" lang="en-US" altLang="zh-CN">
                <a:effectLst>
                  <a:outerShdw blurRad="38100" dist="38100" dir="2700000" algn="tl">
                    <a:srgbClr val="000000"/>
                  </a:outerShdw>
                </a:effectLst>
                <a:latin typeface="Times New Roman" pitchFamily="18" charset="0"/>
                <a:sym typeface="Wingdings 2" pitchFamily="18" charset="2"/>
              </a:rPr>
              <a:t>(2)</a:t>
            </a:r>
            <a:r>
              <a:rPr kumimoji="1" lang="en-US" altLang="zh-CN">
                <a:solidFill>
                  <a:srgbClr val="00FF00"/>
                </a:solidFill>
                <a:effectLst>
                  <a:outerShdw blurRad="38100" dist="38100" dir="2700000" algn="tl">
                    <a:srgbClr val="000000"/>
                  </a:outerShdw>
                </a:effectLst>
                <a:latin typeface="Times New Roman" pitchFamily="18" charset="0"/>
                <a:sym typeface="Wingdings 2" pitchFamily="18" charset="2"/>
              </a:rPr>
              <a:t> </a:t>
            </a:r>
            <a:r>
              <a:rPr kumimoji="1" lang="zh-CN" altLang="en-US">
                <a:effectLst>
                  <a:outerShdw blurRad="38100" dist="38100" dir="2700000" algn="tl">
                    <a:srgbClr val="000000"/>
                  </a:outerShdw>
                </a:effectLst>
              </a:rPr>
              <a:t>相对论速度变换定理与光速不变原理在逻辑上必然自洽</a:t>
            </a:r>
            <a:r>
              <a:rPr kumimoji="1" lang="zh-CN" altLang="en-US" b="0"/>
              <a:t> </a:t>
            </a:r>
          </a:p>
        </p:txBody>
      </p:sp>
      <p:graphicFrame>
        <p:nvGraphicFramePr>
          <p:cNvPr id="966661" name="Object 5">
            <a:extLst>
              <a:ext uri="{FF2B5EF4-FFF2-40B4-BE49-F238E27FC236}">
                <a16:creationId xmlns:a16="http://schemas.microsoft.com/office/drawing/2014/main" id="{9EC159AA-E66C-407E-AD06-ABF1DCFEFCCF}"/>
              </a:ext>
            </a:extLst>
          </p:cNvPr>
          <p:cNvGraphicFramePr>
            <a:graphicFrameLocks noChangeAspect="1"/>
          </p:cNvGraphicFramePr>
          <p:nvPr/>
        </p:nvGraphicFramePr>
        <p:xfrm>
          <a:off x="1979613" y="2765425"/>
          <a:ext cx="4556125" cy="1023938"/>
        </p:xfrm>
        <a:graphic>
          <a:graphicData uri="http://schemas.openxmlformats.org/presentationml/2006/ole">
            <mc:AlternateContent xmlns:mc="http://schemas.openxmlformats.org/markup-compatibility/2006">
              <mc:Choice xmlns:v="urn:schemas-microsoft-com:vml" Requires="v">
                <p:oleObj name="公式" r:id="rId2" imgW="4533931" imgH="944658" progId="Equation.3">
                  <p:embed/>
                </p:oleObj>
              </mc:Choice>
              <mc:Fallback>
                <p:oleObj name="公式" r:id="rId2" imgW="4533931" imgH="944658" progId="Equation.3">
                  <p:embed/>
                  <p:pic>
                    <p:nvPicPr>
                      <p:cNvPr id="966661" name="Object 5">
                        <a:extLst>
                          <a:ext uri="{FF2B5EF4-FFF2-40B4-BE49-F238E27FC236}">
                            <a16:creationId xmlns:a16="http://schemas.microsoft.com/office/drawing/2014/main" id="{9EC159AA-E66C-407E-AD06-ABF1DCFEFC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765425"/>
                        <a:ext cx="4556125"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6662" name="Object 6">
            <a:extLst>
              <a:ext uri="{FF2B5EF4-FFF2-40B4-BE49-F238E27FC236}">
                <a16:creationId xmlns:a16="http://schemas.microsoft.com/office/drawing/2014/main" id="{03898BB2-4622-4752-A7D2-A27CC120B207}"/>
              </a:ext>
            </a:extLst>
          </p:cNvPr>
          <p:cNvGraphicFramePr>
            <a:graphicFrameLocks noChangeAspect="1"/>
          </p:cNvGraphicFramePr>
          <p:nvPr/>
        </p:nvGraphicFramePr>
        <p:xfrm>
          <a:off x="2098675" y="4846638"/>
          <a:ext cx="2806700" cy="1023937"/>
        </p:xfrm>
        <a:graphic>
          <a:graphicData uri="http://schemas.openxmlformats.org/presentationml/2006/ole">
            <mc:AlternateContent xmlns:mc="http://schemas.openxmlformats.org/markup-compatibility/2006">
              <mc:Choice xmlns:v="urn:schemas-microsoft-com:vml" Requires="v">
                <p:oleObj name="公式" r:id="rId4" imgW="2781269" imgH="944658" progId="Equation.3">
                  <p:embed/>
                </p:oleObj>
              </mc:Choice>
              <mc:Fallback>
                <p:oleObj name="公式" r:id="rId4" imgW="2781269" imgH="944658" progId="Equation.3">
                  <p:embed/>
                  <p:pic>
                    <p:nvPicPr>
                      <p:cNvPr id="966662" name="Object 6">
                        <a:extLst>
                          <a:ext uri="{FF2B5EF4-FFF2-40B4-BE49-F238E27FC236}">
                            <a16:creationId xmlns:a16="http://schemas.microsoft.com/office/drawing/2014/main" id="{03898BB2-4622-4752-A7D2-A27CC120B2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8675" y="4846638"/>
                        <a:ext cx="28067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6663" name="Object 7">
            <a:extLst>
              <a:ext uri="{FF2B5EF4-FFF2-40B4-BE49-F238E27FC236}">
                <a16:creationId xmlns:a16="http://schemas.microsoft.com/office/drawing/2014/main" id="{D3C3D645-2186-4641-9615-4700CD1C9DB6}"/>
              </a:ext>
            </a:extLst>
          </p:cNvPr>
          <p:cNvGraphicFramePr>
            <a:graphicFrameLocks noGrp="1" noChangeAspect="1"/>
          </p:cNvGraphicFramePr>
          <p:nvPr>
            <p:ph sz="half" idx="4294967295"/>
          </p:nvPr>
        </p:nvGraphicFramePr>
        <p:xfrm>
          <a:off x="5483225" y="4437063"/>
          <a:ext cx="889000" cy="425450"/>
        </p:xfrm>
        <a:graphic>
          <a:graphicData uri="http://schemas.openxmlformats.org/presentationml/2006/ole">
            <mc:AlternateContent xmlns:mc="http://schemas.openxmlformats.org/markup-compatibility/2006">
              <mc:Choice xmlns:v="urn:schemas-microsoft-com:vml" Requires="v">
                <p:oleObj name="公式" r:id="rId6" imgW="906687" imgH="418961" progId="Equation.3">
                  <p:embed/>
                </p:oleObj>
              </mc:Choice>
              <mc:Fallback>
                <p:oleObj name="公式" r:id="rId6" imgW="906687" imgH="418961" progId="Equation.3">
                  <p:embed/>
                  <p:pic>
                    <p:nvPicPr>
                      <p:cNvPr id="966663" name="Object 7">
                        <a:extLst>
                          <a:ext uri="{FF2B5EF4-FFF2-40B4-BE49-F238E27FC236}">
                            <a16:creationId xmlns:a16="http://schemas.microsoft.com/office/drawing/2014/main" id="{D3C3D645-2186-4641-9615-4700CD1C9DB6}"/>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3225" y="4437063"/>
                        <a:ext cx="8890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6664" name="Object 8">
            <a:extLst>
              <a:ext uri="{FF2B5EF4-FFF2-40B4-BE49-F238E27FC236}">
                <a16:creationId xmlns:a16="http://schemas.microsoft.com/office/drawing/2014/main" id="{39279F1A-312A-4B5B-B06B-45ACDCFE70D7}"/>
              </a:ext>
            </a:extLst>
          </p:cNvPr>
          <p:cNvGraphicFramePr>
            <a:graphicFrameLocks noGrp="1" noChangeAspect="1"/>
          </p:cNvGraphicFramePr>
          <p:nvPr>
            <p:ph sz="half" idx="4294967295"/>
          </p:nvPr>
        </p:nvGraphicFramePr>
        <p:xfrm>
          <a:off x="6750050" y="4556125"/>
          <a:ext cx="774700" cy="241300"/>
        </p:xfrm>
        <a:graphic>
          <a:graphicData uri="http://schemas.openxmlformats.org/presentationml/2006/ole">
            <mc:AlternateContent xmlns:mc="http://schemas.openxmlformats.org/markup-compatibility/2006">
              <mc:Choice xmlns:v="urn:schemas-microsoft-com:vml" Requires="v">
                <p:oleObj name="公式" r:id="rId8" imgW="754411" imgH="220952" progId="Equation.3">
                  <p:embed/>
                </p:oleObj>
              </mc:Choice>
              <mc:Fallback>
                <p:oleObj name="公式" r:id="rId8" imgW="754411" imgH="220952" progId="Equation.3">
                  <p:embed/>
                  <p:pic>
                    <p:nvPicPr>
                      <p:cNvPr id="966664" name="Object 8">
                        <a:extLst>
                          <a:ext uri="{FF2B5EF4-FFF2-40B4-BE49-F238E27FC236}">
                            <a16:creationId xmlns:a16="http://schemas.microsoft.com/office/drawing/2014/main" id="{39279F1A-312A-4B5B-B06B-45ACDCFE70D7}"/>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0050" y="4556125"/>
                        <a:ext cx="774700"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6665" name="Text Box 9">
            <a:extLst>
              <a:ext uri="{FF2B5EF4-FFF2-40B4-BE49-F238E27FC236}">
                <a16:creationId xmlns:a16="http://schemas.microsoft.com/office/drawing/2014/main" id="{0CC210D0-2194-417E-AC65-EE2555E9DD10}"/>
              </a:ext>
            </a:extLst>
          </p:cNvPr>
          <p:cNvSpPr txBox="1">
            <a:spLocks noChangeArrowheads="1"/>
          </p:cNvSpPr>
          <p:nvPr/>
        </p:nvSpPr>
        <p:spPr bwMode="auto">
          <a:xfrm>
            <a:off x="250825" y="549275"/>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en-US" altLang="zh-CN" sz="1800">
                <a:solidFill>
                  <a:srgbClr val="00FFCC"/>
                </a:solidFill>
                <a:latin typeface="Arial" panose="020B0604020202020204" pitchFamily="34" charset="0"/>
                <a:ea typeface="宋体" panose="02010600030101010101" pitchFamily="2" charset="-122"/>
                <a:sym typeface="Wingdings" panose="05000000000000000000" pitchFamily="2" charset="2"/>
              </a:rPr>
              <a:t>  </a:t>
            </a:r>
            <a:r>
              <a:rPr lang="zh-CN" altLang="en-US">
                <a:solidFill>
                  <a:srgbClr val="FFFF00"/>
                </a:solidFill>
                <a:latin typeface="Arial" panose="020B0604020202020204" pitchFamily="34" charset="0"/>
                <a:ea typeface="宋体" panose="02010600030101010101" pitchFamily="2" charset="-122"/>
              </a:rPr>
              <a:t>说明</a:t>
            </a:r>
          </a:p>
        </p:txBody>
      </p:sp>
      <p:sp>
        <p:nvSpPr>
          <p:cNvPr id="966666" name="Rectangle 10">
            <a:extLst>
              <a:ext uri="{FF2B5EF4-FFF2-40B4-BE49-F238E27FC236}">
                <a16:creationId xmlns:a16="http://schemas.microsoft.com/office/drawing/2014/main" id="{DE0AF735-C1D0-45B8-B2F0-E92C71930A3C}"/>
              </a:ext>
            </a:extLst>
          </p:cNvPr>
          <p:cNvSpPr>
            <a:spLocks noChangeArrowheads="1"/>
          </p:cNvSpPr>
          <p:nvPr/>
        </p:nvSpPr>
        <p:spPr bwMode="auto">
          <a:xfrm>
            <a:off x="900113" y="5929313"/>
            <a:ext cx="5548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spcBef>
                <a:spcPct val="50000"/>
              </a:spcBef>
            </a:pPr>
            <a:r>
              <a:rPr lang="zh-CN" altLang="en-US">
                <a:latin typeface="楷体_GB2312" pitchFamily="49" charset="-122"/>
                <a:ea typeface="楷体_GB2312" pitchFamily="49" charset="-122"/>
              </a:rPr>
              <a:t>真空中的光速</a:t>
            </a:r>
            <a:r>
              <a:rPr lang="en-US" altLang="zh-CN" i="1">
                <a:solidFill>
                  <a:srgbClr val="FFCC66"/>
                </a:solidFill>
                <a:latin typeface="楷体_GB2312" pitchFamily="49" charset="-122"/>
                <a:ea typeface="楷体_GB2312" pitchFamily="49" charset="-122"/>
              </a:rPr>
              <a:t>c </a:t>
            </a:r>
            <a:r>
              <a:rPr lang="zh-CN" altLang="en-US">
                <a:latin typeface="楷体_GB2312" pitchFamily="49" charset="-122"/>
                <a:ea typeface="楷体_GB2312" pitchFamily="49" charset="-122"/>
              </a:rPr>
              <a:t>是物体运动速度的极限</a:t>
            </a:r>
            <a:r>
              <a:rPr lang="en-US" altLang="zh-CN">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66665"/>
                                        </p:tgtEl>
                                        <p:attrNameLst>
                                          <p:attrName>style.visibility</p:attrName>
                                        </p:attrNameLst>
                                      </p:cBhvr>
                                      <p:to>
                                        <p:strVal val="visible"/>
                                      </p:to>
                                    </p:set>
                                    <p:animEffect transition="in" filter="wipe(left)">
                                      <p:cBhvr>
                                        <p:cTn id="7" dur="500"/>
                                        <p:tgtEl>
                                          <p:spTgt spid="9666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6658"/>
                                        </p:tgtEl>
                                        <p:attrNameLst>
                                          <p:attrName>style.visibility</p:attrName>
                                        </p:attrNameLst>
                                      </p:cBhvr>
                                      <p:to>
                                        <p:strVal val="visible"/>
                                      </p:to>
                                    </p:set>
                                    <p:animEffect transition="in" filter="wipe(left)">
                                      <p:cBhvr>
                                        <p:cTn id="12" dur="500"/>
                                        <p:tgtEl>
                                          <p:spTgt spid="9666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6660"/>
                                        </p:tgtEl>
                                        <p:attrNameLst>
                                          <p:attrName>style.visibility</p:attrName>
                                        </p:attrNameLst>
                                      </p:cBhvr>
                                      <p:to>
                                        <p:strVal val="visible"/>
                                      </p:to>
                                    </p:set>
                                    <p:animEffect transition="in" filter="wipe(left)">
                                      <p:cBhvr>
                                        <p:cTn id="17" dur="500"/>
                                        <p:tgtEl>
                                          <p:spTgt spid="9666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66661"/>
                                        </p:tgtEl>
                                        <p:attrNameLst>
                                          <p:attrName>style.visibility</p:attrName>
                                        </p:attrNameLst>
                                      </p:cBhvr>
                                      <p:to>
                                        <p:strVal val="visible"/>
                                      </p:to>
                                    </p:set>
                                    <p:animEffect transition="in" filter="wipe(left)">
                                      <p:cBhvr>
                                        <p:cTn id="22" dur="500"/>
                                        <p:tgtEl>
                                          <p:spTgt spid="9666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6659"/>
                                        </p:tgtEl>
                                        <p:attrNameLst>
                                          <p:attrName>style.visibility</p:attrName>
                                        </p:attrNameLst>
                                      </p:cBhvr>
                                      <p:to>
                                        <p:strVal val="visible"/>
                                      </p:to>
                                    </p:set>
                                    <p:animEffect transition="in" filter="wipe(left)">
                                      <p:cBhvr>
                                        <p:cTn id="27" dur="500"/>
                                        <p:tgtEl>
                                          <p:spTgt spid="966659"/>
                                        </p:tgtEl>
                                      </p:cBhvr>
                                    </p:animEffect>
                                  </p:childTnLst>
                                </p:cTn>
                              </p:par>
                              <p:par>
                                <p:cTn id="28" presetID="22" presetClass="entr" presetSubtype="8" fill="hold" nodeType="withEffect">
                                  <p:stCondLst>
                                    <p:cond delay="0"/>
                                  </p:stCondLst>
                                  <p:childTnLst>
                                    <p:set>
                                      <p:cBhvr>
                                        <p:cTn id="29" dur="1" fill="hold">
                                          <p:stCondLst>
                                            <p:cond delay="0"/>
                                          </p:stCondLst>
                                        </p:cTn>
                                        <p:tgtEl>
                                          <p:spTgt spid="966663"/>
                                        </p:tgtEl>
                                        <p:attrNameLst>
                                          <p:attrName>style.visibility</p:attrName>
                                        </p:attrNameLst>
                                      </p:cBhvr>
                                      <p:to>
                                        <p:strVal val="visible"/>
                                      </p:to>
                                    </p:set>
                                    <p:animEffect transition="in" filter="wipe(left)">
                                      <p:cBhvr>
                                        <p:cTn id="30" dur="500"/>
                                        <p:tgtEl>
                                          <p:spTgt spid="966663"/>
                                        </p:tgtEl>
                                      </p:cBhvr>
                                    </p:animEffect>
                                  </p:childTnLst>
                                </p:cTn>
                              </p:par>
                              <p:par>
                                <p:cTn id="31" presetID="22" presetClass="entr" presetSubtype="8" fill="hold" nodeType="withEffect">
                                  <p:stCondLst>
                                    <p:cond delay="0"/>
                                  </p:stCondLst>
                                  <p:childTnLst>
                                    <p:set>
                                      <p:cBhvr>
                                        <p:cTn id="32" dur="1" fill="hold">
                                          <p:stCondLst>
                                            <p:cond delay="0"/>
                                          </p:stCondLst>
                                        </p:cTn>
                                        <p:tgtEl>
                                          <p:spTgt spid="966664"/>
                                        </p:tgtEl>
                                        <p:attrNameLst>
                                          <p:attrName>style.visibility</p:attrName>
                                        </p:attrNameLst>
                                      </p:cBhvr>
                                      <p:to>
                                        <p:strVal val="visible"/>
                                      </p:to>
                                    </p:set>
                                    <p:animEffect transition="in" filter="wipe(left)">
                                      <p:cBhvr>
                                        <p:cTn id="33" dur="500"/>
                                        <p:tgtEl>
                                          <p:spTgt spid="96666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966662"/>
                                        </p:tgtEl>
                                        <p:attrNameLst>
                                          <p:attrName>style.visibility</p:attrName>
                                        </p:attrNameLst>
                                      </p:cBhvr>
                                      <p:to>
                                        <p:strVal val="visible"/>
                                      </p:to>
                                    </p:set>
                                    <p:animEffect transition="in" filter="wipe(left)">
                                      <p:cBhvr>
                                        <p:cTn id="38" dur="500"/>
                                        <p:tgtEl>
                                          <p:spTgt spid="96666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66666"/>
                                        </p:tgtEl>
                                        <p:attrNameLst>
                                          <p:attrName>style.visibility</p:attrName>
                                        </p:attrNameLst>
                                      </p:cBhvr>
                                      <p:to>
                                        <p:strVal val="visible"/>
                                      </p:to>
                                    </p:set>
                                    <p:animEffect transition="in" filter="wipe(left)">
                                      <p:cBhvr>
                                        <p:cTn id="43" dur="500"/>
                                        <p:tgtEl>
                                          <p:spTgt spid="966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58" grpId="0"/>
      <p:bldP spid="966659" grpId="0"/>
      <p:bldP spid="966660" grpId="0"/>
      <p:bldP spid="966665" grpId="0"/>
      <p:bldP spid="96666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Text Box 2">
            <a:extLst>
              <a:ext uri="{FF2B5EF4-FFF2-40B4-BE49-F238E27FC236}">
                <a16:creationId xmlns:a16="http://schemas.microsoft.com/office/drawing/2014/main" id="{2CC11383-8B8E-4750-BD6E-B6CED6DB2A3D}"/>
              </a:ext>
            </a:extLst>
          </p:cNvPr>
          <p:cNvSpPr txBox="1">
            <a:spLocks noChangeArrowheads="1"/>
          </p:cNvSpPr>
          <p:nvPr/>
        </p:nvSpPr>
        <p:spPr bwMode="auto">
          <a:xfrm>
            <a:off x="655638" y="301625"/>
            <a:ext cx="7813675" cy="855663"/>
          </a:xfrm>
          <a:prstGeom prst="rect">
            <a:avLst/>
          </a:prstGeom>
          <a:noFill/>
          <a:ln w="12700">
            <a:noFill/>
            <a:miter lim="800000"/>
            <a:headEnd type="none" w="sm" len="sm"/>
            <a:tailEnd type="none" w="sm" len="sm"/>
          </a:ln>
          <a:effectLst/>
        </p:spPr>
        <p:txBody>
          <a:bodyPr>
            <a:spAutoFit/>
          </a:bodyPr>
          <a:lstStyle/>
          <a:p>
            <a:pPr eaLnBrk="1" hangingPunct="1">
              <a:lnSpc>
                <a:spcPct val="110000"/>
              </a:lnSpc>
              <a:spcBef>
                <a:spcPts val="2400"/>
              </a:spcBef>
              <a:buClr>
                <a:schemeClr val="tx2"/>
              </a:buClr>
              <a:buFont typeface="Monotype Sorts" pitchFamily="2" charset="2"/>
              <a:buChar char="&amp;"/>
              <a:defRPr/>
            </a:pPr>
            <a:r>
              <a:rPr lang="zh-CN" altLang="en-US"/>
              <a:t>一飞船和一彗星相对地面分别以</a:t>
            </a:r>
            <a:r>
              <a:rPr lang="en-US" altLang="zh-CN">
                <a:solidFill>
                  <a:srgbClr val="FFCC66"/>
                </a:solidFill>
                <a:effectLst>
                  <a:outerShdw blurRad="38100" dist="38100" dir="2700000" algn="tl">
                    <a:srgbClr val="000000"/>
                  </a:outerShdw>
                </a:effectLst>
                <a:ea typeface="宋体" pitchFamily="2" charset="-122"/>
              </a:rPr>
              <a:t>0.6</a:t>
            </a:r>
            <a:r>
              <a:rPr lang="en-US" altLang="zh-CN" i="1">
                <a:solidFill>
                  <a:srgbClr val="FFCC66"/>
                </a:solidFill>
                <a:effectLst>
                  <a:outerShdw blurRad="38100" dist="38100" dir="2700000" algn="tl">
                    <a:srgbClr val="000000"/>
                  </a:outerShdw>
                </a:effectLst>
                <a:ea typeface="宋体" pitchFamily="2" charset="-122"/>
              </a:rPr>
              <a:t>c</a:t>
            </a:r>
            <a:r>
              <a:rPr lang="zh-CN" altLang="en-US">
                <a:effectLst>
                  <a:outerShdw blurRad="38100" dist="38100" dir="2700000" algn="tl">
                    <a:srgbClr val="000000"/>
                  </a:outerShdw>
                </a:effectLst>
                <a:ea typeface="宋体" pitchFamily="2" charset="-122"/>
              </a:rPr>
              <a:t>和</a:t>
            </a:r>
            <a:r>
              <a:rPr lang="en-US" altLang="zh-CN">
                <a:solidFill>
                  <a:srgbClr val="FFCC66"/>
                </a:solidFill>
                <a:effectLst>
                  <a:outerShdw blurRad="38100" dist="38100" dir="2700000" algn="tl">
                    <a:srgbClr val="000000"/>
                  </a:outerShdw>
                </a:effectLst>
                <a:ea typeface="宋体" pitchFamily="2" charset="-122"/>
              </a:rPr>
              <a:t>0.8</a:t>
            </a:r>
            <a:r>
              <a:rPr lang="en-US" altLang="zh-CN" i="1">
                <a:solidFill>
                  <a:srgbClr val="FFCC66"/>
                </a:solidFill>
                <a:effectLst>
                  <a:outerShdw blurRad="38100" dist="38100" dir="2700000" algn="tl">
                    <a:srgbClr val="000000"/>
                  </a:outerShdw>
                </a:effectLst>
                <a:ea typeface="宋体" pitchFamily="2" charset="-122"/>
              </a:rPr>
              <a:t>c</a:t>
            </a:r>
            <a:r>
              <a:rPr lang="zh-CN" altLang="en-US"/>
              <a:t>的速度相向而行</a:t>
            </a:r>
            <a:r>
              <a:rPr lang="en-US" altLang="zh-CN"/>
              <a:t>, </a:t>
            </a:r>
            <a:r>
              <a:rPr lang="zh-CN" altLang="en-US"/>
              <a:t>在地面上观测</a:t>
            </a:r>
            <a:r>
              <a:rPr lang="en-US" altLang="zh-CN"/>
              <a:t>,</a:t>
            </a:r>
            <a:r>
              <a:rPr lang="zh-CN" altLang="en-US"/>
              <a:t>再有</a:t>
            </a:r>
            <a:r>
              <a:rPr lang="en-US" altLang="zh-CN">
                <a:solidFill>
                  <a:srgbClr val="FFCC66"/>
                </a:solidFill>
                <a:effectLst>
                  <a:outerShdw blurRad="38100" dist="38100" dir="2700000" algn="tl">
                    <a:srgbClr val="000000"/>
                  </a:outerShdw>
                </a:effectLst>
                <a:ea typeface="宋体" pitchFamily="2" charset="-122"/>
              </a:rPr>
              <a:t>5s</a:t>
            </a:r>
            <a:r>
              <a:rPr lang="zh-CN" altLang="en-US"/>
              <a:t>二者就要相遇</a:t>
            </a:r>
            <a:r>
              <a:rPr lang="en-US" altLang="zh-CN"/>
              <a:t>.</a:t>
            </a:r>
          </a:p>
        </p:txBody>
      </p:sp>
      <p:sp>
        <p:nvSpPr>
          <p:cNvPr id="976899" name="Text Box 3">
            <a:extLst>
              <a:ext uri="{FF2B5EF4-FFF2-40B4-BE49-F238E27FC236}">
                <a16:creationId xmlns:a16="http://schemas.microsoft.com/office/drawing/2014/main" id="{83D011A7-E23F-4CC3-A957-A9AF6E0BE9E0}"/>
              </a:ext>
            </a:extLst>
          </p:cNvPr>
          <p:cNvSpPr txBox="1">
            <a:spLocks noChangeArrowheads="1"/>
          </p:cNvSpPr>
          <p:nvPr/>
        </p:nvSpPr>
        <p:spPr bwMode="auto">
          <a:xfrm>
            <a:off x="611188" y="2205038"/>
            <a:ext cx="53482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952500" indent="-9525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spcBef>
                <a:spcPct val="50000"/>
              </a:spcBef>
              <a:buClr>
                <a:schemeClr val="tx2"/>
              </a:buClr>
              <a:buFont typeface="Monotype Sorts" pitchFamily="2" charset="2"/>
              <a:buChar char="&amp;"/>
            </a:pPr>
            <a:r>
              <a:rPr lang="zh-CN" altLang="en-US"/>
              <a:t>设地面为</a:t>
            </a:r>
            <a:r>
              <a:rPr lang="en-US" altLang="zh-CN">
                <a:solidFill>
                  <a:srgbClr val="FFCC66"/>
                </a:solidFill>
                <a:ea typeface="宋体" panose="02010600030101010101" pitchFamily="2" charset="-122"/>
              </a:rPr>
              <a:t>S</a:t>
            </a:r>
            <a:r>
              <a:rPr lang="zh-CN" altLang="en-US"/>
              <a:t>系</a:t>
            </a:r>
            <a:r>
              <a:rPr lang="en-US" altLang="zh-CN"/>
              <a:t>,</a:t>
            </a:r>
            <a:r>
              <a:rPr lang="zh-CN" altLang="en-US"/>
              <a:t>飞船为</a:t>
            </a:r>
            <a:r>
              <a:rPr lang="en-US" altLang="zh-CN">
                <a:solidFill>
                  <a:srgbClr val="FFCC66"/>
                </a:solidFill>
                <a:ea typeface="宋体" panose="02010600030101010101" pitchFamily="2" charset="-122"/>
              </a:rPr>
              <a:t>S</a:t>
            </a:r>
            <a:r>
              <a:rPr lang="en-US" altLang="zh-CN">
                <a:solidFill>
                  <a:srgbClr val="FFCC66"/>
                </a:solidFill>
                <a:ea typeface="宋体" panose="02010600030101010101" pitchFamily="2" charset="-122"/>
                <a:sym typeface="Symbol" panose="05050102010706020507" pitchFamily="18" charset="2"/>
              </a:rPr>
              <a:t></a:t>
            </a:r>
            <a:r>
              <a:rPr lang="zh-CN" altLang="en-US"/>
              <a:t>系</a:t>
            </a:r>
          </a:p>
        </p:txBody>
      </p:sp>
      <p:graphicFrame>
        <p:nvGraphicFramePr>
          <p:cNvPr id="976900" name="Object 4">
            <a:extLst>
              <a:ext uri="{FF2B5EF4-FFF2-40B4-BE49-F238E27FC236}">
                <a16:creationId xmlns:a16="http://schemas.microsoft.com/office/drawing/2014/main" id="{BC4CFA7A-DC06-41CB-8F0F-09AF4CA3BA44}"/>
              </a:ext>
            </a:extLst>
          </p:cNvPr>
          <p:cNvGraphicFramePr>
            <a:graphicFrameLocks noChangeAspect="1"/>
          </p:cNvGraphicFramePr>
          <p:nvPr/>
        </p:nvGraphicFramePr>
        <p:xfrm>
          <a:off x="1763713" y="2708275"/>
          <a:ext cx="1903412" cy="800100"/>
        </p:xfrm>
        <a:graphic>
          <a:graphicData uri="http://schemas.openxmlformats.org/presentationml/2006/ole">
            <mc:AlternateContent xmlns:mc="http://schemas.openxmlformats.org/markup-compatibility/2006">
              <mc:Choice xmlns:v="urn:schemas-microsoft-com:vml" Requires="v">
                <p:oleObj name="公式" r:id="rId2" imgW="1882047" imgH="777074" progId="Equation.3">
                  <p:embed/>
                </p:oleObj>
              </mc:Choice>
              <mc:Fallback>
                <p:oleObj name="公式" r:id="rId2" imgW="1882047" imgH="777074" progId="Equation.3">
                  <p:embed/>
                  <p:pic>
                    <p:nvPicPr>
                      <p:cNvPr id="976900" name="Object 4">
                        <a:extLst>
                          <a:ext uri="{FF2B5EF4-FFF2-40B4-BE49-F238E27FC236}">
                            <a16:creationId xmlns:a16="http://schemas.microsoft.com/office/drawing/2014/main" id="{BC4CFA7A-DC06-41CB-8F0F-09AF4CA3B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708275"/>
                        <a:ext cx="1903412"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6901" name="Object 5">
            <a:extLst>
              <a:ext uri="{FF2B5EF4-FFF2-40B4-BE49-F238E27FC236}">
                <a16:creationId xmlns:a16="http://schemas.microsoft.com/office/drawing/2014/main" id="{340B64F3-4A79-4540-BA8D-24E3D715A4CE}"/>
              </a:ext>
            </a:extLst>
          </p:cNvPr>
          <p:cNvGraphicFramePr>
            <a:graphicFrameLocks noChangeAspect="1"/>
          </p:cNvGraphicFramePr>
          <p:nvPr/>
        </p:nvGraphicFramePr>
        <p:xfrm>
          <a:off x="2124075" y="3649663"/>
          <a:ext cx="1814513" cy="723900"/>
        </p:xfrm>
        <a:graphic>
          <a:graphicData uri="http://schemas.openxmlformats.org/presentationml/2006/ole">
            <mc:AlternateContent xmlns:mc="http://schemas.openxmlformats.org/markup-compatibility/2006">
              <mc:Choice xmlns:v="urn:schemas-microsoft-com:vml" Requires="v">
                <p:oleObj name="公式" r:id="rId4" imgW="1790482" imgH="701262" progId="Equation.3">
                  <p:embed/>
                </p:oleObj>
              </mc:Choice>
              <mc:Fallback>
                <p:oleObj name="公式" r:id="rId4" imgW="1790482" imgH="701262" progId="Equation.3">
                  <p:embed/>
                  <p:pic>
                    <p:nvPicPr>
                      <p:cNvPr id="976901" name="Object 5">
                        <a:extLst>
                          <a:ext uri="{FF2B5EF4-FFF2-40B4-BE49-F238E27FC236}">
                            <a16:creationId xmlns:a16="http://schemas.microsoft.com/office/drawing/2014/main" id="{340B64F3-4A79-4540-BA8D-24E3D715A4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3649663"/>
                        <a:ext cx="1814513"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6902" name="Object 6">
            <a:extLst>
              <a:ext uri="{FF2B5EF4-FFF2-40B4-BE49-F238E27FC236}">
                <a16:creationId xmlns:a16="http://schemas.microsoft.com/office/drawing/2014/main" id="{4F9BB787-D1D7-4E35-92B3-705C247367C2}"/>
              </a:ext>
            </a:extLst>
          </p:cNvPr>
          <p:cNvGraphicFramePr>
            <a:graphicFrameLocks noChangeAspect="1"/>
          </p:cNvGraphicFramePr>
          <p:nvPr/>
        </p:nvGraphicFramePr>
        <p:xfrm>
          <a:off x="2151063" y="4589463"/>
          <a:ext cx="1270000" cy="279400"/>
        </p:xfrm>
        <a:graphic>
          <a:graphicData uri="http://schemas.openxmlformats.org/presentationml/2006/ole">
            <mc:AlternateContent xmlns:mc="http://schemas.openxmlformats.org/markup-compatibility/2006">
              <mc:Choice xmlns:v="urn:schemas-microsoft-com:vml" Requires="v">
                <p:oleObj name="公式" r:id="rId6" imgW="1249556" imgH="258858" progId="Equation.3">
                  <p:embed/>
                </p:oleObj>
              </mc:Choice>
              <mc:Fallback>
                <p:oleObj name="公式" r:id="rId6" imgW="1249556" imgH="258858" progId="Equation.3">
                  <p:embed/>
                  <p:pic>
                    <p:nvPicPr>
                      <p:cNvPr id="976902" name="Object 6">
                        <a:extLst>
                          <a:ext uri="{FF2B5EF4-FFF2-40B4-BE49-F238E27FC236}">
                            <a16:creationId xmlns:a16="http://schemas.microsoft.com/office/drawing/2014/main" id="{4F9BB787-D1D7-4E35-92B3-705C247367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1063" y="4589463"/>
                        <a:ext cx="12700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6903" name="Text Box 7">
            <a:extLst>
              <a:ext uri="{FF2B5EF4-FFF2-40B4-BE49-F238E27FC236}">
                <a16:creationId xmlns:a16="http://schemas.microsoft.com/office/drawing/2014/main" id="{E6D3B0E3-285E-4E36-B247-9916FAE6FFC0}"/>
              </a:ext>
            </a:extLst>
          </p:cNvPr>
          <p:cNvSpPr txBox="1">
            <a:spLocks noChangeArrowheads="1"/>
          </p:cNvSpPr>
          <p:nvPr/>
        </p:nvSpPr>
        <p:spPr bwMode="auto">
          <a:xfrm>
            <a:off x="617538" y="5013325"/>
            <a:ext cx="39687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spcBef>
                <a:spcPct val="50000"/>
              </a:spcBef>
              <a:buClr>
                <a:schemeClr val="tx2"/>
              </a:buClr>
              <a:buFont typeface="Monotype Sorts" pitchFamily="2" charset="2"/>
              <a:buChar char="&amp;"/>
            </a:pPr>
            <a:r>
              <a:rPr lang="zh-CN" altLang="en-US"/>
              <a:t>负号表示沿</a:t>
            </a:r>
            <a:r>
              <a:rPr lang="en-US" altLang="zh-CN" i="1">
                <a:solidFill>
                  <a:srgbClr val="FFCC66"/>
                </a:solidFill>
              </a:rPr>
              <a:t>x</a:t>
            </a:r>
            <a:r>
              <a:rPr lang="en-US" altLang="zh-CN">
                <a:solidFill>
                  <a:srgbClr val="FFCC66"/>
                </a:solidFill>
                <a:sym typeface="Symbol" panose="05050102010706020507" pitchFamily="18" charset="2"/>
              </a:rPr>
              <a:t></a:t>
            </a:r>
            <a:r>
              <a:rPr lang="zh-CN" altLang="en-US"/>
              <a:t>轴负向</a:t>
            </a:r>
          </a:p>
        </p:txBody>
      </p:sp>
      <p:sp>
        <p:nvSpPr>
          <p:cNvPr id="976904" name="Text Box 8">
            <a:extLst>
              <a:ext uri="{FF2B5EF4-FFF2-40B4-BE49-F238E27FC236}">
                <a16:creationId xmlns:a16="http://schemas.microsoft.com/office/drawing/2014/main" id="{B6F26FD3-404B-4C24-B025-00D7897D9A34}"/>
              </a:ext>
            </a:extLst>
          </p:cNvPr>
          <p:cNvSpPr txBox="1">
            <a:spLocks noChangeArrowheads="1"/>
          </p:cNvSpPr>
          <p:nvPr/>
        </p:nvSpPr>
        <p:spPr bwMode="auto">
          <a:xfrm>
            <a:off x="627063" y="5492750"/>
            <a:ext cx="8351837" cy="534988"/>
          </a:xfrm>
          <a:prstGeom prst="rect">
            <a:avLst/>
          </a:prstGeom>
          <a:noFill/>
          <a:ln w="12700">
            <a:noFill/>
            <a:miter lim="800000"/>
            <a:headEnd type="none" w="sm" len="sm"/>
            <a:tailEnd type="none" w="sm" len="sm"/>
          </a:ln>
          <a:effectLst/>
        </p:spPr>
        <p:txBody>
          <a:bodyPr>
            <a:spAutoFit/>
          </a:bodyPr>
          <a:lstStyle/>
          <a:p>
            <a:pPr marL="381000" indent="-381000">
              <a:lnSpc>
                <a:spcPct val="120000"/>
              </a:lnSpc>
              <a:spcBef>
                <a:spcPct val="50000"/>
              </a:spcBef>
              <a:buClr>
                <a:schemeClr val="tx2"/>
              </a:buClr>
              <a:buFont typeface="Monotype Sorts" pitchFamily="2" charset="2"/>
              <a:buNone/>
              <a:defRPr/>
            </a:pPr>
            <a:r>
              <a:rPr lang="zh-CN" altLang="en-US" dirty="0">
                <a:effectLst>
                  <a:outerShdw blurRad="38100" dist="38100" dir="2700000" algn="tl">
                    <a:srgbClr val="000000"/>
                  </a:outerShdw>
                </a:effectLst>
                <a:latin typeface="Arial" charset="0"/>
                <a:sym typeface="Monotype Sorts" pitchFamily="2" charset="2"/>
              </a:rPr>
              <a:t>对飞船，观察到</a:t>
            </a:r>
            <a:r>
              <a:rPr lang="zh-CN" altLang="en-US" dirty="0">
                <a:effectLst>
                  <a:outerShdw blurRad="38100" dist="38100" dir="2700000" algn="tl">
                    <a:srgbClr val="000000"/>
                  </a:outerShdw>
                </a:effectLst>
              </a:rPr>
              <a:t>其</a:t>
            </a:r>
            <a:r>
              <a:rPr lang="zh-CN" altLang="en-US" dirty="0">
                <a:effectLst>
                  <a:outerShdw blurRad="38100" dist="38100" dir="2700000" algn="tl">
                    <a:srgbClr val="000000"/>
                  </a:outerShdw>
                </a:effectLst>
                <a:latin typeface="Arial" charset="0"/>
                <a:sym typeface="Monotype Sorts" pitchFamily="2" charset="2"/>
              </a:rPr>
              <a:t>与</a:t>
            </a:r>
            <a:r>
              <a:rPr lang="zh-CN" altLang="en-US" dirty="0">
                <a:effectLst>
                  <a:outerShdw blurRad="38100" dist="38100" dir="2700000" algn="tl">
                    <a:srgbClr val="000000"/>
                  </a:outerShdw>
                </a:effectLst>
              </a:rPr>
              <a:t>彗星</a:t>
            </a:r>
            <a:r>
              <a:rPr lang="zh-CN" altLang="en-US" dirty="0">
                <a:effectLst>
                  <a:outerShdw blurRad="38100" dist="38100" dir="2700000" algn="tl">
                    <a:srgbClr val="000000"/>
                  </a:outerShdw>
                </a:effectLst>
                <a:latin typeface="Arial" charset="0"/>
                <a:sym typeface="Monotype Sorts" pitchFamily="2" charset="2"/>
              </a:rPr>
              <a:t>相撞是在同一地点发生的两个事件</a:t>
            </a:r>
          </a:p>
        </p:txBody>
      </p:sp>
      <p:graphicFrame>
        <p:nvGraphicFramePr>
          <p:cNvPr id="976905" name="Object 9">
            <a:extLst>
              <a:ext uri="{FF2B5EF4-FFF2-40B4-BE49-F238E27FC236}">
                <a16:creationId xmlns:a16="http://schemas.microsoft.com/office/drawing/2014/main" id="{A5EB0646-7B89-4A2B-B1AC-BD415B37561A}"/>
              </a:ext>
            </a:extLst>
          </p:cNvPr>
          <p:cNvGraphicFramePr>
            <a:graphicFrameLocks noChangeAspect="1"/>
          </p:cNvGraphicFramePr>
          <p:nvPr/>
        </p:nvGraphicFramePr>
        <p:xfrm>
          <a:off x="1568450" y="6008688"/>
          <a:ext cx="2208213" cy="444500"/>
        </p:xfrm>
        <a:graphic>
          <a:graphicData uri="http://schemas.openxmlformats.org/presentationml/2006/ole">
            <mc:AlternateContent xmlns:mc="http://schemas.openxmlformats.org/markup-compatibility/2006">
              <mc:Choice xmlns:v="urn:schemas-microsoft-com:vml" Requires="v">
                <p:oleObj name="公式" r:id="rId8" imgW="2187096" imgH="418961" progId="Equation.3">
                  <p:embed/>
                </p:oleObj>
              </mc:Choice>
              <mc:Fallback>
                <p:oleObj name="公式" r:id="rId8" imgW="2187096" imgH="418961" progId="Equation.3">
                  <p:embed/>
                  <p:pic>
                    <p:nvPicPr>
                      <p:cNvPr id="976905" name="Object 9">
                        <a:extLst>
                          <a:ext uri="{FF2B5EF4-FFF2-40B4-BE49-F238E27FC236}">
                            <a16:creationId xmlns:a16="http://schemas.microsoft.com/office/drawing/2014/main" id="{A5EB0646-7B89-4A2B-B1AC-BD415B3756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68450" y="6008688"/>
                        <a:ext cx="22082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6906" name="Object 10">
            <a:extLst>
              <a:ext uri="{FF2B5EF4-FFF2-40B4-BE49-F238E27FC236}">
                <a16:creationId xmlns:a16="http://schemas.microsoft.com/office/drawing/2014/main" id="{F979A8E4-491A-4D39-9BAD-005EFBC91B3B}"/>
              </a:ext>
            </a:extLst>
          </p:cNvPr>
          <p:cNvGraphicFramePr>
            <a:graphicFrameLocks noChangeAspect="1"/>
          </p:cNvGraphicFramePr>
          <p:nvPr/>
        </p:nvGraphicFramePr>
        <p:xfrm>
          <a:off x="3851275" y="6021388"/>
          <a:ext cx="1628775" cy="384175"/>
        </p:xfrm>
        <a:graphic>
          <a:graphicData uri="http://schemas.openxmlformats.org/presentationml/2006/ole">
            <mc:AlternateContent xmlns:mc="http://schemas.openxmlformats.org/markup-compatibility/2006">
              <mc:Choice xmlns:v="urn:schemas-microsoft-com:vml" Requires="v">
                <p:oleObj name="公式" r:id="rId10" imgW="1592424" imgH="358112" progId="Equation.3">
                  <p:embed/>
                </p:oleObj>
              </mc:Choice>
              <mc:Fallback>
                <p:oleObj name="公式" r:id="rId10" imgW="1592424" imgH="358112" progId="Equation.3">
                  <p:embed/>
                  <p:pic>
                    <p:nvPicPr>
                      <p:cNvPr id="976906" name="Object 10">
                        <a:extLst>
                          <a:ext uri="{FF2B5EF4-FFF2-40B4-BE49-F238E27FC236}">
                            <a16:creationId xmlns:a16="http://schemas.microsoft.com/office/drawing/2014/main" id="{F979A8E4-491A-4D39-9BAD-005EFBC91B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1275" y="6021388"/>
                        <a:ext cx="162877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6907" name="Object 11">
            <a:extLst>
              <a:ext uri="{FF2B5EF4-FFF2-40B4-BE49-F238E27FC236}">
                <a16:creationId xmlns:a16="http://schemas.microsoft.com/office/drawing/2014/main" id="{DB44D556-9C4A-42E1-8522-088B4EB0E6F2}"/>
              </a:ext>
            </a:extLst>
          </p:cNvPr>
          <p:cNvGraphicFramePr>
            <a:graphicFrameLocks noChangeAspect="1"/>
          </p:cNvGraphicFramePr>
          <p:nvPr/>
        </p:nvGraphicFramePr>
        <p:xfrm>
          <a:off x="5483225" y="6092825"/>
          <a:ext cx="673100" cy="330200"/>
        </p:xfrm>
        <a:graphic>
          <a:graphicData uri="http://schemas.openxmlformats.org/presentationml/2006/ole">
            <mc:AlternateContent xmlns:mc="http://schemas.openxmlformats.org/markup-compatibility/2006">
              <mc:Choice xmlns:v="urn:schemas-microsoft-com:vml" Requires="v">
                <p:oleObj name="公式" r:id="rId12" imgW="647918" imgH="304745" progId="Equation.3">
                  <p:embed/>
                </p:oleObj>
              </mc:Choice>
              <mc:Fallback>
                <p:oleObj name="公式" r:id="rId12" imgW="647918" imgH="304745" progId="Equation.3">
                  <p:embed/>
                  <p:pic>
                    <p:nvPicPr>
                      <p:cNvPr id="976907" name="Object 11">
                        <a:extLst>
                          <a:ext uri="{FF2B5EF4-FFF2-40B4-BE49-F238E27FC236}">
                            <a16:creationId xmlns:a16="http://schemas.microsoft.com/office/drawing/2014/main" id="{DB44D556-9C4A-42E1-8522-088B4EB0E6F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3225" y="6092825"/>
                        <a:ext cx="6731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F5438572-46E2-488A-B951-6F56D3D7C3AD}"/>
              </a:ext>
            </a:extLst>
          </p:cNvPr>
          <p:cNvGrpSpPr>
            <a:grpSpLocks/>
          </p:cNvGrpSpPr>
          <p:nvPr/>
        </p:nvGrpSpPr>
        <p:grpSpPr bwMode="auto">
          <a:xfrm>
            <a:off x="4892675" y="2701925"/>
            <a:ext cx="3436938" cy="2311400"/>
            <a:chOff x="3255" y="1520"/>
            <a:chExt cx="2165" cy="1456"/>
          </a:xfrm>
        </p:grpSpPr>
        <p:grpSp>
          <p:nvGrpSpPr>
            <p:cNvPr id="19473" name="Group 13">
              <a:extLst>
                <a:ext uri="{FF2B5EF4-FFF2-40B4-BE49-F238E27FC236}">
                  <a16:creationId xmlns:a16="http://schemas.microsoft.com/office/drawing/2014/main" id="{380D6C96-05A4-4FC3-A292-BF94895DB422}"/>
                </a:ext>
              </a:extLst>
            </p:cNvPr>
            <p:cNvGrpSpPr>
              <a:grpSpLocks/>
            </p:cNvGrpSpPr>
            <p:nvPr/>
          </p:nvGrpSpPr>
          <p:grpSpPr bwMode="auto">
            <a:xfrm>
              <a:off x="3384" y="1668"/>
              <a:ext cx="1940" cy="1081"/>
              <a:chOff x="3156" y="2160"/>
              <a:chExt cx="2244" cy="1212"/>
            </a:xfrm>
          </p:grpSpPr>
          <p:sp>
            <p:nvSpPr>
              <p:cNvPr id="19487" name="Line 14">
                <a:extLst>
                  <a:ext uri="{FF2B5EF4-FFF2-40B4-BE49-F238E27FC236}">
                    <a16:creationId xmlns:a16="http://schemas.microsoft.com/office/drawing/2014/main" id="{A9DF87BE-7D28-4C98-B503-E9FDA3C2E834}"/>
                  </a:ext>
                </a:extLst>
              </p:cNvPr>
              <p:cNvSpPr>
                <a:spLocks noChangeShapeType="1"/>
              </p:cNvSpPr>
              <p:nvPr/>
            </p:nvSpPr>
            <p:spPr bwMode="auto">
              <a:xfrm>
                <a:off x="3156" y="3372"/>
                <a:ext cx="2244" cy="0"/>
              </a:xfrm>
              <a:prstGeom prst="line">
                <a:avLst/>
              </a:prstGeom>
              <a:noFill/>
              <a:ln w="38100">
                <a:solidFill>
                  <a:srgbClr val="FFFF00"/>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8" name="Line 15">
                <a:extLst>
                  <a:ext uri="{FF2B5EF4-FFF2-40B4-BE49-F238E27FC236}">
                    <a16:creationId xmlns:a16="http://schemas.microsoft.com/office/drawing/2014/main" id="{912BE157-74D4-47FC-9D2A-888F589A4EBA}"/>
                  </a:ext>
                </a:extLst>
              </p:cNvPr>
              <p:cNvSpPr>
                <a:spLocks noChangeShapeType="1"/>
              </p:cNvSpPr>
              <p:nvPr/>
            </p:nvSpPr>
            <p:spPr bwMode="auto">
              <a:xfrm flipV="1">
                <a:off x="3168" y="2160"/>
                <a:ext cx="0" cy="1212"/>
              </a:xfrm>
              <a:prstGeom prst="line">
                <a:avLst/>
              </a:prstGeom>
              <a:noFill/>
              <a:ln w="38100">
                <a:solidFill>
                  <a:srgbClr val="FFFF00"/>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9474" name="Object 16">
              <a:extLst>
                <a:ext uri="{FF2B5EF4-FFF2-40B4-BE49-F238E27FC236}">
                  <a16:creationId xmlns:a16="http://schemas.microsoft.com/office/drawing/2014/main" id="{8E90DC2F-7110-4A5F-9A7C-EA8C1433C060}"/>
                </a:ext>
              </a:extLst>
            </p:cNvPr>
            <p:cNvGraphicFramePr>
              <a:graphicFrameLocks/>
            </p:cNvGraphicFramePr>
            <p:nvPr/>
          </p:nvGraphicFramePr>
          <p:xfrm>
            <a:off x="5103" y="2816"/>
            <a:ext cx="317" cy="160"/>
          </p:xfrm>
          <a:graphic>
            <a:graphicData uri="http://schemas.openxmlformats.org/presentationml/2006/ole">
              <mc:AlternateContent xmlns:mc="http://schemas.openxmlformats.org/markup-compatibility/2006">
                <mc:Choice xmlns:v="urn:schemas-microsoft-com:vml" Requires="v">
                  <p:oleObj name="公式" r:id="rId14" imgW="205522" imgH="220952" progId="Equation.3">
                    <p:embed/>
                  </p:oleObj>
                </mc:Choice>
                <mc:Fallback>
                  <p:oleObj name="公式" r:id="rId14" imgW="205522" imgH="220952" progId="Equation.3">
                    <p:embed/>
                    <p:pic>
                      <p:nvPicPr>
                        <p:cNvPr id="19474" name="Object 16">
                          <a:extLst>
                            <a:ext uri="{FF2B5EF4-FFF2-40B4-BE49-F238E27FC236}">
                              <a16:creationId xmlns:a16="http://schemas.microsoft.com/office/drawing/2014/main" id="{8E90DC2F-7110-4A5F-9A7C-EA8C1433C060}"/>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03" y="2816"/>
                          <a:ext cx="317"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75" name="Group 17">
              <a:extLst>
                <a:ext uri="{FF2B5EF4-FFF2-40B4-BE49-F238E27FC236}">
                  <a16:creationId xmlns:a16="http://schemas.microsoft.com/office/drawing/2014/main" id="{B65956EB-E22B-43A8-A31C-5AC6D88933AF}"/>
                </a:ext>
              </a:extLst>
            </p:cNvPr>
            <p:cNvGrpSpPr>
              <a:grpSpLocks/>
            </p:cNvGrpSpPr>
            <p:nvPr/>
          </p:nvGrpSpPr>
          <p:grpSpPr bwMode="auto">
            <a:xfrm>
              <a:off x="5153" y="2041"/>
              <a:ext cx="239" cy="310"/>
              <a:chOff x="5136" y="3000"/>
              <a:chExt cx="276" cy="348"/>
            </a:xfrm>
          </p:grpSpPr>
          <p:sp>
            <p:nvSpPr>
              <p:cNvPr id="19485" name="Oval 18">
                <a:extLst>
                  <a:ext uri="{FF2B5EF4-FFF2-40B4-BE49-F238E27FC236}">
                    <a16:creationId xmlns:a16="http://schemas.microsoft.com/office/drawing/2014/main" id="{DC874BF1-F658-45B2-850F-D0F299F40B05}"/>
                  </a:ext>
                </a:extLst>
              </p:cNvPr>
              <p:cNvSpPr>
                <a:spLocks noChangeArrowheads="1"/>
              </p:cNvSpPr>
              <p:nvPr/>
            </p:nvSpPr>
            <p:spPr bwMode="auto">
              <a:xfrm>
                <a:off x="5184" y="3168"/>
                <a:ext cx="192" cy="180"/>
              </a:xfrm>
              <a:prstGeom prst="ellipse">
                <a:avLst/>
              </a:prstGeom>
              <a:solidFill>
                <a:schemeClr val="accent1"/>
              </a:solidFill>
              <a:ln w="12700">
                <a:solidFill>
                  <a:schemeClr val="tx1"/>
                </a:solidFill>
                <a:round/>
                <a:headEnd type="none" w="sm" len="sm"/>
                <a:tailEnd type="none" w="sm" len="sm"/>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Char char="&amp;"/>
                </a:pPr>
                <a:endParaRPr lang="zh-CN" altLang="en-US"/>
              </a:p>
            </p:txBody>
          </p:sp>
          <p:sp>
            <p:nvSpPr>
              <p:cNvPr id="19486" name="AutoShape 19">
                <a:extLst>
                  <a:ext uri="{FF2B5EF4-FFF2-40B4-BE49-F238E27FC236}">
                    <a16:creationId xmlns:a16="http://schemas.microsoft.com/office/drawing/2014/main" id="{A7793E8E-C09A-412B-81CA-627A361778D5}"/>
                  </a:ext>
                </a:extLst>
              </p:cNvPr>
              <p:cNvSpPr>
                <a:spLocks noChangeArrowheads="1"/>
              </p:cNvSpPr>
              <p:nvPr/>
            </p:nvSpPr>
            <p:spPr bwMode="auto">
              <a:xfrm>
                <a:off x="5136" y="3000"/>
                <a:ext cx="276" cy="119"/>
              </a:xfrm>
              <a:prstGeom prst="leftArrow">
                <a:avLst>
                  <a:gd name="adj1" fmla="val 50000"/>
                  <a:gd name="adj2" fmla="val 57983"/>
                </a:avLst>
              </a:prstGeom>
              <a:solidFill>
                <a:srgbClr val="FF3300"/>
              </a:solidFill>
              <a:ln w="12700">
                <a:solidFill>
                  <a:schemeClr val="tx1"/>
                </a:solidFill>
                <a:miter lim="800000"/>
                <a:headEnd type="none" w="sm" len="sm"/>
                <a:tailEnd type="none" w="sm" len="sm"/>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Char char="&amp;"/>
                </a:pPr>
                <a:endParaRPr lang="zh-CN" altLang="en-US"/>
              </a:p>
            </p:txBody>
          </p:sp>
        </p:grpSp>
        <p:graphicFrame>
          <p:nvGraphicFramePr>
            <p:cNvPr id="19476" name="Object 20">
              <a:extLst>
                <a:ext uri="{FF2B5EF4-FFF2-40B4-BE49-F238E27FC236}">
                  <a16:creationId xmlns:a16="http://schemas.microsoft.com/office/drawing/2014/main" id="{60443F3F-22D7-4D6E-A876-07CD018D7B55}"/>
                </a:ext>
              </a:extLst>
            </p:cNvPr>
            <p:cNvGraphicFramePr>
              <a:graphicFrameLocks noChangeAspect="1"/>
            </p:cNvGraphicFramePr>
            <p:nvPr/>
          </p:nvGraphicFramePr>
          <p:xfrm>
            <a:off x="5210" y="1801"/>
            <a:ext cx="165" cy="223"/>
          </p:xfrm>
          <a:graphic>
            <a:graphicData uri="http://schemas.openxmlformats.org/presentationml/2006/ole">
              <mc:AlternateContent xmlns:mc="http://schemas.openxmlformats.org/markup-compatibility/2006">
                <mc:Choice xmlns:v="urn:schemas-microsoft-com:vml" Requires="v">
                  <p:oleObj name="公式" r:id="rId16" imgW="319978" imgH="418961" progId="Equation.3">
                    <p:embed/>
                  </p:oleObj>
                </mc:Choice>
                <mc:Fallback>
                  <p:oleObj name="公式" r:id="rId16" imgW="319978" imgH="418961" progId="Equation.3">
                    <p:embed/>
                    <p:pic>
                      <p:nvPicPr>
                        <p:cNvPr id="19476" name="Object 20">
                          <a:extLst>
                            <a:ext uri="{FF2B5EF4-FFF2-40B4-BE49-F238E27FC236}">
                              <a16:creationId xmlns:a16="http://schemas.microsoft.com/office/drawing/2014/main" id="{60443F3F-22D7-4D6E-A876-07CD018D7B5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10" y="1801"/>
                          <a:ext cx="165"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7" name="Line 21">
              <a:extLst>
                <a:ext uri="{FF2B5EF4-FFF2-40B4-BE49-F238E27FC236}">
                  <a16:creationId xmlns:a16="http://schemas.microsoft.com/office/drawing/2014/main" id="{0CA5E3B7-8C21-4DC9-8E1D-A1274D034266}"/>
                </a:ext>
              </a:extLst>
            </p:cNvPr>
            <p:cNvSpPr>
              <a:spLocks noChangeShapeType="1"/>
            </p:cNvSpPr>
            <p:nvPr/>
          </p:nvSpPr>
          <p:spPr bwMode="auto">
            <a:xfrm>
              <a:off x="3882" y="2330"/>
              <a:ext cx="944" cy="0"/>
            </a:xfrm>
            <a:prstGeom prst="line">
              <a:avLst/>
            </a:prstGeom>
            <a:noFill/>
            <a:ln w="38100">
              <a:solidFill>
                <a:srgbClr val="66FF33"/>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2">
              <a:extLst>
                <a:ext uri="{FF2B5EF4-FFF2-40B4-BE49-F238E27FC236}">
                  <a16:creationId xmlns:a16="http://schemas.microsoft.com/office/drawing/2014/main" id="{9CF934BD-6202-4698-A832-1C5C5D03BF31}"/>
                </a:ext>
              </a:extLst>
            </p:cNvPr>
            <p:cNvSpPr>
              <a:spLocks noChangeShapeType="1"/>
            </p:cNvSpPr>
            <p:nvPr/>
          </p:nvSpPr>
          <p:spPr bwMode="auto">
            <a:xfrm flipV="1">
              <a:off x="3893" y="1667"/>
              <a:ext cx="0" cy="663"/>
            </a:xfrm>
            <a:prstGeom prst="line">
              <a:avLst/>
            </a:prstGeom>
            <a:noFill/>
            <a:ln w="38100">
              <a:solidFill>
                <a:srgbClr val="66FF33"/>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79" name="Object 23">
              <a:extLst>
                <a:ext uri="{FF2B5EF4-FFF2-40B4-BE49-F238E27FC236}">
                  <a16:creationId xmlns:a16="http://schemas.microsoft.com/office/drawing/2014/main" id="{DD04D7E9-1D5A-49C3-98EB-ABC787FAF9CB}"/>
                </a:ext>
              </a:extLst>
            </p:cNvPr>
            <p:cNvGraphicFramePr>
              <a:graphicFrameLocks noChangeAspect="1"/>
            </p:cNvGraphicFramePr>
            <p:nvPr/>
          </p:nvGraphicFramePr>
          <p:xfrm>
            <a:off x="4642" y="2356"/>
            <a:ext cx="143" cy="167"/>
          </p:xfrm>
          <a:graphic>
            <a:graphicData uri="http://schemas.openxmlformats.org/presentationml/2006/ole">
              <mc:AlternateContent xmlns:mc="http://schemas.openxmlformats.org/markup-compatibility/2006">
                <mc:Choice xmlns:v="urn:schemas-microsoft-com:vml" Requires="v">
                  <p:oleObj name="公式" r:id="rId18" imgW="266731" imgH="304745" progId="Equation.3">
                    <p:embed/>
                  </p:oleObj>
                </mc:Choice>
                <mc:Fallback>
                  <p:oleObj name="公式" r:id="rId18" imgW="266731" imgH="304745" progId="Equation.3">
                    <p:embed/>
                    <p:pic>
                      <p:nvPicPr>
                        <p:cNvPr id="19479" name="Object 23">
                          <a:extLst>
                            <a:ext uri="{FF2B5EF4-FFF2-40B4-BE49-F238E27FC236}">
                              <a16:creationId xmlns:a16="http://schemas.microsoft.com/office/drawing/2014/main" id="{DD04D7E9-1D5A-49C3-98EB-ABC787FAF9C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2" y="2356"/>
                          <a:ext cx="143"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0" name="AutoShape 24">
              <a:extLst>
                <a:ext uri="{FF2B5EF4-FFF2-40B4-BE49-F238E27FC236}">
                  <a16:creationId xmlns:a16="http://schemas.microsoft.com/office/drawing/2014/main" id="{4252EAB5-F29C-4E95-87D2-27C874DB6855}"/>
                </a:ext>
              </a:extLst>
            </p:cNvPr>
            <p:cNvSpPr>
              <a:spLocks noChangeArrowheads="1"/>
            </p:cNvSpPr>
            <p:nvPr/>
          </p:nvSpPr>
          <p:spPr bwMode="auto">
            <a:xfrm>
              <a:off x="4328" y="1795"/>
              <a:ext cx="270" cy="107"/>
            </a:xfrm>
            <a:prstGeom prst="rightArrow">
              <a:avLst>
                <a:gd name="adj1" fmla="val 50000"/>
                <a:gd name="adj2" fmla="val 63084"/>
              </a:avLst>
            </a:prstGeom>
            <a:solidFill>
              <a:srgbClr val="00FFFF"/>
            </a:solidFill>
            <a:ln w="12700">
              <a:solidFill>
                <a:schemeClr val="tx1"/>
              </a:solidFill>
              <a:miter lim="800000"/>
              <a:headEnd type="none" w="sm" len="sm"/>
              <a:tailEnd type="none" w="sm" len="sm"/>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Char char="&amp;"/>
              </a:pPr>
              <a:endParaRPr lang="zh-CN" altLang="en-US"/>
            </a:p>
          </p:txBody>
        </p:sp>
        <p:graphicFrame>
          <p:nvGraphicFramePr>
            <p:cNvPr id="19481" name="Object 25">
              <a:extLst>
                <a:ext uri="{FF2B5EF4-FFF2-40B4-BE49-F238E27FC236}">
                  <a16:creationId xmlns:a16="http://schemas.microsoft.com/office/drawing/2014/main" id="{6B3A6AD5-C5C7-42CC-8618-259E669C0DFF}"/>
                </a:ext>
              </a:extLst>
            </p:cNvPr>
            <p:cNvGraphicFramePr>
              <a:graphicFrameLocks noChangeAspect="1"/>
            </p:cNvGraphicFramePr>
            <p:nvPr/>
          </p:nvGraphicFramePr>
          <p:xfrm>
            <a:off x="4371" y="1639"/>
            <a:ext cx="142" cy="158"/>
          </p:xfrm>
          <a:graphic>
            <a:graphicData uri="http://schemas.openxmlformats.org/presentationml/2006/ole">
              <mc:AlternateContent xmlns:mc="http://schemas.openxmlformats.org/markup-compatibility/2006">
                <mc:Choice xmlns:v="urn:schemas-microsoft-com:vml" Requires="v">
                  <p:oleObj name="公式" r:id="rId20" imgW="205522" imgH="220952" progId="Equation.3">
                    <p:embed/>
                  </p:oleObj>
                </mc:Choice>
                <mc:Fallback>
                  <p:oleObj name="公式" r:id="rId20" imgW="205522" imgH="220952" progId="Equation.3">
                    <p:embed/>
                    <p:pic>
                      <p:nvPicPr>
                        <p:cNvPr id="19481" name="Object 25">
                          <a:extLst>
                            <a:ext uri="{FF2B5EF4-FFF2-40B4-BE49-F238E27FC236}">
                              <a16:creationId xmlns:a16="http://schemas.microsoft.com/office/drawing/2014/main" id="{6B3A6AD5-C5C7-42CC-8618-259E669C0DF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71" y="1639"/>
                          <a:ext cx="142"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82" name="Object 26">
              <a:extLst>
                <a:ext uri="{FF2B5EF4-FFF2-40B4-BE49-F238E27FC236}">
                  <a16:creationId xmlns:a16="http://schemas.microsoft.com/office/drawing/2014/main" id="{6B6BC368-6D12-4C78-9ABA-B0A200839800}"/>
                </a:ext>
              </a:extLst>
            </p:cNvPr>
            <p:cNvGraphicFramePr>
              <a:graphicFrameLocks noChangeAspect="1"/>
            </p:cNvGraphicFramePr>
            <p:nvPr/>
          </p:nvGraphicFramePr>
          <p:xfrm>
            <a:off x="3613" y="2181"/>
            <a:ext cx="722" cy="219"/>
          </p:xfrm>
          <a:graphic>
            <a:graphicData uri="http://schemas.openxmlformats.org/presentationml/2006/ole">
              <mc:AlternateContent xmlns:mc="http://schemas.openxmlformats.org/markup-compatibility/2006">
                <mc:Choice xmlns:v="urn:schemas-microsoft-com:vml" Requires="v">
                  <p:oleObj name="Clip" r:id="rId22" imgW="2575747" imgH="1714749" progId="MS_ClipArt_Gallery.5">
                    <p:embed/>
                  </p:oleObj>
                </mc:Choice>
                <mc:Fallback>
                  <p:oleObj name="Clip" r:id="rId22" imgW="2575747" imgH="1714749" progId="MS_ClipArt_Gallery.5">
                    <p:embed/>
                    <p:pic>
                      <p:nvPicPr>
                        <p:cNvPr id="19482" name="Object 26">
                          <a:extLst>
                            <a:ext uri="{FF2B5EF4-FFF2-40B4-BE49-F238E27FC236}">
                              <a16:creationId xmlns:a16="http://schemas.microsoft.com/office/drawing/2014/main" id="{6B6BC368-6D12-4C78-9ABA-B0A20083980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13" y="2181"/>
                          <a:ext cx="722"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83" name="Object 27">
              <a:extLst>
                <a:ext uri="{FF2B5EF4-FFF2-40B4-BE49-F238E27FC236}">
                  <a16:creationId xmlns:a16="http://schemas.microsoft.com/office/drawing/2014/main" id="{4CE67303-F532-4A7D-BFEC-81A589325E0E}"/>
                </a:ext>
              </a:extLst>
            </p:cNvPr>
            <p:cNvGraphicFramePr>
              <a:graphicFrameLocks noChangeAspect="1"/>
            </p:cNvGraphicFramePr>
            <p:nvPr/>
          </p:nvGraphicFramePr>
          <p:xfrm>
            <a:off x="3255" y="1520"/>
            <a:ext cx="109" cy="166"/>
          </p:xfrm>
          <a:graphic>
            <a:graphicData uri="http://schemas.openxmlformats.org/presentationml/2006/ole">
              <mc:AlternateContent xmlns:mc="http://schemas.openxmlformats.org/markup-compatibility/2006">
                <mc:Choice xmlns:v="urn:schemas-microsoft-com:vml" Requires="v">
                  <p:oleObj name="公式" r:id="rId24" imgW="190593" imgH="304745" progId="Equation.3">
                    <p:embed/>
                  </p:oleObj>
                </mc:Choice>
                <mc:Fallback>
                  <p:oleObj name="公式" r:id="rId24" imgW="190593" imgH="304745" progId="Equation.3">
                    <p:embed/>
                    <p:pic>
                      <p:nvPicPr>
                        <p:cNvPr id="19483" name="Object 27">
                          <a:extLst>
                            <a:ext uri="{FF2B5EF4-FFF2-40B4-BE49-F238E27FC236}">
                              <a16:creationId xmlns:a16="http://schemas.microsoft.com/office/drawing/2014/main" id="{4CE67303-F532-4A7D-BFEC-81A589325E0E}"/>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255" y="1520"/>
                          <a:ext cx="109"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84" name="Object 28">
              <a:extLst>
                <a:ext uri="{FF2B5EF4-FFF2-40B4-BE49-F238E27FC236}">
                  <a16:creationId xmlns:a16="http://schemas.microsoft.com/office/drawing/2014/main" id="{5A33D1CC-540F-42EE-BD11-E21B55856256}"/>
                </a:ext>
              </a:extLst>
            </p:cNvPr>
            <p:cNvGraphicFramePr>
              <a:graphicFrameLocks noChangeAspect="1"/>
            </p:cNvGraphicFramePr>
            <p:nvPr/>
          </p:nvGraphicFramePr>
          <p:xfrm>
            <a:off x="3890" y="1520"/>
            <a:ext cx="140" cy="165"/>
          </p:xfrm>
          <a:graphic>
            <a:graphicData uri="http://schemas.openxmlformats.org/presentationml/2006/ole">
              <mc:AlternateContent xmlns:mc="http://schemas.openxmlformats.org/markup-compatibility/2006">
                <mc:Choice xmlns:v="urn:schemas-microsoft-com:vml" Requires="v">
                  <p:oleObj name="公式" r:id="rId26" imgW="259267" imgH="304745" progId="Equation.3">
                    <p:embed/>
                  </p:oleObj>
                </mc:Choice>
                <mc:Fallback>
                  <p:oleObj name="公式" r:id="rId26" imgW="259267" imgH="304745" progId="Equation.3">
                    <p:embed/>
                    <p:pic>
                      <p:nvPicPr>
                        <p:cNvPr id="19484" name="Object 28">
                          <a:extLst>
                            <a:ext uri="{FF2B5EF4-FFF2-40B4-BE49-F238E27FC236}">
                              <a16:creationId xmlns:a16="http://schemas.microsoft.com/office/drawing/2014/main" id="{5A33D1CC-540F-42EE-BD11-E21B5585625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90" y="1520"/>
                          <a:ext cx="140"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76925" name="Rectangle 29">
            <a:extLst>
              <a:ext uri="{FF2B5EF4-FFF2-40B4-BE49-F238E27FC236}">
                <a16:creationId xmlns:a16="http://schemas.microsoft.com/office/drawing/2014/main" id="{12F99D30-E524-4DF6-9391-D59DC2C1B735}"/>
              </a:ext>
            </a:extLst>
          </p:cNvPr>
          <p:cNvSpPr>
            <a:spLocks noChangeArrowheads="1"/>
          </p:cNvSpPr>
          <p:nvPr/>
        </p:nvSpPr>
        <p:spPr bwMode="auto">
          <a:xfrm>
            <a:off x="792163" y="1238250"/>
            <a:ext cx="7372350"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chemeClr val="tx2"/>
              </a:buClr>
              <a:buFont typeface="Monotype Sorts" pitchFamily="2" charset="2"/>
              <a:buChar char="&amp;"/>
            </a:pPr>
            <a:r>
              <a:rPr lang="en-US" altLang="zh-CN"/>
              <a:t>(1)</a:t>
            </a:r>
            <a:r>
              <a:rPr lang="zh-CN" altLang="en-US"/>
              <a:t>飞船上看彗星的速度为多少</a:t>
            </a:r>
            <a:r>
              <a:rPr lang="en-US" altLang="zh-CN"/>
              <a:t>?</a:t>
            </a:r>
          </a:p>
          <a:p>
            <a:pPr eaLnBrk="1" hangingPunct="1">
              <a:lnSpc>
                <a:spcPct val="120000"/>
              </a:lnSpc>
              <a:buClr>
                <a:schemeClr val="tx2"/>
              </a:buClr>
              <a:buFont typeface="Monotype Sorts" pitchFamily="2" charset="2"/>
              <a:buChar char="&amp;"/>
            </a:pPr>
            <a:r>
              <a:rPr lang="en-US" altLang="zh-CN"/>
              <a:t>(2)</a:t>
            </a:r>
            <a:r>
              <a:rPr lang="zh-CN" altLang="en-US"/>
              <a:t>从飞船上的钟看再经多少时间二者将相遇</a:t>
            </a:r>
            <a:r>
              <a:rPr lang="en-US" altLang="zh-CN"/>
              <a:t>?</a:t>
            </a:r>
          </a:p>
        </p:txBody>
      </p:sp>
      <p:sp>
        <p:nvSpPr>
          <p:cNvPr id="976926" name="Rectangle 30">
            <a:extLst>
              <a:ext uri="{FF2B5EF4-FFF2-40B4-BE49-F238E27FC236}">
                <a16:creationId xmlns:a16="http://schemas.microsoft.com/office/drawing/2014/main" id="{6056417E-12F8-4EB8-8E7E-1030D4277D6C}"/>
              </a:ext>
            </a:extLst>
          </p:cNvPr>
          <p:cNvSpPr>
            <a:spLocks noChangeArrowheads="1"/>
          </p:cNvSpPr>
          <p:nvPr/>
        </p:nvSpPr>
        <p:spPr bwMode="auto">
          <a:xfrm>
            <a:off x="236538" y="1258888"/>
            <a:ext cx="868362" cy="492125"/>
          </a:xfrm>
          <a:prstGeom prst="rect">
            <a:avLst/>
          </a:prstGeom>
          <a:noFill/>
          <a:ln w="28575" algn="ctr">
            <a:noFill/>
            <a:miter lim="800000"/>
            <a:headEnd/>
            <a:tailEnd/>
          </a:ln>
          <a:effectLst/>
        </p:spPr>
        <p:txBody>
          <a:bodyPr wrap="none">
            <a:spAutoFit/>
          </a:bodyPr>
          <a:lstStyle/>
          <a:p>
            <a:pPr eaLnBrk="1" hangingPunct="1">
              <a:lnSpc>
                <a:spcPct val="120000"/>
              </a:lnSpc>
              <a:buClr>
                <a:schemeClr val="tx2"/>
              </a:buClr>
              <a:buFont typeface="Monotype Sorts" pitchFamily="2" charset="2"/>
              <a:buChar char="&amp;"/>
              <a:defRPr/>
            </a:pPr>
            <a:r>
              <a:rPr lang="zh-CN" altLang="en-US">
                <a:solidFill>
                  <a:srgbClr val="FFFF00"/>
                </a:solidFill>
                <a:effectLst>
                  <a:outerShdw blurRad="38100" dist="38100" dir="2700000" algn="tl">
                    <a:srgbClr val="000000"/>
                  </a:outerShdw>
                </a:effectLst>
                <a:latin typeface="Arial" charset="0"/>
                <a:ea typeface="宋体" pitchFamily="2" charset="-122"/>
              </a:rPr>
              <a:t>求</a:t>
            </a:r>
          </a:p>
        </p:txBody>
      </p:sp>
      <p:sp>
        <p:nvSpPr>
          <p:cNvPr id="976927" name="Rectangle 31">
            <a:extLst>
              <a:ext uri="{FF2B5EF4-FFF2-40B4-BE49-F238E27FC236}">
                <a16:creationId xmlns:a16="http://schemas.microsoft.com/office/drawing/2014/main" id="{3B7E3E89-C050-4B77-B06A-1DCD2D376AF9}"/>
              </a:ext>
            </a:extLst>
          </p:cNvPr>
          <p:cNvSpPr>
            <a:spLocks noChangeArrowheads="1"/>
          </p:cNvSpPr>
          <p:nvPr/>
        </p:nvSpPr>
        <p:spPr bwMode="auto">
          <a:xfrm>
            <a:off x="250825" y="307975"/>
            <a:ext cx="868363" cy="492125"/>
          </a:xfrm>
          <a:prstGeom prst="rect">
            <a:avLst/>
          </a:prstGeom>
          <a:noFill/>
          <a:ln w="28575" algn="ctr">
            <a:noFill/>
            <a:miter lim="800000"/>
            <a:headEnd/>
            <a:tailEnd/>
          </a:ln>
          <a:effectLst/>
        </p:spPr>
        <p:txBody>
          <a:bodyPr wrap="none">
            <a:spAutoFit/>
          </a:bodyPr>
          <a:lstStyle/>
          <a:p>
            <a:pPr eaLnBrk="1" hangingPunct="1">
              <a:lnSpc>
                <a:spcPct val="120000"/>
              </a:lnSpc>
              <a:buClr>
                <a:schemeClr val="tx2"/>
              </a:buClr>
              <a:buFont typeface="Monotype Sorts" pitchFamily="2" charset="2"/>
              <a:buChar char="&amp;"/>
              <a:defRPr/>
            </a:pPr>
            <a:r>
              <a:rPr lang="zh-CN" altLang="en-US">
                <a:solidFill>
                  <a:srgbClr val="FFFF00"/>
                </a:solidFill>
                <a:effectLst>
                  <a:outerShdw blurRad="38100" dist="38100" dir="2700000" algn="tl">
                    <a:srgbClr val="000000"/>
                  </a:outerShdw>
                </a:effectLst>
                <a:latin typeface="Arial" charset="0"/>
                <a:ea typeface="宋体" pitchFamily="2" charset="-122"/>
              </a:rPr>
              <a:t>例</a:t>
            </a:r>
          </a:p>
        </p:txBody>
      </p:sp>
      <p:sp>
        <p:nvSpPr>
          <p:cNvPr id="976928" name="Rectangle 32">
            <a:extLst>
              <a:ext uri="{FF2B5EF4-FFF2-40B4-BE49-F238E27FC236}">
                <a16:creationId xmlns:a16="http://schemas.microsoft.com/office/drawing/2014/main" id="{37E69C4A-E380-457E-AB20-F58177749BD6}"/>
              </a:ext>
            </a:extLst>
          </p:cNvPr>
          <p:cNvSpPr>
            <a:spLocks noChangeArrowheads="1"/>
          </p:cNvSpPr>
          <p:nvPr/>
        </p:nvSpPr>
        <p:spPr bwMode="auto">
          <a:xfrm>
            <a:off x="236538" y="2203450"/>
            <a:ext cx="868362" cy="492125"/>
          </a:xfrm>
          <a:prstGeom prst="rect">
            <a:avLst/>
          </a:prstGeom>
          <a:noFill/>
          <a:ln w="28575" algn="ctr">
            <a:noFill/>
            <a:miter lim="800000"/>
            <a:headEnd/>
            <a:tailEnd/>
          </a:ln>
          <a:effectLst/>
        </p:spPr>
        <p:txBody>
          <a:bodyPr wrap="none">
            <a:spAutoFit/>
          </a:bodyPr>
          <a:lstStyle/>
          <a:p>
            <a:pPr eaLnBrk="1" hangingPunct="1">
              <a:lnSpc>
                <a:spcPct val="120000"/>
              </a:lnSpc>
              <a:buClr>
                <a:schemeClr val="tx2"/>
              </a:buClr>
              <a:buFont typeface="Monotype Sorts" pitchFamily="2" charset="2"/>
              <a:buChar char="&amp;"/>
              <a:defRPr/>
            </a:pPr>
            <a:r>
              <a:rPr lang="zh-CN" altLang="en-US">
                <a:solidFill>
                  <a:srgbClr val="FFFF00"/>
                </a:solidFill>
                <a:effectLst>
                  <a:outerShdw blurRad="38100" dist="38100" dir="2700000" algn="tl">
                    <a:srgbClr val="000000"/>
                  </a:outerShdw>
                </a:effectLst>
                <a:latin typeface="Arial" charset="0"/>
                <a:ea typeface="宋体" pitchFamily="2" charset="-122"/>
              </a:rPr>
              <a:t>解</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76927"/>
                                        </p:tgtEl>
                                        <p:attrNameLst>
                                          <p:attrName>style.visibility</p:attrName>
                                        </p:attrNameLst>
                                      </p:cBhvr>
                                      <p:to>
                                        <p:strVal val="visible"/>
                                      </p:to>
                                    </p:set>
                                    <p:animEffect transition="in" filter="wipe(left)">
                                      <p:cBhvr>
                                        <p:cTn id="7" dur="500"/>
                                        <p:tgtEl>
                                          <p:spTgt spid="97692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76898"/>
                                        </p:tgtEl>
                                        <p:attrNameLst>
                                          <p:attrName>style.visibility</p:attrName>
                                        </p:attrNameLst>
                                      </p:cBhvr>
                                      <p:to>
                                        <p:strVal val="visible"/>
                                      </p:to>
                                    </p:set>
                                    <p:animEffect transition="in" filter="wipe(left)">
                                      <p:cBhvr>
                                        <p:cTn id="11" dur="500"/>
                                        <p:tgtEl>
                                          <p:spTgt spid="976898"/>
                                        </p:tgtEl>
                                      </p:cBhvr>
                                    </p:animEffect>
                                  </p:childTnLst>
                                </p:cTn>
                              </p:par>
                            </p:childTnLst>
                          </p:cTn>
                        </p:par>
                        <p:par>
                          <p:cTn id="12" fill="hold" nodeType="afterGroup">
                            <p:stCondLst>
                              <p:cond delay="1000"/>
                            </p:stCondLst>
                            <p:childTnLst>
                              <p:par>
                                <p:cTn id="13" presetID="47"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par>
                          <p:cTn id="18" fill="hold" nodeType="afterGroup">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976926"/>
                                        </p:tgtEl>
                                        <p:attrNameLst>
                                          <p:attrName>style.visibility</p:attrName>
                                        </p:attrNameLst>
                                      </p:cBhvr>
                                      <p:to>
                                        <p:strVal val="visible"/>
                                      </p:to>
                                    </p:set>
                                    <p:animEffect transition="in" filter="wipe(left)">
                                      <p:cBhvr>
                                        <p:cTn id="21" dur="500"/>
                                        <p:tgtEl>
                                          <p:spTgt spid="976926"/>
                                        </p:tgtEl>
                                      </p:cBhvr>
                                    </p:animEffect>
                                  </p:childTnLst>
                                </p:cTn>
                              </p:par>
                            </p:childTnLst>
                          </p:cTn>
                        </p:par>
                        <p:par>
                          <p:cTn id="22" fill="hold" nodeType="afterGroup">
                            <p:stCondLst>
                              <p:cond delay="2500"/>
                            </p:stCondLst>
                            <p:childTnLst>
                              <p:par>
                                <p:cTn id="23" presetID="22" presetClass="entr" presetSubtype="8" fill="hold" grpId="0" nodeType="afterEffect">
                                  <p:stCondLst>
                                    <p:cond delay="0"/>
                                  </p:stCondLst>
                                  <p:childTnLst>
                                    <p:set>
                                      <p:cBhvr>
                                        <p:cTn id="24" dur="1" fill="hold">
                                          <p:stCondLst>
                                            <p:cond delay="0"/>
                                          </p:stCondLst>
                                        </p:cTn>
                                        <p:tgtEl>
                                          <p:spTgt spid="976925"/>
                                        </p:tgtEl>
                                        <p:attrNameLst>
                                          <p:attrName>style.visibility</p:attrName>
                                        </p:attrNameLst>
                                      </p:cBhvr>
                                      <p:to>
                                        <p:strVal val="visible"/>
                                      </p:to>
                                    </p:set>
                                    <p:animEffect transition="in" filter="wipe(left)">
                                      <p:cBhvr>
                                        <p:cTn id="25" dur="500"/>
                                        <p:tgtEl>
                                          <p:spTgt spid="97692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76928"/>
                                        </p:tgtEl>
                                        <p:attrNameLst>
                                          <p:attrName>style.visibility</p:attrName>
                                        </p:attrNameLst>
                                      </p:cBhvr>
                                      <p:to>
                                        <p:strVal val="visible"/>
                                      </p:to>
                                    </p:set>
                                    <p:animEffect transition="in" filter="wipe(left)">
                                      <p:cBhvr>
                                        <p:cTn id="30" dur="500"/>
                                        <p:tgtEl>
                                          <p:spTgt spid="976928"/>
                                        </p:tgtEl>
                                      </p:cBhvr>
                                    </p:animEffect>
                                  </p:childTnLst>
                                </p:cTn>
                              </p:par>
                            </p:childTnLst>
                          </p:cTn>
                        </p:par>
                        <p:par>
                          <p:cTn id="31" fill="hold" nodeType="after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976899"/>
                                        </p:tgtEl>
                                        <p:attrNameLst>
                                          <p:attrName>style.visibility</p:attrName>
                                        </p:attrNameLst>
                                      </p:cBhvr>
                                      <p:to>
                                        <p:strVal val="visible"/>
                                      </p:to>
                                    </p:set>
                                    <p:animEffect transition="in" filter="wipe(left)">
                                      <p:cBhvr>
                                        <p:cTn id="34" dur="500"/>
                                        <p:tgtEl>
                                          <p:spTgt spid="97689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976900"/>
                                        </p:tgtEl>
                                        <p:attrNameLst>
                                          <p:attrName>style.visibility</p:attrName>
                                        </p:attrNameLst>
                                      </p:cBhvr>
                                      <p:to>
                                        <p:strVal val="visible"/>
                                      </p:to>
                                    </p:set>
                                    <p:animEffect transition="in" filter="wipe(left)">
                                      <p:cBhvr>
                                        <p:cTn id="39" dur="500"/>
                                        <p:tgtEl>
                                          <p:spTgt spid="97690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976901"/>
                                        </p:tgtEl>
                                        <p:attrNameLst>
                                          <p:attrName>style.visibility</p:attrName>
                                        </p:attrNameLst>
                                      </p:cBhvr>
                                      <p:to>
                                        <p:strVal val="visible"/>
                                      </p:to>
                                    </p:set>
                                    <p:animEffect transition="in" filter="wipe(left)">
                                      <p:cBhvr>
                                        <p:cTn id="44" dur="500"/>
                                        <p:tgtEl>
                                          <p:spTgt spid="97690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976902"/>
                                        </p:tgtEl>
                                        <p:attrNameLst>
                                          <p:attrName>style.visibility</p:attrName>
                                        </p:attrNameLst>
                                      </p:cBhvr>
                                      <p:to>
                                        <p:strVal val="visible"/>
                                      </p:to>
                                    </p:set>
                                    <p:animEffect transition="in" filter="wipe(left)">
                                      <p:cBhvr>
                                        <p:cTn id="49" dur="500"/>
                                        <p:tgtEl>
                                          <p:spTgt spid="97690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76903"/>
                                        </p:tgtEl>
                                        <p:attrNameLst>
                                          <p:attrName>style.visibility</p:attrName>
                                        </p:attrNameLst>
                                      </p:cBhvr>
                                      <p:to>
                                        <p:strVal val="visible"/>
                                      </p:to>
                                    </p:set>
                                    <p:animEffect transition="in" filter="wipe(left)">
                                      <p:cBhvr>
                                        <p:cTn id="54" dur="500"/>
                                        <p:tgtEl>
                                          <p:spTgt spid="97690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76904"/>
                                        </p:tgtEl>
                                        <p:attrNameLst>
                                          <p:attrName>style.visibility</p:attrName>
                                        </p:attrNameLst>
                                      </p:cBhvr>
                                      <p:to>
                                        <p:strVal val="visible"/>
                                      </p:to>
                                    </p:set>
                                    <p:animEffect transition="in" filter="wipe(left)">
                                      <p:cBhvr>
                                        <p:cTn id="59" dur="500"/>
                                        <p:tgtEl>
                                          <p:spTgt spid="97690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76905"/>
                                        </p:tgtEl>
                                        <p:attrNameLst>
                                          <p:attrName>style.visibility</p:attrName>
                                        </p:attrNameLst>
                                      </p:cBhvr>
                                      <p:to>
                                        <p:strVal val="visible"/>
                                      </p:to>
                                    </p:set>
                                    <p:animEffect transition="in" filter="wipe(left)">
                                      <p:cBhvr>
                                        <p:cTn id="64" dur="500"/>
                                        <p:tgtEl>
                                          <p:spTgt spid="97690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976906"/>
                                        </p:tgtEl>
                                        <p:attrNameLst>
                                          <p:attrName>style.visibility</p:attrName>
                                        </p:attrNameLst>
                                      </p:cBhvr>
                                      <p:to>
                                        <p:strVal val="visible"/>
                                      </p:to>
                                    </p:set>
                                    <p:animEffect transition="in" filter="wipe(left)">
                                      <p:cBhvr>
                                        <p:cTn id="69" dur="500"/>
                                        <p:tgtEl>
                                          <p:spTgt spid="97690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976907"/>
                                        </p:tgtEl>
                                        <p:attrNameLst>
                                          <p:attrName>style.visibility</p:attrName>
                                        </p:attrNameLst>
                                      </p:cBhvr>
                                      <p:to>
                                        <p:strVal val="visible"/>
                                      </p:to>
                                    </p:set>
                                    <p:animEffect transition="in" filter="wipe(left)">
                                      <p:cBhvr>
                                        <p:cTn id="74" dur="500"/>
                                        <p:tgtEl>
                                          <p:spTgt spid="976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6898" grpId="0"/>
      <p:bldP spid="976899" grpId="0"/>
      <p:bldP spid="976903" grpId="0"/>
      <p:bldP spid="976904" grpId="0"/>
      <p:bldP spid="976925" grpId="0"/>
      <p:bldP spid="976926" grpId="0"/>
      <p:bldP spid="976927" grpId="0"/>
      <p:bldP spid="9769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a:extLst>
              <a:ext uri="{FF2B5EF4-FFF2-40B4-BE49-F238E27FC236}">
                <a16:creationId xmlns:a16="http://schemas.microsoft.com/office/drawing/2014/main" id="{2AA7522F-A8D9-4C7B-B0CD-EBA8F76C6667}"/>
              </a:ext>
            </a:extLst>
          </p:cNvPr>
          <p:cNvSpPr>
            <a:spLocks noChangeArrowheads="1"/>
          </p:cNvSpPr>
          <p:nvPr/>
        </p:nvSpPr>
        <p:spPr bwMode="auto">
          <a:xfrm>
            <a:off x="755650" y="276225"/>
            <a:ext cx="8066088"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tabLst>
                <a:tab pos="1733550" algn="l"/>
              </a:tabLs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tabLst>
                <a:tab pos="1733550" algn="l"/>
              </a:tabLs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tabLst>
                <a:tab pos="1733550" algn="l"/>
              </a:tabLs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tabLst>
                <a:tab pos="1733550" algn="l"/>
              </a:tabLst>
              <a:defRPr sz="2400" b="1">
                <a:solidFill>
                  <a:schemeClr val="bg1"/>
                </a:solidFill>
                <a:latin typeface="仿宋_GB2312" pitchFamily="49" charset="-122"/>
                <a:ea typeface="仿宋_GB2312" pitchFamily="49" charset="-122"/>
              </a:defRPr>
            </a:lvl9pPr>
          </a:lstStyle>
          <a:p>
            <a:pPr eaLnBrk="1" hangingPunct="1">
              <a:lnSpc>
                <a:spcPct val="110000"/>
              </a:lnSpc>
              <a:buClr>
                <a:schemeClr val="tx2"/>
              </a:buClr>
              <a:buFont typeface="Monotype Sorts" pitchFamily="2" charset="2"/>
              <a:buChar char="&amp;"/>
            </a:pPr>
            <a:r>
              <a:rPr lang="en-US" altLang="zh-CN"/>
              <a:t> </a:t>
            </a:r>
            <a:r>
              <a:rPr lang="zh-CN" altLang="en-US"/>
              <a:t>一宇宙飞船以速度</a:t>
            </a:r>
            <a:r>
              <a:rPr lang="zh-CN" altLang="en-US">
                <a:solidFill>
                  <a:srgbClr val="66FFFF"/>
                </a:solidFill>
              </a:rPr>
              <a:t> </a:t>
            </a:r>
            <a:r>
              <a:rPr lang="en-US" altLang="zh-CN" i="1">
                <a:solidFill>
                  <a:srgbClr val="66FFFF"/>
                </a:solidFill>
              </a:rPr>
              <a:t>u</a:t>
            </a:r>
            <a:r>
              <a:rPr lang="en-US" altLang="zh-CN" i="1">
                <a:solidFill>
                  <a:srgbClr val="FFFF00"/>
                </a:solidFill>
              </a:rPr>
              <a:t> </a:t>
            </a:r>
            <a:r>
              <a:rPr lang="zh-CN" altLang="en-US"/>
              <a:t>远离地球沿 </a:t>
            </a:r>
            <a:r>
              <a:rPr lang="en-US" altLang="zh-CN" i="1">
                <a:solidFill>
                  <a:srgbClr val="66FFFF"/>
                </a:solidFill>
              </a:rPr>
              <a:t>x</a:t>
            </a:r>
            <a:r>
              <a:rPr lang="en-US" altLang="zh-CN" i="1">
                <a:solidFill>
                  <a:srgbClr val="FFFF00"/>
                </a:solidFill>
              </a:rPr>
              <a:t> </a:t>
            </a:r>
            <a:r>
              <a:rPr lang="zh-CN" altLang="en-US"/>
              <a:t>轴方向飞行，发现飞船前方有一棒形不明飞行物，平行于 </a:t>
            </a:r>
            <a:r>
              <a:rPr lang="en-US" altLang="zh-CN" i="1">
                <a:solidFill>
                  <a:srgbClr val="66FFFF"/>
                </a:solidFill>
              </a:rPr>
              <a:t>x </a:t>
            </a:r>
            <a:r>
              <a:rPr lang="zh-CN" altLang="en-US"/>
              <a:t>轴。飞船上测得此物长为</a:t>
            </a:r>
            <a:r>
              <a:rPr lang="en-US" altLang="zh-CN" i="1">
                <a:solidFill>
                  <a:srgbClr val="66FFFF"/>
                </a:solidFill>
              </a:rPr>
              <a:t>l</a:t>
            </a:r>
            <a:r>
              <a:rPr lang="en-US" altLang="zh-CN" sz="1200" i="1">
                <a:solidFill>
                  <a:srgbClr val="66FFFF"/>
                </a:solidFill>
              </a:rPr>
              <a:t> </a:t>
            </a:r>
            <a:r>
              <a:rPr lang="en-US" altLang="zh-CN" i="1">
                <a:solidFill>
                  <a:srgbClr val="66FFFF"/>
                </a:solidFill>
              </a:rPr>
              <a:t>'</a:t>
            </a:r>
            <a:r>
              <a:rPr lang="en-US" altLang="zh-CN" i="1">
                <a:solidFill>
                  <a:srgbClr val="FFFF00"/>
                </a:solidFill>
              </a:rPr>
              <a:t> </a:t>
            </a:r>
            <a:r>
              <a:rPr lang="zh-CN" altLang="en-US"/>
              <a:t>，速度大小为</a:t>
            </a:r>
            <a:r>
              <a:rPr lang="zh-CN" altLang="en-US">
                <a:ea typeface="宋体" panose="02010600030101010101" pitchFamily="2" charset="-122"/>
              </a:rPr>
              <a:t> </a:t>
            </a:r>
            <a:r>
              <a:rPr lang="en-US" altLang="zh-CN" sz="2800" i="1">
                <a:solidFill>
                  <a:srgbClr val="66FFFF"/>
                </a:solidFill>
                <a:latin typeface="Bookman Old Style" panose="02050604050505020204" pitchFamily="18" charset="0"/>
                <a:ea typeface="宋体" panose="02010600030101010101" pitchFamily="2" charset="-122"/>
              </a:rPr>
              <a:t>v</a:t>
            </a:r>
            <a:r>
              <a:rPr lang="en-US" altLang="zh-CN" sz="1200" i="1">
                <a:solidFill>
                  <a:srgbClr val="66FFFF"/>
                </a:solidFill>
                <a:latin typeface="Bookman Old Style" panose="02050604050505020204" pitchFamily="18" charset="0"/>
                <a:ea typeface="宋体" panose="02010600030101010101" pitchFamily="2" charset="-122"/>
              </a:rPr>
              <a:t> </a:t>
            </a:r>
            <a:r>
              <a:rPr lang="en-US" altLang="zh-CN" i="1">
                <a:solidFill>
                  <a:srgbClr val="66FFFF"/>
                </a:solidFill>
                <a:ea typeface="宋体" panose="02010600030101010101" pitchFamily="2" charset="-122"/>
              </a:rPr>
              <a:t>'</a:t>
            </a:r>
            <a:r>
              <a:rPr lang="en-US" altLang="zh-CN" b="0">
                <a:solidFill>
                  <a:schemeClr val="tx1"/>
                </a:solidFill>
                <a:ea typeface="宋体" panose="02010600030101010101" pitchFamily="2" charset="-122"/>
              </a:rPr>
              <a:t> </a:t>
            </a:r>
            <a:r>
              <a:rPr lang="zh-CN" altLang="en-US"/>
              <a:t>，方向沿 </a:t>
            </a:r>
            <a:r>
              <a:rPr lang="en-US" altLang="zh-CN" i="1">
                <a:solidFill>
                  <a:srgbClr val="66FFFF"/>
                </a:solidFill>
              </a:rPr>
              <a:t>x</a:t>
            </a:r>
            <a:r>
              <a:rPr lang="en-US" altLang="zh-CN" i="1">
                <a:solidFill>
                  <a:srgbClr val="FFFF00"/>
                </a:solidFill>
              </a:rPr>
              <a:t> </a:t>
            </a:r>
            <a:r>
              <a:rPr lang="zh-CN" altLang="en-US"/>
              <a:t>轴正向。</a:t>
            </a:r>
          </a:p>
        </p:txBody>
      </p:sp>
      <p:sp>
        <p:nvSpPr>
          <p:cNvPr id="946179" name="Rectangle 3">
            <a:extLst>
              <a:ext uri="{FF2B5EF4-FFF2-40B4-BE49-F238E27FC236}">
                <a16:creationId xmlns:a16="http://schemas.microsoft.com/office/drawing/2014/main" id="{8E802BBF-0988-48F3-89B0-330BD9B41F16}"/>
              </a:ext>
            </a:extLst>
          </p:cNvPr>
          <p:cNvSpPr>
            <a:spLocks noChangeArrowheads="1"/>
          </p:cNvSpPr>
          <p:nvPr/>
        </p:nvSpPr>
        <p:spPr bwMode="auto">
          <a:xfrm>
            <a:off x="757238" y="2246313"/>
            <a:ext cx="8207375"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0000"/>
              </a:lnSpc>
              <a:buClr>
                <a:schemeClr val="tx2"/>
              </a:buClr>
              <a:buFont typeface="Monotype Sorts" pitchFamily="2" charset="2"/>
              <a:buChar char="&amp;"/>
            </a:pPr>
            <a:r>
              <a:rPr lang="zh-CN" altLang="en-US"/>
              <a:t>令地球参照系为</a:t>
            </a:r>
            <a:r>
              <a:rPr lang="zh-CN" altLang="en-US">
                <a:solidFill>
                  <a:srgbClr val="66FFFF"/>
                </a:solidFill>
              </a:rPr>
              <a:t> </a:t>
            </a:r>
            <a:r>
              <a:rPr lang="en-US" altLang="zh-CN" i="1">
                <a:solidFill>
                  <a:srgbClr val="66FFFF"/>
                </a:solidFill>
              </a:rPr>
              <a:t>S</a:t>
            </a:r>
            <a:r>
              <a:rPr lang="en-US" altLang="zh-CN" i="1">
                <a:solidFill>
                  <a:srgbClr val="FFFF00"/>
                </a:solidFill>
              </a:rPr>
              <a:t> </a:t>
            </a:r>
            <a:r>
              <a:rPr lang="zh-CN" altLang="en-US"/>
              <a:t>系，飞船为 </a:t>
            </a:r>
            <a:r>
              <a:rPr lang="en-US" altLang="zh-CN" i="1">
                <a:solidFill>
                  <a:srgbClr val="66FFFF"/>
                </a:solidFill>
              </a:rPr>
              <a:t>S</a:t>
            </a:r>
            <a:r>
              <a:rPr lang="en-US" altLang="zh-CN" sz="1000" i="1">
                <a:solidFill>
                  <a:srgbClr val="66FFFF"/>
                </a:solidFill>
              </a:rPr>
              <a:t> </a:t>
            </a:r>
            <a:r>
              <a:rPr lang="en-US" altLang="zh-CN" i="1">
                <a:solidFill>
                  <a:srgbClr val="66FFFF"/>
                </a:solidFill>
              </a:rPr>
              <a:t>'</a:t>
            </a:r>
            <a:r>
              <a:rPr lang="en-US" altLang="zh-CN" i="1">
                <a:solidFill>
                  <a:srgbClr val="FFFF00"/>
                </a:solidFill>
              </a:rPr>
              <a:t> </a:t>
            </a:r>
            <a:r>
              <a:rPr lang="zh-CN" altLang="en-US"/>
              <a:t>系，不明飞行物为</a:t>
            </a:r>
            <a:r>
              <a:rPr lang="en-US" altLang="zh-CN" i="1">
                <a:solidFill>
                  <a:srgbClr val="66FFFF"/>
                </a:solidFill>
              </a:rPr>
              <a:t>S''</a:t>
            </a:r>
            <a:r>
              <a:rPr lang="en-US" altLang="zh-CN" i="1">
                <a:solidFill>
                  <a:srgbClr val="FFFF00"/>
                </a:solidFill>
              </a:rPr>
              <a:t> </a:t>
            </a:r>
            <a:r>
              <a:rPr lang="zh-CN" altLang="en-US"/>
              <a:t>系，在</a:t>
            </a:r>
            <a:r>
              <a:rPr lang="en-US" altLang="zh-CN" i="1">
                <a:solidFill>
                  <a:srgbClr val="66FFFF"/>
                </a:solidFill>
              </a:rPr>
              <a:t>S''</a:t>
            </a:r>
            <a:r>
              <a:rPr lang="en-US" altLang="zh-CN" i="1">
                <a:solidFill>
                  <a:srgbClr val="FFFF00"/>
                </a:solidFill>
              </a:rPr>
              <a:t> </a:t>
            </a:r>
            <a:r>
              <a:rPr lang="zh-CN" altLang="en-US"/>
              <a:t>系中测得的不明飞行物的长度为原长 </a:t>
            </a:r>
            <a:r>
              <a:rPr lang="en-US" altLang="zh-CN" i="1">
                <a:solidFill>
                  <a:srgbClr val="66FFFF"/>
                </a:solidFill>
              </a:rPr>
              <a:t>l</a:t>
            </a:r>
            <a:r>
              <a:rPr lang="en-US" altLang="zh-CN" sz="1400" i="1">
                <a:solidFill>
                  <a:srgbClr val="66FFFF"/>
                </a:solidFill>
              </a:rPr>
              <a:t> </a:t>
            </a:r>
            <a:r>
              <a:rPr lang="en-US" altLang="zh-CN" baseline="-25000">
                <a:solidFill>
                  <a:srgbClr val="66FFFF"/>
                </a:solidFill>
              </a:rPr>
              <a:t>0</a:t>
            </a:r>
            <a:r>
              <a:rPr lang="en-US" altLang="zh-CN" baseline="-25000">
                <a:solidFill>
                  <a:srgbClr val="FFFF00"/>
                </a:solidFill>
              </a:rPr>
              <a:t> </a:t>
            </a:r>
            <a:r>
              <a:rPr lang="zh-CN" altLang="en-US"/>
              <a:t>，则由长度收缩公式有  </a:t>
            </a:r>
          </a:p>
        </p:txBody>
      </p:sp>
      <p:graphicFrame>
        <p:nvGraphicFramePr>
          <p:cNvPr id="946180" name="Object 4">
            <a:extLst>
              <a:ext uri="{FF2B5EF4-FFF2-40B4-BE49-F238E27FC236}">
                <a16:creationId xmlns:a16="http://schemas.microsoft.com/office/drawing/2014/main" id="{E37488CA-F9DE-4FFE-86FA-EA955B5D91A2}"/>
              </a:ext>
            </a:extLst>
          </p:cNvPr>
          <p:cNvGraphicFramePr>
            <a:graphicFrameLocks/>
          </p:cNvGraphicFramePr>
          <p:nvPr/>
        </p:nvGraphicFramePr>
        <p:xfrm>
          <a:off x="2227263" y="3471863"/>
          <a:ext cx="1985962" cy="901700"/>
        </p:xfrm>
        <a:graphic>
          <a:graphicData uri="http://schemas.openxmlformats.org/presentationml/2006/ole">
            <mc:AlternateContent xmlns:mc="http://schemas.openxmlformats.org/markup-compatibility/2006">
              <mc:Choice xmlns:v="urn:schemas-microsoft-com:vml" Requires="v">
                <p:oleObj name="公式" r:id="rId2" imgW="1973611" imgH="876328" progId="Equation.3">
                  <p:embed/>
                </p:oleObj>
              </mc:Choice>
              <mc:Fallback>
                <p:oleObj name="公式" r:id="rId2" imgW="1973611" imgH="876328" progId="Equation.3">
                  <p:embed/>
                  <p:pic>
                    <p:nvPicPr>
                      <p:cNvPr id="946180" name="Object 4">
                        <a:extLst>
                          <a:ext uri="{FF2B5EF4-FFF2-40B4-BE49-F238E27FC236}">
                            <a16:creationId xmlns:a16="http://schemas.microsoft.com/office/drawing/2014/main" id="{E37488CA-F9DE-4FFE-86FA-EA955B5D91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263" y="3471863"/>
                        <a:ext cx="19859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6181" name="Object 5">
            <a:extLst>
              <a:ext uri="{FF2B5EF4-FFF2-40B4-BE49-F238E27FC236}">
                <a16:creationId xmlns:a16="http://schemas.microsoft.com/office/drawing/2014/main" id="{AB6B1282-9F2E-4F90-9116-A46F9BE1861B}"/>
              </a:ext>
            </a:extLst>
          </p:cNvPr>
          <p:cNvGraphicFramePr>
            <a:graphicFrameLocks/>
          </p:cNvGraphicFramePr>
          <p:nvPr/>
        </p:nvGraphicFramePr>
        <p:xfrm>
          <a:off x="5021263" y="3395663"/>
          <a:ext cx="2328862" cy="863600"/>
        </p:xfrm>
        <a:graphic>
          <a:graphicData uri="http://schemas.openxmlformats.org/presentationml/2006/ole">
            <mc:AlternateContent xmlns:mc="http://schemas.openxmlformats.org/markup-compatibility/2006">
              <mc:Choice xmlns:v="urn:schemas-microsoft-com:vml" Requires="v">
                <p:oleObj name="公式" r:id="rId4" imgW="2278162" imgH="838422" progId="Equation.3">
                  <p:embed/>
                </p:oleObj>
              </mc:Choice>
              <mc:Fallback>
                <p:oleObj name="公式" r:id="rId4" imgW="2278162" imgH="838422" progId="Equation.3">
                  <p:embed/>
                  <p:pic>
                    <p:nvPicPr>
                      <p:cNvPr id="946181" name="Object 5">
                        <a:extLst>
                          <a:ext uri="{FF2B5EF4-FFF2-40B4-BE49-F238E27FC236}">
                            <a16:creationId xmlns:a16="http://schemas.microsoft.com/office/drawing/2014/main" id="{AB6B1282-9F2E-4F90-9116-A46F9BE1861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1263" y="3395663"/>
                        <a:ext cx="23288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6182" name="Object 6">
            <a:extLst>
              <a:ext uri="{FF2B5EF4-FFF2-40B4-BE49-F238E27FC236}">
                <a16:creationId xmlns:a16="http://schemas.microsoft.com/office/drawing/2014/main" id="{92402216-8A1D-44CA-B56D-447ABBEC174B}"/>
              </a:ext>
            </a:extLst>
          </p:cNvPr>
          <p:cNvGraphicFramePr>
            <a:graphicFrameLocks/>
          </p:cNvGraphicFramePr>
          <p:nvPr/>
        </p:nvGraphicFramePr>
        <p:xfrm>
          <a:off x="1619250" y="4508500"/>
          <a:ext cx="2211388" cy="884238"/>
        </p:xfrm>
        <a:graphic>
          <a:graphicData uri="http://schemas.openxmlformats.org/presentationml/2006/ole">
            <mc:AlternateContent xmlns:mc="http://schemas.openxmlformats.org/markup-compatibility/2006">
              <mc:Choice xmlns:v="urn:schemas-microsoft-com:vml" Requires="v">
                <p:oleObj name="公式" r:id="rId6" imgW="2011929" imgH="792535" progId="Equation.3">
                  <p:embed/>
                </p:oleObj>
              </mc:Choice>
              <mc:Fallback>
                <p:oleObj name="公式" r:id="rId6" imgW="2011929" imgH="792535" progId="Equation.3">
                  <p:embed/>
                  <p:pic>
                    <p:nvPicPr>
                      <p:cNvPr id="946182" name="Object 6">
                        <a:extLst>
                          <a:ext uri="{FF2B5EF4-FFF2-40B4-BE49-F238E27FC236}">
                            <a16:creationId xmlns:a16="http://schemas.microsoft.com/office/drawing/2014/main" id="{92402216-8A1D-44CA-B56D-447ABBEC174B}"/>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4508500"/>
                        <a:ext cx="2211388"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6183" name="Object 7">
            <a:extLst>
              <a:ext uri="{FF2B5EF4-FFF2-40B4-BE49-F238E27FC236}">
                <a16:creationId xmlns:a16="http://schemas.microsoft.com/office/drawing/2014/main" id="{3CB53F9A-386C-4BC7-9892-64C34242DC32}"/>
              </a:ext>
            </a:extLst>
          </p:cNvPr>
          <p:cNvGraphicFramePr>
            <a:graphicFrameLocks/>
          </p:cNvGraphicFramePr>
          <p:nvPr/>
        </p:nvGraphicFramePr>
        <p:xfrm>
          <a:off x="1704975" y="5600700"/>
          <a:ext cx="4448175" cy="925513"/>
        </p:xfrm>
        <a:graphic>
          <a:graphicData uri="http://schemas.openxmlformats.org/presentationml/2006/ole">
            <mc:AlternateContent xmlns:mc="http://schemas.openxmlformats.org/markup-compatibility/2006">
              <mc:Choice xmlns:v="urn:schemas-microsoft-com:vml" Requires="v">
                <p:oleObj name="公式" r:id="rId8" imgW="4358764" imgH="906752" progId="Equation.3">
                  <p:embed/>
                </p:oleObj>
              </mc:Choice>
              <mc:Fallback>
                <p:oleObj name="公式" r:id="rId8" imgW="4358764" imgH="906752" progId="Equation.3">
                  <p:embed/>
                  <p:pic>
                    <p:nvPicPr>
                      <p:cNvPr id="946183" name="Object 7">
                        <a:extLst>
                          <a:ext uri="{FF2B5EF4-FFF2-40B4-BE49-F238E27FC236}">
                            <a16:creationId xmlns:a16="http://schemas.microsoft.com/office/drawing/2014/main" id="{3CB53F9A-386C-4BC7-9892-64C34242DC32}"/>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4975" y="5600700"/>
                        <a:ext cx="444817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6184" name="Object 8">
            <a:extLst>
              <a:ext uri="{FF2B5EF4-FFF2-40B4-BE49-F238E27FC236}">
                <a16:creationId xmlns:a16="http://schemas.microsoft.com/office/drawing/2014/main" id="{891E2EF3-F981-4361-B3B3-AC155C7229B2}"/>
              </a:ext>
            </a:extLst>
          </p:cNvPr>
          <p:cNvGraphicFramePr>
            <a:graphicFrameLocks/>
          </p:cNvGraphicFramePr>
          <p:nvPr/>
        </p:nvGraphicFramePr>
        <p:xfrm>
          <a:off x="5365750" y="4484688"/>
          <a:ext cx="2698750" cy="1017587"/>
        </p:xfrm>
        <a:graphic>
          <a:graphicData uri="http://schemas.openxmlformats.org/presentationml/2006/ole">
            <mc:AlternateContent xmlns:mc="http://schemas.openxmlformats.org/markup-compatibility/2006">
              <mc:Choice xmlns:v="urn:schemas-microsoft-com:vml" Requires="v">
                <p:oleObj name="公式" r:id="rId10" imgW="2224916" imgH="891789" progId="Equation.3">
                  <p:embed/>
                </p:oleObj>
              </mc:Choice>
              <mc:Fallback>
                <p:oleObj name="公式" r:id="rId10" imgW="2224916" imgH="891789" progId="Equation.3">
                  <p:embed/>
                  <p:pic>
                    <p:nvPicPr>
                      <p:cNvPr id="946184" name="Object 8">
                        <a:extLst>
                          <a:ext uri="{FF2B5EF4-FFF2-40B4-BE49-F238E27FC236}">
                            <a16:creationId xmlns:a16="http://schemas.microsoft.com/office/drawing/2014/main" id="{891E2EF3-F981-4361-B3B3-AC155C7229B2}"/>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5750" y="4484688"/>
                        <a:ext cx="2698750" cy="1017587"/>
                      </a:xfrm>
                      <a:prstGeom prst="rect">
                        <a:avLst/>
                      </a:prstGeom>
                      <a:noFill/>
                      <a:ln>
                        <a:noFill/>
                      </a:ln>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19050">
                            <a:solidFill>
                              <a:srgbClr val="FF0000"/>
                            </a:solidFill>
                            <a:miter lim="800000"/>
                            <a:headEnd/>
                            <a:tailEnd/>
                          </a14:hiddenLine>
                        </a:ext>
                      </a:extLst>
                    </p:spPr>
                  </p:pic>
                </p:oleObj>
              </mc:Fallback>
            </mc:AlternateContent>
          </a:graphicData>
        </a:graphic>
      </p:graphicFrame>
      <p:sp>
        <p:nvSpPr>
          <p:cNvPr id="946185" name="Text Box 9">
            <a:extLst>
              <a:ext uri="{FF2B5EF4-FFF2-40B4-BE49-F238E27FC236}">
                <a16:creationId xmlns:a16="http://schemas.microsoft.com/office/drawing/2014/main" id="{E0F19239-DE05-4D87-B488-34D9EA5BC8D1}"/>
              </a:ext>
            </a:extLst>
          </p:cNvPr>
          <p:cNvSpPr txBox="1">
            <a:spLocks noChangeArrowheads="1"/>
          </p:cNvSpPr>
          <p:nvPr/>
        </p:nvSpPr>
        <p:spPr bwMode="auto">
          <a:xfrm>
            <a:off x="755650" y="1676400"/>
            <a:ext cx="54959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lnSpc>
                <a:spcPct val="110000"/>
              </a:lnSpc>
              <a:buClr>
                <a:schemeClr val="tx2"/>
              </a:buClr>
              <a:buFont typeface="Monotype Sorts" pitchFamily="2" charset="2"/>
              <a:buChar char="&amp;"/>
            </a:pPr>
            <a:r>
              <a:rPr lang="zh-CN" altLang="en-US"/>
              <a:t>地面参考系上观测者测得此物长度。</a:t>
            </a:r>
          </a:p>
        </p:txBody>
      </p:sp>
      <p:sp>
        <p:nvSpPr>
          <p:cNvPr id="946186" name="Line 10">
            <a:extLst>
              <a:ext uri="{FF2B5EF4-FFF2-40B4-BE49-F238E27FC236}">
                <a16:creationId xmlns:a16="http://schemas.microsoft.com/office/drawing/2014/main" id="{3B697E6D-EAEB-4041-BB46-EC0ACB46635A}"/>
              </a:ext>
            </a:extLst>
          </p:cNvPr>
          <p:cNvSpPr>
            <a:spLocks noChangeShapeType="1"/>
          </p:cNvSpPr>
          <p:nvPr/>
        </p:nvSpPr>
        <p:spPr bwMode="auto">
          <a:xfrm rot="10800000" flipV="1">
            <a:off x="3965575" y="4941888"/>
            <a:ext cx="1254125"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46187" name="Rectangle 11">
            <a:extLst>
              <a:ext uri="{FF2B5EF4-FFF2-40B4-BE49-F238E27FC236}">
                <a16:creationId xmlns:a16="http://schemas.microsoft.com/office/drawing/2014/main" id="{B2D6C50D-2F1C-4AB8-A689-E57BF54893F7}"/>
              </a:ext>
            </a:extLst>
          </p:cNvPr>
          <p:cNvSpPr>
            <a:spLocks noChangeArrowheads="1"/>
          </p:cNvSpPr>
          <p:nvPr/>
        </p:nvSpPr>
        <p:spPr bwMode="auto">
          <a:xfrm>
            <a:off x="293688" y="3159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lnSpc>
                <a:spcPct val="120000"/>
              </a:lnSpc>
              <a:buClr>
                <a:schemeClr val="tx2"/>
              </a:buClr>
              <a:buFont typeface="Monotype Sorts" pitchFamily="2" charset="2"/>
              <a:buChar char="&amp;"/>
            </a:pPr>
            <a:r>
              <a:rPr lang="zh-CN" altLang="en-US">
                <a:solidFill>
                  <a:srgbClr val="FFFF66"/>
                </a:solidFill>
                <a:latin typeface="宋体" panose="02010600030101010101" pitchFamily="2" charset="-122"/>
                <a:ea typeface="宋体" panose="02010600030101010101" pitchFamily="2" charset="-122"/>
              </a:rPr>
              <a:t>例</a:t>
            </a:r>
          </a:p>
        </p:txBody>
      </p:sp>
      <p:sp>
        <p:nvSpPr>
          <p:cNvPr id="946188" name="Rectangle 12">
            <a:extLst>
              <a:ext uri="{FF2B5EF4-FFF2-40B4-BE49-F238E27FC236}">
                <a16:creationId xmlns:a16="http://schemas.microsoft.com/office/drawing/2014/main" id="{9AF48EA1-90F7-4D0A-927E-0621574D9A39}"/>
              </a:ext>
            </a:extLst>
          </p:cNvPr>
          <p:cNvSpPr>
            <a:spLocks noChangeArrowheads="1"/>
          </p:cNvSpPr>
          <p:nvPr/>
        </p:nvSpPr>
        <p:spPr bwMode="auto">
          <a:xfrm>
            <a:off x="276225" y="22510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lnSpc>
                <a:spcPct val="120000"/>
              </a:lnSpc>
              <a:buClr>
                <a:schemeClr val="tx2"/>
              </a:buClr>
              <a:buFont typeface="Monotype Sorts" pitchFamily="2" charset="2"/>
              <a:buChar char="&amp;"/>
            </a:pPr>
            <a:r>
              <a:rPr lang="zh-CN" altLang="en-US">
                <a:solidFill>
                  <a:srgbClr val="FFFF66"/>
                </a:solidFill>
                <a:latin typeface="宋体" panose="02010600030101010101" pitchFamily="2" charset="-122"/>
                <a:ea typeface="宋体" panose="02010600030101010101" pitchFamily="2" charset="-122"/>
              </a:rPr>
              <a:t>解</a:t>
            </a:r>
          </a:p>
        </p:txBody>
      </p:sp>
      <p:sp>
        <p:nvSpPr>
          <p:cNvPr id="946189" name="Rectangle 13">
            <a:extLst>
              <a:ext uri="{FF2B5EF4-FFF2-40B4-BE49-F238E27FC236}">
                <a16:creationId xmlns:a16="http://schemas.microsoft.com/office/drawing/2014/main" id="{FAA6FE34-D9D9-4FD3-8BCD-B5EA5C737E2A}"/>
              </a:ext>
            </a:extLst>
          </p:cNvPr>
          <p:cNvSpPr>
            <a:spLocks noChangeArrowheads="1"/>
          </p:cNvSpPr>
          <p:nvPr/>
        </p:nvSpPr>
        <p:spPr bwMode="auto">
          <a:xfrm>
            <a:off x="277813" y="17208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lnSpc>
                <a:spcPct val="120000"/>
              </a:lnSpc>
              <a:buClr>
                <a:schemeClr val="tx2"/>
              </a:buClr>
              <a:buFont typeface="Monotype Sorts" pitchFamily="2" charset="2"/>
              <a:buChar char="&amp;"/>
            </a:pPr>
            <a:r>
              <a:rPr lang="zh-CN" altLang="en-US">
                <a:solidFill>
                  <a:srgbClr val="FFFF66"/>
                </a:solidFill>
                <a:latin typeface="宋体" panose="02010600030101010101" pitchFamily="2" charset="-122"/>
                <a:ea typeface="宋体" panose="02010600030101010101" pitchFamily="2" charset="-122"/>
              </a:rPr>
              <a:t>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6187"/>
                                        </p:tgtEl>
                                        <p:attrNameLst>
                                          <p:attrName>style.visibility</p:attrName>
                                        </p:attrNameLst>
                                      </p:cBhvr>
                                      <p:to>
                                        <p:strVal val="visible"/>
                                      </p:to>
                                    </p:set>
                                    <p:animEffect transition="in" filter="wipe(left)">
                                      <p:cBhvr>
                                        <p:cTn id="7" dur="500"/>
                                        <p:tgtEl>
                                          <p:spTgt spid="946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7000"/>
                                  </p:iterate>
                                  <p:childTnLst>
                                    <p:set>
                                      <p:cBhvr>
                                        <p:cTn id="11" dur="1" fill="hold">
                                          <p:stCondLst>
                                            <p:cond delay="0"/>
                                          </p:stCondLst>
                                        </p:cTn>
                                        <p:tgtEl>
                                          <p:spTgt spid="946178"/>
                                        </p:tgtEl>
                                        <p:attrNameLst>
                                          <p:attrName>style.visibility</p:attrName>
                                        </p:attrNameLst>
                                      </p:cBhvr>
                                      <p:to>
                                        <p:strVal val="visible"/>
                                      </p:to>
                                    </p:set>
                                    <p:animEffect transition="in" filter="wipe(left)">
                                      <p:cBhvr>
                                        <p:cTn id="12" dur="500"/>
                                        <p:tgtEl>
                                          <p:spTgt spid="9461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6189"/>
                                        </p:tgtEl>
                                        <p:attrNameLst>
                                          <p:attrName>style.visibility</p:attrName>
                                        </p:attrNameLst>
                                      </p:cBhvr>
                                      <p:to>
                                        <p:strVal val="visible"/>
                                      </p:to>
                                    </p:set>
                                    <p:animEffect transition="in" filter="wipe(left)">
                                      <p:cBhvr>
                                        <p:cTn id="17" dur="500"/>
                                        <p:tgtEl>
                                          <p:spTgt spid="946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7000"/>
                                  </p:iterate>
                                  <p:childTnLst>
                                    <p:set>
                                      <p:cBhvr>
                                        <p:cTn id="21" dur="1" fill="hold">
                                          <p:stCondLst>
                                            <p:cond delay="0"/>
                                          </p:stCondLst>
                                        </p:cTn>
                                        <p:tgtEl>
                                          <p:spTgt spid="946185"/>
                                        </p:tgtEl>
                                        <p:attrNameLst>
                                          <p:attrName>style.visibility</p:attrName>
                                        </p:attrNameLst>
                                      </p:cBhvr>
                                      <p:to>
                                        <p:strVal val="visible"/>
                                      </p:to>
                                    </p:set>
                                    <p:animEffect transition="in" filter="wipe(left)">
                                      <p:cBhvr>
                                        <p:cTn id="22" dur="500"/>
                                        <p:tgtEl>
                                          <p:spTgt spid="9461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6188"/>
                                        </p:tgtEl>
                                        <p:attrNameLst>
                                          <p:attrName>style.visibility</p:attrName>
                                        </p:attrNameLst>
                                      </p:cBhvr>
                                      <p:to>
                                        <p:strVal val="visible"/>
                                      </p:to>
                                    </p:set>
                                    <p:animEffect transition="in" filter="wipe(left)">
                                      <p:cBhvr>
                                        <p:cTn id="27" dur="500"/>
                                        <p:tgtEl>
                                          <p:spTgt spid="9461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7000"/>
                                  </p:iterate>
                                  <p:childTnLst>
                                    <p:set>
                                      <p:cBhvr>
                                        <p:cTn id="31" dur="1" fill="hold">
                                          <p:stCondLst>
                                            <p:cond delay="0"/>
                                          </p:stCondLst>
                                        </p:cTn>
                                        <p:tgtEl>
                                          <p:spTgt spid="946179"/>
                                        </p:tgtEl>
                                        <p:attrNameLst>
                                          <p:attrName>style.visibility</p:attrName>
                                        </p:attrNameLst>
                                      </p:cBhvr>
                                      <p:to>
                                        <p:strVal val="visible"/>
                                      </p:to>
                                    </p:set>
                                    <p:animEffect transition="in" filter="wipe(left)">
                                      <p:cBhvr>
                                        <p:cTn id="32" dur="500"/>
                                        <p:tgtEl>
                                          <p:spTgt spid="9461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46180"/>
                                        </p:tgtEl>
                                        <p:attrNameLst>
                                          <p:attrName>style.visibility</p:attrName>
                                        </p:attrNameLst>
                                      </p:cBhvr>
                                      <p:to>
                                        <p:strVal val="visible"/>
                                      </p:to>
                                    </p:set>
                                    <p:animEffect transition="in" filter="wipe(left)">
                                      <p:cBhvr>
                                        <p:cTn id="37" dur="500"/>
                                        <p:tgtEl>
                                          <p:spTgt spid="94618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46181"/>
                                        </p:tgtEl>
                                        <p:attrNameLst>
                                          <p:attrName>style.visibility</p:attrName>
                                        </p:attrNameLst>
                                      </p:cBhvr>
                                      <p:to>
                                        <p:strVal val="visible"/>
                                      </p:to>
                                    </p:set>
                                    <p:animEffect transition="in" filter="wipe(left)">
                                      <p:cBhvr>
                                        <p:cTn id="42" dur="500"/>
                                        <p:tgtEl>
                                          <p:spTgt spid="94618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946184"/>
                                        </p:tgtEl>
                                        <p:attrNameLst>
                                          <p:attrName>style.visibility</p:attrName>
                                        </p:attrNameLst>
                                      </p:cBhvr>
                                      <p:to>
                                        <p:strVal val="visible"/>
                                      </p:to>
                                    </p:set>
                                    <p:animEffect transition="in" filter="wipe(right)">
                                      <p:cBhvr>
                                        <p:cTn id="47" dur="500"/>
                                        <p:tgtEl>
                                          <p:spTgt spid="94618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946186"/>
                                        </p:tgtEl>
                                        <p:attrNameLst>
                                          <p:attrName>style.visibility</p:attrName>
                                        </p:attrNameLst>
                                      </p:cBhvr>
                                      <p:to>
                                        <p:strVal val="visible"/>
                                      </p:to>
                                    </p:set>
                                    <p:animEffect transition="in" filter="wipe(right)">
                                      <p:cBhvr>
                                        <p:cTn id="52" dur="500"/>
                                        <p:tgtEl>
                                          <p:spTgt spid="9461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946182"/>
                                        </p:tgtEl>
                                        <p:attrNameLst>
                                          <p:attrName>style.visibility</p:attrName>
                                        </p:attrNameLst>
                                      </p:cBhvr>
                                      <p:to>
                                        <p:strVal val="visible"/>
                                      </p:to>
                                    </p:set>
                                    <p:animEffect transition="in" filter="wipe(right)">
                                      <p:cBhvr>
                                        <p:cTn id="57" dur="500"/>
                                        <p:tgtEl>
                                          <p:spTgt spid="9461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46183"/>
                                        </p:tgtEl>
                                        <p:attrNameLst>
                                          <p:attrName>style.visibility</p:attrName>
                                        </p:attrNameLst>
                                      </p:cBhvr>
                                      <p:to>
                                        <p:strVal val="visible"/>
                                      </p:to>
                                    </p:set>
                                    <p:animEffect transition="in" filter="wipe(left)">
                                      <p:cBhvr>
                                        <p:cTn id="62" dur="500"/>
                                        <p:tgtEl>
                                          <p:spTgt spid="946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8" grpId="0"/>
      <p:bldP spid="946179" grpId="0"/>
      <p:bldP spid="946185" grpId="0"/>
      <p:bldP spid="946187" grpId="0"/>
      <p:bldP spid="946188" grpId="0"/>
      <p:bldP spid="94618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a:extLst>
              <a:ext uri="{FF2B5EF4-FFF2-40B4-BE49-F238E27FC236}">
                <a16:creationId xmlns:a16="http://schemas.microsoft.com/office/drawing/2014/main" id="{A386F32C-E4A1-4ED0-A702-728EAF8EEE25}"/>
              </a:ext>
            </a:extLst>
          </p:cNvPr>
          <p:cNvSpPr>
            <a:spLocks noChangeArrowheads="1"/>
          </p:cNvSpPr>
          <p:nvPr/>
        </p:nvSpPr>
        <p:spPr bwMode="auto">
          <a:xfrm>
            <a:off x="-22225" y="381000"/>
            <a:ext cx="5222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chemeClr val="tx2"/>
              </a:buClr>
              <a:buFont typeface="Monotype Sorts" pitchFamily="2" charset="2"/>
              <a:buNone/>
            </a:pPr>
            <a:r>
              <a:rPr lang="zh-CN" altLang="en-US">
                <a:solidFill>
                  <a:srgbClr val="FFFF66"/>
                </a:solidFill>
                <a:latin typeface="宋体" panose="02010600030101010101" pitchFamily="2" charset="-122"/>
                <a:ea typeface="宋体" panose="02010600030101010101" pitchFamily="2" charset="-122"/>
              </a:rPr>
              <a:t>例</a:t>
            </a:r>
          </a:p>
        </p:txBody>
      </p:sp>
      <p:sp>
        <p:nvSpPr>
          <p:cNvPr id="947203" name="Rectangle 3">
            <a:extLst>
              <a:ext uri="{FF2B5EF4-FFF2-40B4-BE49-F238E27FC236}">
                <a16:creationId xmlns:a16="http://schemas.microsoft.com/office/drawing/2014/main" id="{14613448-0C66-4DD5-BF88-5D98CA3543CA}"/>
              </a:ext>
            </a:extLst>
          </p:cNvPr>
          <p:cNvSpPr>
            <a:spLocks noChangeArrowheads="1"/>
          </p:cNvSpPr>
          <p:nvPr/>
        </p:nvSpPr>
        <p:spPr bwMode="auto">
          <a:xfrm>
            <a:off x="-39688" y="2403475"/>
            <a:ext cx="5222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chemeClr val="tx2"/>
              </a:buClr>
              <a:buFont typeface="Monotype Sorts" pitchFamily="2" charset="2"/>
              <a:buNone/>
            </a:pPr>
            <a:r>
              <a:rPr lang="zh-CN" altLang="en-US">
                <a:solidFill>
                  <a:srgbClr val="FFFF66"/>
                </a:solidFill>
                <a:latin typeface="宋体" panose="02010600030101010101" pitchFamily="2" charset="-122"/>
                <a:ea typeface="宋体" panose="02010600030101010101" pitchFamily="2" charset="-122"/>
              </a:rPr>
              <a:t>解</a:t>
            </a:r>
          </a:p>
        </p:txBody>
      </p:sp>
      <p:sp>
        <p:nvSpPr>
          <p:cNvPr id="947204" name="Rectangle 4">
            <a:extLst>
              <a:ext uri="{FF2B5EF4-FFF2-40B4-BE49-F238E27FC236}">
                <a16:creationId xmlns:a16="http://schemas.microsoft.com/office/drawing/2014/main" id="{440D7742-21B2-4CC6-91AF-447ABC3EF050}"/>
              </a:ext>
            </a:extLst>
          </p:cNvPr>
          <p:cNvSpPr>
            <a:spLocks noChangeArrowheads="1"/>
          </p:cNvSpPr>
          <p:nvPr/>
        </p:nvSpPr>
        <p:spPr bwMode="auto">
          <a:xfrm>
            <a:off x="-38100" y="981075"/>
            <a:ext cx="5222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chemeClr val="tx2"/>
              </a:buClr>
              <a:buFont typeface="Monotype Sorts" pitchFamily="2" charset="2"/>
              <a:buNone/>
            </a:pPr>
            <a:r>
              <a:rPr lang="zh-CN" altLang="en-US">
                <a:solidFill>
                  <a:srgbClr val="FFFF66"/>
                </a:solidFill>
                <a:latin typeface="宋体" panose="02010600030101010101" pitchFamily="2" charset="-122"/>
                <a:ea typeface="宋体" panose="02010600030101010101" pitchFamily="2" charset="-122"/>
              </a:rPr>
              <a:t>求</a:t>
            </a:r>
          </a:p>
        </p:txBody>
      </p:sp>
      <p:sp>
        <p:nvSpPr>
          <p:cNvPr id="947205" name="Text Box 5">
            <a:extLst>
              <a:ext uri="{FF2B5EF4-FFF2-40B4-BE49-F238E27FC236}">
                <a16:creationId xmlns:a16="http://schemas.microsoft.com/office/drawing/2014/main" id="{86B7E888-9897-4C49-89BB-A14377CDF883}"/>
              </a:ext>
            </a:extLst>
          </p:cNvPr>
          <p:cNvSpPr txBox="1">
            <a:spLocks noChangeArrowheads="1"/>
          </p:cNvSpPr>
          <p:nvPr/>
        </p:nvSpPr>
        <p:spPr bwMode="auto">
          <a:xfrm>
            <a:off x="439738" y="333375"/>
            <a:ext cx="94376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30000"/>
              </a:lnSpc>
              <a:buClr>
                <a:schemeClr val="tx2"/>
              </a:buClr>
              <a:buFont typeface="Monotype Sorts" pitchFamily="2" charset="2"/>
              <a:buNone/>
            </a:pPr>
            <a:r>
              <a:rPr lang="zh-CN" altLang="en-US">
                <a:solidFill>
                  <a:srgbClr val="FFFFFF"/>
                </a:solidFill>
              </a:rPr>
              <a:t>飞船 </a:t>
            </a:r>
            <a:r>
              <a:rPr lang="en-US" altLang="zh-CN" i="1">
                <a:solidFill>
                  <a:srgbClr val="66FFFF"/>
                </a:solidFill>
              </a:rPr>
              <a:t>A</a:t>
            </a:r>
            <a:r>
              <a:rPr lang="en-US" altLang="zh-CN">
                <a:solidFill>
                  <a:srgbClr val="FFFFFF"/>
                </a:solidFill>
              </a:rPr>
              <a:t> , </a:t>
            </a:r>
            <a:r>
              <a:rPr lang="en-US" altLang="zh-CN" i="1">
                <a:solidFill>
                  <a:srgbClr val="66FFFF"/>
                </a:solidFill>
              </a:rPr>
              <a:t>B</a:t>
            </a:r>
            <a:r>
              <a:rPr lang="en-US" altLang="zh-CN">
                <a:solidFill>
                  <a:srgbClr val="FFFFFF"/>
                </a:solidFill>
              </a:rPr>
              <a:t> </a:t>
            </a:r>
            <a:r>
              <a:rPr lang="zh-CN" altLang="en-US">
                <a:solidFill>
                  <a:srgbClr val="FFFFFF"/>
                </a:solidFill>
              </a:rPr>
              <a:t>相对于地面分别以 </a:t>
            </a:r>
            <a:r>
              <a:rPr lang="en-US" altLang="zh-CN">
                <a:solidFill>
                  <a:srgbClr val="66FFFF"/>
                </a:solidFill>
              </a:rPr>
              <a:t>0.6 </a:t>
            </a:r>
            <a:r>
              <a:rPr lang="en-US" altLang="zh-CN" i="1">
                <a:solidFill>
                  <a:srgbClr val="66FFFF"/>
                </a:solidFill>
              </a:rPr>
              <a:t>c </a:t>
            </a:r>
            <a:r>
              <a:rPr lang="zh-CN" altLang="en-US">
                <a:solidFill>
                  <a:srgbClr val="FFFFFF"/>
                </a:solidFill>
              </a:rPr>
              <a:t>和 </a:t>
            </a:r>
            <a:r>
              <a:rPr lang="en-US" altLang="zh-CN">
                <a:solidFill>
                  <a:srgbClr val="66FFFF"/>
                </a:solidFill>
              </a:rPr>
              <a:t>0.8 </a:t>
            </a:r>
            <a:r>
              <a:rPr lang="en-US" altLang="zh-CN" i="1">
                <a:solidFill>
                  <a:srgbClr val="66FFFF"/>
                </a:solidFill>
              </a:rPr>
              <a:t>c</a:t>
            </a:r>
            <a:r>
              <a:rPr lang="en-US" altLang="zh-CN" i="1">
                <a:solidFill>
                  <a:srgbClr val="FFFFFF"/>
                </a:solidFill>
              </a:rPr>
              <a:t> </a:t>
            </a:r>
            <a:r>
              <a:rPr lang="zh-CN" altLang="en-US">
                <a:solidFill>
                  <a:srgbClr val="FFFFFF"/>
                </a:solidFill>
              </a:rPr>
              <a:t>的速度相向而行。</a:t>
            </a:r>
          </a:p>
        </p:txBody>
      </p:sp>
      <p:sp>
        <p:nvSpPr>
          <p:cNvPr id="947206" name="Text Box 6">
            <a:extLst>
              <a:ext uri="{FF2B5EF4-FFF2-40B4-BE49-F238E27FC236}">
                <a16:creationId xmlns:a16="http://schemas.microsoft.com/office/drawing/2014/main" id="{6220F6DA-D9E9-4C09-805C-89AFFB8F413A}"/>
              </a:ext>
            </a:extLst>
          </p:cNvPr>
          <p:cNvSpPr txBox="1">
            <a:spLocks noChangeArrowheads="1"/>
          </p:cNvSpPr>
          <p:nvPr/>
        </p:nvSpPr>
        <p:spPr bwMode="auto">
          <a:xfrm>
            <a:off x="450850" y="908050"/>
            <a:ext cx="76120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0000"/>
              </a:lnSpc>
              <a:buClr>
                <a:schemeClr val="tx2"/>
              </a:buClr>
              <a:buFont typeface="Monotype Sorts" pitchFamily="2" charset="2"/>
              <a:buNone/>
            </a:pPr>
            <a:r>
              <a:rPr lang="en-US" altLang="zh-CN">
                <a:solidFill>
                  <a:srgbClr val="FFFFFF"/>
                </a:solidFill>
              </a:rPr>
              <a:t>(1) </a:t>
            </a:r>
            <a:r>
              <a:rPr lang="zh-CN" altLang="en-US">
                <a:solidFill>
                  <a:srgbClr val="FFFFFF"/>
                </a:solidFill>
              </a:rPr>
              <a:t>飞船 </a:t>
            </a:r>
            <a:r>
              <a:rPr lang="en-US" altLang="zh-CN" i="1">
                <a:solidFill>
                  <a:srgbClr val="66FFFF"/>
                </a:solidFill>
              </a:rPr>
              <a:t>A</a:t>
            </a:r>
            <a:r>
              <a:rPr lang="en-US" altLang="zh-CN" i="1">
                <a:solidFill>
                  <a:srgbClr val="FFFFFF"/>
                </a:solidFill>
              </a:rPr>
              <a:t> </a:t>
            </a:r>
            <a:r>
              <a:rPr lang="zh-CN" altLang="en-US">
                <a:solidFill>
                  <a:srgbClr val="FFFFFF"/>
                </a:solidFill>
              </a:rPr>
              <a:t>上测得地球的速度；</a:t>
            </a:r>
          </a:p>
          <a:p>
            <a:pPr eaLnBrk="1" hangingPunct="1">
              <a:lnSpc>
                <a:spcPct val="110000"/>
              </a:lnSpc>
              <a:buClr>
                <a:schemeClr val="tx2"/>
              </a:buClr>
              <a:buFont typeface="Monotype Sorts" pitchFamily="2" charset="2"/>
              <a:buNone/>
            </a:pPr>
            <a:r>
              <a:rPr lang="en-US" altLang="zh-CN">
                <a:solidFill>
                  <a:srgbClr val="FFFFFF"/>
                </a:solidFill>
              </a:rPr>
              <a:t>(2) </a:t>
            </a:r>
            <a:r>
              <a:rPr lang="zh-CN" altLang="en-US">
                <a:solidFill>
                  <a:srgbClr val="FFFFFF"/>
                </a:solidFill>
              </a:rPr>
              <a:t>飞船 </a:t>
            </a:r>
            <a:r>
              <a:rPr lang="en-US" altLang="zh-CN" i="1">
                <a:solidFill>
                  <a:srgbClr val="66FFFF"/>
                </a:solidFill>
              </a:rPr>
              <a:t>A</a:t>
            </a:r>
            <a:r>
              <a:rPr lang="en-US" altLang="zh-CN">
                <a:solidFill>
                  <a:srgbClr val="FFFFFF"/>
                </a:solidFill>
              </a:rPr>
              <a:t> </a:t>
            </a:r>
            <a:r>
              <a:rPr lang="zh-CN" altLang="en-US">
                <a:solidFill>
                  <a:srgbClr val="FFFFFF"/>
                </a:solidFill>
              </a:rPr>
              <a:t>上测得飞船 </a:t>
            </a:r>
            <a:r>
              <a:rPr lang="en-US" altLang="zh-CN" i="1">
                <a:solidFill>
                  <a:srgbClr val="66FFFF"/>
                </a:solidFill>
              </a:rPr>
              <a:t>B</a:t>
            </a:r>
            <a:r>
              <a:rPr lang="en-US" altLang="zh-CN">
                <a:solidFill>
                  <a:srgbClr val="FFFFFF"/>
                </a:solidFill>
              </a:rPr>
              <a:t> </a:t>
            </a:r>
            <a:r>
              <a:rPr lang="zh-CN" altLang="en-US">
                <a:solidFill>
                  <a:srgbClr val="FFFFFF"/>
                </a:solidFill>
              </a:rPr>
              <a:t>的速度；</a:t>
            </a:r>
          </a:p>
          <a:p>
            <a:pPr>
              <a:lnSpc>
                <a:spcPct val="110000"/>
              </a:lnSpc>
              <a:buClr>
                <a:schemeClr val="tx2"/>
              </a:buClr>
              <a:buFont typeface="Monotype Sorts" pitchFamily="2" charset="2"/>
              <a:buNone/>
            </a:pPr>
            <a:r>
              <a:rPr lang="en-US" altLang="zh-CN">
                <a:solidFill>
                  <a:srgbClr val="FFFFFF"/>
                </a:solidFill>
              </a:rPr>
              <a:t>(3) </a:t>
            </a:r>
            <a:r>
              <a:rPr lang="zh-CN" altLang="en-US">
                <a:solidFill>
                  <a:srgbClr val="FFFFFF"/>
                </a:solidFill>
              </a:rPr>
              <a:t>地面上测得飞船</a:t>
            </a:r>
            <a:r>
              <a:rPr lang="zh-CN" altLang="en-US" i="1">
                <a:solidFill>
                  <a:srgbClr val="66FFFF"/>
                </a:solidFill>
              </a:rPr>
              <a:t> </a:t>
            </a:r>
            <a:r>
              <a:rPr lang="en-US" altLang="zh-CN" i="1">
                <a:solidFill>
                  <a:srgbClr val="66FFFF"/>
                </a:solidFill>
              </a:rPr>
              <a:t>A</a:t>
            </a:r>
            <a:r>
              <a:rPr lang="en-US" altLang="zh-CN">
                <a:solidFill>
                  <a:srgbClr val="FFFFFF"/>
                </a:solidFill>
              </a:rPr>
              <a:t> </a:t>
            </a:r>
            <a:r>
              <a:rPr lang="zh-CN" altLang="en-US">
                <a:solidFill>
                  <a:srgbClr val="FFFFFF"/>
                </a:solidFill>
              </a:rPr>
              <a:t>和飞船 </a:t>
            </a:r>
            <a:r>
              <a:rPr lang="en-US" altLang="zh-CN" i="1">
                <a:solidFill>
                  <a:srgbClr val="66FFFF"/>
                </a:solidFill>
              </a:rPr>
              <a:t>B</a:t>
            </a:r>
            <a:r>
              <a:rPr lang="en-US" altLang="zh-CN">
                <a:solidFill>
                  <a:srgbClr val="FFFFFF"/>
                </a:solidFill>
              </a:rPr>
              <a:t> </a:t>
            </a:r>
            <a:r>
              <a:rPr lang="zh-CN" altLang="en-US">
                <a:solidFill>
                  <a:srgbClr val="FFFFFF"/>
                </a:solidFill>
              </a:rPr>
              <a:t>的相对速度。</a:t>
            </a:r>
          </a:p>
        </p:txBody>
      </p:sp>
      <p:sp>
        <p:nvSpPr>
          <p:cNvPr id="947207" name="Text Box 7">
            <a:extLst>
              <a:ext uri="{FF2B5EF4-FFF2-40B4-BE49-F238E27FC236}">
                <a16:creationId xmlns:a16="http://schemas.microsoft.com/office/drawing/2014/main" id="{D75E1903-24F7-4F5F-B210-BFB184A295C9}"/>
              </a:ext>
            </a:extLst>
          </p:cNvPr>
          <p:cNvSpPr txBox="1">
            <a:spLocks noChangeArrowheads="1"/>
          </p:cNvSpPr>
          <p:nvPr/>
        </p:nvSpPr>
        <p:spPr bwMode="auto">
          <a:xfrm>
            <a:off x="411163" y="2428875"/>
            <a:ext cx="88741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solidFill>
                  <a:srgbClr val="FFFFFF"/>
                </a:solidFill>
              </a:rPr>
              <a:t>(1) </a:t>
            </a:r>
            <a:r>
              <a:rPr lang="zh-CN" altLang="en-US">
                <a:solidFill>
                  <a:srgbClr val="FFFFFF"/>
                </a:solidFill>
              </a:rPr>
              <a:t>根据运动的相对性，飞船</a:t>
            </a:r>
            <a:r>
              <a:rPr lang="zh-CN" altLang="en-US" i="1">
                <a:solidFill>
                  <a:srgbClr val="66FFFF"/>
                </a:solidFill>
              </a:rPr>
              <a:t>  </a:t>
            </a:r>
            <a:r>
              <a:rPr lang="en-US" altLang="zh-CN" i="1">
                <a:solidFill>
                  <a:srgbClr val="66FFFF"/>
                </a:solidFill>
              </a:rPr>
              <a:t>A </a:t>
            </a:r>
            <a:r>
              <a:rPr lang="zh-CN" altLang="en-US">
                <a:solidFill>
                  <a:srgbClr val="FFFFFF"/>
                </a:solidFill>
              </a:rPr>
              <a:t>上测得地球的速度为</a:t>
            </a:r>
            <a:r>
              <a:rPr lang="en-US" altLang="zh-CN">
                <a:solidFill>
                  <a:srgbClr val="FFFFFF"/>
                </a:solidFill>
              </a:rPr>
              <a:t>:  </a:t>
            </a:r>
            <a:r>
              <a:rPr lang="en-US" altLang="zh-CN">
                <a:solidFill>
                  <a:srgbClr val="66FFFF"/>
                </a:solidFill>
              </a:rPr>
              <a:t>0.6 </a:t>
            </a:r>
            <a:r>
              <a:rPr lang="en-US" altLang="zh-CN" i="1">
                <a:solidFill>
                  <a:srgbClr val="66FFFF"/>
                </a:solidFill>
              </a:rPr>
              <a:t>c</a:t>
            </a:r>
            <a:endParaRPr lang="en-US" altLang="zh-CN">
              <a:solidFill>
                <a:srgbClr val="66FFFF"/>
              </a:solidFill>
            </a:endParaRPr>
          </a:p>
        </p:txBody>
      </p:sp>
      <p:sp>
        <p:nvSpPr>
          <p:cNvPr id="947208" name="Text Box 8">
            <a:extLst>
              <a:ext uri="{FF2B5EF4-FFF2-40B4-BE49-F238E27FC236}">
                <a16:creationId xmlns:a16="http://schemas.microsoft.com/office/drawing/2014/main" id="{C719BE1D-39F2-4CB6-B6DE-A2E7EA4C49D6}"/>
              </a:ext>
            </a:extLst>
          </p:cNvPr>
          <p:cNvSpPr txBox="1">
            <a:spLocks noChangeArrowheads="1"/>
          </p:cNvSpPr>
          <p:nvPr/>
        </p:nvSpPr>
        <p:spPr bwMode="auto">
          <a:xfrm>
            <a:off x="439738" y="2860675"/>
            <a:ext cx="859948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0000"/>
              </a:lnSpc>
              <a:buClr>
                <a:schemeClr val="tx2"/>
              </a:buClr>
              <a:buFont typeface="Monotype Sorts" pitchFamily="2" charset="2"/>
              <a:buNone/>
            </a:pPr>
            <a:r>
              <a:rPr lang="en-US" altLang="zh-CN">
                <a:solidFill>
                  <a:srgbClr val="FFFFFF"/>
                </a:solidFill>
              </a:rPr>
              <a:t>(2) </a:t>
            </a:r>
            <a:r>
              <a:rPr lang="zh-CN" altLang="en-US">
                <a:solidFill>
                  <a:srgbClr val="FFFFFF"/>
                </a:solidFill>
              </a:rPr>
              <a:t>设地面为 </a:t>
            </a:r>
            <a:r>
              <a:rPr lang="en-US" altLang="zh-CN" i="1">
                <a:solidFill>
                  <a:srgbClr val="66FFFF"/>
                </a:solidFill>
              </a:rPr>
              <a:t>S</a:t>
            </a:r>
            <a:r>
              <a:rPr lang="en-US" altLang="zh-CN" i="1">
                <a:solidFill>
                  <a:srgbClr val="FFFFFF"/>
                </a:solidFill>
              </a:rPr>
              <a:t> </a:t>
            </a:r>
            <a:r>
              <a:rPr lang="zh-CN" altLang="en-US">
                <a:solidFill>
                  <a:srgbClr val="FFFFFF"/>
                </a:solidFill>
              </a:rPr>
              <a:t>系，飞船 </a:t>
            </a:r>
            <a:r>
              <a:rPr lang="en-US" altLang="zh-CN" i="1">
                <a:solidFill>
                  <a:srgbClr val="66FFFF"/>
                </a:solidFill>
              </a:rPr>
              <a:t>A</a:t>
            </a:r>
            <a:r>
              <a:rPr lang="en-US" altLang="zh-CN">
                <a:solidFill>
                  <a:srgbClr val="FFFFFF"/>
                </a:solidFill>
              </a:rPr>
              <a:t> </a:t>
            </a:r>
            <a:r>
              <a:rPr lang="zh-CN" altLang="en-US">
                <a:solidFill>
                  <a:srgbClr val="FFFFFF"/>
                </a:solidFill>
              </a:rPr>
              <a:t>为 </a:t>
            </a:r>
            <a:r>
              <a:rPr lang="en-US" altLang="zh-CN" i="1">
                <a:solidFill>
                  <a:srgbClr val="66FFFF"/>
                </a:solidFill>
              </a:rPr>
              <a:t>S</a:t>
            </a:r>
            <a:r>
              <a:rPr lang="en-US" altLang="zh-CN" i="1">
                <a:solidFill>
                  <a:srgbClr val="66FFFF"/>
                </a:solidFill>
                <a:sym typeface="Symbol" panose="05050102010706020507" pitchFamily="18" charset="2"/>
              </a:rPr>
              <a:t>'</a:t>
            </a:r>
            <a:r>
              <a:rPr lang="zh-CN" altLang="en-US">
                <a:solidFill>
                  <a:srgbClr val="FFFFFF"/>
                </a:solidFill>
              </a:rPr>
              <a:t>系， </a:t>
            </a:r>
            <a:r>
              <a:rPr lang="en-US" altLang="zh-CN" i="1">
                <a:solidFill>
                  <a:srgbClr val="66FFFF"/>
                </a:solidFill>
              </a:rPr>
              <a:t>S</a:t>
            </a:r>
            <a:r>
              <a:rPr lang="en-US" altLang="zh-CN" i="1">
                <a:solidFill>
                  <a:srgbClr val="66FFFF"/>
                </a:solidFill>
                <a:sym typeface="Symbol" panose="05050102010706020507" pitchFamily="18" charset="2"/>
              </a:rPr>
              <a:t>'</a:t>
            </a:r>
            <a:r>
              <a:rPr lang="zh-CN" altLang="en-US">
                <a:solidFill>
                  <a:srgbClr val="FFFFFF"/>
                </a:solidFill>
              </a:rPr>
              <a:t>系相对与 </a:t>
            </a:r>
            <a:r>
              <a:rPr lang="en-US" altLang="zh-CN" i="1">
                <a:solidFill>
                  <a:srgbClr val="66FFFF"/>
                </a:solidFill>
              </a:rPr>
              <a:t>S</a:t>
            </a:r>
            <a:r>
              <a:rPr lang="en-US" altLang="zh-CN" i="1">
                <a:solidFill>
                  <a:srgbClr val="66FFFF"/>
                </a:solidFill>
                <a:sym typeface="Symbol" panose="05050102010706020507" pitchFamily="18" charset="2"/>
              </a:rPr>
              <a:t> </a:t>
            </a:r>
            <a:r>
              <a:rPr lang="zh-CN" altLang="en-US">
                <a:solidFill>
                  <a:srgbClr val="FFFFFF"/>
                </a:solidFill>
              </a:rPr>
              <a:t>系的速度为 </a:t>
            </a:r>
            <a:r>
              <a:rPr lang="en-US" altLang="zh-CN" i="1">
                <a:solidFill>
                  <a:srgbClr val="66FFFF"/>
                </a:solidFill>
              </a:rPr>
              <a:t>u</a:t>
            </a:r>
            <a:r>
              <a:rPr lang="en-US" altLang="zh-CN">
                <a:solidFill>
                  <a:srgbClr val="66FFFF"/>
                </a:solidFill>
              </a:rPr>
              <a:t> = 0.6 </a:t>
            </a:r>
            <a:r>
              <a:rPr lang="en-US" altLang="zh-CN" i="1">
                <a:solidFill>
                  <a:srgbClr val="66FFFF"/>
                </a:solidFill>
              </a:rPr>
              <a:t>c</a:t>
            </a:r>
            <a:r>
              <a:rPr lang="en-US" altLang="zh-CN">
                <a:solidFill>
                  <a:srgbClr val="FFFFFF"/>
                </a:solidFill>
              </a:rPr>
              <a:t>. </a:t>
            </a:r>
            <a:r>
              <a:rPr lang="zh-CN" altLang="en-US">
                <a:solidFill>
                  <a:srgbClr val="FFFFFF"/>
                </a:solidFill>
              </a:rPr>
              <a:t>依题意飞船</a:t>
            </a:r>
            <a:r>
              <a:rPr lang="zh-CN" altLang="en-US" i="1">
                <a:solidFill>
                  <a:srgbClr val="66FFFF"/>
                </a:solidFill>
              </a:rPr>
              <a:t> </a:t>
            </a:r>
            <a:r>
              <a:rPr lang="en-US" altLang="zh-CN" i="1">
                <a:solidFill>
                  <a:srgbClr val="66FFFF"/>
                </a:solidFill>
              </a:rPr>
              <a:t>B</a:t>
            </a:r>
            <a:r>
              <a:rPr lang="en-US" altLang="zh-CN">
                <a:solidFill>
                  <a:srgbClr val="FFFFFF"/>
                </a:solidFill>
              </a:rPr>
              <a:t> </a:t>
            </a:r>
            <a:r>
              <a:rPr lang="zh-CN" altLang="en-US">
                <a:solidFill>
                  <a:srgbClr val="FFFFFF"/>
                </a:solidFill>
              </a:rPr>
              <a:t>在 </a:t>
            </a:r>
            <a:r>
              <a:rPr lang="en-US" altLang="zh-CN" i="1">
                <a:solidFill>
                  <a:srgbClr val="66FFFF"/>
                </a:solidFill>
              </a:rPr>
              <a:t>S </a:t>
            </a:r>
            <a:r>
              <a:rPr lang="zh-CN" altLang="en-US">
                <a:solidFill>
                  <a:srgbClr val="FFFFFF"/>
                </a:solidFill>
              </a:rPr>
              <a:t>系中的速度</a:t>
            </a:r>
            <a:r>
              <a:rPr lang="en-US" altLang="zh-CN" i="1">
                <a:solidFill>
                  <a:srgbClr val="66FFFF"/>
                </a:solidFill>
                <a:latin typeface="Bookman Old Style" panose="02050604050505020204" pitchFamily="18" charset="0"/>
                <a:ea typeface="宋体" panose="02010600030101010101" pitchFamily="2" charset="-122"/>
              </a:rPr>
              <a:t>v </a:t>
            </a:r>
            <a:r>
              <a:rPr lang="en-US" altLang="zh-CN">
                <a:solidFill>
                  <a:srgbClr val="66FFFF"/>
                </a:solidFill>
                <a:ea typeface="宋体" panose="02010600030101010101" pitchFamily="2" charset="-122"/>
              </a:rPr>
              <a:t>= </a:t>
            </a:r>
            <a:r>
              <a:rPr lang="en-US" altLang="zh-CN">
                <a:solidFill>
                  <a:srgbClr val="66FFFF"/>
                </a:solidFill>
                <a:latin typeface="宋体" panose="02010600030101010101" pitchFamily="2" charset="-122"/>
                <a:ea typeface="宋体" panose="02010600030101010101" pitchFamily="2" charset="-122"/>
              </a:rPr>
              <a:t>-</a:t>
            </a:r>
            <a:r>
              <a:rPr lang="en-US" altLang="zh-CN">
                <a:solidFill>
                  <a:srgbClr val="66FFFF"/>
                </a:solidFill>
                <a:ea typeface="宋体" panose="02010600030101010101" pitchFamily="2" charset="-122"/>
              </a:rPr>
              <a:t>0.8 </a:t>
            </a:r>
            <a:r>
              <a:rPr lang="en-US" altLang="zh-CN" i="1">
                <a:solidFill>
                  <a:srgbClr val="66FFFF"/>
                </a:solidFill>
                <a:ea typeface="宋体" panose="02010600030101010101" pitchFamily="2" charset="-122"/>
              </a:rPr>
              <a:t>c</a:t>
            </a:r>
            <a:r>
              <a:rPr lang="zh-CN" altLang="en-US">
                <a:solidFill>
                  <a:srgbClr val="FFFFFF"/>
                </a:solidFill>
                <a:ea typeface="宋体" panose="02010600030101010101" pitchFamily="2" charset="-122"/>
              </a:rPr>
              <a:t>，</a:t>
            </a:r>
            <a:r>
              <a:rPr lang="zh-CN" altLang="en-US">
                <a:solidFill>
                  <a:srgbClr val="FFFFFF"/>
                </a:solidFill>
              </a:rPr>
              <a:t>由洛仑兹速度变换，</a:t>
            </a:r>
            <a:r>
              <a:rPr lang="en-US" altLang="zh-CN" i="1">
                <a:solidFill>
                  <a:srgbClr val="66FFFF"/>
                </a:solidFill>
              </a:rPr>
              <a:t>S</a:t>
            </a:r>
            <a:r>
              <a:rPr lang="en-US" altLang="zh-CN" i="1">
                <a:solidFill>
                  <a:srgbClr val="66FFFF"/>
                </a:solidFill>
                <a:sym typeface="Symbol" panose="05050102010706020507" pitchFamily="18" charset="2"/>
              </a:rPr>
              <a:t>'</a:t>
            </a:r>
            <a:r>
              <a:rPr lang="zh-CN" altLang="en-US">
                <a:solidFill>
                  <a:srgbClr val="FFFFFF"/>
                </a:solidFill>
              </a:rPr>
              <a:t>系</a:t>
            </a:r>
            <a:r>
              <a:rPr lang="en-US" altLang="zh-CN">
                <a:solidFill>
                  <a:srgbClr val="FFFFFF"/>
                </a:solidFill>
              </a:rPr>
              <a:t>(</a:t>
            </a:r>
            <a:r>
              <a:rPr lang="zh-CN" altLang="en-US">
                <a:solidFill>
                  <a:srgbClr val="FFFFFF"/>
                </a:solidFill>
              </a:rPr>
              <a:t>飞船</a:t>
            </a:r>
            <a:r>
              <a:rPr lang="zh-CN" altLang="en-US" i="1">
                <a:solidFill>
                  <a:srgbClr val="66FFFF"/>
                </a:solidFill>
              </a:rPr>
              <a:t> </a:t>
            </a:r>
            <a:r>
              <a:rPr lang="en-US" altLang="zh-CN" i="1">
                <a:solidFill>
                  <a:srgbClr val="66FFFF"/>
                </a:solidFill>
              </a:rPr>
              <a:t>A</a:t>
            </a:r>
            <a:r>
              <a:rPr lang="en-US" altLang="zh-CN">
                <a:solidFill>
                  <a:srgbClr val="FFFFFF"/>
                </a:solidFill>
              </a:rPr>
              <a:t> )</a:t>
            </a:r>
            <a:r>
              <a:rPr lang="zh-CN" altLang="en-US">
                <a:solidFill>
                  <a:srgbClr val="FFFFFF"/>
                </a:solidFill>
              </a:rPr>
              <a:t>测得飞船</a:t>
            </a:r>
            <a:r>
              <a:rPr lang="zh-CN" altLang="en-US" i="1">
                <a:solidFill>
                  <a:srgbClr val="66FFFF"/>
                </a:solidFill>
              </a:rPr>
              <a:t> </a:t>
            </a:r>
            <a:r>
              <a:rPr lang="en-US" altLang="zh-CN" i="1">
                <a:solidFill>
                  <a:srgbClr val="66FFFF"/>
                </a:solidFill>
              </a:rPr>
              <a:t>B</a:t>
            </a:r>
            <a:r>
              <a:rPr lang="en-US" altLang="zh-CN">
                <a:solidFill>
                  <a:srgbClr val="FFFFFF"/>
                </a:solidFill>
              </a:rPr>
              <a:t> </a:t>
            </a:r>
            <a:r>
              <a:rPr lang="zh-CN" altLang="en-US">
                <a:solidFill>
                  <a:srgbClr val="FFFFFF"/>
                </a:solidFill>
              </a:rPr>
              <a:t>的速度为</a:t>
            </a:r>
          </a:p>
        </p:txBody>
      </p:sp>
      <p:graphicFrame>
        <p:nvGraphicFramePr>
          <p:cNvPr id="947209" name="Object 9">
            <a:extLst>
              <a:ext uri="{FF2B5EF4-FFF2-40B4-BE49-F238E27FC236}">
                <a16:creationId xmlns:a16="http://schemas.microsoft.com/office/drawing/2014/main" id="{719F8760-DA43-4F4D-A545-4E04FD903B11}"/>
              </a:ext>
            </a:extLst>
          </p:cNvPr>
          <p:cNvGraphicFramePr>
            <a:graphicFrameLocks/>
          </p:cNvGraphicFramePr>
          <p:nvPr/>
        </p:nvGraphicFramePr>
        <p:xfrm>
          <a:off x="1412875" y="4365625"/>
          <a:ext cx="6297613" cy="863600"/>
        </p:xfrm>
        <a:graphic>
          <a:graphicData uri="http://schemas.openxmlformats.org/presentationml/2006/ole">
            <mc:AlternateContent xmlns:mc="http://schemas.openxmlformats.org/markup-compatibility/2006">
              <mc:Choice xmlns:v="urn:schemas-microsoft-com:vml" Requires="v">
                <p:oleObj name="公式" r:id="rId2" imgW="5905407" imgH="838422" progId="Equation.3">
                  <p:embed/>
                </p:oleObj>
              </mc:Choice>
              <mc:Fallback>
                <p:oleObj name="公式" r:id="rId2" imgW="5905407" imgH="838422" progId="Equation.3">
                  <p:embed/>
                  <p:pic>
                    <p:nvPicPr>
                      <p:cNvPr id="947209" name="Object 9">
                        <a:extLst>
                          <a:ext uri="{FF2B5EF4-FFF2-40B4-BE49-F238E27FC236}">
                            <a16:creationId xmlns:a16="http://schemas.microsoft.com/office/drawing/2014/main" id="{719F8760-DA43-4F4D-A545-4E04FD903B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875" y="4365625"/>
                        <a:ext cx="62976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7210" name="Text Box 10">
            <a:extLst>
              <a:ext uri="{FF2B5EF4-FFF2-40B4-BE49-F238E27FC236}">
                <a16:creationId xmlns:a16="http://schemas.microsoft.com/office/drawing/2014/main" id="{72FA26F1-4320-4245-A6B5-0507BD9B280E}"/>
              </a:ext>
            </a:extLst>
          </p:cNvPr>
          <p:cNvSpPr txBox="1">
            <a:spLocks noChangeArrowheads="1"/>
          </p:cNvSpPr>
          <p:nvPr/>
        </p:nvSpPr>
        <p:spPr bwMode="auto">
          <a:xfrm>
            <a:off x="439738" y="5519738"/>
            <a:ext cx="708183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20000"/>
              </a:lnSpc>
              <a:buClr>
                <a:schemeClr val="tx2"/>
              </a:buClr>
              <a:buFont typeface="Monotype Sorts" pitchFamily="2" charset="2"/>
              <a:buNone/>
            </a:pPr>
            <a:r>
              <a:rPr lang="en-US" altLang="zh-CN">
                <a:solidFill>
                  <a:srgbClr val="FFFFFF"/>
                </a:solidFill>
              </a:rPr>
              <a:t>(3) </a:t>
            </a:r>
            <a:r>
              <a:rPr lang="zh-CN" altLang="en-US">
                <a:solidFill>
                  <a:srgbClr val="FFFFFF"/>
                </a:solidFill>
              </a:rPr>
              <a:t>地面上测得飞船</a:t>
            </a:r>
            <a:r>
              <a:rPr lang="zh-CN" altLang="en-US" i="1">
                <a:solidFill>
                  <a:srgbClr val="66FFFF"/>
                </a:solidFill>
              </a:rPr>
              <a:t> </a:t>
            </a:r>
            <a:r>
              <a:rPr lang="en-US" altLang="zh-CN" i="1">
                <a:solidFill>
                  <a:srgbClr val="66FFFF"/>
                </a:solidFill>
              </a:rPr>
              <a:t>A </a:t>
            </a:r>
            <a:r>
              <a:rPr lang="zh-CN" altLang="en-US">
                <a:solidFill>
                  <a:srgbClr val="FFFFFF"/>
                </a:solidFill>
              </a:rPr>
              <a:t>和飞船 </a:t>
            </a:r>
            <a:r>
              <a:rPr lang="en-US" altLang="zh-CN" i="1">
                <a:solidFill>
                  <a:srgbClr val="66FFFF"/>
                </a:solidFill>
              </a:rPr>
              <a:t>B</a:t>
            </a:r>
            <a:r>
              <a:rPr lang="en-US" altLang="zh-CN">
                <a:solidFill>
                  <a:srgbClr val="FFFFFF"/>
                </a:solidFill>
              </a:rPr>
              <a:t> </a:t>
            </a:r>
            <a:r>
              <a:rPr lang="zh-CN" altLang="en-US">
                <a:solidFill>
                  <a:srgbClr val="FFFFFF"/>
                </a:solidFill>
              </a:rPr>
              <a:t>的相对速度为</a:t>
            </a:r>
          </a:p>
        </p:txBody>
      </p:sp>
      <p:graphicFrame>
        <p:nvGraphicFramePr>
          <p:cNvPr id="947211" name="Object 11">
            <a:extLst>
              <a:ext uri="{FF2B5EF4-FFF2-40B4-BE49-F238E27FC236}">
                <a16:creationId xmlns:a16="http://schemas.microsoft.com/office/drawing/2014/main" id="{4322F3F4-48B9-40DA-B658-CE0D43233E96}"/>
              </a:ext>
            </a:extLst>
          </p:cNvPr>
          <p:cNvGraphicFramePr>
            <a:graphicFrameLocks/>
          </p:cNvGraphicFramePr>
          <p:nvPr/>
        </p:nvGraphicFramePr>
        <p:xfrm>
          <a:off x="942975" y="6137275"/>
          <a:ext cx="2647950" cy="315913"/>
        </p:xfrm>
        <a:graphic>
          <a:graphicData uri="http://schemas.openxmlformats.org/presentationml/2006/ole">
            <mc:AlternateContent xmlns:mc="http://schemas.openxmlformats.org/markup-compatibility/2006">
              <mc:Choice xmlns:v="urn:schemas-microsoft-com:vml" Requires="v">
                <p:oleObj name="公式" r:id="rId4" imgW="2468756" imgH="297263" progId="Equation.3">
                  <p:embed/>
                </p:oleObj>
              </mc:Choice>
              <mc:Fallback>
                <p:oleObj name="公式" r:id="rId4" imgW="2468756" imgH="297263" progId="Equation.3">
                  <p:embed/>
                  <p:pic>
                    <p:nvPicPr>
                      <p:cNvPr id="947211" name="Object 11">
                        <a:extLst>
                          <a:ext uri="{FF2B5EF4-FFF2-40B4-BE49-F238E27FC236}">
                            <a16:creationId xmlns:a16="http://schemas.microsoft.com/office/drawing/2014/main" id="{4322F3F4-48B9-40DA-B658-CE0D43233E9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975" y="6137275"/>
                        <a:ext cx="26479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7212" name="Text Box 12">
            <a:extLst>
              <a:ext uri="{FF2B5EF4-FFF2-40B4-BE49-F238E27FC236}">
                <a16:creationId xmlns:a16="http://schemas.microsoft.com/office/drawing/2014/main" id="{2661C8B9-79D6-4ED9-AC3E-3F075E227B0F}"/>
              </a:ext>
            </a:extLst>
          </p:cNvPr>
          <p:cNvSpPr txBox="1">
            <a:spLocks noChangeArrowheads="1"/>
          </p:cNvSpPr>
          <p:nvPr/>
        </p:nvSpPr>
        <p:spPr bwMode="auto">
          <a:xfrm>
            <a:off x="3468688" y="6067425"/>
            <a:ext cx="2487612"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20000"/>
              </a:lnSpc>
              <a:buClr>
                <a:schemeClr val="tx2"/>
              </a:buClr>
              <a:buFont typeface="Monotype Sorts" pitchFamily="2" charset="2"/>
              <a:buNone/>
            </a:pPr>
            <a:r>
              <a:rPr lang="zh-CN" altLang="en-US">
                <a:solidFill>
                  <a:srgbClr val="00FFFF"/>
                </a:solidFill>
              </a:rPr>
              <a:t>（第三者观测）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6000"/>
                                  </p:iterate>
                                  <p:childTnLst>
                                    <p:set>
                                      <p:cBhvr>
                                        <p:cTn id="6" dur="1" fill="hold">
                                          <p:stCondLst>
                                            <p:cond delay="0"/>
                                          </p:stCondLst>
                                        </p:cTn>
                                        <p:tgtEl>
                                          <p:spTgt spid="947202"/>
                                        </p:tgtEl>
                                        <p:attrNameLst>
                                          <p:attrName>style.visibility</p:attrName>
                                        </p:attrNameLst>
                                      </p:cBhvr>
                                      <p:to>
                                        <p:strVal val="visible"/>
                                      </p:to>
                                    </p:set>
                                    <p:animEffect transition="in" filter="wipe(left)">
                                      <p:cBhvr>
                                        <p:cTn id="7" dur="500"/>
                                        <p:tgtEl>
                                          <p:spTgt spid="947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6000"/>
                                  </p:iterate>
                                  <p:childTnLst>
                                    <p:set>
                                      <p:cBhvr>
                                        <p:cTn id="11" dur="1" fill="hold">
                                          <p:stCondLst>
                                            <p:cond delay="0"/>
                                          </p:stCondLst>
                                        </p:cTn>
                                        <p:tgtEl>
                                          <p:spTgt spid="947205"/>
                                        </p:tgtEl>
                                        <p:attrNameLst>
                                          <p:attrName>style.visibility</p:attrName>
                                        </p:attrNameLst>
                                      </p:cBhvr>
                                      <p:to>
                                        <p:strVal val="visible"/>
                                      </p:to>
                                    </p:set>
                                    <p:animEffect transition="in" filter="wipe(left)">
                                      <p:cBhvr>
                                        <p:cTn id="12" dur="500"/>
                                        <p:tgtEl>
                                          <p:spTgt spid="9472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6000"/>
                                  </p:iterate>
                                  <p:childTnLst>
                                    <p:set>
                                      <p:cBhvr>
                                        <p:cTn id="16" dur="1" fill="hold">
                                          <p:stCondLst>
                                            <p:cond delay="0"/>
                                          </p:stCondLst>
                                        </p:cTn>
                                        <p:tgtEl>
                                          <p:spTgt spid="947204"/>
                                        </p:tgtEl>
                                        <p:attrNameLst>
                                          <p:attrName>style.visibility</p:attrName>
                                        </p:attrNameLst>
                                      </p:cBhvr>
                                      <p:to>
                                        <p:strVal val="visible"/>
                                      </p:to>
                                    </p:set>
                                    <p:animEffect transition="in" filter="wipe(left)">
                                      <p:cBhvr>
                                        <p:cTn id="17" dur="500"/>
                                        <p:tgtEl>
                                          <p:spTgt spid="9472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6000"/>
                                  </p:iterate>
                                  <p:childTnLst>
                                    <p:set>
                                      <p:cBhvr>
                                        <p:cTn id="21" dur="1" fill="hold">
                                          <p:stCondLst>
                                            <p:cond delay="0"/>
                                          </p:stCondLst>
                                        </p:cTn>
                                        <p:tgtEl>
                                          <p:spTgt spid="947206"/>
                                        </p:tgtEl>
                                        <p:attrNameLst>
                                          <p:attrName>style.visibility</p:attrName>
                                        </p:attrNameLst>
                                      </p:cBhvr>
                                      <p:to>
                                        <p:strVal val="visible"/>
                                      </p:to>
                                    </p:set>
                                    <p:animEffect transition="in" filter="wipe(left)">
                                      <p:cBhvr>
                                        <p:cTn id="22" dur="500"/>
                                        <p:tgtEl>
                                          <p:spTgt spid="9472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6000"/>
                                  </p:iterate>
                                  <p:childTnLst>
                                    <p:set>
                                      <p:cBhvr>
                                        <p:cTn id="26" dur="1" fill="hold">
                                          <p:stCondLst>
                                            <p:cond delay="0"/>
                                          </p:stCondLst>
                                        </p:cTn>
                                        <p:tgtEl>
                                          <p:spTgt spid="947203"/>
                                        </p:tgtEl>
                                        <p:attrNameLst>
                                          <p:attrName>style.visibility</p:attrName>
                                        </p:attrNameLst>
                                      </p:cBhvr>
                                      <p:to>
                                        <p:strVal val="visible"/>
                                      </p:to>
                                    </p:set>
                                    <p:animEffect transition="in" filter="wipe(left)">
                                      <p:cBhvr>
                                        <p:cTn id="27" dur="500"/>
                                        <p:tgtEl>
                                          <p:spTgt spid="9472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6000"/>
                                  </p:iterate>
                                  <p:childTnLst>
                                    <p:set>
                                      <p:cBhvr>
                                        <p:cTn id="31" dur="1" fill="hold">
                                          <p:stCondLst>
                                            <p:cond delay="0"/>
                                          </p:stCondLst>
                                        </p:cTn>
                                        <p:tgtEl>
                                          <p:spTgt spid="947207"/>
                                        </p:tgtEl>
                                        <p:attrNameLst>
                                          <p:attrName>style.visibility</p:attrName>
                                        </p:attrNameLst>
                                      </p:cBhvr>
                                      <p:to>
                                        <p:strVal val="visible"/>
                                      </p:to>
                                    </p:set>
                                    <p:animEffect transition="in" filter="wipe(left)">
                                      <p:cBhvr>
                                        <p:cTn id="32" dur="500"/>
                                        <p:tgtEl>
                                          <p:spTgt spid="9472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6000"/>
                                  </p:iterate>
                                  <p:childTnLst>
                                    <p:set>
                                      <p:cBhvr>
                                        <p:cTn id="36" dur="1" fill="hold">
                                          <p:stCondLst>
                                            <p:cond delay="0"/>
                                          </p:stCondLst>
                                        </p:cTn>
                                        <p:tgtEl>
                                          <p:spTgt spid="947208"/>
                                        </p:tgtEl>
                                        <p:attrNameLst>
                                          <p:attrName>style.visibility</p:attrName>
                                        </p:attrNameLst>
                                      </p:cBhvr>
                                      <p:to>
                                        <p:strVal val="visible"/>
                                      </p:to>
                                    </p:set>
                                    <p:animEffect transition="in" filter="wipe(left)">
                                      <p:cBhvr>
                                        <p:cTn id="37" dur="500"/>
                                        <p:tgtEl>
                                          <p:spTgt spid="9472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iterate type="lt">
                                    <p:tmPct val="6000"/>
                                  </p:iterate>
                                  <p:childTnLst>
                                    <p:set>
                                      <p:cBhvr>
                                        <p:cTn id="41" dur="1" fill="hold">
                                          <p:stCondLst>
                                            <p:cond delay="0"/>
                                          </p:stCondLst>
                                        </p:cTn>
                                        <p:tgtEl>
                                          <p:spTgt spid="947209"/>
                                        </p:tgtEl>
                                        <p:attrNameLst>
                                          <p:attrName>style.visibility</p:attrName>
                                        </p:attrNameLst>
                                      </p:cBhvr>
                                      <p:to>
                                        <p:strVal val="visible"/>
                                      </p:to>
                                    </p:set>
                                    <p:animEffect transition="in" filter="wipe(left)">
                                      <p:cBhvr>
                                        <p:cTn id="42" dur="500"/>
                                        <p:tgtEl>
                                          <p:spTgt spid="9472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lt">
                                    <p:tmPct val="6000"/>
                                  </p:iterate>
                                  <p:childTnLst>
                                    <p:set>
                                      <p:cBhvr>
                                        <p:cTn id="46" dur="1" fill="hold">
                                          <p:stCondLst>
                                            <p:cond delay="0"/>
                                          </p:stCondLst>
                                        </p:cTn>
                                        <p:tgtEl>
                                          <p:spTgt spid="947210"/>
                                        </p:tgtEl>
                                        <p:attrNameLst>
                                          <p:attrName>style.visibility</p:attrName>
                                        </p:attrNameLst>
                                      </p:cBhvr>
                                      <p:to>
                                        <p:strVal val="visible"/>
                                      </p:to>
                                    </p:set>
                                    <p:animEffect transition="in" filter="wipe(left)">
                                      <p:cBhvr>
                                        <p:cTn id="47" dur="500"/>
                                        <p:tgtEl>
                                          <p:spTgt spid="9472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iterate type="lt">
                                    <p:tmPct val="6000"/>
                                  </p:iterate>
                                  <p:childTnLst>
                                    <p:set>
                                      <p:cBhvr>
                                        <p:cTn id="51" dur="1" fill="hold">
                                          <p:stCondLst>
                                            <p:cond delay="0"/>
                                          </p:stCondLst>
                                        </p:cTn>
                                        <p:tgtEl>
                                          <p:spTgt spid="947211"/>
                                        </p:tgtEl>
                                        <p:attrNameLst>
                                          <p:attrName>style.visibility</p:attrName>
                                        </p:attrNameLst>
                                      </p:cBhvr>
                                      <p:to>
                                        <p:strVal val="visible"/>
                                      </p:to>
                                    </p:set>
                                    <p:animEffect transition="in" filter="wipe(left)">
                                      <p:cBhvr>
                                        <p:cTn id="52" dur="500"/>
                                        <p:tgtEl>
                                          <p:spTgt spid="94721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47212"/>
                                        </p:tgtEl>
                                        <p:attrNameLst>
                                          <p:attrName>style.visibility</p:attrName>
                                        </p:attrNameLst>
                                      </p:cBhvr>
                                      <p:to>
                                        <p:strVal val="visible"/>
                                      </p:to>
                                    </p:set>
                                    <p:animEffect transition="in" filter="wipe(left)">
                                      <p:cBhvr>
                                        <p:cTn id="57" dur="500"/>
                                        <p:tgtEl>
                                          <p:spTgt spid="947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02" grpId="0"/>
      <p:bldP spid="947203" grpId="0"/>
      <p:bldP spid="947204" grpId="0"/>
      <p:bldP spid="947205" grpId="0"/>
      <p:bldP spid="947206" grpId="0"/>
      <p:bldP spid="947207" grpId="0"/>
      <p:bldP spid="947208" grpId="0"/>
      <p:bldP spid="947210" grpId="0"/>
      <p:bldP spid="9472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Text Box 2">
            <a:extLst>
              <a:ext uri="{FF2B5EF4-FFF2-40B4-BE49-F238E27FC236}">
                <a16:creationId xmlns:a16="http://schemas.microsoft.com/office/drawing/2014/main" id="{4C236D1F-4DF6-4086-9512-98C5DB947D86}"/>
              </a:ext>
            </a:extLst>
          </p:cNvPr>
          <p:cNvSpPr txBox="1">
            <a:spLocks noChangeArrowheads="1"/>
          </p:cNvSpPr>
          <p:nvPr/>
        </p:nvSpPr>
        <p:spPr bwMode="auto">
          <a:xfrm>
            <a:off x="439738" y="315913"/>
            <a:ext cx="815340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0000"/>
              </a:lnSpc>
              <a:buClr>
                <a:schemeClr val="tx2"/>
              </a:buClr>
              <a:buFont typeface="Monotype Sorts" pitchFamily="2" charset="2"/>
              <a:buChar char="&amp;"/>
            </a:pPr>
            <a:r>
              <a:rPr lang="zh-CN" altLang="en-US">
                <a:ea typeface="楷体_GB2312" pitchFamily="49" charset="-122"/>
              </a:rPr>
              <a:t>在相对论中，物质的运动速度不会超过真空中的光速 </a:t>
            </a:r>
            <a:r>
              <a:rPr lang="en-US" altLang="zh-CN" i="1">
                <a:solidFill>
                  <a:srgbClr val="66FFFF"/>
                </a:solidFill>
                <a:ea typeface="楷体_GB2312" pitchFamily="49" charset="-122"/>
              </a:rPr>
              <a:t>c</a:t>
            </a:r>
            <a:r>
              <a:rPr lang="zh-CN" altLang="en-US">
                <a:ea typeface="楷体_GB2312" pitchFamily="49" charset="-122"/>
              </a:rPr>
              <a:t>，是指某观察者看到的所有物体相对于它的速度不会超过 </a:t>
            </a:r>
            <a:r>
              <a:rPr lang="en-US" altLang="zh-CN" i="1">
                <a:solidFill>
                  <a:srgbClr val="66FFFF"/>
                </a:solidFill>
                <a:ea typeface="楷体_GB2312" pitchFamily="49" charset="-122"/>
              </a:rPr>
              <a:t>c</a:t>
            </a:r>
            <a:r>
              <a:rPr lang="en-US" altLang="zh-CN">
                <a:ea typeface="楷体_GB2312" pitchFamily="49" charset="-122"/>
              </a:rPr>
              <a:t>.  </a:t>
            </a:r>
            <a:r>
              <a:rPr lang="zh-CN" altLang="en-US">
                <a:ea typeface="楷体_GB2312" pitchFamily="49" charset="-122"/>
              </a:rPr>
              <a:t>在地面上观测飞船 </a:t>
            </a:r>
            <a:r>
              <a:rPr lang="en-US" altLang="zh-CN" i="1">
                <a:solidFill>
                  <a:srgbClr val="66FFFF"/>
                </a:solidFill>
                <a:ea typeface="楷体_GB2312" pitchFamily="49" charset="-122"/>
              </a:rPr>
              <a:t>A</a:t>
            </a:r>
            <a:r>
              <a:rPr lang="en-US" altLang="zh-CN">
                <a:solidFill>
                  <a:srgbClr val="66FFFF"/>
                </a:solidFill>
                <a:ea typeface="楷体_GB2312" pitchFamily="49" charset="-122"/>
              </a:rPr>
              <a:t> </a:t>
            </a:r>
            <a:r>
              <a:rPr lang="zh-CN" altLang="en-US">
                <a:ea typeface="楷体_GB2312" pitchFamily="49" charset="-122"/>
              </a:rPr>
              <a:t>和飞船 </a:t>
            </a:r>
            <a:r>
              <a:rPr lang="en-US" altLang="zh-CN" i="1">
                <a:solidFill>
                  <a:srgbClr val="66FFFF"/>
                </a:solidFill>
                <a:ea typeface="楷体_GB2312" pitchFamily="49" charset="-122"/>
              </a:rPr>
              <a:t>B</a:t>
            </a:r>
            <a:r>
              <a:rPr lang="en-US" altLang="zh-CN">
                <a:solidFill>
                  <a:srgbClr val="66FFFF"/>
                </a:solidFill>
                <a:ea typeface="楷体_GB2312" pitchFamily="49" charset="-122"/>
              </a:rPr>
              <a:t> </a:t>
            </a:r>
            <a:r>
              <a:rPr lang="zh-CN" altLang="en-US">
                <a:ea typeface="楷体_GB2312" pitchFamily="49" charset="-122"/>
              </a:rPr>
              <a:t>的相对速度是地面看到的其它两物体的相对速度，它不是某一物体对地面的速度，因此不受极限速度的限制。</a:t>
            </a:r>
          </a:p>
        </p:txBody>
      </p:sp>
      <p:sp>
        <p:nvSpPr>
          <p:cNvPr id="3" name="Text Box 13">
            <a:extLst>
              <a:ext uri="{FF2B5EF4-FFF2-40B4-BE49-F238E27FC236}">
                <a16:creationId xmlns:a16="http://schemas.microsoft.com/office/drawing/2014/main" id="{FE85B4C8-DFCE-4F37-BAD9-62DAE3D14D9C}"/>
              </a:ext>
            </a:extLst>
          </p:cNvPr>
          <p:cNvSpPr txBox="1">
            <a:spLocks noChangeArrowheads="1"/>
          </p:cNvSpPr>
          <p:nvPr/>
        </p:nvSpPr>
        <p:spPr bwMode="auto">
          <a:xfrm>
            <a:off x="714375" y="2516188"/>
            <a:ext cx="5483225"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lnSpc>
                <a:spcPct val="110000"/>
              </a:lnSpc>
            </a:pPr>
            <a:r>
              <a:rPr kumimoji="1" lang="zh-CN" altLang="en-US">
                <a:latin typeface="Times New Roman" panose="02020603050405020304" pitchFamily="18" charset="0"/>
              </a:rPr>
              <a:t>如图所示，棒 </a:t>
            </a:r>
            <a:r>
              <a:rPr kumimoji="1" lang="en-US" altLang="zh-CN" i="1">
                <a:solidFill>
                  <a:srgbClr val="66FFFF"/>
                </a:solidFill>
                <a:latin typeface="Times New Roman" panose="02020603050405020304" pitchFamily="18" charset="0"/>
              </a:rPr>
              <a:t>AB</a:t>
            </a:r>
            <a:r>
              <a:rPr kumimoji="1" lang="en-US" altLang="zh-CN" i="1">
                <a:latin typeface="Times New Roman" panose="02020603050405020304" pitchFamily="18" charset="0"/>
              </a:rPr>
              <a:t> </a:t>
            </a:r>
            <a:r>
              <a:rPr kumimoji="1" lang="zh-CN" altLang="en-US">
                <a:latin typeface="Times New Roman" panose="02020603050405020304" pitchFamily="18" charset="0"/>
              </a:rPr>
              <a:t>的</a:t>
            </a:r>
            <a:r>
              <a:rPr kumimoji="1" lang="en-US" altLang="zh-CN" i="1">
                <a:solidFill>
                  <a:srgbClr val="66FFFF"/>
                </a:solidFill>
                <a:latin typeface="Times New Roman" panose="02020603050405020304" pitchFamily="18" charset="0"/>
              </a:rPr>
              <a:t>B </a:t>
            </a:r>
            <a:r>
              <a:rPr kumimoji="1" lang="zh-CN" altLang="en-US">
                <a:latin typeface="Times New Roman" panose="02020603050405020304" pitchFamily="18" charset="0"/>
              </a:rPr>
              <a:t>端位于</a:t>
            </a:r>
            <a:r>
              <a:rPr kumimoji="1" lang="en-US" altLang="zh-CN" i="1">
                <a:solidFill>
                  <a:srgbClr val="66FFFF"/>
                </a:solidFill>
                <a:latin typeface="Times New Roman" panose="02020603050405020304" pitchFamily="18" charset="0"/>
              </a:rPr>
              <a:t>x </a:t>
            </a:r>
            <a:r>
              <a:rPr kumimoji="1" lang="zh-CN" altLang="en-US">
                <a:latin typeface="Times New Roman" panose="02020603050405020304" pitchFamily="18" charset="0"/>
              </a:rPr>
              <a:t>轴上</a:t>
            </a:r>
            <a:r>
              <a:rPr kumimoji="1" lang="en-US" altLang="zh-CN" sz="2800" i="1">
                <a:solidFill>
                  <a:srgbClr val="66FFFF"/>
                </a:solidFill>
                <a:latin typeface="Times New Roman" panose="02020603050405020304" pitchFamily="18" charset="0"/>
              </a:rPr>
              <a:t>x</a:t>
            </a:r>
            <a:r>
              <a:rPr kumimoji="1" lang="en-US" altLang="zh-CN" baseline="-25000">
                <a:solidFill>
                  <a:srgbClr val="66FFFF"/>
                </a:solidFill>
                <a:latin typeface="Times New Roman" panose="02020603050405020304" pitchFamily="18" charset="0"/>
              </a:rPr>
              <a:t>0 </a:t>
            </a:r>
            <a:r>
              <a:rPr kumimoji="1" lang="zh-CN" altLang="en-US">
                <a:latin typeface="Times New Roman" panose="02020603050405020304" pitchFamily="18" charset="0"/>
              </a:rPr>
              <a:t>处，其与 </a:t>
            </a:r>
            <a:r>
              <a:rPr kumimoji="1" lang="en-US" altLang="zh-CN" i="1">
                <a:solidFill>
                  <a:srgbClr val="66FFFF"/>
                </a:solidFill>
                <a:latin typeface="Times New Roman" panose="02020603050405020304" pitchFamily="18" charset="0"/>
              </a:rPr>
              <a:t>x </a:t>
            </a:r>
            <a:r>
              <a:rPr kumimoji="1" lang="zh-CN" altLang="en-US">
                <a:latin typeface="Times New Roman" panose="02020603050405020304" pitchFamily="18" charset="0"/>
              </a:rPr>
              <a:t>轴的夹角为</a:t>
            </a:r>
            <a:r>
              <a:rPr kumimoji="1" lang="zh-CN" altLang="en-US" i="1">
                <a:solidFill>
                  <a:srgbClr val="66FFFF"/>
                </a:solidFill>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。现棒</a:t>
            </a:r>
            <a:r>
              <a:rPr kumimoji="1" lang="en-US" altLang="zh-CN" i="1">
                <a:solidFill>
                  <a:srgbClr val="66FFFF"/>
                </a:solidFill>
                <a:latin typeface="Times New Roman" panose="02020603050405020304" pitchFamily="18" charset="0"/>
              </a:rPr>
              <a:t>AB</a:t>
            </a:r>
            <a:r>
              <a:rPr kumimoji="1" lang="zh-CN" altLang="en-US">
                <a:latin typeface="Times New Roman" panose="02020603050405020304" pitchFamily="18" charset="0"/>
              </a:rPr>
              <a:t>以恒定速度</a:t>
            </a:r>
            <a:r>
              <a:rPr kumimoji="1" lang="en-US" altLang="zh-CN" sz="2800" i="1">
                <a:solidFill>
                  <a:srgbClr val="66FFFF"/>
                </a:solidFill>
                <a:latin typeface="Bookman Old Style" panose="02050604050505020204" pitchFamily="18" charset="0"/>
                <a:ea typeface="宋体" panose="02010600030101010101" pitchFamily="2" charset="-122"/>
              </a:rPr>
              <a:t>v</a:t>
            </a:r>
            <a:r>
              <a:rPr kumimoji="1" lang="en-US" altLang="zh-CN" sz="2800" i="1">
                <a:solidFill>
                  <a:srgbClr val="66FFFF"/>
                </a:solidFill>
                <a:latin typeface="Times New Roman" panose="02020603050405020304" pitchFamily="18" charset="0"/>
                <a:ea typeface="宋体" panose="02010600030101010101" pitchFamily="2" charset="-122"/>
              </a:rPr>
              <a:t> </a:t>
            </a:r>
            <a:r>
              <a:rPr kumimoji="1" lang="en-US" altLang="zh-CN">
                <a:solidFill>
                  <a:srgbClr val="66FFFF"/>
                </a:solidFill>
                <a:latin typeface="Times New Roman" panose="02020603050405020304" pitchFamily="18" charset="0"/>
                <a:ea typeface="宋体" panose="02010600030101010101" pitchFamily="2" charset="-122"/>
              </a:rPr>
              <a:t>(</a:t>
            </a:r>
            <a:r>
              <a:rPr kumimoji="1" lang="en-US" altLang="zh-CN" sz="2800" i="1">
                <a:solidFill>
                  <a:srgbClr val="66FFFF"/>
                </a:solidFill>
                <a:latin typeface="Bookman Old Style" panose="02050604050505020204" pitchFamily="18" charset="0"/>
                <a:ea typeface="宋体" panose="02010600030101010101" pitchFamily="2" charset="-122"/>
              </a:rPr>
              <a:t>v</a:t>
            </a:r>
            <a:r>
              <a:rPr kumimoji="1" lang="en-US" altLang="zh-CN" sz="2800" i="1">
                <a:solidFill>
                  <a:srgbClr val="66FFFF"/>
                </a:solidFill>
                <a:latin typeface="Times New Roman" panose="02020603050405020304" pitchFamily="18" charset="0"/>
                <a:ea typeface="宋体" panose="02010600030101010101" pitchFamily="2" charset="-122"/>
              </a:rPr>
              <a:t> &lt; c</a:t>
            </a:r>
            <a:r>
              <a:rPr kumimoji="1" lang="en-US" altLang="zh-CN" i="1">
                <a:solidFill>
                  <a:srgbClr val="66FFFF"/>
                </a:solidFill>
                <a:latin typeface="Times New Roman" panose="02020603050405020304" pitchFamily="18" charset="0"/>
                <a:ea typeface="宋体" panose="02010600030101010101" pitchFamily="2" charset="-122"/>
              </a:rPr>
              <a:t> </a:t>
            </a:r>
            <a:r>
              <a:rPr kumimoji="1" lang="en-US" altLang="zh-CN">
                <a:solidFill>
                  <a:srgbClr val="66FFFF"/>
                </a:solidFill>
                <a:latin typeface="Times New Roman" panose="02020603050405020304" pitchFamily="18" charset="0"/>
                <a:ea typeface="宋体" panose="02010600030101010101" pitchFamily="2" charset="-122"/>
              </a:rPr>
              <a:t>)</a:t>
            </a:r>
            <a:r>
              <a:rPr kumimoji="1" lang="zh-CN" altLang="en-US">
                <a:latin typeface="Times New Roman" panose="02020603050405020304" pitchFamily="18" charset="0"/>
              </a:rPr>
              <a:t>沿 </a:t>
            </a:r>
            <a:r>
              <a:rPr kumimoji="1" lang="en-US" altLang="zh-CN" i="1">
                <a:solidFill>
                  <a:srgbClr val="66FFFF"/>
                </a:solidFill>
                <a:latin typeface="Times New Roman" panose="02020603050405020304" pitchFamily="18" charset="0"/>
              </a:rPr>
              <a:t>y </a:t>
            </a:r>
            <a:r>
              <a:rPr kumimoji="1" lang="zh-CN" altLang="en-US">
                <a:latin typeface="Times New Roman" panose="02020603050405020304" pitchFamily="18" charset="0"/>
              </a:rPr>
              <a:t>轴向上做平动，试求棒与 </a:t>
            </a:r>
            <a:r>
              <a:rPr kumimoji="1" lang="en-US" altLang="zh-CN" i="1">
                <a:solidFill>
                  <a:srgbClr val="66FFFF"/>
                </a:solidFill>
                <a:latin typeface="Times New Roman" panose="02020603050405020304" pitchFamily="18" charset="0"/>
              </a:rPr>
              <a:t>x </a:t>
            </a:r>
            <a:r>
              <a:rPr kumimoji="1" lang="zh-CN" altLang="en-US">
                <a:latin typeface="Times New Roman" panose="02020603050405020304" pitchFamily="18" charset="0"/>
              </a:rPr>
              <a:t>轴交点的运动速度 </a:t>
            </a:r>
            <a:r>
              <a:rPr kumimoji="1" lang="en-US" altLang="zh-CN" i="1">
                <a:solidFill>
                  <a:srgbClr val="66FFFF"/>
                </a:solidFill>
                <a:latin typeface="Times New Roman" panose="02020603050405020304" pitchFamily="18" charset="0"/>
              </a:rPr>
              <a:t>V</a:t>
            </a:r>
            <a:r>
              <a:rPr kumimoji="1" lang="zh-CN" altLang="en-US">
                <a:latin typeface="Times New Roman" panose="02020603050405020304" pitchFamily="18" charset="0"/>
              </a:rPr>
              <a:t>。</a:t>
            </a:r>
          </a:p>
        </p:txBody>
      </p:sp>
      <p:grpSp>
        <p:nvGrpSpPr>
          <p:cNvPr id="2" name="Group 14">
            <a:extLst>
              <a:ext uri="{FF2B5EF4-FFF2-40B4-BE49-F238E27FC236}">
                <a16:creationId xmlns:a16="http://schemas.microsoft.com/office/drawing/2014/main" id="{E2C0628E-02CD-43B7-9AF5-32D3963800D3}"/>
              </a:ext>
            </a:extLst>
          </p:cNvPr>
          <p:cNvGrpSpPr>
            <a:grpSpLocks/>
          </p:cNvGrpSpPr>
          <p:nvPr/>
        </p:nvGrpSpPr>
        <p:grpSpPr bwMode="auto">
          <a:xfrm>
            <a:off x="6022975" y="3213100"/>
            <a:ext cx="2913063" cy="2336800"/>
            <a:chOff x="3742" y="2387"/>
            <a:chExt cx="1835" cy="1472"/>
          </a:xfrm>
        </p:grpSpPr>
        <p:sp>
          <p:nvSpPr>
            <p:cNvPr id="5" name="Line 15">
              <a:extLst>
                <a:ext uri="{FF2B5EF4-FFF2-40B4-BE49-F238E27FC236}">
                  <a16:creationId xmlns:a16="http://schemas.microsoft.com/office/drawing/2014/main" id="{72EBC32C-FC7D-4C60-82D6-FFA926638D7E}"/>
                </a:ext>
              </a:extLst>
            </p:cNvPr>
            <p:cNvSpPr>
              <a:spLocks noChangeShapeType="1"/>
            </p:cNvSpPr>
            <p:nvPr/>
          </p:nvSpPr>
          <p:spPr bwMode="auto">
            <a:xfrm>
              <a:off x="4068" y="3106"/>
              <a:ext cx="1392" cy="0"/>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6" name="Line 16">
              <a:extLst>
                <a:ext uri="{FF2B5EF4-FFF2-40B4-BE49-F238E27FC236}">
                  <a16:creationId xmlns:a16="http://schemas.microsoft.com/office/drawing/2014/main" id="{E8B7B6DF-668F-4DA2-A6E5-718D3624A224}"/>
                </a:ext>
              </a:extLst>
            </p:cNvPr>
            <p:cNvSpPr>
              <a:spLocks noChangeShapeType="1"/>
            </p:cNvSpPr>
            <p:nvPr/>
          </p:nvSpPr>
          <p:spPr bwMode="auto">
            <a:xfrm flipV="1">
              <a:off x="4068" y="2530"/>
              <a:ext cx="0" cy="1200"/>
            </a:xfrm>
            <a:prstGeom prst="line">
              <a:avLst/>
            </a:prstGeom>
            <a:noFill/>
            <a:ln w="28575">
              <a:solidFill>
                <a:srgbClr val="FFFF00"/>
              </a:solidFill>
              <a:round/>
              <a:headEnd/>
              <a:tailEnd type="triangle" w="med"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22542" name="Text Box 17">
              <a:extLst>
                <a:ext uri="{FF2B5EF4-FFF2-40B4-BE49-F238E27FC236}">
                  <a16:creationId xmlns:a16="http://schemas.microsoft.com/office/drawing/2014/main" id="{32AB61A0-A8CF-439D-AA81-5ED4EDB723FA}"/>
                </a:ext>
              </a:extLst>
            </p:cNvPr>
            <p:cNvSpPr txBox="1">
              <a:spLocks noChangeArrowheads="1"/>
            </p:cNvSpPr>
            <p:nvPr/>
          </p:nvSpPr>
          <p:spPr bwMode="auto">
            <a:xfrm>
              <a:off x="3742" y="2971"/>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O</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2543" name="Text Box 18">
              <a:extLst>
                <a:ext uri="{FF2B5EF4-FFF2-40B4-BE49-F238E27FC236}">
                  <a16:creationId xmlns:a16="http://schemas.microsoft.com/office/drawing/2014/main" id="{D7E0BB1F-58B9-489B-B192-BCE1CCB6FC24}"/>
                </a:ext>
              </a:extLst>
            </p:cNvPr>
            <p:cNvSpPr txBox="1">
              <a:spLocks noChangeArrowheads="1"/>
            </p:cNvSpPr>
            <p:nvPr/>
          </p:nvSpPr>
          <p:spPr bwMode="auto">
            <a:xfrm>
              <a:off x="3780" y="2626"/>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S</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2544" name="Text Box 19">
              <a:extLst>
                <a:ext uri="{FF2B5EF4-FFF2-40B4-BE49-F238E27FC236}">
                  <a16:creationId xmlns:a16="http://schemas.microsoft.com/office/drawing/2014/main" id="{E383AE15-94BB-4D48-8B79-C79B1E8075A2}"/>
                </a:ext>
              </a:extLst>
            </p:cNvPr>
            <p:cNvSpPr txBox="1">
              <a:spLocks noChangeArrowheads="1"/>
            </p:cNvSpPr>
            <p:nvPr/>
          </p:nvSpPr>
          <p:spPr bwMode="auto">
            <a:xfrm>
              <a:off x="5193" y="3106"/>
              <a:ext cx="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x</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2545" name="Text Box 20">
              <a:extLst>
                <a:ext uri="{FF2B5EF4-FFF2-40B4-BE49-F238E27FC236}">
                  <a16:creationId xmlns:a16="http://schemas.microsoft.com/office/drawing/2014/main" id="{6B46E96B-EBD2-4587-B95A-7A1D152999E0}"/>
                </a:ext>
              </a:extLst>
            </p:cNvPr>
            <p:cNvSpPr txBox="1">
              <a:spLocks noChangeArrowheads="1"/>
            </p:cNvSpPr>
            <p:nvPr/>
          </p:nvSpPr>
          <p:spPr bwMode="auto">
            <a:xfrm>
              <a:off x="4068" y="2482"/>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00"/>
                  </a:solidFill>
                  <a:latin typeface="Times New Roman" panose="02020603050405020304" pitchFamily="18" charset="0"/>
                  <a:ea typeface="宋体" panose="02010600030101010101" pitchFamily="2" charset="-122"/>
                </a:rPr>
                <a:t>y</a:t>
              </a:r>
              <a:endParaRPr kumimoji="1" lang="en-US" altLang="zh-CN" b="0">
                <a:solidFill>
                  <a:schemeClr val="tx1"/>
                </a:solidFill>
                <a:latin typeface="Times New Roman" panose="02020603050405020304" pitchFamily="18" charset="0"/>
                <a:ea typeface="宋体" panose="02010600030101010101" pitchFamily="2" charset="-122"/>
              </a:endParaRPr>
            </a:p>
          </p:txBody>
        </p:sp>
        <p:grpSp>
          <p:nvGrpSpPr>
            <p:cNvPr id="22546" name="Group 21">
              <a:extLst>
                <a:ext uri="{FF2B5EF4-FFF2-40B4-BE49-F238E27FC236}">
                  <a16:creationId xmlns:a16="http://schemas.microsoft.com/office/drawing/2014/main" id="{40566FED-E496-4DBB-AC42-A6C37E914008}"/>
                </a:ext>
              </a:extLst>
            </p:cNvPr>
            <p:cNvGrpSpPr>
              <a:grpSpLocks/>
            </p:cNvGrpSpPr>
            <p:nvPr/>
          </p:nvGrpSpPr>
          <p:grpSpPr bwMode="auto">
            <a:xfrm>
              <a:off x="4164" y="2674"/>
              <a:ext cx="1008" cy="1185"/>
              <a:chOff x="6144" y="1248"/>
              <a:chExt cx="1008" cy="1185"/>
            </a:xfrm>
          </p:grpSpPr>
          <p:sp>
            <p:nvSpPr>
              <p:cNvPr id="17" name="Line 22">
                <a:extLst>
                  <a:ext uri="{FF2B5EF4-FFF2-40B4-BE49-F238E27FC236}">
                    <a16:creationId xmlns:a16="http://schemas.microsoft.com/office/drawing/2014/main" id="{8CF777DF-0B76-4397-A3C9-62957A99D9E9}"/>
                  </a:ext>
                </a:extLst>
              </p:cNvPr>
              <p:cNvSpPr>
                <a:spLocks noChangeShapeType="1"/>
              </p:cNvSpPr>
              <p:nvPr/>
            </p:nvSpPr>
            <p:spPr bwMode="auto">
              <a:xfrm flipH="1">
                <a:off x="6192" y="1680"/>
                <a:ext cx="528" cy="528"/>
              </a:xfrm>
              <a:prstGeom prst="line">
                <a:avLst/>
              </a:prstGeom>
              <a:noFill/>
              <a:ln w="76200">
                <a:solidFill>
                  <a:srgbClr val="66FF33"/>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8" name="Line 23">
                <a:extLst>
                  <a:ext uri="{FF2B5EF4-FFF2-40B4-BE49-F238E27FC236}">
                    <a16:creationId xmlns:a16="http://schemas.microsoft.com/office/drawing/2014/main" id="{D5975512-5D24-45B6-92DD-A51B61437A6F}"/>
                  </a:ext>
                </a:extLst>
              </p:cNvPr>
              <p:cNvSpPr>
                <a:spLocks noChangeShapeType="1"/>
              </p:cNvSpPr>
              <p:nvPr/>
            </p:nvSpPr>
            <p:spPr bwMode="auto">
              <a:xfrm flipV="1">
                <a:off x="6720" y="1248"/>
                <a:ext cx="432" cy="432"/>
              </a:xfrm>
              <a:prstGeom prst="line">
                <a:avLst/>
              </a:prstGeom>
              <a:noFill/>
              <a:ln w="38100">
                <a:solidFill>
                  <a:srgbClr val="66FF33"/>
                </a:solidFill>
                <a:prstDash val="sysDot"/>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sp>
            <p:nvSpPr>
              <p:cNvPr id="19" name="Freeform 24">
                <a:extLst>
                  <a:ext uri="{FF2B5EF4-FFF2-40B4-BE49-F238E27FC236}">
                    <a16:creationId xmlns:a16="http://schemas.microsoft.com/office/drawing/2014/main" id="{1C3FD04C-A928-4089-B45E-4BC7CB3F7048}"/>
                  </a:ext>
                </a:extLst>
              </p:cNvPr>
              <p:cNvSpPr>
                <a:spLocks/>
              </p:cNvSpPr>
              <p:nvPr/>
            </p:nvSpPr>
            <p:spPr bwMode="auto">
              <a:xfrm>
                <a:off x="6864" y="1530"/>
                <a:ext cx="72" cy="126"/>
              </a:xfrm>
              <a:custGeom>
                <a:avLst/>
                <a:gdLst/>
                <a:ahLst/>
                <a:cxnLst>
                  <a:cxn ang="0">
                    <a:pos x="12" y="18"/>
                  </a:cxn>
                  <a:cxn ang="0">
                    <a:pos x="60" y="90"/>
                  </a:cxn>
                  <a:cxn ang="0">
                    <a:pos x="72" y="126"/>
                  </a:cxn>
                </a:cxnLst>
                <a:rect l="0" t="0" r="r" b="b"/>
                <a:pathLst>
                  <a:path w="72" h="126">
                    <a:moveTo>
                      <a:pt x="12" y="18"/>
                    </a:moveTo>
                    <a:cubicBezTo>
                      <a:pt x="41" y="104"/>
                      <a:pt x="0" y="0"/>
                      <a:pt x="60" y="90"/>
                    </a:cubicBezTo>
                    <a:cubicBezTo>
                      <a:pt x="67" y="101"/>
                      <a:pt x="72" y="126"/>
                      <a:pt x="72" y="126"/>
                    </a:cubicBezTo>
                  </a:path>
                </a:pathLst>
              </a:custGeom>
              <a:noFill/>
              <a:ln w="38100" cmpd="sng">
                <a:solidFill>
                  <a:srgbClr val="33CCFF"/>
                </a:solidFill>
                <a:round/>
                <a:headEnd/>
                <a:tailEn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22555" name="Object 25">
                <a:extLst>
                  <a:ext uri="{FF2B5EF4-FFF2-40B4-BE49-F238E27FC236}">
                    <a16:creationId xmlns:a16="http://schemas.microsoft.com/office/drawing/2014/main" id="{65A4E68F-5358-4136-BA6A-BCBD2EBA17E2}"/>
                  </a:ext>
                </a:extLst>
              </p:cNvPr>
              <p:cNvGraphicFramePr>
                <a:graphicFrameLocks noChangeAspect="1"/>
              </p:cNvGraphicFramePr>
              <p:nvPr/>
            </p:nvGraphicFramePr>
            <p:xfrm>
              <a:off x="6960" y="1440"/>
              <a:ext cx="171" cy="240"/>
            </p:xfrm>
            <a:graphic>
              <a:graphicData uri="http://schemas.openxmlformats.org/presentationml/2006/ole">
                <mc:AlternateContent xmlns:mc="http://schemas.openxmlformats.org/markup-compatibility/2006">
                  <mc:Choice xmlns:v="urn:schemas-microsoft-com:vml" Requires="v">
                    <p:oleObj name="公式" r:id="rId2" imgW="106493" imgH="152622" progId="Equation.3">
                      <p:embed/>
                    </p:oleObj>
                  </mc:Choice>
                  <mc:Fallback>
                    <p:oleObj name="公式" r:id="rId2" imgW="106493" imgH="152622" progId="Equation.3">
                      <p:embed/>
                      <p:pic>
                        <p:nvPicPr>
                          <p:cNvPr id="22555" name="Object 25">
                            <a:extLst>
                              <a:ext uri="{FF2B5EF4-FFF2-40B4-BE49-F238E27FC236}">
                                <a16:creationId xmlns:a16="http://schemas.microsoft.com/office/drawing/2014/main" id="{65A4E68F-5358-4136-BA6A-BCBD2EBA1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 y="1440"/>
                            <a:ext cx="17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6" name="Text Box 26">
                <a:extLst>
                  <a:ext uri="{FF2B5EF4-FFF2-40B4-BE49-F238E27FC236}">
                    <a16:creationId xmlns:a16="http://schemas.microsoft.com/office/drawing/2014/main" id="{44E13EB7-48B6-4478-AACC-F0EC155B5668}"/>
                  </a:ext>
                </a:extLst>
              </p:cNvPr>
              <p:cNvSpPr txBox="1">
                <a:spLocks noChangeArrowheads="1"/>
              </p:cNvSpPr>
              <p:nvPr/>
            </p:nvSpPr>
            <p:spPr bwMode="auto">
              <a:xfrm>
                <a:off x="6144" y="2106"/>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66"/>
                    </a:solidFill>
                    <a:latin typeface="Times New Roman" panose="02020603050405020304" pitchFamily="18" charset="0"/>
                    <a:ea typeface="宋体" panose="02010600030101010101" pitchFamily="2" charset="-122"/>
                  </a:rPr>
                  <a:t>A</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22557" name="Text Box 27">
                <a:extLst>
                  <a:ext uri="{FF2B5EF4-FFF2-40B4-BE49-F238E27FC236}">
                    <a16:creationId xmlns:a16="http://schemas.microsoft.com/office/drawing/2014/main" id="{DDED0C60-1E8A-4D49-B21A-E1334991E2F4}"/>
                  </a:ext>
                </a:extLst>
              </p:cNvPr>
              <p:cNvSpPr txBox="1">
                <a:spLocks noChangeArrowheads="1"/>
              </p:cNvSpPr>
              <p:nvPr/>
            </p:nvSpPr>
            <p:spPr bwMode="auto">
              <a:xfrm>
                <a:off x="6503" y="1401"/>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solidFill>
                      <a:srgbClr val="FFFF66"/>
                    </a:solidFill>
                    <a:latin typeface="Times New Roman" panose="02020603050405020304" pitchFamily="18" charset="0"/>
                    <a:ea typeface="宋体" panose="02010600030101010101" pitchFamily="2" charset="-122"/>
                  </a:rPr>
                  <a:t>B</a:t>
                </a:r>
                <a:endParaRPr kumimoji="1" lang="en-US" altLang="zh-CN" b="0">
                  <a:solidFill>
                    <a:schemeClr val="tx1"/>
                  </a:solidFill>
                  <a:latin typeface="Times New Roman" panose="02020603050405020304" pitchFamily="18" charset="0"/>
                  <a:ea typeface="宋体" panose="02010600030101010101" pitchFamily="2" charset="-122"/>
                </a:endParaRPr>
              </a:p>
            </p:txBody>
          </p:sp>
          <p:graphicFrame>
            <p:nvGraphicFramePr>
              <p:cNvPr id="22558" name="Object 28">
                <a:extLst>
                  <a:ext uri="{FF2B5EF4-FFF2-40B4-BE49-F238E27FC236}">
                    <a16:creationId xmlns:a16="http://schemas.microsoft.com/office/drawing/2014/main" id="{F191C054-47DC-4130-98E5-084010882CA5}"/>
                  </a:ext>
                </a:extLst>
              </p:cNvPr>
              <p:cNvGraphicFramePr>
                <a:graphicFrameLocks noChangeAspect="1"/>
              </p:cNvGraphicFramePr>
              <p:nvPr/>
            </p:nvGraphicFramePr>
            <p:xfrm>
              <a:off x="6693" y="1584"/>
              <a:ext cx="363" cy="448"/>
            </p:xfrm>
            <a:graphic>
              <a:graphicData uri="http://schemas.openxmlformats.org/presentationml/2006/ole">
                <mc:AlternateContent xmlns:mc="http://schemas.openxmlformats.org/markup-compatibility/2006">
                  <mc:Choice xmlns:v="urn:schemas-microsoft-com:vml" Requires="v">
                    <p:oleObj name="公式" r:id="rId4" imgW="144811" imgH="183046" progId="Equation.3">
                      <p:embed/>
                    </p:oleObj>
                  </mc:Choice>
                  <mc:Fallback>
                    <p:oleObj name="公式" r:id="rId4" imgW="144811" imgH="183046" progId="Equation.3">
                      <p:embed/>
                      <p:pic>
                        <p:nvPicPr>
                          <p:cNvPr id="22558" name="Object 28">
                            <a:extLst>
                              <a:ext uri="{FF2B5EF4-FFF2-40B4-BE49-F238E27FC236}">
                                <a16:creationId xmlns:a16="http://schemas.microsoft.com/office/drawing/2014/main" id="{F191C054-47DC-4130-98E5-084010882C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3" y="1584"/>
                            <a:ext cx="363" cy="4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2547" name="Group 29">
              <a:extLst>
                <a:ext uri="{FF2B5EF4-FFF2-40B4-BE49-F238E27FC236}">
                  <a16:creationId xmlns:a16="http://schemas.microsoft.com/office/drawing/2014/main" id="{3AF0D9EF-7721-45EE-B71C-EB21977AC574}"/>
                </a:ext>
              </a:extLst>
            </p:cNvPr>
            <p:cNvGrpSpPr>
              <a:grpSpLocks/>
            </p:cNvGrpSpPr>
            <p:nvPr/>
          </p:nvGrpSpPr>
          <p:grpSpPr bwMode="auto">
            <a:xfrm>
              <a:off x="4500" y="2387"/>
              <a:ext cx="282" cy="910"/>
              <a:chOff x="2972" y="3313"/>
              <a:chExt cx="282" cy="910"/>
            </a:xfrm>
          </p:grpSpPr>
          <p:sp>
            <p:nvSpPr>
              <p:cNvPr id="13" name="Line 30">
                <a:extLst>
                  <a:ext uri="{FF2B5EF4-FFF2-40B4-BE49-F238E27FC236}">
                    <a16:creationId xmlns:a16="http://schemas.microsoft.com/office/drawing/2014/main" id="{FDF6BBDB-C7A3-44E8-BB58-9F8457AF1196}"/>
                  </a:ext>
                </a:extLst>
              </p:cNvPr>
              <p:cNvSpPr>
                <a:spLocks noChangeShapeType="1"/>
              </p:cNvSpPr>
              <p:nvPr/>
            </p:nvSpPr>
            <p:spPr bwMode="auto">
              <a:xfrm rot="5400000" flipH="1">
                <a:off x="2565" y="3812"/>
                <a:ext cx="818" cy="4"/>
              </a:xfrm>
              <a:prstGeom prst="line">
                <a:avLst/>
              </a:prstGeom>
              <a:noFill/>
              <a:ln w="38100">
                <a:solidFill>
                  <a:schemeClr val="bg1"/>
                </a:solidFill>
                <a:round/>
                <a:headEnd/>
                <a:tailEnd type="triangle" w="sm" len="lg"/>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nvGrpSpPr>
              <p:cNvPr id="22549" name="Group 31">
                <a:extLst>
                  <a:ext uri="{FF2B5EF4-FFF2-40B4-BE49-F238E27FC236}">
                    <a16:creationId xmlns:a16="http://schemas.microsoft.com/office/drawing/2014/main" id="{83F5236F-3A64-4BA7-9B7E-585F79AC4A18}"/>
                  </a:ext>
                </a:extLst>
              </p:cNvPr>
              <p:cNvGrpSpPr>
                <a:grpSpLocks/>
              </p:cNvGrpSpPr>
              <p:nvPr/>
            </p:nvGrpSpPr>
            <p:grpSpPr bwMode="auto">
              <a:xfrm>
                <a:off x="3017" y="3313"/>
                <a:ext cx="237" cy="327"/>
                <a:chOff x="4128" y="2353"/>
                <a:chExt cx="283" cy="327"/>
              </a:xfrm>
            </p:grpSpPr>
            <p:sp>
              <p:nvSpPr>
                <p:cNvPr id="22550" name="Text Box 32">
                  <a:extLst>
                    <a:ext uri="{FF2B5EF4-FFF2-40B4-BE49-F238E27FC236}">
                      <a16:creationId xmlns:a16="http://schemas.microsoft.com/office/drawing/2014/main" id="{E6C36575-684D-4E3D-8E44-E79B8F6ABE31}"/>
                    </a:ext>
                  </a:extLst>
                </p:cNvPr>
                <p:cNvSpPr txBox="1">
                  <a:spLocks noChangeArrowheads="1"/>
                </p:cNvSpPr>
                <p:nvPr/>
              </p:nvSpPr>
              <p:spPr bwMode="auto">
                <a:xfrm>
                  <a:off x="4128" y="2353"/>
                  <a:ext cx="2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2800" i="1">
                      <a:latin typeface="Bookman Old Style" panose="02050604050505020204" pitchFamily="18" charset="0"/>
                      <a:ea typeface="宋体" panose="02010600030101010101" pitchFamily="2" charset="-122"/>
                    </a:rPr>
                    <a:t>v</a:t>
                  </a:r>
                  <a:endParaRPr kumimoji="1" lang="en-US" altLang="zh-CN" b="0">
                    <a:latin typeface="Bookman Old Style" panose="02050604050505020204" pitchFamily="18" charset="0"/>
                    <a:ea typeface="宋体" panose="02010600030101010101" pitchFamily="2" charset="-122"/>
                  </a:endParaRPr>
                </a:p>
              </p:txBody>
            </p:sp>
            <p:sp>
              <p:nvSpPr>
                <p:cNvPr id="16" name="Line 33">
                  <a:extLst>
                    <a:ext uri="{FF2B5EF4-FFF2-40B4-BE49-F238E27FC236}">
                      <a16:creationId xmlns:a16="http://schemas.microsoft.com/office/drawing/2014/main" id="{92098848-18DD-42F7-9C60-26DE26985028}"/>
                    </a:ext>
                  </a:extLst>
                </p:cNvPr>
                <p:cNvSpPr>
                  <a:spLocks noChangeShapeType="1"/>
                </p:cNvSpPr>
                <p:nvPr/>
              </p:nvSpPr>
              <p:spPr bwMode="auto">
                <a:xfrm>
                  <a:off x="4138" y="2406"/>
                  <a:ext cx="240" cy="0"/>
                </a:xfrm>
                <a:prstGeom prst="line">
                  <a:avLst/>
                </a:prstGeom>
                <a:noFill/>
                <a:ln w="38100">
                  <a:solidFill>
                    <a:schemeClr val="bg1"/>
                  </a:solidFill>
                  <a:round/>
                  <a:headEnd/>
                  <a:tailEnd type="triangle" w="med" len="med"/>
                </a:ln>
                <a:effectLst/>
              </p:spPr>
              <p:txBody>
                <a:bodyPr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pSp>
        </p:grpSp>
      </p:grpSp>
      <p:sp>
        <p:nvSpPr>
          <p:cNvPr id="24" name="Text Box 34">
            <a:extLst>
              <a:ext uri="{FF2B5EF4-FFF2-40B4-BE49-F238E27FC236}">
                <a16:creationId xmlns:a16="http://schemas.microsoft.com/office/drawing/2014/main" id="{45507CC6-83F4-4053-884A-A122E002236B}"/>
              </a:ext>
            </a:extLst>
          </p:cNvPr>
          <p:cNvSpPr txBox="1">
            <a:spLocks noChangeArrowheads="1"/>
          </p:cNvSpPr>
          <p:nvPr/>
        </p:nvSpPr>
        <p:spPr bwMode="auto">
          <a:xfrm>
            <a:off x="220663" y="3122613"/>
            <a:ext cx="5445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gn="ctr" eaLnBrk="1" hangingPunct="1"/>
            <a:r>
              <a:rPr kumimoji="1" lang="zh-CN" altLang="en-US">
                <a:solidFill>
                  <a:srgbClr val="FFFF00"/>
                </a:solidFill>
                <a:latin typeface="Times New Roman" panose="02020603050405020304" pitchFamily="18" charset="0"/>
                <a:ea typeface="宋体" panose="02010600030101010101" pitchFamily="2" charset="-122"/>
              </a:rPr>
              <a:t>思考题</a:t>
            </a:r>
          </a:p>
        </p:txBody>
      </p:sp>
      <p:graphicFrame>
        <p:nvGraphicFramePr>
          <p:cNvPr id="25" name="Object 35">
            <a:extLst>
              <a:ext uri="{FF2B5EF4-FFF2-40B4-BE49-F238E27FC236}">
                <a16:creationId xmlns:a16="http://schemas.microsoft.com/office/drawing/2014/main" id="{DD4C5290-6313-4142-BCFD-31DA53F97C57}"/>
              </a:ext>
            </a:extLst>
          </p:cNvPr>
          <p:cNvGraphicFramePr>
            <a:graphicFrameLocks/>
          </p:cNvGraphicFramePr>
          <p:nvPr/>
        </p:nvGraphicFramePr>
        <p:xfrm>
          <a:off x="1789113" y="4537075"/>
          <a:ext cx="1820862" cy="381000"/>
        </p:xfrm>
        <a:graphic>
          <a:graphicData uri="http://schemas.openxmlformats.org/presentationml/2006/ole">
            <mc:AlternateContent xmlns:mc="http://schemas.openxmlformats.org/markup-compatibility/2006">
              <mc:Choice xmlns:v="urn:schemas-microsoft-com:vml" Requires="v">
                <p:oleObj name="公式" r:id="rId6" imgW="1790482" imgH="358112" progId="Equation.3">
                  <p:embed/>
                </p:oleObj>
              </mc:Choice>
              <mc:Fallback>
                <p:oleObj name="公式" r:id="rId6" imgW="1790482" imgH="358112" progId="Equation.3">
                  <p:embed/>
                  <p:pic>
                    <p:nvPicPr>
                      <p:cNvPr id="25" name="Object 35">
                        <a:extLst>
                          <a:ext uri="{FF2B5EF4-FFF2-40B4-BE49-F238E27FC236}">
                            <a16:creationId xmlns:a16="http://schemas.microsoft.com/office/drawing/2014/main" id="{DD4C5290-6313-4142-BCFD-31DA53F97C57}"/>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9113" y="4537075"/>
                        <a:ext cx="1820862" cy="3810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36">
            <a:extLst>
              <a:ext uri="{FF2B5EF4-FFF2-40B4-BE49-F238E27FC236}">
                <a16:creationId xmlns:a16="http://schemas.microsoft.com/office/drawing/2014/main" id="{35F9D79B-1FE3-411E-B871-0E8260251C1C}"/>
              </a:ext>
            </a:extLst>
          </p:cNvPr>
          <p:cNvGraphicFramePr>
            <a:graphicFrameLocks/>
          </p:cNvGraphicFramePr>
          <p:nvPr/>
        </p:nvGraphicFramePr>
        <p:xfrm>
          <a:off x="1911350" y="5430838"/>
          <a:ext cx="1131888" cy="317500"/>
        </p:xfrm>
        <a:graphic>
          <a:graphicData uri="http://schemas.openxmlformats.org/presentationml/2006/ole">
            <mc:AlternateContent xmlns:mc="http://schemas.openxmlformats.org/markup-compatibility/2006">
              <mc:Choice xmlns:v="urn:schemas-microsoft-com:vml" Requires="v">
                <p:oleObj name="公式" r:id="rId8" imgW="1104744" imgH="297263" progId="Equation.3">
                  <p:embed/>
                </p:oleObj>
              </mc:Choice>
              <mc:Fallback>
                <p:oleObj name="公式" r:id="rId8" imgW="1104744" imgH="297263" progId="Equation.3">
                  <p:embed/>
                  <p:pic>
                    <p:nvPicPr>
                      <p:cNvPr id="26" name="Object 36">
                        <a:extLst>
                          <a:ext uri="{FF2B5EF4-FFF2-40B4-BE49-F238E27FC236}">
                            <a16:creationId xmlns:a16="http://schemas.microsoft.com/office/drawing/2014/main" id="{35F9D79B-1FE3-411E-B871-0E8260251C1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1350" y="5430838"/>
                        <a:ext cx="1131888" cy="317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37">
            <a:extLst>
              <a:ext uri="{FF2B5EF4-FFF2-40B4-BE49-F238E27FC236}">
                <a16:creationId xmlns:a16="http://schemas.microsoft.com/office/drawing/2014/main" id="{15FD25B8-D3A3-4CD1-883D-7A2993BA3181}"/>
              </a:ext>
            </a:extLst>
          </p:cNvPr>
          <p:cNvGraphicFramePr>
            <a:graphicFrameLocks/>
          </p:cNvGraphicFramePr>
          <p:nvPr/>
        </p:nvGraphicFramePr>
        <p:xfrm>
          <a:off x="1890713" y="5756275"/>
          <a:ext cx="1030287" cy="393700"/>
        </p:xfrm>
        <a:graphic>
          <a:graphicData uri="http://schemas.openxmlformats.org/presentationml/2006/ole">
            <mc:AlternateContent xmlns:mc="http://schemas.openxmlformats.org/markup-compatibility/2006">
              <mc:Choice xmlns:v="urn:schemas-microsoft-com:vml" Requires="v">
                <p:oleObj name="公式" r:id="rId10" imgW="1005716" imgH="373574" progId="Equation.3">
                  <p:embed/>
                </p:oleObj>
              </mc:Choice>
              <mc:Fallback>
                <p:oleObj name="公式" r:id="rId10" imgW="1005716" imgH="373574" progId="Equation.3">
                  <p:embed/>
                  <p:pic>
                    <p:nvPicPr>
                      <p:cNvPr id="27" name="Object 37">
                        <a:extLst>
                          <a:ext uri="{FF2B5EF4-FFF2-40B4-BE49-F238E27FC236}">
                            <a16:creationId xmlns:a16="http://schemas.microsoft.com/office/drawing/2014/main" id="{15FD25B8-D3A3-4CD1-883D-7A2993BA3181}"/>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90713" y="5756275"/>
                        <a:ext cx="1030287" cy="3937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AutoShape 38">
            <a:extLst>
              <a:ext uri="{FF2B5EF4-FFF2-40B4-BE49-F238E27FC236}">
                <a16:creationId xmlns:a16="http://schemas.microsoft.com/office/drawing/2014/main" id="{E811BA82-ACCC-4544-8D25-39BD54D26286}"/>
              </a:ext>
            </a:extLst>
          </p:cNvPr>
          <p:cNvSpPr>
            <a:spLocks/>
          </p:cNvSpPr>
          <p:nvPr/>
        </p:nvSpPr>
        <p:spPr bwMode="auto">
          <a:xfrm rot="10800000">
            <a:off x="3114675" y="5502275"/>
            <a:ext cx="288925" cy="647700"/>
          </a:xfrm>
          <a:prstGeom prst="leftBrace">
            <a:avLst>
              <a:gd name="adj1" fmla="val 18681"/>
              <a:gd name="adj2" fmla="val 50000"/>
            </a:avLst>
          </a:prstGeom>
          <a:noFill/>
          <a:ln w="22225">
            <a:solidFill>
              <a:srgbClr val="66FFFF"/>
            </a:solidFill>
            <a:round/>
            <a:headEnd/>
            <a:tailEnd/>
          </a:ln>
        </p:spPr>
        <p:txBody>
          <a:bodyPr rot="10800000" wrap="none" anchor="ctr"/>
          <a:lstStyle/>
          <a:p>
            <a:pPr algn="ctr">
              <a:lnSpc>
                <a:spcPct val="120000"/>
              </a:lnSpc>
              <a:buClr>
                <a:schemeClr val="tx2"/>
              </a:buClr>
              <a:buFont typeface="Monotype Sorts" pitchFamily="2" charset="2"/>
              <a:buChar char="&amp;"/>
              <a:defRPr/>
            </a:pPr>
            <a:endParaRPr lang="zh-CN" altLang="en-US">
              <a:effectLst>
                <a:outerShdw blurRad="38100" dist="38100" dir="2700000" algn="tl">
                  <a:srgbClr val="000000">
                    <a:alpha val="43137"/>
                  </a:srgbClr>
                </a:outerShdw>
              </a:effectLst>
            </a:endParaRPr>
          </a:p>
        </p:txBody>
      </p:sp>
      <p:graphicFrame>
        <p:nvGraphicFramePr>
          <p:cNvPr id="29" name="Object 39">
            <a:extLst>
              <a:ext uri="{FF2B5EF4-FFF2-40B4-BE49-F238E27FC236}">
                <a16:creationId xmlns:a16="http://schemas.microsoft.com/office/drawing/2014/main" id="{931B49A6-C433-4BA4-A440-0B30DEE053EB}"/>
              </a:ext>
            </a:extLst>
          </p:cNvPr>
          <p:cNvGraphicFramePr>
            <a:graphicFrameLocks/>
          </p:cNvGraphicFramePr>
          <p:nvPr/>
        </p:nvGraphicFramePr>
        <p:xfrm>
          <a:off x="3546475" y="5646738"/>
          <a:ext cx="788988" cy="304800"/>
        </p:xfrm>
        <a:graphic>
          <a:graphicData uri="http://schemas.openxmlformats.org/presentationml/2006/ole">
            <mc:AlternateContent xmlns:mc="http://schemas.openxmlformats.org/markup-compatibility/2006">
              <mc:Choice xmlns:v="urn:schemas-microsoft-com:vml" Requires="v">
                <p:oleObj name="公式" r:id="rId12" imgW="761876" imgH="281801" progId="Equation.3">
                  <p:embed/>
                </p:oleObj>
              </mc:Choice>
              <mc:Fallback>
                <p:oleObj name="公式" r:id="rId12" imgW="761876" imgH="281801" progId="Equation.3">
                  <p:embed/>
                  <p:pic>
                    <p:nvPicPr>
                      <p:cNvPr id="29" name="Object 39">
                        <a:extLst>
                          <a:ext uri="{FF2B5EF4-FFF2-40B4-BE49-F238E27FC236}">
                            <a16:creationId xmlns:a16="http://schemas.microsoft.com/office/drawing/2014/main" id="{931B49A6-C433-4BA4-A440-0B30DEE053EB}"/>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46475" y="5646738"/>
                        <a:ext cx="788988" cy="304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Text Box 40">
            <a:extLst>
              <a:ext uri="{FF2B5EF4-FFF2-40B4-BE49-F238E27FC236}">
                <a16:creationId xmlns:a16="http://schemas.microsoft.com/office/drawing/2014/main" id="{C0B0F648-4E3C-4F55-9C07-59B26F381F8D}"/>
              </a:ext>
            </a:extLst>
          </p:cNvPr>
          <p:cNvSpPr txBox="1">
            <a:spLocks noChangeArrowheads="1"/>
          </p:cNvSpPr>
          <p:nvPr/>
        </p:nvSpPr>
        <p:spPr bwMode="auto">
          <a:xfrm>
            <a:off x="4267200" y="5141913"/>
            <a:ext cx="719138"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eaLnBrk="1" hangingPunct="1"/>
            <a:r>
              <a:rPr kumimoji="1" lang="en-US" altLang="zh-CN" sz="7200" b="0">
                <a:solidFill>
                  <a:srgbClr val="00FF00"/>
                </a:solidFill>
                <a:latin typeface="Times New Roman" panose="02020603050405020304" pitchFamily="18" charset="0"/>
                <a:ea typeface="宋体" panose="02010600030101010101" pitchFamily="2" charset="-122"/>
              </a:rPr>
              <a:t>?</a:t>
            </a:r>
            <a:endParaRPr kumimoji="1" lang="en-US" altLang="zh-CN" sz="7200" b="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4000"/>
                                  </p:iterate>
                                  <p:childTnLst>
                                    <p:set>
                                      <p:cBhvr>
                                        <p:cTn id="6" dur="1" fill="hold">
                                          <p:stCondLst>
                                            <p:cond delay="0"/>
                                          </p:stCondLst>
                                        </p:cTn>
                                        <p:tgtEl>
                                          <p:spTgt spid="948226"/>
                                        </p:tgtEl>
                                        <p:attrNameLst>
                                          <p:attrName>style.visibility</p:attrName>
                                        </p:attrNameLst>
                                      </p:cBhvr>
                                      <p:to>
                                        <p:strVal val="visible"/>
                                      </p:to>
                                    </p:set>
                                    <p:animEffect transition="in" filter="wipe(left)">
                                      <p:cBhvr>
                                        <p:cTn id="7" dur="500"/>
                                        <p:tgtEl>
                                          <p:spTgt spid="948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5" presetClass="entr" presetSubtype="0" fill="hold" grpId="0" nodeType="clickEffect">
                                  <p:stCondLst>
                                    <p:cond delay="0"/>
                                  </p:stCondLst>
                                  <p:iterate type="lt">
                                    <p:tmPct val="10000"/>
                                  </p:iterate>
                                  <p:childTnLst>
                                    <p:set>
                                      <p:cBhvr>
                                        <p:cTn id="11" dur="1" fill="hold">
                                          <p:stCondLst>
                                            <p:cond delay="0"/>
                                          </p:stCondLst>
                                        </p:cTn>
                                        <p:tgtEl>
                                          <p:spTgt spid="24"/>
                                        </p:tgtEl>
                                        <p:attrNameLst>
                                          <p:attrName>style.visibility</p:attrName>
                                        </p:attrNameLst>
                                      </p:cBhvr>
                                      <p:to>
                                        <p:strVal val="visible"/>
                                      </p:to>
                                    </p:set>
                                    <p:animEffect transition="in" filter="fade">
                                      <p:cBhvr>
                                        <p:cTn id="12" dur="2000"/>
                                        <p:tgtEl>
                                          <p:spTgt spid="24"/>
                                        </p:tgtEl>
                                      </p:cBhvr>
                                    </p:animEffect>
                                    <p:anim calcmode="lin" valueType="num">
                                      <p:cBhvr>
                                        <p:cTn id="13" dur="2000" fill="hold"/>
                                        <p:tgtEl>
                                          <p:spTgt spid="24"/>
                                        </p:tgtEl>
                                        <p:attrNameLst>
                                          <p:attrName>ppt_w</p:attrName>
                                        </p:attrNameLst>
                                      </p:cBhvr>
                                      <p:tavLst>
                                        <p:tav tm="0" fmla="#ppt_w*sin(2.5*pi*$)">
                                          <p:val>
                                            <p:fltVal val="0"/>
                                          </p:val>
                                        </p:tav>
                                        <p:tav tm="100000">
                                          <p:val>
                                            <p:fltVal val="1"/>
                                          </p:val>
                                        </p:tav>
                                      </p:tavLst>
                                    </p:anim>
                                    <p:anim calcmode="lin" valueType="num">
                                      <p:cBhvr>
                                        <p:cTn id="14" dur="2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iterate type="wd">
                                    <p:tmPct val="100000"/>
                                  </p:iterate>
                                  <p:childTnLst>
                                    <p:set>
                                      <p:cBhvr>
                                        <p:cTn id="24" dur="1" fill="hold">
                                          <p:stCondLst>
                                            <p:cond delay="0"/>
                                          </p:stCondLst>
                                        </p:cTn>
                                        <p:tgtEl>
                                          <p:spTgt spid="3"/>
                                        </p:tgtEl>
                                        <p:attrNameLst>
                                          <p:attrName>style.visibility</p:attrName>
                                        </p:attrNameLst>
                                      </p:cBhvr>
                                      <p:to>
                                        <p:strVal val="visible"/>
                                      </p:to>
                                    </p:set>
                                    <p:animEffect transition="in" filter="wipe(left)">
                                      <p:cBhvr>
                                        <p:cTn id="25" dur="1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2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26"/>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2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42"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barn(outHorizontal)">
                                      <p:cBhvr>
                                        <p:cTn id="41" dur="500"/>
                                        <p:tgtEl>
                                          <p:spTgt spid="28"/>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29"/>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45" presetClass="entr" presetSubtype="0" fill="hold" grpId="0" nodeType="clickEffect">
                                  <p:stCondLst>
                                    <p:cond delay="0"/>
                                  </p:stCondLst>
                                  <p:iterate type="lt">
                                    <p:tmPct val="10000"/>
                                  </p:iterate>
                                  <p:childTnLst>
                                    <p:set>
                                      <p:cBhvr>
                                        <p:cTn id="48" dur="1" fill="hold">
                                          <p:stCondLst>
                                            <p:cond delay="0"/>
                                          </p:stCondLst>
                                        </p:cTn>
                                        <p:tgtEl>
                                          <p:spTgt spid="30"/>
                                        </p:tgtEl>
                                        <p:attrNameLst>
                                          <p:attrName>style.visibility</p:attrName>
                                        </p:attrNameLst>
                                      </p:cBhvr>
                                      <p:to>
                                        <p:strVal val="visible"/>
                                      </p:to>
                                    </p:set>
                                    <p:animEffect transition="in" filter="fade">
                                      <p:cBhvr>
                                        <p:cTn id="49" dur="2000"/>
                                        <p:tgtEl>
                                          <p:spTgt spid="30"/>
                                        </p:tgtEl>
                                      </p:cBhvr>
                                    </p:animEffect>
                                    <p:anim calcmode="lin" valueType="num">
                                      <p:cBhvr>
                                        <p:cTn id="50" dur="2000" fill="hold"/>
                                        <p:tgtEl>
                                          <p:spTgt spid="30"/>
                                        </p:tgtEl>
                                        <p:attrNameLst>
                                          <p:attrName>ppt_w</p:attrName>
                                        </p:attrNameLst>
                                      </p:cBhvr>
                                      <p:tavLst>
                                        <p:tav tm="0" fmla="#ppt_w*sin(2.5*pi*$)">
                                          <p:val>
                                            <p:fltVal val="0"/>
                                          </p:val>
                                        </p:tav>
                                        <p:tav tm="100000">
                                          <p:val>
                                            <p:fltVal val="1"/>
                                          </p:val>
                                        </p:tav>
                                      </p:tavLst>
                                    </p:anim>
                                    <p:anim calcmode="lin" valueType="num">
                                      <p:cBhvr>
                                        <p:cTn id="51" dur="2000" fill="hold"/>
                                        <p:tgtEl>
                                          <p:spTgt spid="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26" grpId="0"/>
      <p:bldP spid="3" grpId="0"/>
      <p:bldP spid="24" grpId="0"/>
      <p:bldP spid="28" grpId="0" animBg="1"/>
      <p:bldP spid="3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a:extLst>
              <a:ext uri="{FF2B5EF4-FFF2-40B4-BE49-F238E27FC236}">
                <a16:creationId xmlns:a16="http://schemas.microsoft.com/office/drawing/2014/main" id="{B07E99D7-FAD2-CA18-F438-C18EA78EC824}"/>
              </a:ext>
            </a:extLst>
          </p:cNvPr>
          <p:cNvSpPr>
            <a:spLocks noChangeArrowheads="1"/>
          </p:cNvSpPr>
          <p:nvPr/>
        </p:nvSpPr>
        <p:spPr bwMode="auto">
          <a:xfrm>
            <a:off x="1497013" y="3548063"/>
            <a:ext cx="7646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即趋于低速时，物理量必须趋于经典理论中相应的量。</a:t>
            </a:r>
          </a:p>
        </p:txBody>
      </p:sp>
      <p:sp>
        <p:nvSpPr>
          <p:cNvPr id="924675" name="Rectangle 3">
            <a:extLst>
              <a:ext uri="{FF2B5EF4-FFF2-40B4-BE49-F238E27FC236}">
                <a16:creationId xmlns:a16="http://schemas.microsoft.com/office/drawing/2014/main" id="{6BD52242-C8CF-400A-46B8-8E8A5571250C}"/>
              </a:ext>
            </a:extLst>
          </p:cNvPr>
          <p:cNvSpPr>
            <a:spLocks noChangeArrowheads="1"/>
          </p:cNvSpPr>
          <p:nvPr/>
        </p:nvSpPr>
        <p:spPr bwMode="auto">
          <a:xfrm>
            <a:off x="755650" y="1171575"/>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物理概念：动量，质量，能量，</a:t>
            </a:r>
            <a:r>
              <a:rPr kumimoji="1" lang="en-US" altLang="zh-CN">
                <a:latin typeface="Times New Roman" panose="02020603050405020304" pitchFamily="18" charset="0"/>
              </a:rPr>
              <a:t>……</a:t>
            </a:r>
          </a:p>
        </p:txBody>
      </p:sp>
      <p:sp>
        <p:nvSpPr>
          <p:cNvPr id="924676" name="AutoShape 4">
            <a:extLst>
              <a:ext uri="{FF2B5EF4-FFF2-40B4-BE49-F238E27FC236}">
                <a16:creationId xmlns:a16="http://schemas.microsoft.com/office/drawing/2014/main" id="{DE7350ED-C2E9-E610-5785-6966265F9E54}"/>
              </a:ext>
            </a:extLst>
          </p:cNvPr>
          <p:cNvSpPr>
            <a:spLocks noChangeArrowheads="1"/>
          </p:cNvSpPr>
          <p:nvPr/>
        </p:nvSpPr>
        <p:spPr bwMode="auto">
          <a:xfrm>
            <a:off x="5867400" y="1311275"/>
            <a:ext cx="838200" cy="246063"/>
          </a:xfrm>
          <a:prstGeom prst="leftRightArrow">
            <a:avLst>
              <a:gd name="adj1" fmla="val 31815"/>
              <a:gd name="adj2" fmla="val 68381"/>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924677" name="Rectangle 5">
            <a:extLst>
              <a:ext uri="{FF2B5EF4-FFF2-40B4-BE49-F238E27FC236}">
                <a16:creationId xmlns:a16="http://schemas.microsoft.com/office/drawing/2014/main" id="{476D23A1-1F75-39F1-AB45-80A5BA04F79D}"/>
              </a:ext>
            </a:extLst>
          </p:cNvPr>
          <p:cNvSpPr>
            <a:spLocks noChangeArrowheads="1"/>
          </p:cNvSpPr>
          <p:nvPr/>
        </p:nvSpPr>
        <p:spPr bwMode="auto">
          <a:xfrm>
            <a:off x="6732588" y="1171575"/>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重新审视</a:t>
            </a:r>
          </a:p>
        </p:txBody>
      </p:sp>
      <p:sp>
        <p:nvSpPr>
          <p:cNvPr id="924678" name="Rectangle 6">
            <a:extLst>
              <a:ext uri="{FF2B5EF4-FFF2-40B4-BE49-F238E27FC236}">
                <a16:creationId xmlns:a16="http://schemas.microsoft.com/office/drawing/2014/main" id="{4508AE22-96C2-232C-AD2E-2F1672204395}"/>
              </a:ext>
            </a:extLst>
          </p:cNvPr>
          <p:cNvSpPr>
            <a:spLocks noChangeArrowheads="1"/>
          </p:cNvSpPr>
          <p:nvPr/>
        </p:nvSpPr>
        <p:spPr bwMode="auto">
          <a:xfrm>
            <a:off x="1000125" y="2154238"/>
            <a:ext cx="678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rPr>
              <a:t>(1)  </a:t>
            </a:r>
            <a:r>
              <a:rPr kumimoji="1" lang="zh-CN" altLang="en-US">
                <a:latin typeface="Times New Roman" panose="02020603050405020304" pitchFamily="18" charset="0"/>
              </a:rPr>
              <a:t>应符合爱因斯坦的狭义相对性原理</a:t>
            </a:r>
          </a:p>
        </p:txBody>
      </p:sp>
      <p:sp>
        <p:nvSpPr>
          <p:cNvPr id="924679" name="Rectangle 7">
            <a:extLst>
              <a:ext uri="{FF2B5EF4-FFF2-40B4-BE49-F238E27FC236}">
                <a16:creationId xmlns:a16="http://schemas.microsoft.com/office/drawing/2014/main" id="{F22CCF15-8A26-6C46-E957-47B54D99967C}"/>
              </a:ext>
            </a:extLst>
          </p:cNvPr>
          <p:cNvSpPr>
            <a:spLocks noChangeArrowheads="1"/>
          </p:cNvSpPr>
          <p:nvPr/>
        </p:nvSpPr>
        <p:spPr bwMode="auto">
          <a:xfrm>
            <a:off x="971550" y="3090863"/>
            <a:ext cx="2992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rPr>
              <a:t>(2)  </a:t>
            </a:r>
            <a:r>
              <a:rPr kumimoji="1" lang="zh-CN" altLang="en-US">
                <a:latin typeface="Times New Roman" panose="02020603050405020304" pitchFamily="18" charset="0"/>
              </a:rPr>
              <a:t>应满足对应原理</a:t>
            </a:r>
          </a:p>
        </p:txBody>
      </p:sp>
      <p:sp>
        <p:nvSpPr>
          <p:cNvPr id="924680" name="Rectangle 8">
            <a:extLst>
              <a:ext uri="{FF2B5EF4-FFF2-40B4-BE49-F238E27FC236}">
                <a16:creationId xmlns:a16="http://schemas.microsoft.com/office/drawing/2014/main" id="{1869F2B2-1541-AE46-1097-80BCB240DCE6}"/>
              </a:ext>
            </a:extLst>
          </p:cNvPr>
          <p:cNvSpPr>
            <a:spLocks noChangeArrowheads="1"/>
          </p:cNvSpPr>
          <p:nvPr/>
        </p:nvSpPr>
        <p:spPr bwMode="auto">
          <a:xfrm>
            <a:off x="1525588" y="2611438"/>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即经过洛伦兹变换时保持定律形式不变。</a:t>
            </a:r>
          </a:p>
        </p:txBody>
      </p:sp>
      <p:sp>
        <p:nvSpPr>
          <p:cNvPr id="924681" name="Text Box 9">
            <a:extLst>
              <a:ext uri="{FF2B5EF4-FFF2-40B4-BE49-F238E27FC236}">
                <a16:creationId xmlns:a16="http://schemas.microsoft.com/office/drawing/2014/main" id="{C084D1AA-ECD1-83A9-EEDA-000EE7B50804}"/>
              </a:ext>
            </a:extLst>
          </p:cNvPr>
          <p:cNvSpPr txBox="1">
            <a:spLocks noChangeArrowheads="1"/>
          </p:cNvSpPr>
          <p:nvPr/>
        </p:nvSpPr>
        <p:spPr bwMode="auto">
          <a:xfrm>
            <a:off x="754063" y="1603375"/>
            <a:ext cx="117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66FFFF"/>
                </a:solidFill>
                <a:latin typeface="Times New Roman" panose="02020603050405020304" pitchFamily="18" charset="0"/>
              </a:rPr>
              <a:t>原则</a:t>
            </a:r>
          </a:p>
        </p:txBody>
      </p:sp>
      <p:sp>
        <p:nvSpPr>
          <p:cNvPr id="924682" name="Text Box 10">
            <a:extLst>
              <a:ext uri="{FF2B5EF4-FFF2-40B4-BE49-F238E27FC236}">
                <a16:creationId xmlns:a16="http://schemas.microsoft.com/office/drawing/2014/main" id="{97FC1956-B5EE-234C-135D-5972D6451211}"/>
              </a:ext>
            </a:extLst>
          </p:cNvPr>
          <p:cNvSpPr txBox="1">
            <a:spLocks noChangeArrowheads="1"/>
          </p:cNvSpPr>
          <p:nvPr/>
        </p:nvSpPr>
        <p:spPr bwMode="auto">
          <a:xfrm>
            <a:off x="1600200" y="339725"/>
            <a:ext cx="685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en-US" altLang="zh-CN" sz="3600">
                <a:solidFill>
                  <a:srgbClr val="66FF33"/>
                </a:solidFill>
                <a:latin typeface="Times New Roman" panose="02020603050405020304" pitchFamily="18" charset="0"/>
                <a:ea typeface="黑体" panose="02010609060101010101" pitchFamily="49" charset="-122"/>
              </a:rPr>
              <a:t>§15.6  </a:t>
            </a:r>
            <a:r>
              <a:rPr kumimoji="1" lang="zh-CN" altLang="en-US" sz="3200">
                <a:solidFill>
                  <a:srgbClr val="66FF33"/>
                </a:solidFill>
                <a:latin typeface="Times New Roman" panose="02020603050405020304" pitchFamily="18" charset="0"/>
                <a:ea typeface="黑体" panose="02010609060101010101" pitchFamily="49" charset="-122"/>
              </a:rPr>
              <a:t>狭义相对论质点动力学简介</a:t>
            </a:r>
          </a:p>
        </p:txBody>
      </p:sp>
      <p:sp>
        <p:nvSpPr>
          <p:cNvPr id="924683" name="Text Box 11">
            <a:extLst>
              <a:ext uri="{FF2B5EF4-FFF2-40B4-BE49-F238E27FC236}">
                <a16:creationId xmlns:a16="http://schemas.microsoft.com/office/drawing/2014/main" id="{AD8121D9-1A01-7B09-84F2-508BC3B01B78}"/>
              </a:ext>
            </a:extLst>
          </p:cNvPr>
          <p:cNvSpPr txBox="1">
            <a:spLocks noChangeArrowheads="1"/>
          </p:cNvSpPr>
          <p:nvPr/>
        </p:nvSpPr>
        <p:spPr bwMode="auto">
          <a:xfrm>
            <a:off x="192088" y="4133850"/>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sz="2800">
                <a:solidFill>
                  <a:srgbClr val="FFFF00"/>
                </a:solidFill>
                <a:latin typeface="宋体" panose="02010600030101010101" pitchFamily="2" charset="-122"/>
                <a:ea typeface="宋体" panose="02010600030101010101" pitchFamily="2" charset="-122"/>
              </a:rPr>
              <a:t>一</a:t>
            </a:r>
            <a:r>
              <a:rPr kumimoji="1" lang="en-US" altLang="zh-CN" sz="2800">
                <a:solidFill>
                  <a:srgbClr val="FFFF00"/>
                </a:solidFill>
                <a:latin typeface="宋体" panose="02010600030101010101" pitchFamily="2" charset="-122"/>
                <a:ea typeface="宋体" panose="02010600030101010101" pitchFamily="2" charset="-122"/>
              </a:rPr>
              <a:t>.</a:t>
            </a:r>
            <a:r>
              <a:rPr kumimoji="1" lang="zh-CN" altLang="en-US" sz="2800">
                <a:solidFill>
                  <a:srgbClr val="FFFF00"/>
                </a:solidFill>
                <a:latin typeface="宋体" panose="02010600030101010101" pitchFamily="2" charset="-122"/>
                <a:ea typeface="宋体" panose="02010600030101010101" pitchFamily="2" charset="-122"/>
              </a:rPr>
              <a:t>相对论质量、动量  质点动力学基本方程</a:t>
            </a:r>
          </a:p>
        </p:txBody>
      </p:sp>
      <p:sp>
        <p:nvSpPr>
          <p:cNvPr id="924684" name="Rectangle 12">
            <a:extLst>
              <a:ext uri="{FF2B5EF4-FFF2-40B4-BE49-F238E27FC236}">
                <a16:creationId xmlns:a16="http://schemas.microsoft.com/office/drawing/2014/main" id="{B48975DA-4463-E373-39CE-294927EDC0AB}"/>
              </a:ext>
            </a:extLst>
          </p:cNvPr>
          <p:cNvSpPr>
            <a:spLocks noChangeArrowheads="1"/>
          </p:cNvSpPr>
          <p:nvPr/>
        </p:nvSpPr>
        <p:spPr bwMode="auto">
          <a:xfrm>
            <a:off x="427038" y="4772025"/>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rPr>
              <a:t>1. </a:t>
            </a:r>
            <a:r>
              <a:rPr kumimoji="1" lang="zh-CN" altLang="en-US">
                <a:solidFill>
                  <a:srgbClr val="66FFFF"/>
                </a:solidFill>
                <a:latin typeface="Times New Roman" panose="02020603050405020304" pitchFamily="18" charset="0"/>
              </a:rPr>
              <a:t>质速关系</a:t>
            </a:r>
          </a:p>
        </p:txBody>
      </p:sp>
      <p:sp>
        <p:nvSpPr>
          <p:cNvPr id="924685" name="Rectangle 13">
            <a:extLst>
              <a:ext uri="{FF2B5EF4-FFF2-40B4-BE49-F238E27FC236}">
                <a16:creationId xmlns:a16="http://schemas.microsoft.com/office/drawing/2014/main" id="{92993124-44BE-0E03-D6BC-25DBB697F551}"/>
              </a:ext>
            </a:extLst>
          </p:cNvPr>
          <p:cNvSpPr>
            <a:spLocks noChangeArrowheads="1"/>
          </p:cNvSpPr>
          <p:nvPr/>
        </p:nvSpPr>
        <p:spPr bwMode="auto">
          <a:xfrm>
            <a:off x="785813" y="5311775"/>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经典理论：</a:t>
            </a:r>
          </a:p>
        </p:txBody>
      </p:sp>
      <p:graphicFrame>
        <p:nvGraphicFramePr>
          <p:cNvPr id="924686" name="Object 2">
            <a:extLst>
              <a:ext uri="{FF2B5EF4-FFF2-40B4-BE49-F238E27FC236}">
                <a16:creationId xmlns:a16="http://schemas.microsoft.com/office/drawing/2014/main" id="{9986F831-6533-DE8C-0697-72B413A7C1B4}"/>
              </a:ext>
            </a:extLst>
          </p:cNvPr>
          <p:cNvGraphicFramePr>
            <a:graphicFrameLocks/>
          </p:cNvGraphicFramePr>
          <p:nvPr/>
        </p:nvGraphicFramePr>
        <p:xfrm>
          <a:off x="2459038" y="5370513"/>
          <a:ext cx="2005012" cy="433387"/>
        </p:xfrm>
        <a:graphic>
          <a:graphicData uri="http://schemas.openxmlformats.org/presentationml/2006/ole">
            <mc:AlternateContent xmlns:mc="http://schemas.openxmlformats.org/markup-compatibility/2006">
              <mc:Choice xmlns:v="urn:schemas-microsoft-com:vml" Requires="v">
                <p:oleObj name="公式" r:id="rId2" imgW="2006280" imgH="431640" progId="Equation.3">
                  <p:embed/>
                </p:oleObj>
              </mc:Choice>
              <mc:Fallback>
                <p:oleObj name="公式" r:id="rId2" imgW="2006280" imgH="431640" progId="Equation.3">
                  <p:embed/>
                  <p:pic>
                    <p:nvPicPr>
                      <p:cNvPr id="924686" name="Object 2">
                        <a:extLst>
                          <a:ext uri="{FF2B5EF4-FFF2-40B4-BE49-F238E27FC236}">
                            <a16:creationId xmlns:a16="http://schemas.microsoft.com/office/drawing/2014/main" id="{9986F831-6533-DE8C-0697-72B413A7C1B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038" y="5370513"/>
                        <a:ext cx="2005012" cy="4333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687" name="AutoShape 15">
            <a:extLst>
              <a:ext uri="{FF2B5EF4-FFF2-40B4-BE49-F238E27FC236}">
                <a16:creationId xmlns:a16="http://schemas.microsoft.com/office/drawing/2014/main" id="{413231DA-2E5C-F947-FF01-1CE5F4903060}"/>
              </a:ext>
            </a:extLst>
          </p:cNvPr>
          <p:cNvSpPr>
            <a:spLocks noChangeArrowheads="1"/>
          </p:cNvSpPr>
          <p:nvPr/>
        </p:nvSpPr>
        <p:spPr bwMode="auto">
          <a:xfrm>
            <a:off x="4643438" y="5459413"/>
            <a:ext cx="1171575" cy="201612"/>
          </a:xfrm>
          <a:prstGeom prst="leftRightArrow">
            <a:avLst>
              <a:gd name="adj1" fmla="val 43333"/>
              <a:gd name="adj2" fmla="val 115871"/>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924688" name="Rectangle 16">
            <a:extLst>
              <a:ext uri="{FF2B5EF4-FFF2-40B4-BE49-F238E27FC236}">
                <a16:creationId xmlns:a16="http://schemas.microsoft.com/office/drawing/2014/main" id="{8F84A889-74AD-9657-F2D4-495915448E8D}"/>
              </a:ext>
            </a:extLst>
          </p:cNvPr>
          <p:cNvSpPr>
            <a:spLocks noChangeArrowheads="1"/>
          </p:cNvSpPr>
          <p:nvPr/>
        </p:nvSpPr>
        <p:spPr bwMode="auto">
          <a:xfrm>
            <a:off x="722313" y="5995988"/>
            <a:ext cx="716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FF6600"/>
              </a:buClr>
              <a:buFont typeface="Wingdings" panose="05000000000000000000" pitchFamily="2" charset="2"/>
              <a:buChar char="l"/>
            </a:pPr>
            <a:r>
              <a:rPr kumimoji="1" lang="en-US" altLang="zh-CN">
                <a:latin typeface="Times New Roman" panose="02020603050405020304" pitchFamily="18" charset="0"/>
              </a:rPr>
              <a:t>  </a:t>
            </a:r>
            <a:r>
              <a:rPr kumimoji="1" lang="zh-CN" altLang="en-US">
                <a:latin typeface="Times New Roman" panose="02020603050405020304" pitchFamily="18" charset="0"/>
              </a:rPr>
              <a:t>问题的提出：</a:t>
            </a:r>
            <a:r>
              <a:rPr kumimoji="1" lang="zh-CN" altLang="en-US">
                <a:solidFill>
                  <a:srgbClr val="FFFF00"/>
                </a:solidFill>
                <a:latin typeface="Times New Roman" panose="02020603050405020304" pitchFamily="18" charset="0"/>
              </a:rPr>
              <a:t>以两质点的弹性正碰撞为例</a:t>
            </a:r>
          </a:p>
        </p:txBody>
      </p:sp>
      <p:sp>
        <p:nvSpPr>
          <p:cNvPr id="924689" name="Rectangle 17">
            <a:extLst>
              <a:ext uri="{FF2B5EF4-FFF2-40B4-BE49-F238E27FC236}">
                <a16:creationId xmlns:a16="http://schemas.microsoft.com/office/drawing/2014/main" id="{0B81A7D7-E5EE-9464-B4ED-6DA5C139E300}"/>
              </a:ext>
            </a:extLst>
          </p:cNvPr>
          <p:cNvSpPr>
            <a:spLocks noChangeArrowheads="1"/>
          </p:cNvSpPr>
          <p:nvPr/>
        </p:nvSpPr>
        <p:spPr bwMode="auto">
          <a:xfrm>
            <a:off x="5867400" y="5300663"/>
            <a:ext cx="309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t>与物体运动无关</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246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nodeType="clickEffect">
                                  <p:stCondLst>
                                    <p:cond delay="0"/>
                                  </p:stCondLst>
                                  <p:childTnLst>
                                    <p:set>
                                      <p:cBhvr>
                                        <p:cTn id="10" dur="1" fill="hold">
                                          <p:stCondLst>
                                            <p:cond delay="0"/>
                                          </p:stCondLst>
                                        </p:cTn>
                                        <p:tgtEl>
                                          <p:spTgt spid="924675"/>
                                        </p:tgtEl>
                                        <p:attrNameLst>
                                          <p:attrName>style.visibility</p:attrName>
                                        </p:attrNameLst>
                                      </p:cBhvr>
                                      <p:to>
                                        <p:strVal val="visible"/>
                                      </p:to>
                                    </p:set>
                                    <p:animEffect transition="in" filter="slide(fromBottom)">
                                      <p:cBhvr>
                                        <p:cTn id="11" dur="300"/>
                                        <p:tgtEl>
                                          <p:spTgt spid="9246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924676"/>
                                        </p:tgtEl>
                                        <p:attrNameLst>
                                          <p:attrName>style.visibility</p:attrName>
                                        </p:attrNameLst>
                                      </p:cBhvr>
                                      <p:to>
                                        <p:strVal val="visible"/>
                                      </p:to>
                                    </p:set>
                                    <p:animEffect transition="in" filter="dissolve">
                                      <p:cBhvr>
                                        <p:cTn id="16" dur="500"/>
                                        <p:tgtEl>
                                          <p:spTgt spid="9246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924677"/>
                                        </p:tgtEl>
                                        <p:attrNameLst>
                                          <p:attrName>style.visibility</p:attrName>
                                        </p:attrNameLst>
                                      </p:cBhvr>
                                      <p:to>
                                        <p:strVal val="visible"/>
                                      </p:to>
                                    </p:set>
                                    <p:animEffect transition="in" filter="slide(fromBottom)">
                                      <p:cBhvr>
                                        <p:cTn id="21" dur="300"/>
                                        <p:tgtEl>
                                          <p:spTgt spid="9246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92468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nodeType="clickEffect">
                                  <p:stCondLst>
                                    <p:cond delay="0"/>
                                  </p:stCondLst>
                                  <p:childTnLst>
                                    <p:set>
                                      <p:cBhvr>
                                        <p:cTn id="29" dur="1" fill="hold">
                                          <p:stCondLst>
                                            <p:cond delay="0"/>
                                          </p:stCondLst>
                                        </p:cTn>
                                        <p:tgtEl>
                                          <p:spTgt spid="924678"/>
                                        </p:tgtEl>
                                        <p:attrNameLst>
                                          <p:attrName>style.visibility</p:attrName>
                                        </p:attrNameLst>
                                      </p:cBhvr>
                                      <p:to>
                                        <p:strVal val="visible"/>
                                      </p:to>
                                    </p:set>
                                    <p:anim calcmode="lin" valueType="num">
                                      <p:cBhvr additive="base">
                                        <p:cTn id="30" dur="300" fill="hold"/>
                                        <p:tgtEl>
                                          <p:spTgt spid="924678"/>
                                        </p:tgtEl>
                                        <p:attrNameLst>
                                          <p:attrName>ppt_x</p:attrName>
                                        </p:attrNameLst>
                                      </p:cBhvr>
                                      <p:tavLst>
                                        <p:tav tm="0">
                                          <p:val>
                                            <p:strVal val="1+#ppt_w/2"/>
                                          </p:val>
                                        </p:tav>
                                        <p:tav tm="100000">
                                          <p:val>
                                            <p:strVal val="#ppt_x"/>
                                          </p:val>
                                        </p:tav>
                                      </p:tavLst>
                                    </p:anim>
                                    <p:anim calcmode="lin" valueType="num">
                                      <p:cBhvr additive="base">
                                        <p:cTn id="31" dur="300" fill="hold"/>
                                        <p:tgtEl>
                                          <p:spTgt spid="924678"/>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924680"/>
                                        </p:tgtEl>
                                        <p:attrNameLst>
                                          <p:attrName>style.visibility</p:attrName>
                                        </p:attrNameLst>
                                      </p:cBhvr>
                                      <p:to>
                                        <p:strVal val="visible"/>
                                      </p:to>
                                    </p:set>
                                    <p:anim calcmode="lin" valueType="num">
                                      <p:cBhvr additive="base">
                                        <p:cTn id="36" dur="300" fill="hold"/>
                                        <p:tgtEl>
                                          <p:spTgt spid="924680"/>
                                        </p:tgtEl>
                                        <p:attrNameLst>
                                          <p:attrName>ppt_x</p:attrName>
                                        </p:attrNameLst>
                                      </p:cBhvr>
                                      <p:tavLst>
                                        <p:tav tm="0">
                                          <p:val>
                                            <p:strVal val="0-#ppt_w/2"/>
                                          </p:val>
                                        </p:tav>
                                        <p:tav tm="100000">
                                          <p:val>
                                            <p:strVal val="#ppt_x"/>
                                          </p:val>
                                        </p:tav>
                                      </p:tavLst>
                                    </p:anim>
                                    <p:anim calcmode="lin" valueType="num">
                                      <p:cBhvr additive="base">
                                        <p:cTn id="37" dur="300" fill="hold"/>
                                        <p:tgtEl>
                                          <p:spTgt spid="924680"/>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924679"/>
                                        </p:tgtEl>
                                        <p:attrNameLst>
                                          <p:attrName>style.visibility</p:attrName>
                                        </p:attrNameLst>
                                      </p:cBhvr>
                                      <p:to>
                                        <p:strVal val="visible"/>
                                      </p:to>
                                    </p:set>
                                    <p:animEffect transition="in" filter="dissolve">
                                      <p:cBhvr>
                                        <p:cTn id="42" dur="300"/>
                                        <p:tgtEl>
                                          <p:spTgt spid="9246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924674"/>
                                        </p:tgtEl>
                                        <p:attrNameLst>
                                          <p:attrName>style.visibility</p:attrName>
                                        </p:attrNameLst>
                                      </p:cBhvr>
                                      <p:to>
                                        <p:strVal val="visible"/>
                                      </p:to>
                                    </p:set>
                                    <p:animEffect transition="in" filter="slide(fromBottom)">
                                      <p:cBhvr>
                                        <p:cTn id="47" dur="300"/>
                                        <p:tgtEl>
                                          <p:spTgt spid="9246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924683"/>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4" fill="hold" nodeType="clickEffect">
                                  <p:stCondLst>
                                    <p:cond delay="0"/>
                                  </p:stCondLst>
                                  <p:childTnLst>
                                    <p:set>
                                      <p:cBhvr>
                                        <p:cTn id="55" dur="1" fill="hold">
                                          <p:stCondLst>
                                            <p:cond delay="0"/>
                                          </p:stCondLst>
                                        </p:cTn>
                                        <p:tgtEl>
                                          <p:spTgt spid="924684"/>
                                        </p:tgtEl>
                                        <p:attrNameLst>
                                          <p:attrName>style.visibility</p:attrName>
                                        </p:attrNameLst>
                                      </p:cBhvr>
                                      <p:to>
                                        <p:strVal val="visible"/>
                                      </p:to>
                                    </p:set>
                                    <p:animEffect transition="in" filter="slide(fromBottom)">
                                      <p:cBhvr>
                                        <p:cTn id="56" dur="300"/>
                                        <p:tgtEl>
                                          <p:spTgt spid="92468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924685"/>
                                        </p:tgtEl>
                                        <p:attrNameLst>
                                          <p:attrName>style.visibility</p:attrName>
                                        </p:attrNameLst>
                                      </p:cBhvr>
                                      <p:to>
                                        <p:strVal val="visible"/>
                                      </p:to>
                                    </p:set>
                                    <p:anim calcmode="lin" valueType="num">
                                      <p:cBhvr additive="base">
                                        <p:cTn id="61" dur="300" fill="hold"/>
                                        <p:tgtEl>
                                          <p:spTgt spid="924685"/>
                                        </p:tgtEl>
                                        <p:attrNameLst>
                                          <p:attrName>ppt_x</p:attrName>
                                        </p:attrNameLst>
                                      </p:cBhvr>
                                      <p:tavLst>
                                        <p:tav tm="0">
                                          <p:val>
                                            <p:strVal val="0-#ppt_w/2"/>
                                          </p:val>
                                        </p:tav>
                                        <p:tav tm="100000">
                                          <p:val>
                                            <p:strVal val="#ppt_x"/>
                                          </p:val>
                                        </p:tav>
                                      </p:tavLst>
                                    </p:anim>
                                    <p:anim calcmode="lin" valueType="num">
                                      <p:cBhvr additive="base">
                                        <p:cTn id="62" dur="300" fill="hold"/>
                                        <p:tgtEl>
                                          <p:spTgt spid="924685"/>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924686"/>
                                        </p:tgtEl>
                                        <p:attrNameLst>
                                          <p:attrName>style.visibility</p:attrName>
                                        </p:attrNameLst>
                                      </p:cBhvr>
                                      <p:to>
                                        <p:strVal val="visible"/>
                                      </p:to>
                                    </p:set>
                                    <p:animEffect transition="in" filter="wipe(left)">
                                      <p:cBhvr>
                                        <p:cTn id="67" dur="500"/>
                                        <p:tgtEl>
                                          <p:spTgt spid="9246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8" fill="hold" nodeType="clickEffect">
                                  <p:stCondLst>
                                    <p:cond delay="0"/>
                                  </p:stCondLst>
                                  <p:childTnLst>
                                    <p:set>
                                      <p:cBhvr>
                                        <p:cTn id="71" dur="1" fill="hold">
                                          <p:stCondLst>
                                            <p:cond delay="0"/>
                                          </p:stCondLst>
                                        </p:cTn>
                                        <p:tgtEl>
                                          <p:spTgt spid="924687"/>
                                        </p:tgtEl>
                                        <p:attrNameLst>
                                          <p:attrName>style.visibility</p:attrName>
                                        </p:attrNameLst>
                                      </p:cBhvr>
                                      <p:to>
                                        <p:strVal val="visible"/>
                                      </p:to>
                                    </p:set>
                                    <p:anim calcmode="lin" valueType="num">
                                      <p:cBhvr additive="base">
                                        <p:cTn id="72" dur="500" fill="hold"/>
                                        <p:tgtEl>
                                          <p:spTgt spid="924687"/>
                                        </p:tgtEl>
                                        <p:attrNameLst>
                                          <p:attrName>ppt_x</p:attrName>
                                        </p:attrNameLst>
                                      </p:cBhvr>
                                      <p:tavLst>
                                        <p:tav tm="0">
                                          <p:val>
                                            <p:strVal val="0-#ppt_w/2"/>
                                          </p:val>
                                        </p:tav>
                                        <p:tav tm="100000">
                                          <p:val>
                                            <p:strVal val="#ppt_x"/>
                                          </p:val>
                                        </p:tav>
                                      </p:tavLst>
                                    </p:anim>
                                    <p:anim calcmode="lin" valueType="num">
                                      <p:cBhvr additive="base">
                                        <p:cTn id="73" dur="500" fill="hold"/>
                                        <p:tgtEl>
                                          <p:spTgt spid="924687"/>
                                        </p:tgtEl>
                                        <p:attrNameLst>
                                          <p:attrName>ppt_y</p:attrName>
                                        </p:attrNameLst>
                                      </p:cBhvr>
                                      <p:tavLst>
                                        <p:tav tm="0">
                                          <p:val>
                                            <p:strVal val="#ppt_y"/>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nodeType="clickEffect">
                                  <p:stCondLst>
                                    <p:cond delay="0"/>
                                  </p:stCondLst>
                                  <p:childTnLst>
                                    <p:set>
                                      <p:cBhvr>
                                        <p:cTn id="77" dur="1" fill="hold">
                                          <p:stCondLst>
                                            <p:cond delay="299"/>
                                          </p:stCondLst>
                                        </p:cTn>
                                        <p:tgtEl>
                                          <p:spTgt spid="924689"/>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4" fill="hold" nodeType="clickEffect">
                                  <p:stCondLst>
                                    <p:cond delay="0"/>
                                  </p:stCondLst>
                                  <p:childTnLst>
                                    <p:set>
                                      <p:cBhvr>
                                        <p:cTn id="81" dur="1" fill="hold">
                                          <p:stCondLst>
                                            <p:cond delay="0"/>
                                          </p:stCondLst>
                                        </p:cTn>
                                        <p:tgtEl>
                                          <p:spTgt spid="924688"/>
                                        </p:tgtEl>
                                        <p:attrNameLst>
                                          <p:attrName>style.visibility</p:attrName>
                                        </p:attrNameLst>
                                      </p:cBhvr>
                                      <p:to>
                                        <p:strVal val="visible"/>
                                      </p:to>
                                    </p:set>
                                    <p:animEffect transition="in" filter="slide(fromBottom)">
                                      <p:cBhvr>
                                        <p:cTn id="82" dur="300"/>
                                        <p:tgtEl>
                                          <p:spTgt spid="924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4" grpId="0" autoUpdateAnimBg="0"/>
      <p:bldP spid="924675" grpId="0" autoUpdateAnimBg="0"/>
      <p:bldP spid="924676" grpId="0" animBg="1"/>
      <p:bldP spid="924677" grpId="0" autoUpdateAnimBg="0"/>
      <p:bldP spid="924678" grpId="0" autoUpdateAnimBg="0"/>
      <p:bldP spid="924679" grpId="0" autoUpdateAnimBg="0"/>
      <p:bldP spid="924680" grpId="0" autoUpdateAnimBg="0"/>
      <p:bldP spid="924681" grpId="0"/>
      <p:bldP spid="924682" grpId="0" autoUpdateAnimBg="0"/>
      <p:bldP spid="924683" grpId="0" autoUpdateAnimBg="0"/>
      <p:bldP spid="924684" grpId="0" autoUpdateAnimBg="0"/>
      <p:bldP spid="924685" grpId="0" autoUpdateAnimBg="0"/>
      <p:bldP spid="924687" grpId="0" animBg="1"/>
      <p:bldP spid="924688" grpId="0" autoUpdateAnimBg="0"/>
      <p:bldP spid="92468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Line 2">
            <a:extLst>
              <a:ext uri="{FF2B5EF4-FFF2-40B4-BE49-F238E27FC236}">
                <a16:creationId xmlns:a16="http://schemas.microsoft.com/office/drawing/2014/main" id="{7A886A71-431D-B1B2-7943-36D582FF5C35}"/>
              </a:ext>
            </a:extLst>
          </p:cNvPr>
          <p:cNvSpPr>
            <a:spLocks noChangeShapeType="1"/>
          </p:cNvSpPr>
          <p:nvPr/>
        </p:nvSpPr>
        <p:spPr bwMode="auto">
          <a:xfrm>
            <a:off x="5967413" y="2732088"/>
            <a:ext cx="2665412" cy="0"/>
          </a:xfrm>
          <a:prstGeom prst="line">
            <a:avLst/>
          </a:prstGeom>
          <a:noFill/>
          <a:ln w="28575">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699" name="Oval 3">
            <a:extLst>
              <a:ext uri="{FF2B5EF4-FFF2-40B4-BE49-F238E27FC236}">
                <a16:creationId xmlns:a16="http://schemas.microsoft.com/office/drawing/2014/main" id="{1ADC219A-9A1E-45BE-B327-0198FFFBB962}"/>
              </a:ext>
            </a:extLst>
          </p:cNvPr>
          <p:cNvSpPr>
            <a:spLocks noChangeArrowheads="1"/>
          </p:cNvSpPr>
          <p:nvPr/>
        </p:nvSpPr>
        <p:spPr bwMode="auto">
          <a:xfrm>
            <a:off x="6221413" y="1893888"/>
            <a:ext cx="609600" cy="609600"/>
          </a:xfrm>
          <a:prstGeom prst="ellipse">
            <a:avLst/>
          </a:pr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925700" name="Oval 4">
            <a:extLst>
              <a:ext uri="{FF2B5EF4-FFF2-40B4-BE49-F238E27FC236}">
                <a16:creationId xmlns:a16="http://schemas.microsoft.com/office/drawing/2014/main" id="{C188F6F0-EFCF-E750-2B27-5E9F41DEB16A}"/>
              </a:ext>
            </a:extLst>
          </p:cNvPr>
          <p:cNvSpPr>
            <a:spLocks noChangeArrowheads="1"/>
          </p:cNvSpPr>
          <p:nvPr/>
        </p:nvSpPr>
        <p:spPr bwMode="auto">
          <a:xfrm>
            <a:off x="7596188" y="1893888"/>
            <a:ext cx="609600" cy="609600"/>
          </a:xfrm>
          <a:prstGeom prst="ellipse">
            <a:avLst/>
          </a:pr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graphicFrame>
        <p:nvGraphicFramePr>
          <p:cNvPr id="925701" name="Object 2">
            <a:extLst>
              <a:ext uri="{FF2B5EF4-FFF2-40B4-BE49-F238E27FC236}">
                <a16:creationId xmlns:a16="http://schemas.microsoft.com/office/drawing/2014/main" id="{1E6F54FB-1A52-6AFF-F054-144AD214254E}"/>
              </a:ext>
            </a:extLst>
          </p:cNvPr>
          <p:cNvGraphicFramePr>
            <a:graphicFrameLocks/>
          </p:cNvGraphicFramePr>
          <p:nvPr/>
        </p:nvGraphicFramePr>
        <p:xfrm>
          <a:off x="1690688" y="765175"/>
          <a:ext cx="3817937" cy="434975"/>
        </p:xfrm>
        <a:graphic>
          <a:graphicData uri="http://schemas.openxmlformats.org/presentationml/2006/ole">
            <mc:AlternateContent xmlns:mc="http://schemas.openxmlformats.org/markup-compatibility/2006">
              <mc:Choice xmlns:v="urn:schemas-microsoft-com:vml" Requires="v">
                <p:oleObj name="公式" r:id="rId2" imgW="3848040" imgH="431640" progId="Equation.3">
                  <p:embed/>
                </p:oleObj>
              </mc:Choice>
              <mc:Fallback>
                <p:oleObj name="公式" r:id="rId2" imgW="3848040" imgH="431640" progId="Equation.3">
                  <p:embed/>
                  <p:pic>
                    <p:nvPicPr>
                      <p:cNvPr id="925701" name="Object 2">
                        <a:extLst>
                          <a:ext uri="{FF2B5EF4-FFF2-40B4-BE49-F238E27FC236}">
                            <a16:creationId xmlns:a16="http://schemas.microsoft.com/office/drawing/2014/main" id="{1E6F54FB-1A52-6AFF-F054-144AD214254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8" y="765175"/>
                        <a:ext cx="3817937" cy="434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02" name="Object 3">
            <a:extLst>
              <a:ext uri="{FF2B5EF4-FFF2-40B4-BE49-F238E27FC236}">
                <a16:creationId xmlns:a16="http://schemas.microsoft.com/office/drawing/2014/main" id="{52D15EF9-2774-AA65-1D21-2149DF869A72}"/>
              </a:ext>
            </a:extLst>
          </p:cNvPr>
          <p:cNvGraphicFramePr>
            <a:graphicFrameLocks noChangeAspect="1"/>
          </p:cNvGraphicFramePr>
          <p:nvPr/>
        </p:nvGraphicFramePr>
        <p:xfrm>
          <a:off x="7596188" y="1893888"/>
          <a:ext cx="557212" cy="554037"/>
        </p:xfrm>
        <a:graphic>
          <a:graphicData uri="http://schemas.openxmlformats.org/presentationml/2006/ole">
            <mc:AlternateContent xmlns:mc="http://schemas.openxmlformats.org/markup-compatibility/2006">
              <mc:Choice xmlns:v="urn:schemas-microsoft-com:vml" Requires="v">
                <p:oleObj name="Equation" r:id="rId4" imgW="203040" imgH="215640" progId="Equation.3">
                  <p:embed/>
                </p:oleObj>
              </mc:Choice>
              <mc:Fallback>
                <p:oleObj name="Equation" r:id="rId4" imgW="203040" imgH="215640" progId="Equation.3">
                  <p:embed/>
                  <p:pic>
                    <p:nvPicPr>
                      <p:cNvPr id="925702" name="Object 3">
                        <a:extLst>
                          <a:ext uri="{FF2B5EF4-FFF2-40B4-BE49-F238E27FC236}">
                            <a16:creationId xmlns:a16="http://schemas.microsoft.com/office/drawing/2014/main" id="{52D15EF9-2774-AA65-1D21-2149DF869A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6188" y="1893888"/>
                        <a:ext cx="557212" cy="5540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03" name="Object 4">
            <a:extLst>
              <a:ext uri="{FF2B5EF4-FFF2-40B4-BE49-F238E27FC236}">
                <a16:creationId xmlns:a16="http://schemas.microsoft.com/office/drawing/2014/main" id="{BD934AEB-6D36-8264-BF78-435EB70B142E}"/>
              </a:ext>
            </a:extLst>
          </p:cNvPr>
          <p:cNvGraphicFramePr>
            <a:graphicFrameLocks noChangeAspect="1"/>
          </p:cNvGraphicFramePr>
          <p:nvPr/>
        </p:nvGraphicFramePr>
        <p:xfrm>
          <a:off x="6297613" y="1893888"/>
          <a:ext cx="522287" cy="554037"/>
        </p:xfrm>
        <a:graphic>
          <a:graphicData uri="http://schemas.openxmlformats.org/presentationml/2006/ole">
            <mc:AlternateContent xmlns:mc="http://schemas.openxmlformats.org/markup-compatibility/2006">
              <mc:Choice xmlns:v="urn:schemas-microsoft-com:vml" Requires="v">
                <p:oleObj name="Equation" r:id="rId6" imgW="190440" imgH="215640" progId="Equation.3">
                  <p:embed/>
                </p:oleObj>
              </mc:Choice>
              <mc:Fallback>
                <p:oleObj name="Equation" r:id="rId6" imgW="190440" imgH="215640" progId="Equation.3">
                  <p:embed/>
                  <p:pic>
                    <p:nvPicPr>
                      <p:cNvPr id="925703" name="Object 4">
                        <a:extLst>
                          <a:ext uri="{FF2B5EF4-FFF2-40B4-BE49-F238E27FC236}">
                            <a16:creationId xmlns:a16="http://schemas.microsoft.com/office/drawing/2014/main" id="{BD934AEB-6D36-8264-BF78-435EB70B14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97613" y="1893888"/>
                        <a:ext cx="522287" cy="5540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704" name="Line 8">
            <a:extLst>
              <a:ext uri="{FF2B5EF4-FFF2-40B4-BE49-F238E27FC236}">
                <a16:creationId xmlns:a16="http://schemas.microsoft.com/office/drawing/2014/main" id="{0CA75315-6B0F-1288-E913-0BB9D97CB2AA}"/>
              </a:ext>
            </a:extLst>
          </p:cNvPr>
          <p:cNvSpPr>
            <a:spLocks noChangeShapeType="1"/>
          </p:cNvSpPr>
          <p:nvPr/>
        </p:nvSpPr>
        <p:spPr bwMode="auto">
          <a:xfrm flipV="1">
            <a:off x="5984875" y="979488"/>
            <a:ext cx="0" cy="1752600"/>
          </a:xfrm>
          <a:prstGeom prst="line">
            <a:avLst/>
          </a:prstGeom>
          <a:noFill/>
          <a:ln w="28575">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705" name="Line 9">
            <a:extLst>
              <a:ext uri="{FF2B5EF4-FFF2-40B4-BE49-F238E27FC236}">
                <a16:creationId xmlns:a16="http://schemas.microsoft.com/office/drawing/2014/main" id="{B4C35CB6-420D-D7A4-8356-945D8F097A8F}"/>
              </a:ext>
            </a:extLst>
          </p:cNvPr>
          <p:cNvSpPr>
            <a:spLocks noChangeShapeType="1"/>
          </p:cNvSpPr>
          <p:nvPr/>
        </p:nvSpPr>
        <p:spPr bwMode="auto">
          <a:xfrm>
            <a:off x="6846888" y="2198688"/>
            <a:ext cx="457200" cy="0"/>
          </a:xfrm>
          <a:prstGeom prst="line">
            <a:avLst/>
          </a:prstGeom>
          <a:noFill/>
          <a:ln w="38100">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706" name="Line 10">
            <a:extLst>
              <a:ext uri="{FF2B5EF4-FFF2-40B4-BE49-F238E27FC236}">
                <a16:creationId xmlns:a16="http://schemas.microsoft.com/office/drawing/2014/main" id="{8B1ECB66-78AB-D033-3CB2-067C7B627B2E}"/>
              </a:ext>
            </a:extLst>
          </p:cNvPr>
          <p:cNvSpPr>
            <a:spLocks noChangeShapeType="1"/>
          </p:cNvSpPr>
          <p:nvPr/>
        </p:nvSpPr>
        <p:spPr bwMode="auto">
          <a:xfrm>
            <a:off x="6708775" y="1047750"/>
            <a:ext cx="533400" cy="0"/>
          </a:xfrm>
          <a:prstGeom prst="line">
            <a:avLst/>
          </a:prstGeom>
          <a:noFill/>
          <a:ln w="38100">
            <a:solidFill>
              <a:srgbClr val="FF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707" name="Line 11">
            <a:extLst>
              <a:ext uri="{FF2B5EF4-FFF2-40B4-BE49-F238E27FC236}">
                <a16:creationId xmlns:a16="http://schemas.microsoft.com/office/drawing/2014/main" id="{1AE5EC03-B55D-4355-346D-B1196566D453}"/>
              </a:ext>
            </a:extLst>
          </p:cNvPr>
          <p:cNvSpPr>
            <a:spLocks noChangeShapeType="1"/>
          </p:cNvSpPr>
          <p:nvPr/>
        </p:nvSpPr>
        <p:spPr bwMode="auto">
          <a:xfrm>
            <a:off x="6696075" y="1581150"/>
            <a:ext cx="1828800" cy="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708" name="Line 12">
            <a:extLst>
              <a:ext uri="{FF2B5EF4-FFF2-40B4-BE49-F238E27FC236}">
                <a16:creationId xmlns:a16="http://schemas.microsoft.com/office/drawing/2014/main" id="{F140DB34-9640-FF09-4117-9E457BB832E1}"/>
              </a:ext>
            </a:extLst>
          </p:cNvPr>
          <p:cNvSpPr>
            <a:spLocks noChangeShapeType="1"/>
          </p:cNvSpPr>
          <p:nvPr/>
        </p:nvSpPr>
        <p:spPr bwMode="auto">
          <a:xfrm flipV="1">
            <a:off x="6708775" y="590550"/>
            <a:ext cx="0" cy="990600"/>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25709" name="Object 5">
            <a:extLst>
              <a:ext uri="{FF2B5EF4-FFF2-40B4-BE49-F238E27FC236}">
                <a16:creationId xmlns:a16="http://schemas.microsoft.com/office/drawing/2014/main" id="{8AC567B0-86A8-4EE9-DE82-CEAF8112CCEF}"/>
              </a:ext>
            </a:extLst>
          </p:cNvPr>
          <p:cNvGraphicFramePr>
            <a:graphicFrameLocks noChangeAspect="1"/>
          </p:cNvGraphicFramePr>
          <p:nvPr/>
        </p:nvGraphicFramePr>
        <p:xfrm>
          <a:off x="7323138" y="857250"/>
          <a:ext cx="339725" cy="338138"/>
        </p:xfrm>
        <a:graphic>
          <a:graphicData uri="http://schemas.openxmlformats.org/presentationml/2006/ole">
            <mc:AlternateContent xmlns:mc="http://schemas.openxmlformats.org/markup-compatibility/2006">
              <mc:Choice xmlns:v="urn:schemas-microsoft-com:vml" Requires="v">
                <p:oleObj name="公式" r:id="rId8" imgW="215640" imgH="228600" progId="Equation.3">
                  <p:embed/>
                </p:oleObj>
              </mc:Choice>
              <mc:Fallback>
                <p:oleObj name="公式" r:id="rId8" imgW="215640" imgH="228600" progId="Equation.3">
                  <p:embed/>
                  <p:pic>
                    <p:nvPicPr>
                      <p:cNvPr id="925709" name="Object 5">
                        <a:extLst>
                          <a:ext uri="{FF2B5EF4-FFF2-40B4-BE49-F238E27FC236}">
                            <a16:creationId xmlns:a16="http://schemas.microsoft.com/office/drawing/2014/main" id="{8AC567B0-86A8-4EE9-DE82-CEAF8112CC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3138" y="857250"/>
                        <a:ext cx="339725" cy="3381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0" name="Object 6">
            <a:extLst>
              <a:ext uri="{FF2B5EF4-FFF2-40B4-BE49-F238E27FC236}">
                <a16:creationId xmlns:a16="http://schemas.microsoft.com/office/drawing/2014/main" id="{3DE147F7-16EA-E046-DAF2-AF1752430868}"/>
              </a:ext>
            </a:extLst>
          </p:cNvPr>
          <p:cNvGraphicFramePr>
            <a:graphicFrameLocks noChangeAspect="1"/>
          </p:cNvGraphicFramePr>
          <p:nvPr/>
        </p:nvGraphicFramePr>
        <p:xfrm>
          <a:off x="6061075" y="812800"/>
          <a:ext cx="382588" cy="455613"/>
        </p:xfrm>
        <a:graphic>
          <a:graphicData uri="http://schemas.openxmlformats.org/presentationml/2006/ole">
            <mc:AlternateContent xmlns:mc="http://schemas.openxmlformats.org/markup-compatibility/2006">
              <mc:Choice xmlns:v="urn:schemas-microsoft-com:vml" Requires="v">
                <p:oleObj name="Equation" r:id="rId10" imgW="139680" imgH="177480" progId="Equation.3">
                  <p:embed/>
                </p:oleObj>
              </mc:Choice>
              <mc:Fallback>
                <p:oleObj name="Equation" r:id="rId10" imgW="139680" imgH="177480" progId="Equation.3">
                  <p:embed/>
                  <p:pic>
                    <p:nvPicPr>
                      <p:cNvPr id="925710" name="Object 6">
                        <a:extLst>
                          <a:ext uri="{FF2B5EF4-FFF2-40B4-BE49-F238E27FC236}">
                            <a16:creationId xmlns:a16="http://schemas.microsoft.com/office/drawing/2014/main" id="{3DE147F7-16EA-E046-DAF2-AF175243086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61075" y="812800"/>
                        <a:ext cx="382588" cy="4556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1" name="Object 7">
            <a:extLst>
              <a:ext uri="{FF2B5EF4-FFF2-40B4-BE49-F238E27FC236}">
                <a16:creationId xmlns:a16="http://schemas.microsoft.com/office/drawing/2014/main" id="{DB5D7FA1-A89F-9195-CE60-CEECBB16274C}"/>
              </a:ext>
            </a:extLst>
          </p:cNvPr>
          <p:cNvGraphicFramePr>
            <a:graphicFrameLocks noChangeAspect="1"/>
          </p:cNvGraphicFramePr>
          <p:nvPr/>
        </p:nvGraphicFramePr>
        <p:xfrm>
          <a:off x="6784975" y="404813"/>
          <a:ext cx="452438" cy="455612"/>
        </p:xfrm>
        <a:graphic>
          <a:graphicData uri="http://schemas.openxmlformats.org/presentationml/2006/ole">
            <mc:AlternateContent xmlns:mc="http://schemas.openxmlformats.org/markup-compatibility/2006">
              <mc:Choice xmlns:v="urn:schemas-microsoft-com:vml" Requires="v">
                <p:oleObj name="Equation" r:id="rId12" imgW="164880" imgH="177480" progId="Equation.3">
                  <p:embed/>
                </p:oleObj>
              </mc:Choice>
              <mc:Fallback>
                <p:oleObj name="Equation" r:id="rId12" imgW="164880" imgH="177480" progId="Equation.3">
                  <p:embed/>
                  <p:pic>
                    <p:nvPicPr>
                      <p:cNvPr id="925711" name="Object 7">
                        <a:extLst>
                          <a:ext uri="{FF2B5EF4-FFF2-40B4-BE49-F238E27FC236}">
                            <a16:creationId xmlns:a16="http://schemas.microsoft.com/office/drawing/2014/main" id="{DB5D7FA1-A89F-9195-CE60-CEECBB16274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4975" y="404813"/>
                        <a:ext cx="452438" cy="4556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712" name="Line 16">
            <a:extLst>
              <a:ext uri="{FF2B5EF4-FFF2-40B4-BE49-F238E27FC236}">
                <a16:creationId xmlns:a16="http://schemas.microsoft.com/office/drawing/2014/main" id="{C42CB959-2699-812F-E9BC-E7A8D158422A}"/>
              </a:ext>
            </a:extLst>
          </p:cNvPr>
          <p:cNvSpPr>
            <a:spLocks noChangeShapeType="1"/>
          </p:cNvSpPr>
          <p:nvPr/>
        </p:nvSpPr>
        <p:spPr bwMode="auto">
          <a:xfrm>
            <a:off x="8224838" y="2200275"/>
            <a:ext cx="457200" cy="0"/>
          </a:xfrm>
          <a:prstGeom prst="line">
            <a:avLst/>
          </a:prstGeom>
          <a:noFill/>
          <a:ln w="38100">
            <a:solidFill>
              <a:srgbClr val="00FF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25713" name="Rectangle 17">
            <a:extLst>
              <a:ext uri="{FF2B5EF4-FFF2-40B4-BE49-F238E27FC236}">
                <a16:creationId xmlns:a16="http://schemas.microsoft.com/office/drawing/2014/main" id="{612E1390-7E41-722F-8895-977E4A8C3D04}"/>
              </a:ext>
            </a:extLst>
          </p:cNvPr>
          <p:cNvSpPr>
            <a:spLocks noChangeArrowheads="1"/>
          </p:cNvSpPr>
          <p:nvPr/>
        </p:nvSpPr>
        <p:spPr bwMode="auto">
          <a:xfrm>
            <a:off x="755650" y="23495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根据伽利略变换</a:t>
            </a:r>
          </a:p>
        </p:txBody>
      </p:sp>
      <p:sp>
        <p:nvSpPr>
          <p:cNvPr id="925714" name="Rectangle 18">
            <a:extLst>
              <a:ext uri="{FF2B5EF4-FFF2-40B4-BE49-F238E27FC236}">
                <a16:creationId xmlns:a16="http://schemas.microsoft.com/office/drawing/2014/main" id="{48F6FFFF-6218-0E26-B01B-4D5417F37435}"/>
              </a:ext>
            </a:extLst>
          </p:cNvPr>
          <p:cNvSpPr>
            <a:spLocks noChangeArrowheads="1"/>
          </p:cNvSpPr>
          <p:nvPr/>
        </p:nvSpPr>
        <p:spPr bwMode="auto">
          <a:xfrm>
            <a:off x="755650" y="29972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根据洛伦兹变换</a:t>
            </a:r>
          </a:p>
        </p:txBody>
      </p:sp>
      <p:graphicFrame>
        <p:nvGraphicFramePr>
          <p:cNvPr id="925715" name="Object 8">
            <a:extLst>
              <a:ext uri="{FF2B5EF4-FFF2-40B4-BE49-F238E27FC236}">
                <a16:creationId xmlns:a16="http://schemas.microsoft.com/office/drawing/2014/main" id="{29E02CD9-2FED-48FD-6942-9BC84E863F2D}"/>
              </a:ext>
            </a:extLst>
          </p:cNvPr>
          <p:cNvGraphicFramePr>
            <a:graphicFrameLocks noChangeAspect="1"/>
          </p:cNvGraphicFramePr>
          <p:nvPr/>
        </p:nvGraphicFramePr>
        <p:xfrm>
          <a:off x="6986588" y="1652588"/>
          <a:ext cx="371475" cy="500062"/>
        </p:xfrm>
        <a:graphic>
          <a:graphicData uri="http://schemas.openxmlformats.org/presentationml/2006/ole">
            <mc:AlternateContent xmlns:mc="http://schemas.openxmlformats.org/markup-compatibility/2006">
              <mc:Choice xmlns:v="urn:schemas-microsoft-com:vml" Requires="v">
                <p:oleObj name="公式" r:id="rId14" imgW="291960" imgH="419040" progId="Equation.3">
                  <p:embed/>
                </p:oleObj>
              </mc:Choice>
              <mc:Fallback>
                <p:oleObj name="公式" r:id="rId14" imgW="291960" imgH="419040" progId="Equation.3">
                  <p:embed/>
                  <p:pic>
                    <p:nvPicPr>
                      <p:cNvPr id="925715" name="Object 8">
                        <a:extLst>
                          <a:ext uri="{FF2B5EF4-FFF2-40B4-BE49-F238E27FC236}">
                            <a16:creationId xmlns:a16="http://schemas.microsoft.com/office/drawing/2014/main" id="{29E02CD9-2FED-48FD-6942-9BC84E863F2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86588" y="1652588"/>
                        <a:ext cx="371475" cy="5000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6" name="Object 9">
            <a:extLst>
              <a:ext uri="{FF2B5EF4-FFF2-40B4-BE49-F238E27FC236}">
                <a16:creationId xmlns:a16="http://schemas.microsoft.com/office/drawing/2014/main" id="{38BA1F96-72A4-D26A-2BCA-14DB7727930F}"/>
              </a:ext>
            </a:extLst>
          </p:cNvPr>
          <p:cNvGraphicFramePr>
            <a:graphicFrameLocks noChangeAspect="1"/>
          </p:cNvGraphicFramePr>
          <p:nvPr/>
        </p:nvGraphicFramePr>
        <p:xfrm>
          <a:off x="8315325" y="1652588"/>
          <a:ext cx="400050" cy="474662"/>
        </p:xfrm>
        <a:graphic>
          <a:graphicData uri="http://schemas.openxmlformats.org/presentationml/2006/ole">
            <mc:AlternateContent xmlns:mc="http://schemas.openxmlformats.org/markup-compatibility/2006">
              <mc:Choice xmlns:v="urn:schemas-microsoft-com:vml" Requires="v">
                <p:oleObj name="公式" r:id="rId16" imgW="330120" imgH="419040" progId="Equation.3">
                  <p:embed/>
                </p:oleObj>
              </mc:Choice>
              <mc:Fallback>
                <p:oleObj name="公式" r:id="rId16" imgW="330120" imgH="419040" progId="Equation.3">
                  <p:embed/>
                  <p:pic>
                    <p:nvPicPr>
                      <p:cNvPr id="925716" name="Object 9">
                        <a:extLst>
                          <a:ext uri="{FF2B5EF4-FFF2-40B4-BE49-F238E27FC236}">
                            <a16:creationId xmlns:a16="http://schemas.microsoft.com/office/drawing/2014/main" id="{38BA1F96-72A4-D26A-2BCA-14DB7727930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315325" y="1652588"/>
                        <a:ext cx="400050" cy="4746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7" name="Object 10">
            <a:extLst>
              <a:ext uri="{FF2B5EF4-FFF2-40B4-BE49-F238E27FC236}">
                <a16:creationId xmlns:a16="http://schemas.microsoft.com/office/drawing/2014/main" id="{5D5F7DCD-1884-31B5-F2B3-B892272C921C}"/>
              </a:ext>
            </a:extLst>
          </p:cNvPr>
          <p:cNvGraphicFramePr>
            <a:graphicFrameLocks/>
          </p:cNvGraphicFramePr>
          <p:nvPr/>
        </p:nvGraphicFramePr>
        <p:xfrm>
          <a:off x="1673225" y="1268413"/>
          <a:ext cx="3403600" cy="431800"/>
        </p:xfrm>
        <a:graphic>
          <a:graphicData uri="http://schemas.openxmlformats.org/presentationml/2006/ole">
            <mc:AlternateContent xmlns:mc="http://schemas.openxmlformats.org/markup-compatibility/2006">
              <mc:Choice xmlns:v="urn:schemas-microsoft-com:vml" Requires="v">
                <p:oleObj name="公式" r:id="rId18" imgW="3390840" imgH="431640" progId="Equation.3">
                  <p:embed/>
                </p:oleObj>
              </mc:Choice>
              <mc:Fallback>
                <p:oleObj name="公式" r:id="rId18" imgW="3390840" imgH="431640" progId="Equation.3">
                  <p:embed/>
                  <p:pic>
                    <p:nvPicPr>
                      <p:cNvPr id="925717" name="Object 10">
                        <a:extLst>
                          <a:ext uri="{FF2B5EF4-FFF2-40B4-BE49-F238E27FC236}">
                            <a16:creationId xmlns:a16="http://schemas.microsoft.com/office/drawing/2014/main" id="{5D5F7DCD-1884-31B5-F2B3-B892272C921C}"/>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73225" y="1268413"/>
                        <a:ext cx="3403600"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8" name="Object 11">
            <a:extLst>
              <a:ext uri="{FF2B5EF4-FFF2-40B4-BE49-F238E27FC236}">
                <a16:creationId xmlns:a16="http://schemas.microsoft.com/office/drawing/2014/main" id="{7FC7559D-4CF5-2B4F-3D90-2392616F5C2A}"/>
              </a:ext>
            </a:extLst>
          </p:cNvPr>
          <p:cNvGraphicFramePr>
            <a:graphicFrameLocks/>
          </p:cNvGraphicFramePr>
          <p:nvPr/>
        </p:nvGraphicFramePr>
        <p:xfrm>
          <a:off x="2051050" y="1844675"/>
          <a:ext cx="3376613" cy="419100"/>
        </p:xfrm>
        <a:graphic>
          <a:graphicData uri="http://schemas.openxmlformats.org/presentationml/2006/ole">
            <mc:AlternateContent xmlns:mc="http://schemas.openxmlformats.org/markup-compatibility/2006">
              <mc:Choice xmlns:v="urn:schemas-microsoft-com:vml" Requires="v">
                <p:oleObj name="公式" r:id="rId20" imgW="3441600" imgH="419040" progId="Equation.3">
                  <p:embed/>
                </p:oleObj>
              </mc:Choice>
              <mc:Fallback>
                <p:oleObj name="公式" r:id="rId20" imgW="3441600" imgH="419040" progId="Equation.3">
                  <p:embed/>
                  <p:pic>
                    <p:nvPicPr>
                      <p:cNvPr id="925718" name="Object 11">
                        <a:extLst>
                          <a:ext uri="{FF2B5EF4-FFF2-40B4-BE49-F238E27FC236}">
                            <a16:creationId xmlns:a16="http://schemas.microsoft.com/office/drawing/2014/main" id="{7FC7559D-4CF5-2B4F-3D90-2392616F5C2A}"/>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51050" y="1844675"/>
                        <a:ext cx="3376613" cy="4191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19" name="Object 12">
            <a:extLst>
              <a:ext uri="{FF2B5EF4-FFF2-40B4-BE49-F238E27FC236}">
                <a16:creationId xmlns:a16="http://schemas.microsoft.com/office/drawing/2014/main" id="{09464BBF-5591-B4D6-3D4D-6A86705E2741}"/>
              </a:ext>
            </a:extLst>
          </p:cNvPr>
          <p:cNvGraphicFramePr>
            <a:graphicFrameLocks/>
          </p:cNvGraphicFramePr>
          <p:nvPr/>
        </p:nvGraphicFramePr>
        <p:xfrm>
          <a:off x="1687513" y="2349500"/>
          <a:ext cx="3675062" cy="431800"/>
        </p:xfrm>
        <a:graphic>
          <a:graphicData uri="http://schemas.openxmlformats.org/presentationml/2006/ole">
            <mc:AlternateContent xmlns:mc="http://schemas.openxmlformats.org/markup-compatibility/2006">
              <mc:Choice xmlns:v="urn:schemas-microsoft-com:vml" Requires="v">
                <p:oleObj name="公式" r:id="rId22" imgW="3746160" imgH="431640" progId="Equation.3">
                  <p:embed/>
                </p:oleObj>
              </mc:Choice>
              <mc:Fallback>
                <p:oleObj name="公式" r:id="rId22" imgW="3746160" imgH="431640" progId="Equation.3">
                  <p:embed/>
                  <p:pic>
                    <p:nvPicPr>
                      <p:cNvPr id="925719" name="Object 12">
                        <a:extLst>
                          <a:ext uri="{FF2B5EF4-FFF2-40B4-BE49-F238E27FC236}">
                            <a16:creationId xmlns:a16="http://schemas.microsoft.com/office/drawing/2014/main" id="{09464BBF-5591-B4D6-3D4D-6A86705E2741}"/>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87513" y="2349500"/>
                        <a:ext cx="3675062"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20" name="Object 13">
            <a:extLst>
              <a:ext uri="{FF2B5EF4-FFF2-40B4-BE49-F238E27FC236}">
                <a16:creationId xmlns:a16="http://schemas.microsoft.com/office/drawing/2014/main" id="{4C43A2FF-77AE-40AC-ACBE-7A65F5E2E340}"/>
              </a:ext>
            </a:extLst>
          </p:cNvPr>
          <p:cNvGraphicFramePr>
            <a:graphicFrameLocks/>
          </p:cNvGraphicFramePr>
          <p:nvPr/>
        </p:nvGraphicFramePr>
        <p:xfrm>
          <a:off x="1138238" y="3735388"/>
          <a:ext cx="4513262" cy="917575"/>
        </p:xfrm>
        <a:graphic>
          <a:graphicData uri="http://schemas.openxmlformats.org/presentationml/2006/ole">
            <mc:AlternateContent xmlns:mc="http://schemas.openxmlformats.org/markup-compatibility/2006">
              <mc:Choice xmlns:v="urn:schemas-microsoft-com:vml" Requires="v">
                <p:oleObj name="公式" r:id="rId24" imgW="4520880" imgH="914400" progId="Equation.3">
                  <p:embed/>
                </p:oleObj>
              </mc:Choice>
              <mc:Fallback>
                <p:oleObj name="公式" r:id="rId24" imgW="4520880" imgH="914400" progId="Equation.3">
                  <p:embed/>
                  <p:pic>
                    <p:nvPicPr>
                      <p:cNvPr id="925720" name="Object 13">
                        <a:extLst>
                          <a:ext uri="{FF2B5EF4-FFF2-40B4-BE49-F238E27FC236}">
                            <a16:creationId xmlns:a16="http://schemas.microsoft.com/office/drawing/2014/main" id="{4C43A2FF-77AE-40AC-ACBE-7A65F5E2E340}"/>
                          </a:ext>
                        </a:extLst>
                      </p:cNvPr>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38238" y="3735388"/>
                        <a:ext cx="4513262" cy="9175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721" name="Object 14">
            <a:extLst>
              <a:ext uri="{FF2B5EF4-FFF2-40B4-BE49-F238E27FC236}">
                <a16:creationId xmlns:a16="http://schemas.microsoft.com/office/drawing/2014/main" id="{43C644E7-8A65-6B18-D310-4533F3684F5D}"/>
              </a:ext>
            </a:extLst>
          </p:cNvPr>
          <p:cNvGraphicFramePr>
            <a:graphicFrameLocks/>
          </p:cNvGraphicFramePr>
          <p:nvPr/>
        </p:nvGraphicFramePr>
        <p:xfrm>
          <a:off x="4140200" y="4672013"/>
          <a:ext cx="4530725" cy="917575"/>
        </p:xfrm>
        <a:graphic>
          <a:graphicData uri="http://schemas.openxmlformats.org/presentationml/2006/ole">
            <mc:AlternateContent xmlns:mc="http://schemas.openxmlformats.org/markup-compatibility/2006">
              <mc:Choice xmlns:v="urn:schemas-microsoft-com:vml" Requires="v">
                <p:oleObj name="公式" r:id="rId26" imgW="4546440" imgH="914400" progId="Equation.3">
                  <p:embed/>
                </p:oleObj>
              </mc:Choice>
              <mc:Fallback>
                <p:oleObj name="公式" r:id="rId26" imgW="4546440" imgH="914400" progId="Equation.3">
                  <p:embed/>
                  <p:pic>
                    <p:nvPicPr>
                      <p:cNvPr id="925721" name="Object 14">
                        <a:extLst>
                          <a:ext uri="{FF2B5EF4-FFF2-40B4-BE49-F238E27FC236}">
                            <a16:creationId xmlns:a16="http://schemas.microsoft.com/office/drawing/2014/main" id="{43C644E7-8A65-6B18-D310-4533F3684F5D}"/>
                          </a:ext>
                        </a:extLst>
                      </p:cNvPr>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40200" y="4672013"/>
                        <a:ext cx="4530725" cy="9175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722" name="Rectangle 26">
            <a:extLst>
              <a:ext uri="{FF2B5EF4-FFF2-40B4-BE49-F238E27FC236}">
                <a16:creationId xmlns:a16="http://schemas.microsoft.com/office/drawing/2014/main" id="{FDE1880B-670E-3A43-446D-239BFAF63697}"/>
              </a:ext>
            </a:extLst>
          </p:cNvPr>
          <p:cNvSpPr>
            <a:spLocks noChangeArrowheads="1"/>
          </p:cNvSpPr>
          <p:nvPr/>
        </p:nvSpPr>
        <p:spPr bwMode="auto">
          <a:xfrm>
            <a:off x="3276600" y="29972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与相对性原理矛盾！</a:t>
            </a:r>
          </a:p>
        </p:txBody>
      </p:sp>
      <p:sp>
        <p:nvSpPr>
          <p:cNvPr id="925723" name="Rectangle 27">
            <a:extLst>
              <a:ext uri="{FF2B5EF4-FFF2-40B4-BE49-F238E27FC236}">
                <a16:creationId xmlns:a16="http://schemas.microsoft.com/office/drawing/2014/main" id="{9359ED15-13B5-7F04-2073-F95849E0F87B}"/>
              </a:ext>
            </a:extLst>
          </p:cNvPr>
          <p:cNvSpPr>
            <a:spLocks noChangeArrowheads="1"/>
          </p:cNvSpPr>
          <p:nvPr/>
        </p:nvSpPr>
        <p:spPr bwMode="auto">
          <a:xfrm>
            <a:off x="6005513" y="2965450"/>
            <a:ext cx="3059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必须放弃原有概念。</a:t>
            </a:r>
          </a:p>
        </p:txBody>
      </p:sp>
      <p:pic>
        <p:nvPicPr>
          <p:cNvPr id="925724" name="Picture 28" descr="j0078711">
            <a:extLst>
              <a:ext uri="{FF2B5EF4-FFF2-40B4-BE49-F238E27FC236}">
                <a16:creationId xmlns:a16="http://schemas.microsoft.com/office/drawing/2014/main" id="{F50DAFFD-72E2-E0CE-CDD3-FD3CD1C2F48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51775" y="438150"/>
            <a:ext cx="430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5725" name="Text Box 29">
            <a:extLst>
              <a:ext uri="{FF2B5EF4-FFF2-40B4-BE49-F238E27FC236}">
                <a16:creationId xmlns:a16="http://schemas.microsoft.com/office/drawing/2014/main" id="{F4F23D5A-ECD0-AC23-3ECF-307A16824273}"/>
              </a:ext>
            </a:extLst>
          </p:cNvPr>
          <p:cNvSpPr txBox="1">
            <a:spLocks noChangeArrowheads="1"/>
          </p:cNvSpPr>
          <p:nvPr/>
        </p:nvSpPr>
        <p:spPr bwMode="auto">
          <a:xfrm>
            <a:off x="755650" y="765175"/>
            <a:ext cx="73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66FFFF"/>
                </a:solidFill>
                <a:latin typeface="Times New Roman" panose="02020603050405020304" pitchFamily="18" charset="0"/>
              </a:rPr>
              <a:t>S </a:t>
            </a:r>
            <a:r>
              <a:rPr kumimoji="1" lang="zh-CN" altLang="en-US">
                <a:solidFill>
                  <a:srgbClr val="66FFFF"/>
                </a:solidFill>
                <a:latin typeface="Times New Roman" panose="02020603050405020304" pitchFamily="18" charset="0"/>
              </a:rPr>
              <a:t>系</a:t>
            </a:r>
          </a:p>
        </p:txBody>
      </p:sp>
      <p:sp>
        <p:nvSpPr>
          <p:cNvPr id="925726" name="Text Box 30">
            <a:extLst>
              <a:ext uri="{FF2B5EF4-FFF2-40B4-BE49-F238E27FC236}">
                <a16:creationId xmlns:a16="http://schemas.microsoft.com/office/drawing/2014/main" id="{BA890CF2-7F25-35E8-AB16-217C0887C8FD}"/>
              </a:ext>
            </a:extLst>
          </p:cNvPr>
          <p:cNvSpPr txBox="1">
            <a:spLocks noChangeArrowheads="1"/>
          </p:cNvSpPr>
          <p:nvPr/>
        </p:nvSpPr>
        <p:spPr bwMode="auto">
          <a:xfrm>
            <a:off x="755650" y="1268413"/>
            <a:ext cx="82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66FFFF"/>
                </a:solidFill>
                <a:latin typeface="Times New Roman" panose="02020603050405020304" pitchFamily="18" charset="0"/>
              </a:rPr>
              <a:t>S' </a:t>
            </a:r>
            <a:r>
              <a:rPr kumimoji="1" lang="zh-CN" altLang="en-US">
                <a:solidFill>
                  <a:srgbClr val="66FFFF"/>
                </a:solidFill>
                <a:latin typeface="Times New Roman" panose="02020603050405020304" pitchFamily="18" charset="0"/>
              </a:rPr>
              <a:t>系</a:t>
            </a:r>
          </a:p>
        </p:txBody>
      </p:sp>
      <p:sp>
        <p:nvSpPr>
          <p:cNvPr id="925727" name="Text Box 31">
            <a:extLst>
              <a:ext uri="{FF2B5EF4-FFF2-40B4-BE49-F238E27FC236}">
                <a16:creationId xmlns:a16="http://schemas.microsoft.com/office/drawing/2014/main" id="{BCA27347-E7A0-D757-72F5-C1706E2EC15A}"/>
              </a:ext>
            </a:extLst>
          </p:cNvPr>
          <p:cNvSpPr txBox="1">
            <a:spLocks noChangeArrowheads="1"/>
          </p:cNvSpPr>
          <p:nvPr/>
        </p:nvSpPr>
        <p:spPr bwMode="auto">
          <a:xfrm>
            <a:off x="755650" y="3500438"/>
            <a:ext cx="820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66FFFF"/>
                </a:solidFill>
                <a:latin typeface="Times New Roman" panose="02020603050405020304" pitchFamily="18" charset="0"/>
              </a:rPr>
              <a:t>S' </a:t>
            </a:r>
            <a:r>
              <a:rPr kumimoji="1" lang="zh-CN" altLang="en-US">
                <a:solidFill>
                  <a:srgbClr val="66FFFF"/>
                </a:solidFill>
                <a:latin typeface="Times New Roman" panose="02020603050405020304" pitchFamily="18" charset="0"/>
              </a:rPr>
              <a:t>系</a:t>
            </a:r>
          </a:p>
        </p:txBody>
      </p:sp>
      <p:sp>
        <p:nvSpPr>
          <p:cNvPr id="925728" name="AutoShape 32">
            <a:extLst>
              <a:ext uri="{FF2B5EF4-FFF2-40B4-BE49-F238E27FC236}">
                <a16:creationId xmlns:a16="http://schemas.microsoft.com/office/drawing/2014/main" id="{59638B21-D8D5-F6D5-D8FC-8109F061C565}"/>
              </a:ext>
            </a:extLst>
          </p:cNvPr>
          <p:cNvSpPr>
            <a:spLocks noChangeArrowheads="1"/>
          </p:cNvSpPr>
          <p:nvPr/>
        </p:nvSpPr>
        <p:spPr bwMode="auto">
          <a:xfrm rot="5400000">
            <a:off x="2698750" y="3213101"/>
            <a:ext cx="936625" cy="215900"/>
          </a:xfrm>
          <a:prstGeom prst="leftRightArrow">
            <a:avLst>
              <a:gd name="adj1" fmla="val 36315"/>
              <a:gd name="adj2" fmla="val 74091"/>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graphicFrame>
        <p:nvGraphicFramePr>
          <p:cNvPr id="925729" name="Object 15">
            <a:extLst>
              <a:ext uri="{FF2B5EF4-FFF2-40B4-BE49-F238E27FC236}">
                <a16:creationId xmlns:a16="http://schemas.microsoft.com/office/drawing/2014/main" id="{067BDC09-79CF-7207-90B6-B91EB7A0C9AD}"/>
              </a:ext>
            </a:extLst>
          </p:cNvPr>
          <p:cNvGraphicFramePr>
            <a:graphicFrameLocks/>
          </p:cNvGraphicFramePr>
          <p:nvPr/>
        </p:nvGraphicFramePr>
        <p:xfrm>
          <a:off x="6613525" y="3489325"/>
          <a:ext cx="1841500" cy="1174750"/>
        </p:xfrm>
        <a:graphic>
          <a:graphicData uri="http://schemas.openxmlformats.org/presentationml/2006/ole">
            <mc:AlternateContent xmlns:mc="http://schemas.openxmlformats.org/markup-compatibility/2006">
              <mc:Choice xmlns:v="urn:schemas-microsoft-com:vml" Requires="v">
                <p:oleObj name="公式" r:id="rId29" imgW="1841400" imgH="1269720" progId="Equation.3">
                  <p:embed/>
                </p:oleObj>
              </mc:Choice>
              <mc:Fallback>
                <p:oleObj name="公式" r:id="rId29" imgW="1841400" imgH="1269720" progId="Equation.3">
                  <p:embed/>
                  <p:pic>
                    <p:nvPicPr>
                      <p:cNvPr id="925729" name="Object 15">
                        <a:extLst>
                          <a:ext uri="{FF2B5EF4-FFF2-40B4-BE49-F238E27FC236}">
                            <a16:creationId xmlns:a16="http://schemas.microsoft.com/office/drawing/2014/main" id="{067BDC09-79CF-7207-90B6-B91EB7A0C9AD}"/>
                          </a:ext>
                        </a:extLst>
                      </p:cNvPr>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613525" y="3489325"/>
                        <a:ext cx="1841500" cy="1174750"/>
                      </a:xfrm>
                      <a:prstGeom prst="rect">
                        <a:avLst/>
                      </a:prstGeom>
                      <a:solidFill>
                        <a:schemeClr val="accent2"/>
                      </a:solidFill>
                      <a:ln w="9525">
                        <a:solidFill>
                          <a:srgbClr val="FFCCFF"/>
                        </a:solidFill>
                        <a:miter lim="800000"/>
                        <a:headEnd/>
                        <a:tailEnd/>
                      </a:ln>
                    </p:spPr>
                  </p:pic>
                </p:oleObj>
              </mc:Fallback>
            </mc:AlternateContent>
          </a:graphicData>
        </a:graphic>
      </p:graphicFrame>
      <p:sp>
        <p:nvSpPr>
          <p:cNvPr id="925732" name="Rectangle 36">
            <a:extLst>
              <a:ext uri="{FF2B5EF4-FFF2-40B4-BE49-F238E27FC236}">
                <a16:creationId xmlns:a16="http://schemas.microsoft.com/office/drawing/2014/main" id="{BFA1430A-038C-EDB0-86B7-B6404B1D8D3F}"/>
              </a:ext>
            </a:extLst>
          </p:cNvPr>
          <p:cNvSpPr>
            <a:spLocks noChangeArrowheads="1"/>
          </p:cNvSpPr>
          <p:nvPr/>
        </p:nvSpPr>
        <p:spPr bwMode="auto">
          <a:xfrm>
            <a:off x="758825" y="5729288"/>
            <a:ext cx="400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质量应与物体运动有关</a:t>
            </a:r>
          </a:p>
        </p:txBody>
      </p:sp>
      <p:graphicFrame>
        <p:nvGraphicFramePr>
          <p:cNvPr id="925733" name="Object 16">
            <a:extLst>
              <a:ext uri="{FF2B5EF4-FFF2-40B4-BE49-F238E27FC236}">
                <a16:creationId xmlns:a16="http://schemas.microsoft.com/office/drawing/2014/main" id="{0B4A3FCD-0A85-F7D6-DA5B-AAE27B4B2DF1}"/>
              </a:ext>
            </a:extLst>
          </p:cNvPr>
          <p:cNvGraphicFramePr>
            <a:graphicFrameLocks/>
          </p:cNvGraphicFramePr>
          <p:nvPr/>
        </p:nvGraphicFramePr>
        <p:xfrm>
          <a:off x="4354513" y="5788025"/>
          <a:ext cx="1331912" cy="406400"/>
        </p:xfrm>
        <a:graphic>
          <a:graphicData uri="http://schemas.openxmlformats.org/presentationml/2006/ole">
            <mc:AlternateContent xmlns:mc="http://schemas.openxmlformats.org/markup-compatibility/2006">
              <mc:Choice xmlns:v="urn:schemas-microsoft-com:vml" Requires="v">
                <p:oleObj name="公式" r:id="rId31" imgW="1333440" imgH="406080" progId="Equation.3">
                  <p:embed/>
                </p:oleObj>
              </mc:Choice>
              <mc:Fallback>
                <p:oleObj name="公式" r:id="rId31" imgW="1333440" imgH="406080" progId="Equation.3">
                  <p:embed/>
                  <p:pic>
                    <p:nvPicPr>
                      <p:cNvPr id="925733" name="Object 16">
                        <a:extLst>
                          <a:ext uri="{FF2B5EF4-FFF2-40B4-BE49-F238E27FC236}">
                            <a16:creationId xmlns:a16="http://schemas.microsoft.com/office/drawing/2014/main" id="{0B4A3FCD-0A85-F7D6-DA5B-AAE27B4B2DF1}"/>
                          </a:ext>
                        </a:extLst>
                      </p:cNvPr>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354513" y="5788025"/>
                        <a:ext cx="13319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925698"/>
                                        </p:tgtEl>
                                        <p:attrNameLst>
                                          <p:attrName>style.visibility</p:attrName>
                                        </p:attrNameLst>
                                      </p:cBhvr>
                                      <p:to>
                                        <p:strVal val="visible"/>
                                      </p:to>
                                    </p:set>
                                    <p:animEffect transition="in" filter="slide(fromLeft)">
                                      <p:cBhvr>
                                        <p:cTn id="7" dur="500"/>
                                        <p:tgtEl>
                                          <p:spTgt spid="925698"/>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925704"/>
                                        </p:tgtEl>
                                        <p:attrNameLst>
                                          <p:attrName>style.visibility</p:attrName>
                                        </p:attrNameLst>
                                      </p:cBhvr>
                                      <p:to>
                                        <p:strVal val="visible"/>
                                      </p:to>
                                    </p:set>
                                    <p:animEffect transition="in" filter="slide(fromBottom)">
                                      <p:cBhvr>
                                        <p:cTn id="11" dur="500"/>
                                        <p:tgtEl>
                                          <p:spTgt spid="92570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925710"/>
                                        </p:tgtEl>
                                        <p:attrNameLst>
                                          <p:attrName>style.visibility</p:attrName>
                                        </p:attrNameLst>
                                      </p:cBhvr>
                                      <p:to>
                                        <p:strVal val="visible"/>
                                      </p:to>
                                    </p:set>
                                    <p:animEffect transition="in" filter="wipe(left)">
                                      <p:cBhvr>
                                        <p:cTn id="15" dur="500"/>
                                        <p:tgtEl>
                                          <p:spTgt spid="9257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nodeType="clickEffect">
                                  <p:stCondLst>
                                    <p:cond delay="0"/>
                                  </p:stCondLst>
                                  <p:childTnLst>
                                    <p:set>
                                      <p:cBhvr>
                                        <p:cTn id="19" dur="1" fill="hold">
                                          <p:stCondLst>
                                            <p:cond delay="0"/>
                                          </p:stCondLst>
                                        </p:cTn>
                                        <p:tgtEl>
                                          <p:spTgt spid="925699"/>
                                        </p:tgtEl>
                                        <p:attrNameLst>
                                          <p:attrName>style.visibility</p:attrName>
                                        </p:attrNameLst>
                                      </p:cBhvr>
                                      <p:to>
                                        <p:strVal val="visible"/>
                                      </p:to>
                                    </p:set>
                                    <p:anim calcmode="lin" valueType="num">
                                      <p:cBhvr additive="base">
                                        <p:cTn id="20" dur="500" fill="hold"/>
                                        <p:tgtEl>
                                          <p:spTgt spid="925699"/>
                                        </p:tgtEl>
                                        <p:attrNameLst>
                                          <p:attrName>ppt_x</p:attrName>
                                        </p:attrNameLst>
                                      </p:cBhvr>
                                      <p:tavLst>
                                        <p:tav tm="0">
                                          <p:val>
                                            <p:strVal val="0-#ppt_w/2"/>
                                          </p:val>
                                        </p:tav>
                                        <p:tav tm="100000">
                                          <p:val>
                                            <p:strVal val="#ppt_x"/>
                                          </p:val>
                                        </p:tav>
                                      </p:tavLst>
                                    </p:anim>
                                    <p:anim calcmode="lin" valueType="num">
                                      <p:cBhvr additive="base">
                                        <p:cTn id="21" dur="500" fill="hold"/>
                                        <p:tgtEl>
                                          <p:spTgt spid="925699"/>
                                        </p:tgtEl>
                                        <p:attrNameLst>
                                          <p:attrName>ppt_y</p:attrName>
                                        </p:attrNameLst>
                                      </p:cBhvr>
                                      <p:tavLst>
                                        <p:tav tm="0">
                                          <p:val>
                                            <p:strVal val="#ppt_y"/>
                                          </p:val>
                                        </p:tav>
                                        <p:tav tm="100000">
                                          <p:val>
                                            <p:strVal val="#ppt_y"/>
                                          </p:val>
                                        </p:tav>
                                      </p:tavLst>
                                    </p:anim>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925703"/>
                                        </p:tgtEl>
                                        <p:attrNameLst>
                                          <p:attrName>style.visibility</p:attrName>
                                        </p:attrNameLst>
                                      </p:cBhvr>
                                      <p:to>
                                        <p:strVal val="visible"/>
                                      </p:to>
                                    </p:set>
                                    <p:animEffect transition="in" filter="wipe(left)">
                                      <p:cBhvr>
                                        <p:cTn id="25" dur="500"/>
                                        <p:tgtEl>
                                          <p:spTgt spid="92570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8" fill="hold" nodeType="clickEffect">
                                  <p:stCondLst>
                                    <p:cond delay="0"/>
                                  </p:stCondLst>
                                  <p:childTnLst>
                                    <p:set>
                                      <p:cBhvr>
                                        <p:cTn id="29" dur="1" fill="hold">
                                          <p:stCondLst>
                                            <p:cond delay="0"/>
                                          </p:stCondLst>
                                        </p:cTn>
                                        <p:tgtEl>
                                          <p:spTgt spid="925705"/>
                                        </p:tgtEl>
                                        <p:attrNameLst>
                                          <p:attrName>style.visibility</p:attrName>
                                        </p:attrNameLst>
                                      </p:cBhvr>
                                      <p:to>
                                        <p:strVal val="visible"/>
                                      </p:to>
                                    </p:set>
                                    <p:animEffect transition="in" filter="slide(fromLeft)">
                                      <p:cBhvr>
                                        <p:cTn id="30" dur="500"/>
                                        <p:tgtEl>
                                          <p:spTgt spid="92570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25715"/>
                                        </p:tgtEl>
                                        <p:attrNameLst>
                                          <p:attrName>style.visibility</p:attrName>
                                        </p:attrNameLst>
                                      </p:cBhvr>
                                      <p:to>
                                        <p:strVal val="visible"/>
                                      </p:to>
                                    </p:set>
                                    <p:animEffect transition="in" filter="wipe(left)">
                                      <p:cBhvr>
                                        <p:cTn id="35" dur="500"/>
                                        <p:tgtEl>
                                          <p:spTgt spid="92571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925700"/>
                                        </p:tgtEl>
                                        <p:attrNameLst>
                                          <p:attrName>style.visibility</p:attrName>
                                        </p:attrNameLst>
                                      </p:cBhvr>
                                      <p:to>
                                        <p:strVal val="visible"/>
                                      </p:to>
                                    </p:set>
                                    <p:anim calcmode="lin" valueType="num">
                                      <p:cBhvr additive="base">
                                        <p:cTn id="40" dur="500" fill="hold"/>
                                        <p:tgtEl>
                                          <p:spTgt spid="925700"/>
                                        </p:tgtEl>
                                        <p:attrNameLst>
                                          <p:attrName>ppt_x</p:attrName>
                                        </p:attrNameLst>
                                      </p:cBhvr>
                                      <p:tavLst>
                                        <p:tav tm="0">
                                          <p:val>
                                            <p:strVal val="0-#ppt_w/2"/>
                                          </p:val>
                                        </p:tav>
                                        <p:tav tm="100000">
                                          <p:val>
                                            <p:strVal val="#ppt_x"/>
                                          </p:val>
                                        </p:tav>
                                      </p:tavLst>
                                    </p:anim>
                                    <p:anim calcmode="lin" valueType="num">
                                      <p:cBhvr additive="base">
                                        <p:cTn id="41" dur="500" fill="hold"/>
                                        <p:tgtEl>
                                          <p:spTgt spid="925700"/>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925702"/>
                                        </p:tgtEl>
                                        <p:attrNameLst>
                                          <p:attrName>style.visibility</p:attrName>
                                        </p:attrNameLst>
                                      </p:cBhvr>
                                      <p:to>
                                        <p:strVal val="visible"/>
                                      </p:to>
                                    </p:set>
                                    <p:animEffect transition="in" filter="wipe(left)">
                                      <p:cBhvr>
                                        <p:cTn id="45" dur="500"/>
                                        <p:tgtEl>
                                          <p:spTgt spid="92570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92571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925716"/>
                                        </p:tgtEl>
                                        <p:attrNameLst>
                                          <p:attrName>style.visibility</p:attrName>
                                        </p:attrNameLst>
                                      </p:cBhvr>
                                      <p:to>
                                        <p:strVal val="visible"/>
                                      </p:to>
                                    </p:set>
                                    <p:animEffect transition="in" filter="wipe(left)">
                                      <p:cBhvr>
                                        <p:cTn id="54" dur="500"/>
                                        <p:tgtEl>
                                          <p:spTgt spid="9257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nodeType="clickEffect">
                                  <p:stCondLst>
                                    <p:cond delay="0"/>
                                  </p:stCondLst>
                                  <p:childTnLst>
                                    <p:set>
                                      <p:cBhvr>
                                        <p:cTn id="58" dur="1" fill="hold">
                                          <p:stCondLst>
                                            <p:cond delay="0"/>
                                          </p:stCondLst>
                                        </p:cTn>
                                        <p:tgtEl>
                                          <p:spTgt spid="925707"/>
                                        </p:tgtEl>
                                        <p:attrNameLst>
                                          <p:attrName>style.visibility</p:attrName>
                                        </p:attrNameLst>
                                      </p:cBhvr>
                                      <p:to>
                                        <p:strVal val="visible"/>
                                      </p:to>
                                    </p:set>
                                    <p:animEffect transition="in" filter="slide(fromLeft)">
                                      <p:cBhvr>
                                        <p:cTn id="59" dur="500"/>
                                        <p:tgtEl>
                                          <p:spTgt spid="925707"/>
                                        </p:tgtEl>
                                      </p:cBhvr>
                                    </p:animEffect>
                                  </p:childTnLst>
                                </p:cTn>
                              </p:par>
                            </p:childTnLst>
                          </p:cTn>
                        </p:par>
                        <p:par>
                          <p:cTn id="60" fill="hold" nodeType="afterGroup">
                            <p:stCondLst>
                              <p:cond delay="500"/>
                            </p:stCondLst>
                            <p:childTnLst>
                              <p:par>
                                <p:cTn id="61" presetID="12" presetClass="entr" presetSubtype="4" fill="hold" nodeType="afterEffect">
                                  <p:stCondLst>
                                    <p:cond delay="0"/>
                                  </p:stCondLst>
                                  <p:childTnLst>
                                    <p:set>
                                      <p:cBhvr>
                                        <p:cTn id="62" dur="1" fill="hold">
                                          <p:stCondLst>
                                            <p:cond delay="0"/>
                                          </p:stCondLst>
                                        </p:cTn>
                                        <p:tgtEl>
                                          <p:spTgt spid="925708"/>
                                        </p:tgtEl>
                                        <p:attrNameLst>
                                          <p:attrName>style.visibility</p:attrName>
                                        </p:attrNameLst>
                                      </p:cBhvr>
                                      <p:to>
                                        <p:strVal val="visible"/>
                                      </p:to>
                                    </p:set>
                                    <p:animEffect transition="in" filter="slide(fromBottom)">
                                      <p:cBhvr>
                                        <p:cTn id="63" dur="500"/>
                                        <p:tgtEl>
                                          <p:spTgt spid="925708"/>
                                        </p:tgtEl>
                                      </p:cBhvr>
                                    </p:animEffect>
                                  </p:childTnLst>
                                </p:cTn>
                              </p:par>
                            </p:childTnLst>
                          </p:cTn>
                        </p:par>
                        <p:par>
                          <p:cTn id="64" fill="hold" nodeType="afterGroup">
                            <p:stCondLst>
                              <p:cond delay="1000"/>
                            </p:stCondLst>
                            <p:childTnLst>
                              <p:par>
                                <p:cTn id="65" presetID="22" presetClass="entr" presetSubtype="8" fill="hold" nodeType="afterEffect">
                                  <p:stCondLst>
                                    <p:cond delay="0"/>
                                  </p:stCondLst>
                                  <p:childTnLst>
                                    <p:set>
                                      <p:cBhvr>
                                        <p:cTn id="66" dur="1" fill="hold">
                                          <p:stCondLst>
                                            <p:cond delay="0"/>
                                          </p:stCondLst>
                                        </p:cTn>
                                        <p:tgtEl>
                                          <p:spTgt spid="925711"/>
                                        </p:tgtEl>
                                        <p:attrNameLst>
                                          <p:attrName>style.visibility</p:attrName>
                                        </p:attrNameLst>
                                      </p:cBhvr>
                                      <p:to>
                                        <p:strVal val="visible"/>
                                      </p:to>
                                    </p:set>
                                    <p:animEffect transition="in" filter="wipe(left)">
                                      <p:cBhvr>
                                        <p:cTn id="67" dur="500"/>
                                        <p:tgtEl>
                                          <p:spTgt spid="92571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925706"/>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25709"/>
                                        </p:tgtEl>
                                        <p:attrNameLst>
                                          <p:attrName>style.visibility</p:attrName>
                                        </p:attrNameLst>
                                      </p:cBhvr>
                                      <p:to>
                                        <p:strVal val="visible"/>
                                      </p:to>
                                    </p:set>
                                    <p:animEffect transition="in" filter="wipe(left)">
                                      <p:cBhvr>
                                        <p:cTn id="76" dur="500"/>
                                        <p:tgtEl>
                                          <p:spTgt spid="92570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9" presetClass="entr" presetSubtype="10" fill="hold" nodeType="clickEffect">
                                  <p:stCondLst>
                                    <p:cond delay="0"/>
                                  </p:stCondLst>
                                  <p:childTnLst>
                                    <p:set>
                                      <p:cBhvr>
                                        <p:cTn id="80" dur="1" fill="hold">
                                          <p:stCondLst>
                                            <p:cond delay="0"/>
                                          </p:stCondLst>
                                        </p:cTn>
                                        <p:tgtEl>
                                          <p:spTgt spid="925724"/>
                                        </p:tgtEl>
                                        <p:attrNameLst>
                                          <p:attrName>style.visibility</p:attrName>
                                        </p:attrNameLst>
                                      </p:cBhvr>
                                      <p:to>
                                        <p:strVal val="visible"/>
                                      </p:to>
                                    </p:set>
                                    <p:anim calcmode="lin" valueType="num">
                                      <p:cBhvr>
                                        <p:cTn id="81" dur="5000" fill="hold"/>
                                        <p:tgtEl>
                                          <p:spTgt spid="925724"/>
                                        </p:tgtEl>
                                        <p:attrNameLst>
                                          <p:attrName>ppt_w</p:attrName>
                                        </p:attrNameLst>
                                      </p:cBhvr>
                                      <p:tavLst>
                                        <p:tav tm="0" fmla="#ppt_w*sin(2.5*pi*$)">
                                          <p:val>
                                            <p:fltVal val="0"/>
                                          </p:val>
                                        </p:tav>
                                        <p:tav tm="100000">
                                          <p:val>
                                            <p:fltVal val="1"/>
                                          </p:val>
                                        </p:tav>
                                      </p:tavLst>
                                    </p:anim>
                                    <p:anim calcmode="lin" valueType="num">
                                      <p:cBhvr>
                                        <p:cTn id="82" dur="5000" fill="hold"/>
                                        <p:tgtEl>
                                          <p:spTgt spid="925724"/>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nodeType="clickEffect">
                                  <p:stCondLst>
                                    <p:cond delay="0"/>
                                  </p:stCondLst>
                                  <p:childTnLst>
                                    <p:set>
                                      <p:cBhvr>
                                        <p:cTn id="86" dur="1" fill="hold">
                                          <p:stCondLst>
                                            <p:cond delay="0"/>
                                          </p:stCondLst>
                                        </p:cTn>
                                        <p:tgtEl>
                                          <p:spTgt spid="925713"/>
                                        </p:tgtEl>
                                        <p:attrNameLst>
                                          <p:attrName>style.visibility</p:attrName>
                                        </p:attrNameLst>
                                      </p:cBhvr>
                                      <p:to>
                                        <p:strVal val="visible"/>
                                      </p:to>
                                    </p:set>
                                    <p:animEffect transition="in" filter="slide(fromBottom)">
                                      <p:cBhvr>
                                        <p:cTn id="87" dur="300"/>
                                        <p:tgtEl>
                                          <p:spTgt spid="92571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0"/>
                                          </p:stCondLst>
                                        </p:cTn>
                                        <p:tgtEl>
                                          <p:spTgt spid="925725"/>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925701"/>
                                        </p:tgtEl>
                                        <p:attrNameLst>
                                          <p:attrName>style.visibility</p:attrName>
                                        </p:attrNameLst>
                                      </p:cBhvr>
                                      <p:to>
                                        <p:strVal val="visible"/>
                                      </p:to>
                                    </p:set>
                                    <p:animEffect transition="in" filter="wipe(left)">
                                      <p:cBhvr>
                                        <p:cTn id="96" dur="500"/>
                                        <p:tgtEl>
                                          <p:spTgt spid="925701"/>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925726"/>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925717"/>
                                        </p:tgtEl>
                                        <p:attrNameLst>
                                          <p:attrName>style.visibility</p:attrName>
                                        </p:attrNameLst>
                                      </p:cBhvr>
                                      <p:to>
                                        <p:strVal val="visible"/>
                                      </p:to>
                                    </p:set>
                                    <p:animEffect transition="in" filter="wipe(left)">
                                      <p:cBhvr>
                                        <p:cTn id="105" dur="500"/>
                                        <p:tgtEl>
                                          <p:spTgt spid="925717"/>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925718"/>
                                        </p:tgtEl>
                                        <p:attrNameLst>
                                          <p:attrName>style.visibility</p:attrName>
                                        </p:attrNameLst>
                                      </p:cBhvr>
                                      <p:to>
                                        <p:strVal val="visible"/>
                                      </p:to>
                                    </p:set>
                                    <p:animEffect transition="in" filter="wipe(left)">
                                      <p:cBhvr>
                                        <p:cTn id="110" dur="500"/>
                                        <p:tgtEl>
                                          <p:spTgt spid="92571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925719"/>
                                        </p:tgtEl>
                                        <p:attrNameLst>
                                          <p:attrName>style.visibility</p:attrName>
                                        </p:attrNameLst>
                                      </p:cBhvr>
                                      <p:to>
                                        <p:strVal val="visible"/>
                                      </p:to>
                                    </p:set>
                                    <p:animEffect transition="in" filter="wipe(left)">
                                      <p:cBhvr>
                                        <p:cTn id="115" dur="500"/>
                                        <p:tgtEl>
                                          <p:spTgt spid="925719"/>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2" presetClass="entr" presetSubtype="4" fill="hold" nodeType="clickEffect">
                                  <p:stCondLst>
                                    <p:cond delay="0"/>
                                  </p:stCondLst>
                                  <p:childTnLst>
                                    <p:set>
                                      <p:cBhvr>
                                        <p:cTn id="119" dur="1" fill="hold">
                                          <p:stCondLst>
                                            <p:cond delay="0"/>
                                          </p:stCondLst>
                                        </p:cTn>
                                        <p:tgtEl>
                                          <p:spTgt spid="925714"/>
                                        </p:tgtEl>
                                        <p:attrNameLst>
                                          <p:attrName>style.visibility</p:attrName>
                                        </p:attrNameLst>
                                      </p:cBhvr>
                                      <p:to>
                                        <p:strVal val="visible"/>
                                      </p:to>
                                    </p:set>
                                    <p:animEffect transition="in" filter="slide(fromBottom)">
                                      <p:cBhvr>
                                        <p:cTn id="120" dur="300"/>
                                        <p:tgtEl>
                                          <p:spTgt spid="925714"/>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925727"/>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925729"/>
                                        </p:tgtEl>
                                        <p:attrNameLst>
                                          <p:attrName>style.visibility</p:attrName>
                                        </p:attrNameLst>
                                      </p:cBhvr>
                                      <p:to>
                                        <p:strVal val="visible"/>
                                      </p:to>
                                    </p:set>
                                    <p:animEffect transition="in" filter="wipe(left)">
                                      <p:cBhvr>
                                        <p:cTn id="129" dur="500"/>
                                        <p:tgtEl>
                                          <p:spTgt spid="925729"/>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925720"/>
                                        </p:tgtEl>
                                        <p:attrNameLst>
                                          <p:attrName>style.visibility</p:attrName>
                                        </p:attrNameLst>
                                      </p:cBhvr>
                                      <p:to>
                                        <p:strVal val="visible"/>
                                      </p:to>
                                    </p:set>
                                    <p:animEffect transition="in" filter="wipe(left)">
                                      <p:cBhvr>
                                        <p:cTn id="134" dur="500"/>
                                        <p:tgtEl>
                                          <p:spTgt spid="925720"/>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925721"/>
                                        </p:tgtEl>
                                        <p:attrNameLst>
                                          <p:attrName>style.visibility</p:attrName>
                                        </p:attrNameLst>
                                      </p:cBhvr>
                                      <p:to>
                                        <p:strVal val="visible"/>
                                      </p:to>
                                    </p:set>
                                    <p:animEffect transition="in" filter="wipe(left)">
                                      <p:cBhvr>
                                        <p:cTn id="139" dur="500"/>
                                        <p:tgtEl>
                                          <p:spTgt spid="925721"/>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9" presetClass="entr" presetSubtype="0" fill="hold" nodeType="clickEffect">
                                  <p:stCondLst>
                                    <p:cond delay="0"/>
                                  </p:stCondLst>
                                  <p:childTnLst>
                                    <p:set>
                                      <p:cBhvr>
                                        <p:cTn id="143" dur="1" fill="hold">
                                          <p:stCondLst>
                                            <p:cond delay="0"/>
                                          </p:stCondLst>
                                        </p:cTn>
                                        <p:tgtEl>
                                          <p:spTgt spid="925728"/>
                                        </p:tgtEl>
                                        <p:attrNameLst>
                                          <p:attrName>style.visibility</p:attrName>
                                        </p:attrNameLst>
                                      </p:cBhvr>
                                      <p:to>
                                        <p:strVal val="visible"/>
                                      </p:to>
                                    </p:set>
                                    <p:animEffect transition="in" filter="dissolve">
                                      <p:cBhvr>
                                        <p:cTn id="144" dur="500"/>
                                        <p:tgtEl>
                                          <p:spTgt spid="925728"/>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2" presetClass="entr" presetSubtype="4" fill="hold" nodeType="clickEffect">
                                  <p:stCondLst>
                                    <p:cond delay="0"/>
                                  </p:stCondLst>
                                  <p:childTnLst>
                                    <p:set>
                                      <p:cBhvr>
                                        <p:cTn id="148" dur="1" fill="hold">
                                          <p:stCondLst>
                                            <p:cond delay="0"/>
                                          </p:stCondLst>
                                        </p:cTn>
                                        <p:tgtEl>
                                          <p:spTgt spid="925722"/>
                                        </p:tgtEl>
                                        <p:attrNameLst>
                                          <p:attrName>style.visibility</p:attrName>
                                        </p:attrNameLst>
                                      </p:cBhvr>
                                      <p:to>
                                        <p:strVal val="visible"/>
                                      </p:to>
                                    </p:set>
                                    <p:animEffect transition="in" filter="slide(fromBottom)">
                                      <p:cBhvr>
                                        <p:cTn id="149" dur="300"/>
                                        <p:tgtEl>
                                          <p:spTgt spid="925722"/>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2" presetClass="entr" presetSubtype="4" fill="hold" nodeType="clickEffect">
                                  <p:stCondLst>
                                    <p:cond delay="0"/>
                                  </p:stCondLst>
                                  <p:childTnLst>
                                    <p:set>
                                      <p:cBhvr>
                                        <p:cTn id="153" dur="1" fill="hold">
                                          <p:stCondLst>
                                            <p:cond delay="0"/>
                                          </p:stCondLst>
                                        </p:cTn>
                                        <p:tgtEl>
                                          <p:spTgt spid="925723"/>
                                        </p:tgtEl>
                                        <p:attrNameLst>
                                          <p:attrName>style.visibility</p:attrName>
                                        </p:attrNameLst>
                                      </p:cBhvr>
                                      <p:to>
                                        <p:strVal val="visible"/>
                                      </p:to>
                                    </p:set>
                                    <p:animEffect transition="in" filter="slide(fromBottom)">
                                      <p:cBhvr>
                                        <p:cTn id="154" dur="300"/>
                                        <p:tgtEl>
                                          <p:spTgt spid="925723"/>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2" presetClass="entr" presetSubtype="4" fill="hold" nodeType="clickEffect">
                                  <p:stCondLst>
                                    <p:cond delay="0"/>
                                  </p:stCondLst>
                                  <p:childTnLst>
                                    <p:set>
                                      <p:cBhvr>
                                        <p:cTn id="158" dur="1" fill="hold">
                                          <p:stCondLst>
                                            <p:cond delay="0"/>
                                          </p:stCondLst>
                                        </p:cTn>
                                        <p:tgtEl>
                                          <p:spTgt spid="925732"/>
                                        </p:tgtEl>
                                        <p:attrNameLst>
                                          <p:attrName>style.visibility</p:attrName>
                                        </p:attrNameLst>
                                      </p:cBhvr>
                                      <p:to>
                                        <p:strVal val="visible"/>
                                      </p:to>
                                    </p:set>
                                    <p:animEffect transition="in" filter="slide(fromBottom)">
                                      <p:cBhvr>
                                        <p:cTn id="159" dur="300"/>
                                        <p:tgtEl>
                                          <p:spTgt spid="925732"/>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nodeType="clickEffect">
                                  <p:stCondLst>
                                    <p:cond delay="0"/>
                                  </p:stCondLst>
                                  <p:childTnLst>
                                    <p:set>
                                      <p:cBhvr>
                                        <p:cTn id="163" dur="1" fill="hold">
                                          <p:stCondLst>
                                            <p:cond delay="0"/>
                                          </p:stCondLst>
                                        </p:cTn>
                                        <p:tgtEl>
                                          <p:spTgt spid="925733"/>
                                        </p:tgtEl>
                                        <p:attrNameLst>
                                          <p:attrName>style.visibility</p:attrName>
                                        </p:attrNameLst>
                                      </p:cBhvr>
                                      <p:to>
                                        <p:strVal val="visible"/>
                                      </p:to>
                                    </p:set>
                                    <p:animEffect transition="in" filter="wipe(left)">
                                      <p:cBhvr>
                                        <p:cTn id="164" dur="500"/>
                                        <p:tgtEl>
                                          <p:spTgt spid="925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699" grpId="0" animBg="1"/>
      <p:bldP spid="925700" grpId="0" animBg="1"/>
      <p:bldP spid="925713" grpId="0" autoUpdateAnimBg="0"/>
      <p:bldP spid="925714" grpId="0" autoUpdateAnimBg="0"/>
      <p:bldP spid="925722" grpId="0" autoUpdateAnimBg="0"/>
      <p:bldP spid="925723" grpId="0" autoUpdateAnimBg="0"/>
      <p:bldP spid="925725" grpId="0"/>
      <p:bldP spid="925726" grpId="0"/>
      <p:bldP spid="925727" grpId="0"/>
      <p:bldP spid="925728" grpId="0" animBg="1"/>
      <p:bldP spid="92573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Text Box 2">
            <a:extLst>
              <a:ext uri="{FF2B5EF4-FFF2-40B4-BE49-F238E27FC236}">
                <a16:creationId xmlns:a16="http://schemas.microsoft.com/office/drawing/2014/main" id="{B2760717-F55A-B8E4-4AB9-2E382744B11A}"/>
              </a:ext>
            </a:extLst>
          </p:cNvPr>
          <p:cNvSpPr txBox="1">
            <a:spLocks noChangeArrowheads="1"/>
          </p:cNvSpPr>
          <p:nvPr/>
        </p:nvSpPr>
        <p:spPr bwMode="auto">
          <a:xfrm>
            <a:off x="323850" y="333375"/>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相对论质量</a:t>
            </a:r>
            <a:endParaRPr kumimoji="1" lang="zh-CN" altLang="en-US">
              <a:solidFill>
                <a:srgbClr val="FFFF00"/>
              </a:solidFill>
              <a:latin typeface="宋体" panose="02010600030101010101" pitchFamily="2" charset="-122"/>
              <a:ea typeface="宋体" panose="02010600030101010101" pitchFamily="2" charset="-122"/>
            </a:endParaRPr>
          </a:p>
        </p:txBody>
      </p:sp>
      <p:sp>
        <p:nvSpPr>
          <p:cNvPr id="985091" name="Text Box 3">
            <a:extLst>
              <a:ext uri="{FF2B5EF4-FFF2-40B4-BE49-F238E27FC236}">
                <a16:creationId xmlns:a16="http://schemas.microsoft.com/office/drawing/2014/main" id="{B1912FF8-5F61-0FEB-33EA-684847FFF36A}"/>
              </a:ext>
            </a:extLst>
          </p:cNvPr>
          <p:cNvSpPr txBox="1">
            <a:spLocks noChangeArrowheads="1"/>
          </p:cNvSpPr>
          <p:nvPr/>
        </p:nvSpPr>
        <p:spPr bwMode="auto">
          <a:xfrm>
            <a:off x="611188" y="811213"/>
            <a:ext cx="4392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经典力学中：物体质量恒定</a:t>
            </a:r>
            <a:r>
              <a:rPr lang="en-US" altLang="zh-CN"/>
              <a:t>.</a:t>
            </a:r>
          </a:p>
        </p:txBody>
      </p:sp>
      <p:grpSp>
        <p:nvGrpSpPr>
          <p:cNvPr id="2" name="Group 4">
            <a:extLst>
              <a:ext uri="{FF2B5EF4-FFF2-40B4-BE49-F238E27FC236}">
                <a16:creationId xmlns:a16="http://schemas.microsoft.com/office/drawing/2014/main" id="{86375A2C-BE2B-E586-1098-90B4F6FB93A4}"/>
              </a:ext>
            </a:extLst>
          </p:cNvPr>
          <p:cNvGrpSpPr>
            <a:grpSpLocks/>
          </p:cNvGrpSpPr>
          <p:nvPr/>
        </p:nvGrpSpPr>
        <p:grpSpPr bwMode="auto">
          <a:xfrm>
            <a:off x="5148263" y="476250"/>
            <a:ext cx="3168650" cy="2617788"/>
            <a:chOff x="3152" y="1117"/>
            <a:chExt cx="1996" cy="1649"/>
          </a:xfrm>
        </p:grpSpPr>
        <p:sp>
          <p:nvSpPr>
            <p:cNvPr id="5146" name="Line 5">
              <a:extLst>
                <a:ext uri="{FF2B5EF4-FFF2-40B4-BE49-F238E27FC236}">
                  <a16:creationId xmlns:a16="http://schemas.microsoft.com/office/drawing/2014/main" id="{A3CD023C-427A-0961-1261-9823D3F32607}"/>
                </a:ext>
              </a:extLst>
            </p:cNvPr>
            <p:cNvSpPr>
              <a:spLocks noChangeShapeType="1"/>
            </p:cNvSpPr>
            <p:nvPr/>
          </p:nvSpPr>
          <p:spPr bwMode="auto">
            <a:xfrm flipV="1">
              <a:off x="3424" y="1117"/>
              <a:ext cx="0" cy="1316"/>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7" name="Line 6">
              <a:extLst>
                <a:ext uri="{FF2B5EF4-FFF2-40B4-BE49-F238E27FC236}">
                  <a16:creationId xmlns:a16="http://schemas.microsoft.com/office/drawing/2014/main" id="{9E1C9CBD-7A79-D08B-C9D8-E9340C5917FD}"/>
                </a:ext>
              </a:extLst>
            </p:cNvPr>
            <p:cNvSpPr>
              <a:spLocks noChangeShapeType="1"/>
            </p:cNvSpPr>
            <p:nvPr/>
          </p:nvSpPr>
          <p:spPr bwMode="auto">
            <a:xfrm flipV="1">
              <a:off x="3424" y="2432"/>
              <a:ext cx="1724" cy="1"/>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8" name="Text Box 7">
              <a:extLst>
                <a:ext uri="{FF2B5EF4-FFF2-40B4-BE49-F238E27FC236}">
                  <a16:creationId xmlns:a16="http://schemas.microsoft.com/office/drawing/2014/main" id="{F84F51C4-A8EF-84A7-1587-50F6F648E3CE}"/>
                </a:ext>
              </a:extLst>
            </p:cNvPr>
            <p:cNvSpPr txBox="1">
              <a:spLocks noChangeArrowheads="1"/>
            </p:cNvSpPr>
            <p:nvPr/>
          </p:nvSpPr>
          <p:spPr bwMode="auto">
            <a:xfrm>
              <a:off x="3152" y="111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latin typeface="Bookman Old Style" panose="02050604050505020204" pitchFamily="18" charset="0"/>
                </a:rPr>
                <a:t>v</a:t>
              </a:r>
            </a:p>
          </p:txBody>
        </p:sp>
        <p:sp>
          <p:nvSpPr>
            <p:cNvPr id="5149" name="Text Box 8">
              <a:extLst>
                <a:ext uri="{FF2B5EF4-FFF2-40B4-BE49-F238E27FC236}">
                  <a16:creationId xmlns:a16="http://schemas.microsoft.com/office/drawing/2014/main" id="{B91DFC7B-7B6D-B4CF-4AB6-0DF9DC3F0B42}"/>
                </a:ext>
              </a:extLst>
            </p:cNvPr>
            <p:cNvSpPr txBox="1">
              <a:spLocks noChangeArrowheads="1"/>
            </p:cNvSpPr>
            <p:nvPr/>
          </p:nvSpPr>
          <p:spPr bwMode="auto">
            <a:xfrm>
              <a:off x="4830" y="2478"/>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latin typeface="Times New Roman" panose="02020603050405020304" pitchFamily="18" charset="0"/>
                </a:rPr>
                <a:t>t</a:t>
              </a:r>
            </a:p>
          </p:txBody>
        </p:sp>
      </p:grpSp>
      <p:sp>
        <p:nvSpPr>
          <p:cNvPr id="985097" name="Line 9">
            <a:extLst>
              <a:ext uri="{FF2B5EF4-FFF2-40B4-BE49-F238E27FC236}">
                <a16:creationId xmlns:a16="http://schemas.microsoft.com/office/drawing/2014/main" id="{3F3E48CD-C027-038D-C986-7732A7023BAF}"/>
              </a:ext>
            </a:extLst>
          </p:cNvPr>
          <p:cNvSpPr>
            <a:spLocks noChangeShapeType="1"/>
          </p:cNvSpPr>
          <p:nvPr/>
        </p:nvSpPr>
        <p:spPr bwMode="auto">
          <a:xfrm flipV="1">
            <a:off x="5794375" y="692150"/>
            <a:ext cx="1585913" cy="1871663"/>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85098" name="Text Box 10">
            <a:extLst>
              <a:ext uri="{FF2B5EF4-FFF2-40B4-BE49-F238E27FC236}">
                <a16:creationId xmlns:a16="http://schemas.microsoft.com/office/drawing/2014/main" id="{6FF3C783-41E8-8503-52FA-8B70CEDB1E75}"/>
              </a:ext>
            </a:extLst>
          </p:cNvPr>
          <p:cNvSpPr txBox="1">
            <a:spLocks noChangeArrowheads="1"/>
          </p:cNvSpPr>
          <p:nvPr/>
        </p:nvSpPr>
        <p:spPr bwMode="auto">
          <a:xfrm>
            <a:off x="611188" y="1844675"/>
            <a:ext cx="4392612"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5000"/>
              </a:lnSpc>
              <a:buClrTx/>
              <a:buFontTx/>
              <a:buNone/>
            </a:pPr>
            <a:r>
              <a:rPr lang="zh-CN" altLang="en-US">
                <a:solidFill>
                  <a:srgbClr val="FFCC66"/>
                </a:solidFill>
              </a:rPr>
              <a:t>实验证明</a:t>
            </a:r>
            <a:r>
              <a:rPr lang="en-US" altLang="zh-CN"/>
              <a:t>,</a:t>
            </a:r>
            <a:r>
              <a:rPr lang="zh-CN" altLang="en-US"/>
              <a:t>电子在恒力作用下被加速到接近光速时</a:t>
            </a:r>
            <a:r>
              <a:rPr lang="en-US" altLang="zh-CN"/>
              <a:t>,</a:t>
            </a:r>
            <a:r>
              <a:rPr lang="zh-CN" altLang="en-US"/>
              <a:t>速度</a:t>
            </a:r>
            <a:r>
              <a:rPr lang="zh-CN" altLang="en-US">
                <a:solidFill>
                  <a:srgbClr val="FF9900"/>
                </a:solidFill>
              </a:rPr>
              <a:t>不再线性增加</a:t>
            </a:r>
            <a:r>
              <a:rPr lang="en-US" altLang="zh-CN"/>
              <a:t>,</a:t>
            </a:r>
            <a:r>
              <a:rPr lang="zh-CN" altLang="en-US"/>
              <a:t>且</a:t>
            </a:r>
            <a:r>
              <a:rPr lang="zh-CN" altLang="en-US">
                <a:solidFill>
                  <a:srgbClr val="FF9900"/>
                </a:solidFill>
              </a:rPr>
              <a:t>不能超越光速</a:t>
            </a:r>
            <a:r>
              <a:rPr lang="en-US" altLang="zh-CN"/>
              <a:t>. </a:t>
            </a:r>
          </a:p>
        </p:txBody>
      </p:sp>
      <p:grpSp>
        <p:nvGrpSpPr>
          <p:cNvPr id="3" name="Group 11">
            <a:extLst>
              <a:ext uri="{FF2B5EF4-FFF2-40B4-BE49-F238E27FC236}">
                <a16:creationId xmlns:a16="http://schemas.microsoft.com/office/drawing/2014/main" id="{2B732A8C-713A-B446-CF33-14F766AFC66A}"/>
              </a:ext>
            </a:extLst>
          </p:cNvPr>
          <p:cNvGrpSpPr>
            <a:grpSpLocks/>
          </p:cNvGrpSpPr>
          <p:nvPr/>
        </p:nvGrpSpPr>
        <p:grpSpPr bwMode="auto">
          <a:xfrm>
            <a:off x="5184775" y="3038475"/>
            <a:ext cx="3168650" cy="2617788"/>
            <a:chOff x="3152" y="1117"/>
            <a:chExt cx="1996" cy="1649"/>
          </a:xfrm>
        </p:grpSpPr>
        <p:sp>
          <p:nvSpPr>
            <p:cNvPr id="5142" name="Line 12">
              <a:extLst>
                <a:ext uri="{FF2B5EF4-FFF2-40B4-BE49-F238E27FC236}">
                  <a16:creationId xmlns:a16="http://schemas.microsoft.com/office/drawing/2014/main" id="{6BAE6647-602B-C9D0-01FC-4AB51389B6B5}"/>
                </a:ext>
              </a:extLst>
            </p:cNvPr>
            <p:cNvSpPr>
              <a:spLocks noChangeShapeType="1"/>
            </p:cNvSpPr>
            <p:nvPr/>
          </p:nvSpPr>
          <p:spPr bwMode="auto">
            <a:xfrm flipV="1">
              <a:off x="3424" y="1117"/>
              <a:ext cx="0" cy="1316"/>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3" name="Line 13">
              <a:extLst>
                <a:ext uri="{FF2B5EF4-FFF2-40B4-BE49-F238E27FC236}">
                  <a16:creationId xmlns:a16="http://schemas.microsoft.com/office/drawing/2014/main" id="{5BBA368F-4EE1-EF25-40B7-2C54E87BFF50}"/>
                </a:ext>
              </a:extLst>
            </p:cNvPr>
            <p:cNvSpPr>
              <a:spLocks noChangeShapeType="1"/>
            </p:cNvSpPr>
            <p:nvPr/>
          </p:nvSpPr>
          <p:spPr bwMode="auto">
            <a:xfrm flipV="1">
              <a:off x="3424" y="2432"/>
              <a:ext cx="1724" cy="1"/>
            </a:xfrm>
            <a:prstGeom prst="line">
              <a:avLst/>
            </a:prstGeom>
            <a:noFill/>
            <a:ln w="28575">
              <a:solidFill>
                <a:schemeClr val="bg1"/>
              </a:solidFill>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4" name="Text Box 14">
              <a:extLst>
                <a:ext uri="{FF2B5EF4-FFF2-40B4-BE49-F238E27FC236}">
                  <a16:creationId xmlns:a16="http://schemas.microsoft.com/office/drawing/2014/main" id="{89D89B71-EBC2-77B9-6FDD-3C1DB708814A}"/>
                </a:ext>
              </a:extLst>
            </p:cNvPr>
            <p:cNvSpPr txBox="1">
              <a:spLocks noChangeArrowheads="1"/>
            </p:cNvSpPr>
            <p:nvPr/>
          </p:nvSpPr>
          <p:spPr bwMode="auto">
            <a:xfrm>
              <a:off x="3152" y="1117"/>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latin typeface="Bookman Old Style" panose="02050604050505020204" pitchFamily="18" charset="0"/>
                </a:rPr>
                <a:t>v</a:t>
              </a:r>
            </a:p>
          </p:txBody>
        </p:sp>
        <p:sp>
          <p:nvSpPr>
            <p:cNvPr id="5145" name="Text Box 15">
              <a:extLst>
                <a:ext uri="{FF2B5EF4-FFF2-40B4-BE49-F238E27FC236}">
                  <a16:creationId xmlns:a16="http://schemas.microsoft.com/office/drawing/2014/main" id="{262D9DA8-4A40-8A4E-1152-5BCDC01F3A2F}"/>
                </a:ext>
              </a:extLst>
            </p:cNvPr>
            <p:cNvSpPr txBox="1">
              <a:spLocks noChangeArrowheads="1"/>
            </p:cNvSpPr>
            <p:nvPr/>
          </p:nvSpPr>
          <p:spPr bwMode="auto">
            <a:xfrm>
              <a:off x="4830" y="2478"/>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latin typeface="Times New Roman" panose="02020603050405020304" pitchFamily="18" charset="0"/>
                </a:rPr>
                <a:t>t</a:t>
              </a:r>
            </a:p>
          </p:txBody>
        </p:sp>
      </p:grpSp>
      <p:sp>
        <p:nvSpPr>
          <p:cNvPr id="985104" name="Freeform 16">
            <a:extLst>
              <a:ext uri="{FF2B5EF4-FFF2-40B4-BE49-F238E27FC236}">
                <a16:creationId xmlns:a16="http://schemas.microsoft.com/office/drawing/2014/main" id="{B1CC9A56-2688-76B8-D21F-6EDE7E83CF7B}"/>
              </a:ext>
            </a:extLst>
          </p:cNvPr>
          <p:cNvSpPr>
            <a:spLocks/>
          </p:cNvSpPr>
          <p:nvPr/>
        </p:nvSpPr>
        <p:spPr bwMode="auto">
          <a:xfrm>
            <a:off x="5614988" y="3830638"/>
            <a:ext cx="2592387" cy="1223962"/>
          </a:xfrm>
          <a:custGeom>
            <a:avLst/>
            <a:gdLst>
              <a:gd name="T0" fmla="*/ 0 w 1633"/>
              <a:gd name="T1" fmla="*/ 2147483647 h 771"/>
              <a:gd name="T2" fmla="*/ 2147483647 w 1633"/>
              <a:gd name="T3" fmla="*/ 2147483647 h 771"/>
              <a:gd name="T4" fmla="*/ 2147483647 w 1633"/>
              <a:gd name="T5" fmla="*/ 2147483647 h 771"/>
              <a:gd name="T6" fmla="*/ 2147483647 w 1633"/>
              <a:gd name="T7" fmla="*/ 2147483647 h 771"/>
              <a:gd name="T8" fmla="*/ 2147483647 w 1633"/>
              <a:gd name="T9" fmla="*/ 0 h 771"/>
              <a:gd name="T10" fmla="*/ 0 60000 65536"/>
              <a:gd name="T11" fmla="*/ 0 60000 65536"/>
              <a:gd name="T12" fmla="*/ 0 60000 65536"/>
              <a:gd name="T13" fmla="*/ 0 60000 65536"/>
              <a:gd name="T14" fmla="*/ 0 60000 65536"/>
              <a:gd name="T15" fmla="*/ 0 w 1633"/>
              <a:gd name="T16" fmla="*/ 0 h 771"/>
              <a:gd name="T17" fmla="*/ 1633 w 1633"/>
              <a:gd name="T18" fmla="*/ 771 h 771"/>
            </a:gdLst>
            <a:ahLst/>
            <a:cxnLst>
              <a:cxn ang="T10">
                <a:pos x="T0" y="T1"/>
              </a:cxn>
              <a:cxn ang="T11">
                <a:pos x="T2" y="T3"/>
              </a:cxn>
              <a:cxn ang="T12">
                <a:pos x="T4" y="T5"/>
              </a:cxn>
              <a:cxn ang="T13">
                <a:pos x="T6" y="T7"/>
              </a:cxn>
              <a:cxn ang="T14">
                <a:pos x="T8" y="T9"/>
              </a:cxn>
            </a:cxnLst>
            <a:rect l="T15" t="T16" r="T17" b="T18"/>
            <a:pathLst>
              <a:path w="1633" h="771">
                <a:moveTo>
                  <a:pt x="0" y="771"/>
                </a:moveTo>
                <a:cubicBezTo>
                  <a:pt x="87" y="638"/>
                  <a:pt x="174" y="506"/>
                  <a:pt x="272" y="408"/>
                </a:cubicBezTo>
                <a:cubicBezTo>
                  <a:pt x="370" y="310"/>
                  <a:pt x="476" y="242"/>
                  <a:pt x="590" y="181"/>
                </a:cubicBezTo>
                <a:cubicBezTo>
                  <a:pt x="704" y="120"/>
                  <a:pt x="779" y="75"/>
                  <a:pt x="953" y="45"/>
                </a:cubicBezTo>
                <a:cubicBezTo>
                  <a:pt x="1127" y="15"/>
                  <a:pt x="1380" y="7"/>
                  <a:pt x="1633" y="0"/>
                </a:cubicBezTo>
              </a:path>
            </a:pathLst>
          </a:cu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nvGrpSpPr>
          <p:cNvPr id="4" name="Group 17">
            <a:extLst>
              <a:ext uri="{FF2B5EF4-FFF2-40B4-BE49-F238E27FC236}">
                <a16:creationId xmlns:a16="http://schemas.microsoft.com/office/drawing/2014/main" id="{64AFDAA9-C7C4-E122-C5AB-EBF4942A6ED8}"/>
              </a:ext>
            </a:extLst>
          </p:cNvPr>
          <p:cNvGrpSpPr>
            <a:grpSpLocks/>
          </p:cNvGrpSpPr>
          <p:nvPr/>
        </p:nvGrpSpPr>
        <p:grpSpPr bwMode="auto">
          <a:xfrm>
            <a:off x="5229225" y="3541713"/>
            <a:ext cx="2978150" cy="457200"/>
            <a:chOff x="3272" y="2386"/>
            <a:chExt cx="1876" cy="288"/>
          </a:xfrm>
        </p:grpSpPr>
        <p:sp>
          <p:nvSpPr>
            <p:cNvPr id="5140" name="Line 18">
              <a:extLst>
                <a:ext uri="{FF2B5EF4-FFF2-40B4-BE49-F238E27FC236}">
                  <a16:creationId xmlns:a16="http://schemas.microsoft.com/office/drawing/2014/main" id="{F965D6BB-60F2-2060-A514-229A868EAF29}"/>
                </a:ext>
              </a:extLst>
            </p:cNvPr>
            <p:cNvSpPr>
              <a:spLocks noChangeShapeType="1"/>
            </p:cNvSpPr>
            <p:nvPr/>
          </p:nvSpPr>
          <p:spPr bwMode="auto">
            <a:xfrm>
              <a:off x="3515" y="2552"/>
              <a:ext cx="1633" cy="0"/>
            </a:xfrm>
            <a:prstGeom prst="line">
              <a:avLst/>
            </a:prstGeom>
            <a:noFill/>
            <a:ln w="28575">
              <a:solidFill>
                <a:srgbClr val="FFCC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41" name="Rectangle 19">
              <a:extLst>
                <a:ext uri="{FF2B5EF4-FFF2-40B4-BE49-F238E27FC236}">
                  <a16:creationId xmlns:a16="http://schemas.microsoft.com/office/drawing/2014/main" id="{181E732D-D191-EB53-75C1-CEF18AAB2A1C}"/>
                </a:ext>
              </a:extLst>
            </p:cNvPr>
            <p:cNvSpPr>
              <a:spLocks noChangeArrowheads="1"/>
            </p:cNvSpPr>
            <p:nvPr/>
          </p:nvSpPr>
          <p:spPr bwMode="auto">
            <a:xfrm>
              <a:off x="3272" y="2386"/>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solidFill>
                    <a:srgbClr val="FFCC66"/>
                  </a:solidFill>
                  <a:latin typeface="Times New Roman" panose="02020603050405020304" pitchFamily="18" charset="0"/>
                </a:rPr>
                <a:t>c</a:t>
              </a:r>
            </a:p>
          </p:txBody>
        </p:sp>
      </p:grpSp>
      <p:grpSp>
        <p:nvGrpSpPr>
          <p:cNvPr id="5" name="Group 20">
            <a:extLst>
              <a:ext uri="{FF2B5EF4-FFF2-40B4-BE49-F238E27FC236}">
                <a16:creationId xmlns:a16="http://schemas.microsoft.com/office/drawing/2014/main" id="{89B9E7D7-A08C-DF2E-B1A1-35BE896E3168}"/>
              </a:ext>
            </a:extLst>
          </p:cNvPr>
          <p:cNvGrpSpPr>
            <a:grpSpLocks/>
          </p:cNvGrpSpPr>
          <p:nvPr/>
        </p:nvGrpSpPr>
        <p:grpSpPr bwMode="auto">
          <a:xfrm>
            <a:off x="5219700" y="908050"/>
            <a:ext cx="2978150" cy="457200"/>
            <a:chOff x="3288" y="572"/>
            <a:chExt cx="1876" cy="288"/>
          </a:xfrm>
        </p:grpSpPr>
        <p:sp>
          <p:nvSpPr>
            <p:cNvPr id="5138" name="Line 21">
              <a:extLst>
                <a:ext uri="{FF2B5EF4-FFF2-40B4-BE49-F238E27FC236}">
                  <a16:creationId xmlns:a16="http://schemas.microsoft.com/office/drawing/2014/main" id="{5075FFAF-1183-4069-9EEC-6A701323BF57}"/>
                </a:ext>
              </a:extLst>
            </p:cNvPr>
            <p:cNvSpPr>
              <a:spLocks noChangeShapeType="1"/>
            </p:cNvSpPr>
            <p:nvPr/>
          </p:nvSpPr>
          <p:spPr bwMode="auto">
            <a:xfrm>
              <a:off x="3531" y="738"/>
              <a:ext cx="1633" cy="0"/>
            </a:xfrm>
            <a:prstGeom prst="line">
              <a:avLst/>
            </a:prstGeom>
            <a:noFill/>
            <a:ln w="28575">
              <a:solidFill>
                <a:srgbClr val="FFCC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139" name="Rectangle 22">
              <a:extLst>
                <a:ext uri="{FF2B5EF4-FFF2-40B4-BE49-F238E27FC236}">
                  <a16:creationId xmlns:a16="http://schemas.microsoft.com/office/drawing/2014/main" id="{D616676C-709A-D14B-3E70-C8310AB68825}"/>
                </a:ext>
              </a:extLst>
            </p:cNvPr>
            <p:cNvSpPr>
              <a:spLocks noChangeArrowheads="1"/>
            </p:cNvSpPr>
            <p:nvPr/>
          </p:nvSpPr>
          <p:spPr bwMode="auto">
            <a:xfrm>
              <a:off x="3288" y="572"/>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i="1">
                  <a:solidFill>
                    <a:srgbClr val="FFCC66"/>
                  </a:solidFill>
                  <a:latin typeface="Times New Roman" panose="02020603050405020304" pitchFamily="18" charset="0"/>
                </a:rPr>
                <a:t>c</a:t>
              </a:r>
            </a:p>
          </p:txBody>
        </p:sp>
      </p:grpSp>
      <p:sp>
        <p:nvSpPr>
          <p:cNvPr id="985114" name="Text Box 26">
            <a:extLst>
              <a:ext uri="{FF2B5EF4-FFF2-40B4-BE49-F238E27FC236}">
                <a16:creationId xmlns:a16="http://schemas.microsoft.com/office/drawing/2014/main" id="{50AAB392-D3AB-E3C3-00EF-F8FAD566523D}"/>
              </a:ext>
            </a:extLst>
          </p:cNvPr>
          <p:cNvSpPr txBox="1">
            <a:spLocks noChangeArrowheads="1"/>
          </p:cNvSpPr>
          <p:nvPr/>
        </p:nvSpPr>
        <p:spPr bwMode="auto">
          <a:xfrm>
            <a:off x="425450" y="3582988"/>
            <a:ext cx="4319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狭义相对论从理论上可以证明 </a:t>
            </a:r>
          </a:p>
        </p:txBody>
      </p:sp>
      <p:graphicFrame>
        <p:nvGraphicFramePr>
          <p:cNvPr id="985115" name="Object 2">
            <a:extLst>
              <a:ext uri="{FF2B5EF4-FFF2-40B4-BE49-F238E27FC236}">
                <a16:creationId xmlns:a16="http://schemas.microsoft.com/office/drawing/2014/main" id="{1F2016AD-E418-5C80-6516-C6C3B55ADC61}"/>
              </a:ext>
            </a:extLst>
          </p:cNvPr>
          <p:cNvGraphicFramePr>
            <a:graphicFrameLocks noChangeAspect="1"/>
          </p:cNvGraphicFramePr>
          <p:nvPr/>
        </p:nvGraphicFramePr>
        <p:xfrm>
          <a:off x="646113" y="4168775"/>
          <a:ext cx="2330450" cy="1447800"/>
        </p:xfrm>
        <a:graphic>
          <a:graphicData uri="http://schemas.openxmlformats.org/presentationml/2006/ole">
            <mc:AlternateContent xmlns:mc="http://schemas.openxmlformats.org/markup-compatibility/2006">
              <mc:Choice xmlns:v="urn:schemas-microsoft-com:vml" Requires="v">
                <p:oleObj name="公式" r:id="rId2" imgW="2311200" imgH="1447560" progId="Equation.3">
                  <p:embed/>
                </p:oleObj>
              </mc:Choice>
              <mc:Fallback>
                <p:oleObj name="公式" r:id="rId2" imgW="2311200" imgH="1447560" progId="Equation.3">
                  <p:embed/>
                  <p:pic>
                    <p:nvPicPr>
                      <p:cNvPr id="985115" name="Object 2">
                        <a:extLst>
                          <a:ext uri="{FF2B5EF4-FFF2-40B4-BE49-F238E27FC236}">
                            <a16:creationId xmlns:a16="http://schemas.microsoft.com/office/drawing/2014/main" id="{1F2016AD-E418-5C80-6516-C6C3B55ADC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13" y="4168775"/>
                        <a:ext cx="2330450" cy="1447800"/>
                      </a:xfrm>
                      <a:prstGeom prst="rect">
                        <a:avLst/>
                      </a:prstGeom>
                      <a:solidFill>
                        <a:srgbClr val="00FFFF">
                          <a:alpha val="20000"/>
                        </a:srgbClr>
                      </a:solidFill>
                      <a:ln w="9525">
                        <a:solidFill>
                          <a:srgbClr val="B2B2B2">
                            <a:alpha val="50000"/>
                          </a:srgbClr>
                        </a:solidFill>
                        <a:miter lim="800000"/>
                        <a:headEnd/>
                        <a:tailEnd/>
                      </a:ln>
                    </p:spPr>
                  </p:pic>
                </p:oleObj>
              </mc:Fallback>
            </mc:AlternateContent>
          </a:graphicData>
        </a:graphic>
      </p:graphicFrame>
      <p:sp>
        <p:nvSpPr>
          <p:cNvPr id="985116" name="Rectangle 28">
            <a:extLst>
              <a:ext uri="{FF2B5EF4-FFF2-40B4-BE49-F238E27FC236}">
                <a16:creationId xmlns:a16="http://schemas.microsoft.com/office/drawing/2014/main" id="{3DEACDFC-FA0A-A3CE-E88D-E068A386D770}"/>
              </a:ext>
            </a:extLst>
          </p:cNvPr>
          <p:cNvSpPr>
            <a:spLocks noChangeArrowheads="1"/>
          </p:cNvSpPr>
          <p:nvPr/>
        </p:nvSpPr>
        <p:spPr bwMode="auto">
          <a:xfrm>
            <a:off x="2801938" y="4591050"/>
            <a:ext cx="2592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en-US" altLang="zh-CN" sz="2000">
                <a:solidFill>
                  <a:srgbClr val="FF9900"/>
                </a:solidFill>
                <a:latin typeface="楷体_GB2312" pitchFamily="49" charset="-122"/>
                <a:ea typeface="楷体_GB2312" pitchFamily="49" charset="-122"/>
              </a:rPr>
              <a:t>(</a:t>
            </a:r>
            <a:r>
              <a:rPr lang="zh-CN" altLang="en-US" sz="2000">
                <a:solidFill>
                  <a:srgbClr val="FF9900"/>
                </a:solidFill>
                <a:latin typeface="楷体_GB2312" pitchFamily="49" charset="-122"/>
                <a:ea typeface="楷体_GB2312" pitchFamily="49" charset="-122"/>
              </a:rPr>
              <a:t>相对论质速关系</a:t>
            </a:r>
            <a:r>
              <a:rPr lang="en-US" altLang="zh-CN" sz="2000">
                <a:solidFill>
                  <a:srgbClr val="FF9900"/>
                </a:solidFill>
                <a:latin typeface="楷体_GB2312" pitchFamily="49" charset="-122"/>
                <a:ea typeface="楷体_GB2312" pitchFamily="49" charset="-122"/>
              </a:rPr>
              <a:t>)</a:t>
            </a:r>
          </a:p>
        </p:txBody>
      </p:sp>
      <p:sp>
        <p:nvSpPr>
          <p:cNvPr id="985117" name="Text Box 29">
            <a:extLst>
              <a:ext uri="{FF2B5EF4-FFF2-40B4-BE49-F238E27FC236}">
                <a16:creationId xmlns:a16="http://schemas.microsoft.com/office/drawing/2014/main" id="{202DD963-72DB-D877-4287-8043EECDE125}"/>
              </a:ext>
            </a:extLst>
          </p:cNvPr>
          <p:cNvSpPr txBox="1">
            <a:spLocks noChangeArrowheads="1"/>
          </p:cNvSpPr>
          <p:nvPr/>
        </p:nvSpPr>
        <p:spPr bwMode="auto">
          <a:xfrm>
            <a:off x="611188" y="1268413"/>
            <a:ext cx="2305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恒力下：</a:t>
            </a:r>
            <a:r>
              <a:rPr lang="en-US" altLang="zh-CN" sz="2800" i="1">
                <a:solidFill>
                  <a:srgbClr val="FFCC66"/>
                </a:solidFill>
                <a:latin typeface="Bookman Old Style" panose="02050604050505020204" pitchFamily="18" charset="0"/>
              </a:rPr>
              <a:t>v</a:t>
            </a:r>
            <a:r>
              <a:rPr lang="en-US" altLang="zh-CN" sz="2800">
                <a:solidFill>
                  <a:srgbClr val="FFCC66"/>
                </a:solidFill>
              </a:rPr>
              <a:t>∝</a:t>
            </a:r>
            <a:r>
              <a:rPr lang="en-US" altLang="zh-CN" sz="2800" i="1">
                <a:solidFill>
                  <a:srgbClr val="FFCC66"/>
                </a:solidFill>
                <a:latin typeface="Times New Roman" panose="02020603050405020304" pitchFamily="18" charset="0"/>
              </a:rPr>
              <a:t>t</a:t>
            </a:r>
            <a:endParaRPr lang="en-US" altLang="zh-CN">
              <a:solidFill>
                <a:srgbClr val="00FFFF"/>
              </a:solidFill>
            </a:endParaRPr>
          </a:p>
        </p:txBody>
      </p:sp>
      <p:sp>
        <p:nvSpPr>
          <p:cNvPr id="985118" name="Text Box 30">
            <a:extLst>
              <a:ext uri="{FF2B5EF4-FFF2-40B4-BE49-F238E27FC236}">
                <a16:creationId xmlns:a16="http://schemas.microsoft.com/office/drawing/2014/main" id="{001DAD81-1D6E-C261-0F9E-1E022C780E2B}"/>
              </a:ext>
            </a:extLst>
          </p:cNvPr>
          <p:cNvSpPr txBox="1">
            <a:spLocks noChangeArrowheads="1"/>
          </p:cNvSpPr>
          <p:nvPr/>
        </p:nvSpPr>
        <p:spPr bwMode="auto">
          <a:xfrm>
            <a:off x="2771775" y="1268413"/>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solidFill>
                  <a:srgbClr val="00FFFF"/>
                </a:solidFill>
              </a:rPr>
              <a:t>没有上限</a:t>
            </a:r>
            <a:r>
              <a:rPr lang="en-US" altLang="zh-CN"/>
              <a:t>. </a:t>
            </a:r>
          </a:p>
        </p:txBody>
      </p:sp>
      <p:sp>
        <p:nvSpPr>
          <p:cNvPr id="985119" name="Text Box 31">
            <a:extLst>
              <a:ext uri="{FF2B5EF4-FFF2-40B4-BE49-F238E27FC236}">
                <a16:creationId xmlns:a16="http://schemas.microsoft.com/office/drawing/2014/main" id="{C2E4720C-EFA8-3B14-E3BF-6D45F1F04611}"/>
              </a:ext>
            </a:extLst>
          </p:cNvPr>
          <p:cNvSpPr txBox="1">
            <a:spLocks noChangeArrowheads="1"/>
          </p:cNvSpPr>
          <p:nvPr/>
        </p:nvSpPr>
        <p:spPr bwMode="auto">
          <a:xfrm>
            <a:off x="792163" y="5734050"/>
            <a:ext cx="8135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i="1">
                <a:solidFill>
                  <a:srgbClr val="FFCC66"/>
                </a:solidFill>
                <a:latin typeface="Times New Roman" panose="02020603050405020304" pitchFamily="18" charset="0"/>
              </a:rPr>
              <a:t>m</a:t>
            </a:r>
            <a:r>
              <a:rPr lang="en-US" altLang="zh-CN" baseline="-25000">
                <a:solidFill>
                  <a:srgbClr val="FFCC66"/>
                </a:solidFill>
              </a:rPr>
              <a:t>0</a:t>
            </a:r>
            <a:r>
              <a:rPr lang="zh-CN" altLang="en-US"/>
              <a:t>：物体静止时质量</a:t>
            </a:r>
            <a:r>
              <a:rPr lang="en-US" altLang="zh-CN"/>
              <a:t>; </a:t>
            </a:r>
            <a:r>
              <a:rPr lang="en-US" altLang="zh-CN" i="1">
                <a:solidFill>
                  <a:srgbClr val="FFCC66"/>
                </a:solidFill>
                <a:latin typeface="Times New Roman" panose="02020603050405020304" pitchFamily="18" charset="0"/>
              </a:rPr>
              <a:t>m</a:t>
            </a:r>
            <a:r>
              <a:rPr lang="en-US" altLang="zh-CN">
                <a:solidFill>
                  <a:srgbClr val="FFCC66"/>
                </a:solidFill>
              </a:rPr>
              <a:t>(</a:t>
            </a:r>
            <a:r>
              <a:rPr lang="en-US" altLang="zh-CN" i="1">
                <a:solidFill>
                  <a:srgbClr val="FFCC66"/>
                </a:solidFill>
                <a:latin typeface="Bookman Old Style" panose="02050604050505020204" pitchFamily="18" charset="0"/>
              </a:rPr>
              <a:t>v</a:t>
            </a:r>
            <a:r>
              <a:rPr lang="en-US" altLang="zh-CN">
                <a:solidFill>
                  <a:srgbClr val="FFCC66"/>
                </a:solidFill>
              </a:rPr>
              <a:t>)</a:t>
            </a:r>
            <a:r>
              <a:rPr lang="zh-CN" altLang="en-US"/>
              <a:t>：物体以速率</a:t>
            </a:r>
            <a:r>
              <a:rPr lang="en-US" altLang="zh-CN" i="1">
                <a:solidFill>
                  <a:srgbClr val="FFCC66"/>
                </a:solidFill>
                <a:latin typeface="Bookman Old Style" panose="02050604050505020204" pitchFamily="18" charset="0"/>
              </a:rPr>
              <a:t>v </a:t>
            </a:r>
            <a:r>
              <a:rPr lang="zh-CN" altLang="en-US"/>
              <a:t>运动时的质量</a:t>
            </a:r>
            <a:r>
              <a:rPr lang="en-US" altLang="zh-CN"/>
              <a:t>.</a:t>
            </a:r>
          </a:p>
        </p:txBody>
      </p:sp>
      <p:graphicFrame>
        <p:nvGraphicFramePr>
          <p:cNvPr id="985121" name="Object 4">
            <a:extLst>
              <a:ext uri="{FF2B5EF4-FFF2-40B4-BE49-F238E27FC236}">
                <a16:creationId xmlns:a16="http://schemas.microsoft.com/office/drawing/2014/main" id="{E682E32F-894E-96CA-8281-EEF0C2E22A20}"/>
              </a:ext>
            </a:extLst>
          </p:cNvPr>
          <p:cNvGraphicFramePr>
            <a:graphicFrameLocks/>
          </p:cNvGraphicFramePr>
          <p:nvPr/>
        </p:nvGraphicFramePr>
        <p:xfrm>
          <a:off x="2190750" y="423863"/>
          <a:ext cx="1331913" cy="406400"/>
        </p:xfrm>
        <a:graphic>
          <a:graphicData uri="http://schemas.openxmlformats.org/presentationml/2006/ole">
            <mc:AlternateContent xmlns:mc="http://schemas.openxmlformats.org/markup-compatibility/2006">
              <mc:Choice xmlns:v="urn:schemas-microsoft-com:vml" Requires="v">
                <p:oleObj name="公式" r:id="rId4" imgW="1333440" imgH="406080" progId="Equation.3">
                  <p:embed/>
                </p:oleObj>
              </mc:Choice>
              <mc:Fallback>
                <p:oleObj name="公式" r:id="rId4" imgW="1333440" imgH="406080" progId="Equation.3">
                  <p:embed/>
                  <p:pic>
                    <p:nvPicPr>
                      <p:cNvPr id="985121" name="Object 4">
                        <a:extLst>
                          <a:ext uri="{FF2B5EF4-FFF2-40B4-BE49-F238E27FC236}">
                            <a16:creationId xmlns:a16="http://schemas.microsoft.com/office/drawing/2014/main" id="{E682E32F-894E-96CA-8281-EEF0C2E22A2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0750" y="423863"/>
                        <a:ext cx="1331913"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85090"/>
                                        </p:tgtEl>
                                        <p:attrNameLst>
                                          <p:attrName>style.visibility</p:attrName>
                                        </p:attrNameLst>
                                      </p:cBhvr>
                                      <p:to>
                                        <p:strVal val="visible"/>
                                      </p:to>
                                    </p:set>
                                    <p:animEffect transition="in" filter="wipe(left)">
                                      <p:cBhvr>
                                        <p:cTn id="7" dur="500"/>
                                        <p:tgtEl>
                                          <p:spTgt spid="985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5121"/>
                                        </p:tgtEl>
                                        <p:attrNameLst>
                                          <p:attrName>style.visibility</p:attrName>
                                        </p:attrNameLst>
                                      </p:cBhvr>
                                      <p:to>
                                        <p:strVal val="visible"/>
                                      </p:to>
                                    </p:set>
                                    <p:animEffect transition="in" filter="wipe(left)">
                                      <p:cBhvr>
                                        <p:cTn id="12" dur="500"/>
                                        <p:tgtEl>
                                          <p:spTgt spid="9851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5091"/>
                                        </p:tgtEl>
                                        <p:attrNameLst>
                                          <p:attrName>style.visibility</p:attrName>
                                        </p:attrNameLst>
                                      </p:cBhvr>
                                      <p:to>
                                        <p:strVal val="visible"/>
                                      </p:to>
                                    </p:set>
                                    <p:animEffect transition="in" filter="wipe(left)">
                                      <p:cBhvr>
                                        <p:cTn id="17" dur="500"/>
                                        <p:tgtEl>
                                          <p:spTgt spid="9850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85117"/>
                                        </p:tgtEl>
                                        <p:attrNameLst>
                                          <p:attrName>style.visibility</p:attrName>
                                        </p:attrNameLst>
                                      </p:cBhvr>
                                      <p:to>
                                        <p:strVal val="visible"/>
                                      </p:to>
                                    </p:set>
                                    <p:animEffect transition="in" filter="wipe(left)">
                                      <p:cBhvr>
                                        <p:cTn id="22" dur="500"/>
                                        <p:tgtEl>
                                          <p:spTgt spid="9851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85097"/>
                                        </p:tgtEl>
                                        <p:attrNameLst>
                                          <p:attrName>style.visibility</p:attrName>
                                        </p:attrNameLst>
                                      </p:cBhvr>
                                      <p:to>
                                        <p:strVal val="visible"/>
                                      </p:to>
                                    </p:set>
                                    <p:animEffect transition="in" filter="wipe(down)">
                                      <p:cBhvr>
                                        <p:cTn id="32" dur="2000"/>
                                        <p:tgtEl>
                                          <p:spTgt spid="9850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85118"/>
                                        </p:tgtEl>
                                        <p:attrNameLst>
                                          <p:attrName>style.visibility</p:attrName>
                                        </p:attrNameLst>
                                      </p:cBhvr>
                                      <p:to>
                                        <p:strVal val="visible"/>
                                      </p:to>
                                    </p:set>
                                    <p:animEffect transition="in" filter="wipe(left)">
                                      <p:cBhvr>
                                        <p:cTn id="37" dur="500"/>
                                        <p:tgtEl>
                                          <p:spTgt spid="9851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20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85098"/>
                                        </p:tgtEl>
                                        <p:attrNameLst>
                                          <p:attrName>style.visibility</p:attrName>
                                        </p:attrNameLst>
                                      </p:cBhvr>
                                      <p:to>
                                        <p:strVal val="visible"/>
                                      </p:to>
                                    </p:set>
                                    <p:animEffect transition="in" filter="wipe(left)">
                                      <p:cBhvr>
                                        <p:cTn id="47" dur="500"/>
                                        <p:tgtEl>
                                          <p:spTgt spid="98509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500"/>
                                        <p:tgtEl>
                                          <p:spTgt spid="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left)">
                                      <p:cBhvr>
                                        <p:cTn id="57" dur="500"/>
                                        <p:tgtEl>
                                          <p:spTgt spid="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85104"/>
                                        </p:tgtEl>
                                        <p:attrNameLst>
                                          <p:attrName>style.visibility</p:attrName>
                                        </p:attrNameLst>
                                      </p:cBhvr>
                                      <p:to>
                                        <p:strVal val="visible"/>
                                      </p:to>
                                    </p:set>
                                    <p:animEffect transition="in" filter="wipe(left)">
                                      <p:cBhvr>
                                        <p:cTn id="62" dur="3000"/>
                                        <p:tgtEl>
                                          <p:spTgt spid="9851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985114"/>
                                        </p:tgtEl>
                                        <p:attrNameLst>
                                          <p:attrName>style.visibility</p:attrName>
                                        </p:attrNameLst>
                                      </p:cBhvr>
                                      <p:to>
                                        <p:strVal val="visible"/>
                                      </p:to>
                                    </p:set>
                                    <p:animEffect transition="in" filter="wipe(left)">
                                      <p:cBhvr>
                                        <p:cTn id="67" dur="500"/>
                                        <p:tgtEl>
                                          <p:spTgt spid="985114"/>
                                        </p:tgtEl>
                                      </p:cBhvr>
                                    </p:animEffect>
                                  </p:childTnLst>
                                </p:cTn>
                              </p:par>
                            </p:childTnLst>
                          </p:cTn>
                        </p:par>
                        <p:par>
                          <p:cTn id="68" fill="hold" nodeType="afterGroup">
                            <p:stCondLst>
                              <p:cond delay="500"/>
                            </p:stCondLst>
                            <p:childTnLst>
                              <p:par>
                                <p:cTn id="69" presetID="22" presetClass="entr" presetSubtype="8" fill="hold" nodeType="afterEffect">
                                  <p:stCondLst>
                                    <p:cond delay="0"/>
                                  </p:stCondLst>
                                  <p:childTnLst>
                                    <p:set>
                                      <p:cBhvr>
                                        <p:cTn id="70" dur="1" fill="hold">
                                          <p:stCondLst>
                                            <p:cond delay="0"/>
                                          </p:stCondLst>
                                        </p:cTn>
                                        <p:tgtEl>
                                          <p:spTgt spid="985115"/>
                                        </p:tgtEl>
                                        <p:attrNameLst>
                                          <p:attrName>style.visibility</p:attrName>
                                        </p:attrNameLst>
                                      </p:cBhvr>
                                      <p:to>
                                        <p:strVal val="visible"/>
                                      </p:to>
                                    </p:set>
                                    <p:animEffect transition="in" filter="wipe(left)">
                                      <p:cBhvr>
                                        <p:cTn id="71" dur="500"/>
                                        <p:tgtEl>
                                          <p:spTgt spid="98511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85116"/>
                                        </p:tgtEl>
                                        <p:attrNameLst>
                                          <p:attrName>style.visibility</p:attrName>
                                        </p:attrNameLst>
                                      </p:cBhvr>
                                      <p:to>
                                        <p:strVal val="visible"/>
                                      </p:to>
                                    </p:set>
                                    <p:animEffect transition="in" filter="wipe(left)">
                                      <p:cBhvr>
                                        <p:cTn id="76" dur="500"/>
                                        <p:tgtEl>
                                          <p:spTgt spid="98511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985119"/>
                                        </p:tgtEl>
                                        <p:attrNameLst>
                                          <p:attrName>style.visibility</p:attrName>
                                        </p:attrNameLst>
                                      </p:cBhvr>
                                      <p:to>
                                        <p:strVal val="visible"/>
                                      </p:to>
                                    </p:set>
                                    <p:animEffect transition="in" filter="wipe(left)">
                                      <p:cBhvr>
                                        <p:cTn id="81" dur="500"/>
                                        <p:tgtEl>
                                          <p:spTgt spid="985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0" grpId="0" autoUpdateAnimBg="0"/>
      <p:bldP spid="985091" grpId="0"/>
      <p:bldP spid="985098" grpId="0"/>
      <p:bldP spid="985114" grpId="0"/>
      <p:bldP spid="985116" grpId="0"/>
      <p:bldP spid="985117" grpId="0"/>
      <p:bldP spid="985118" grpId="0"/>
      <p:bldP spid="9851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Text Box 2">
            <a:extLst>
              <a:ext uri="{FF2B5EF4-FFF2-40B4-BE49-F238E27FC236}">
                <a16:creationId xmlns:a16="http://schemas.microsoft.com/office/drawing/2014/main" id="{89101E17-1822-ED4E-6C5B-841A61602443}"/>
              </a:ext>
            </a:extLst>
          </p:cNvPr>
          <p:cNvSpPr txBox="1">
            <a:spLocks noChangeArrowheads="1"/>
          </p:cNvSpPr>
          <p:nvPr/>
        </p:nvSpPr>
        <p:spPr bwMode="auto">
          <a:xfrm>
            <a:off x="249238" y="214313"/>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相对论质量公式的推导</a:t>
            </a:r>
            <a:endParaRPr kumimoji="1" lang="zh-CN" altLang="en-US">
              <a:solidFill>
                <a:srgbClr val="FFFF00"/>
              </a:solidFill>
              <a:latin typeface="宋体" panose="02010600030101010101" pitchFamily="2" charset="-122"/>
              <a:ea typeface="宋体" panose="02010600030101010101" pitchFamily="2" charset="-122"/>
            </a:endParaRPr>
          </a:p>
        </p:txBody>
      </p:sp>
      <p:sp>
        <p:nvSpPr>
          <p:cNvPr id="982019" name="Text Box 3">
            <a:extLst>
              <a:ext uri="{FF2B5EF4-FFF2-40B4-BE49-F238E27FC236}">
                <a16:creationId xmlns:a16="http://schemas.microsoft.com/office/drawing/2014/main" id="{5DD4A3C3-CB49-F58E-F261-2F43F17D3A1C}"/>
              </a:ext>
            </a:extLst>
          </p:cNvPr>
          <p:cNvSpPr txBox="1">
            <a:spLocks noChangeArrowheads="1"/>
          </p:cNvSpPr>
          <p:nvPr/>
        </p:nvSpPr>
        <p:spPr bwMode="auto">
          <a:xfrm>
            <a:off x="249238" y="717550"/>
            <a:ext cx="4103687" cy="822325"/>
          </a:xfrm>
          <a:prstGeom prst="rect">
            <a:avLst/>
          </a:prstGeom>
          <a:noFill/>
          <a:ln w="12700">
            <a:noFill/>
            <a:miter lim="800000"/>
            <a:headEnd type="none" w="sm" len="sm"/>
            <a:tailEnd type="none" w="sm" len="sm"/>
          </a:ln>
          <a:effectLst/>
        </p:spPr>
        <p:txBody>
          <a:bodyPr>
            <a:spAutoFit/>
          </a:bodyPr>
          <a:lstStyle/>
          <a:p>
            <a:pPr algn="l">
              <a:lnSpc>
                <a:spcPct val="100000"/>
              </a:lnSpc>
              <a:spcBef>
                <a:spcPct val="50000"/>
              </a:spcBef>
              <a:buClrTx/>
              <a:buFontTx/>
              <a:buNone/>
              <a:defRPr/>
            </a:pPr>
            <a:r>
              <a:rPr kumimoji="1" lang="zh-CN" altLang="en-US">
                <a:effectLst>
                  <a:outerShdw blurRad="38100" dist="38100" dir="2700000" algn="tl">
                    <a:srgbClr val="000000"/>
                  </a:outerShdw>
                </a:effectLst>
              </a:rPr>
              <a:t>设全同粒子</a:t>
            </a:r>
            <a:r>
              <a:rPr kumimoji="1" lang="en-US" altLang="zh-CN">
                <a:solidFill>
                  <a:srgbClr val="FFCC66"/>
                </a:solidFill>
                <a:effectLst>
                  <a:outerShdw blurRad="38100" dist="38100" dir="2700000" algn="tl">
                    <a:srgbClr val="000000"/>
                  </a:outerShdw>
                </a:effectLst>
                <a:latin typeface="Times New Roman" pitchFamily="18" charset="0"/>
              </a:rPr>
              <a:t>A</a:t>
            </a:r>
            <a:r>
              <a:rPr kumimoji="1" lang="zh-CN" altLang="en-US" i="1">
                <a:effectLst>
                  <a:outerShdw blurRad="38100" dist="38100" dir="2700000" algn="tl">
                    <a:srgbClr val="000000"/>
                  </a:outerShdw>
                </a:effectLst>
              </a:rPr>
              <a:t>、</a:t>
            </a:r>
            <a:r>
              <a:rPr kumimoji="1" lang="en-US" altLang="zh-CN">
                <a:solidFill>
                  <a:srgbClr val="FFCC66"/>
                </a:solidFill>
                <a:latin typeface="Times New Roman" pitchFamily="18" charset="0"/>
              </a:rPr>
              <a:t>B</a:t>
            </a:r>
            <a:r>
              <a:rPr kumimoji="1" lang="zh-CN" altLang="en-US">
                <a:effectLst>
                  <a:outerShdw blurRad="38100" dist="38100" dir="2700000" algn="tl">
                    <a:srgbClr val="000000"/>
                  </a:outerShdw>
                </a:effectLst>
              </a:rPr>
              <a:t>在</a:t>
            </a:r>
            <a:r>
              <a:rPr kumimoji="1" lang="en-US" altLang="zh-CN">
                <a:solidFill>
                  <a:srgbClr val="FFCC66"/>
                </a:solidFill>
                <a:effectLst>
                  <a:outerShdw blurRad="38100" dist="38100" dir="2700000" algn="tl">
                    <a:srgbClr val="000000"/>
                  </a:outerShdw>
                </a:effectLst>
                <a:latin typeface="Times New Roman" pitchFamily="18" charset="0"/>
              </a:rPr>
              <a:t>S</a:t>
            </a:r>
            <a:r>
              <a:rPr kumimoji="1" lang="en-US" altLang="zh-CN" i="1">
                <a:solidFill>
                  <a:srgbClr val="FFCC66"/>
                </a:solidFill>
                <a:effectLst>
                  <a:outerShdw blurRad="38100" dist="38100" dir="2700000" algn="tl">
                    <a:srgbClr val="000000"/>
                  </a:outerShdw>
                </a:effectLst>
                <a:latin typeface="Times New Roman" pitchFamily="18" charset="0"/>
                <a:sym typeface="Symbol" pitchFamily="18" charset="2"/>
              </a:rPr>
              <a:t> </a:t>
            </a:r>
            <a:r>
              <a:rPr kumimoji="1" lang="zh-CN" altLang="en-US">
                <a:effectLst>
                  <a:outerShdw blurRad="38100" dist="38100" dir="2700000" algn="tl">
                    <a:srgbClr val="000000"/>
                  </a:outerShdw>
                </a:effectLst>
              </a:rPr>
              <a:t>系中速度如图</a:t>
            </a:r>
            <a:r>
              <a:rPr kumimoji="1" lang="en-US" altLang="zh-CN">
                <a:effectLst>
                  <a:outerShdw blurRad="38100" dist="38100" dir="2700000" algn="tl">
                    <a:srgbClr val="000000"/>
                  </a:outerShdw>
                </a:effectLst>
              </a:rPr>
              <a:t>,</a:t>
            </a:r>
            <a:r>
              <a:rPr kumimoji="1" lang="zh-CN" altLang="en-US">
                <a:effectLst>
                  <a:outerShdw blurRad="38100" dist="38100" dir="2700000" algn="tl">
                    <a:srgbClr val="000000"/>
                  </a:outerShdw>
                </a:effectLst>
              </a:rPr>
              <a:t>并作完全非弹性碰撞</a:t>
            </a:r>
            <a:endParaRPr kumimoji="1" lang="zh-CN" altLang="en-US" b="0"/>
          </a:p>
        </p:txBody>
      </p:sp>
      <p:grpSp>
        <p:nvGrpSpPr>
          <p:cNvPr id="2" name="Group 4">
            <a:extLst>
              <a:ext uri="{FF2B5EF4-FFF2-40B4-BE49-F238E27FC236}">
                <a16:creationId xmlns:a16="http://schemas.microsoft.com/office/drawing/2014/main" id="{B3913A71-7717-3853-D6F3-0E5D25CA624C}"/>
              </a:ext>
            </a:extLst>
          </p:cNvPr>
          <p:cNvGrpSpPr>
            <a:grpSpLocks/>
          </p:cNvGrpSpPr>
          <p:nvPr/>
        </p:nvGrpSpPr>
        <p:grpSpPr bwMode="auto">
          <a:xfrm>
            <a:off x="4276725" y="133350"/>
            <a:ext cx="4103688" cy="1911350"/>
            <a:chOff x="2971" y="684"/>
            <a:chExt cx="2585" cy="1204"/>
          </a:xfrm>
        </p:grpSpPr>
        <p:sp>
          <p:nvSpPr>
            <p:cNvPr id="6159" name="AutoShape 5">
              <a:extLst>
                <a:ext uri="{FF2B5EF4-FFF2-40B4-BE49-F238E27FC236}">
                  <a16:creationId xmlns:a16="http://schemas.microsoft.com/office/drawing/2014/main" id="{AE9ED7D0-8733-34EC-D72F-0F9B62D66A09}"/>
                </a:ext>
              </a:extLst>
            </p:cNvPr>
            <p:cNvSpPr>
              <a:spLocks noChangeAspect="1" noChangeArrowheads="1" noTextEdit="1"/>
            </p:cNvSpPr>
            <p:nvPr/>
          </p:nvSpPr>
          <p:spPr bwMode="auto">
            <a:xfrm>
              <a:off x="2971" y="684"/>
              <a:ext cx="2585" cy="1204"/>
            </a:xfrm>
            <a:prstGeom prst="rect">
              <a:avLst/>
            </a:prstGeom>
            <a:solidFill>
              <a:srgbClr val="00FFFF">
                <a:alpha val="20000"/>
              </a:srgbClr>
            </a:solidFill>
            <a:ln w="9525">
              <a:solidFill>
                <a:srgbClr val="FFFFFF">
                  <a:alpha val="50195"/>
                </a:srgbClr>
              </a:solidFill>
              <a:miter lim="800000"/>
              <a:headEnd/>
              <a:tailEnd/>
            </a:ln>
          </p:spPr>
          <p:txBody>
            <a:bodyPr/>
            <a:lstStyle/>
            <a:p>
              <a:endParaRPr lang="zh-CN" altLang="en-US"/>
            </a:p>
          </p:txBody>
        </p:sp>
        <p:sp>
          <p:nvSpPr>
            <p:cNvPr id="6160" name="Freeform 6">
              <a:extLst>
                <a:ext uri="{FF2B5EF4-FFF2-40B4-BE49-F238E27FC236}">
                  <a16:creationId xmlns:a16="http://schemas.microsoft.com/office/drawing/2014/main" id="{53F47EC5-71D4-DA44-2D1F-38E1D31D9F93}"/>
                </a:ext>
              </a:extLst>
            </p:cNvPr>
            <p:cNvSpPr>
              <a:spLocks noEditPoints="1"/>
            </p:cNvSpPr>
            <p:nvPr/>
          </p:nvSpPr>
          <p:spPr bwMode="auto">
            <a:xfrm>
              <a:off x="4214" y="925"/>
              <a:ext cx="202" cy="191"/>
            </a:xfrm>
            <a:custGeom>
              <a:avLst/>
              <a:gdLst>
                <a:gd name="T0" fmla="*/ 2147483647 w 20"/>
                <a:gd name="T1" fmla="*/ 933996541 h 19"/>
                <a:gd name="T2" fmla="*/ 1082747705 w 20"/>
                <a:gd name="T3" fmla="*/ 0 h 19"/>
                <a:gd name="T4" fmla="*/ 0 w 20"/>
                <a:gd name="T5" fmla="*/ 933996541 h 19"/>
                <a:gd name="T6" fmla="*/ 1082747705 w 20"/>
                <a:gd name="T7" fmla="*/ 1981429183 h 19"/>
                <a:gd name="T8" fmla="*/ 2147483647 w 20"/>
                <a:gd name="T9" fmla="*/ 933996541 h 19"/>
                <a:gd name="T10" fmla="*/ 1843886970 w 20"/>
                <a:gd name="T11" fmla="*/ 933996541 h 19"/>
                <a:gd name="T12" fmla="*/ 1082747705 w 20"/>
                <a:gd name="T13" fmla="*/ 1773948098 h 19"/>
                <a:gd name="T14" fmla="*/ 214405546 w 20"/>
                <a:gd name="T15" fmla="*/ 933996541 h 19"/>
                <a:gd name="T16" fmla="*/ 1082747705 w 20"/>
                <a:gd name="T17" fmla="*/ 207470550 h 19"/>
                <a:gd name="T18" fmla="*/ 1843886970 w 20"/>
                <a:gd name="T19" fmla="*/ 933996541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19"/>
                <a:gd name="T32" fmla="*/ 20 w 20"/>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19">
                  <a:moveTo>
                    <a:pt x="20" y="9"/>
                  </a:moveTo>
                  <a:cubicBezTo>
                    <a:pt x="20" y="4"/>
                    <a:pt x="15" y="0"/>
                    <a:pt x="10" y="0"/>
                  </a:cubicBezTo>
                  <a:cubicBezTo>
                    <a:pt x="5" y="0"/>
                    <a:pt x="0" y="4"/>
                    <a:pt x="0" y="9"/>
                  </a:cubicBezTo>
                  <a:cubicBezTo>
                    <a:pt x="0" y="15"/>
                    <a:pt x="5" y="19"/>
                    <a:pt x="10" y="19"/>
                  </a:cubicBezTo>
                  <a:cubicBezTo>
                    <a:pt x="15" y="19"/>
                    <a:pt x="20" y="15"/>
                    <a:pt x="20" y="9"/>
                  </a:cubicBezTo>
                  <a:close/>
                  <a:moveTo>
                    <a:pt x="17" y="9"/>
                  </a:moveTo>
                  <a:cubicBezTo>
                    <a:pt x="17" y="14"/>
                    <a:pt x="14" y="17"/>
                    <a:pt x="10" y="17"/>
                  </a:cubicBezTo>
                  <a:cubicBezTo>
                    <a:pt x="6" y="17"/>
                    <a:pt x="2" y="14"/>
                    <a:pt x="2" y="9"/>
                  </a:cubicBezTo>
                  <a:cubicBezTo>
                    <a:pt x="2" y="5"/>
                    <a:pt x="6" y="2"/>
                    <a:pt x="10" y="2"/>
                  </a:cubicBezTo>
                  <a:cubicBezTo>
                    <a:pt x="14" y="2"/>
                    <a:pt x="17" y="5"/>
                    <a:pt x="17" y="9"/>
                  </a:cubicBezTo>
                  <a:close/>
                </a:path>
              </a:pathLst>
            </a:custGeom>
            <a:solidFill>
              <a:srgbClr val="716F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1" name="Freeform 7">
              <a:extLst>
                <a:ext uri="{FF2B5EF4-FFF2-40B4-BE49-F238E27FC236}">
                  <a16:creationId xmlns:a16="http://schemas.microsoft.com/office/drawing/2014/main" id="{ED6A2C9E-DF6E-61CF-29DF-C10488A09193}"/>
                </a:ext>
              </a:extLst>
            </p:cNvPr>
            <p:cNvSpPr>
              <a:spLocks noEditPoints="1"/>
            </p:cNvSpPr>
            <p:nvPr/>
          </p:nvSpPr>
          <p:spPr bwMode="auto">
            <a:xfrm>
              <a:off x="4225" y="935"/>
              <a:ext cx="171" cy="171"/>
            </a:xfrm>
            <a:custGeom>
              <a:avLst/>
              <a:gdLst>
                <a:gd name="T0" fmla="*/ 1781587767 w 17"/>
                <a:gd name="T1" fmla="*/ 833793051 h 17"/>
                <a:gd name="T2" fmla="*/ 947785704 w 17"/>
                <a:gd name="T3" fmla="*/ 0 h 17"/>
                <a:gd name="T4" fmla="*/ 0 w 17"/>
                <a:gd name="T5" fmla="*/ 833793051 h 17"/>
                <a:gd name="T6" fmla="*/ 947785704 w 17"/>
                <a:gd name="T7" fmla="*/ 1781587767 h 17"/>
                <a:gd name="T8" fmla="*/ 1781587767 w 17"/>
                <a:gd name="T9" fmla="*/ 833793051 h 17"/>
                <a:gd name="T10" fmla="*/ 1573369892 w 17"/>
                <a:gd name="T11" fmla="*/ 833793051 h 17"/>
                <a:gd name="T12" fmla="*/ 947785704 w 17"/>
                <a:gd name="T13" fmla="*/ 1573369892 h 17"/>
                <a:gd name="T14" fmla="*/ 208217473 w 17"/>
                <a:gd name="T15" fmla="*/ 833793051 h 17"/>
                <a:gd name="T16" fmla="*/ 947785704 w 17"/>
                <a:gd name="T17" fmla="*/ 208217473 h 17"/>
                <a:gd name="T18" fmla="*/ 1573369892 w 17"/>
                <a:gd name="T19" fmla="*/ 833793051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7" y="8"/>
                  </a:moveTo>
                  <a:cubicBezTo>
                    <a:pt x="17" y="4"/>
                    <a:pt x="14" y="0"/>
                    <a:pt x="9" y="0"/>
                  </a:cubicBezTo>
                  <a:cubicBezTo>
                    <a:pt x="4" y="0"/>
                    <a:pt x="0" y="4"/>
                    <a:pt x="0" y="8"/>
                  </a:cubicBezTo>
                  <a:cubicBezTo>
                    <a:pt x="0" y="13"/>
                    <a:pt x="4" y="17"/>
                    <a:pt x="9" y="17"/>
                  </a:cubicBezTo>
                  <a:cubicBezTo>
                    <a:pt x="14" y="17"/>
                    <a:pt x="17" y="13"/>
                    <a:pt x="17" y="8"/>
                  </a:cubicBezTo>
                  <a:close/>
                  <a:moveTo>
                    <a:pt x="15" y="8"/>
                  </a:moveTo>
                  <a:cubicBezTo>
                    <a:pt x="15" y="12"/>
                    <a:pt x="12" y="15"/>
                    <a:pt x="9" y="15"/>
                  </a:cubicBezTo>
                  <a:cubicBezTo>
                    <a:pt x="5" y="15"/>
                    <a:pt x="2" y="12"/>
                    <a:pt x="2" y="8"/>
                  </a:cubicBezTo>
                  <a:cubicBezTo>
                    <a:pt x="2" y="5"/>
                    <a:pt x="5" y="2"/>
                    <a:pt x="9" y="2"/>
                  </a:cubicBezTo>
                  <a:cubicBezTo>
                    <a:pt x="12" y="2"/>
                    <a:pt x="15" y="5"/>
                    <a:pt x="15" y="8"/>
                  </a:cubicBezTo>
                  <a:close/>
                </a:path>
              </a:pathLst>
            </a:custGeom>
            <a:solidFill>
              <a:srgbClr val="7E7C7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2" name="Freeform 8">
              <a:extLst>
                <a:ext uri="{FF2B5EF4-FFF2-40B4-BE49-F238E27FC236}">
                  <a16:creationId xmlns:a16="http://schemas.microsoft.com/office/drawing/2014/main" id="{D65B2A34-C8B5-AE57-E01B-F9E1C64119C1}"/>
                </a:ext>
              </a:extLst>
            </p:cNvPr>
            <p:cNvSpPr>
              <a:spLocks noEditPoints="1"/>
            </p:cNvSpPr>
            <p:nvPr/>
          </p:nvSpPr>
          <p:spPr bwMode="auto">
            <a:xfrm>
              <a:off x="4235" y="945"/>
              <a:ext cx="151" cy="151"/>
            </a:xfrm>
            <a:custGeom>
              <a:avLst/>
              <a:gdLst>
                <a:gd name="T0" fmla="*/ 1581787011 w 15"/>
                <a:gd name="T1" fmla="*/ 733672976 h 15"/>
                <a:gd name="T2" fmla="*/ 848114035 w 15"/>
                <a:gd name="T3" fmla="*/ 0 h 15"/>
                <a:gd name="T4" fmla="*/ 0 w 15"/>
                <a:gd name="T5" fmla="*/ 733672976 h 15"/>
                <a:gd name="T6" fmla="*/ 848114035 w 15"/>
                <a:gd name="T7" fmla="*/ 1581787011 h 15"/>
                <a:gd name="T8" fmla="*/ 1581787011 w 15"/>
                <a:gd name="T9" fmla="*/ 733672976 h 15"/>
                <a:gd name="T10" fmla="*/ 1372651662 w 15"/>
                <a:gd name="T11" fmla="*/ 733672976 h 15"/>
                <a:gd name="T12" fmla="*/ 848114035 w 15"/>
                <a:gd name="T13" fmla="*/ 1372651662 h 15"/>
                <a:gd name="T14" fmla="*/ 314272475 w 15"/>
                <a:gd name="T15" fmla="*/ 733672976 h 15"/>
                <a:gd name="T16" fmla="*/ 848114035 w 15"/>
                <a:gd name="T17" fmla="*/ 209135430 h 15"/>
                <a:gd name="T18" fmla="*/ 1372651662 w 15"/>
                <a:gd name="T19" fmla="*/ 733672976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5"/>
                <a:gd name="T32" fmla="*/ 15 w 1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5">
                  <a:moveTo>
                    <a:pt x="15" y="7"/>
                  </a:moveTo>
                  <a:cubicBezTo>
                    <a:pt x="15" y="3"/>
                    <a:pt x="12" y="0"/>
                    <a:pt x="8" y="0"/>
                  </a:cubicBezTo>
                  <a:cubicBezTo>
                    <a:pt x="4" y="0"/>
                    <a:pt x="0" y="3"/>
                    <a:pt x="0" y="7"/>
                  </a:cubicBezTo>
                  <a:cubicBezTo>
                    <a:pt x="0" y="12"/>
                    <a:pt x="4" y="15"/>
                    <a:pt x="8" y="15"/>
                  </a:cubicBezTo>
                  <a:cubicBezTo>
                    <a:pt x="12" y="15"/>
                    <a:pt x="15" y="12"/>
                    <a:pt x="15" y="7"/>
                  </a:cubicBezTo>
                  <a:close/>
                  <a:moveTo>
                    <a:pt x="13" y="7"/>
                  </a:moveTo>
                  <a:cubicBezTo>
                    <a:pt x="13" y="10"/>
                    <a:pt x="11" y="13"/>
                    <a:pt x="8" y="13"/>
                  </a:cubicBezTo>
                  <a:cubicBezTo>
                    <a:pt x="5" y="13"/>
                    <a:pt x="3" y="10"/>
                    <a:pt x="3" y="7"/>
                  </a:cubicBezTo>
                  <a:cubicBezTo>
                    <a:pt x="3" y="5"/>
                    <a:pt x="5" y="2"/>
                    <a:pt x="8" y="2"/>
                  </a:cubicBezTo>
                  <a:cubicBezTo>
                    <a:pt x="11" y="2"/>
                    <a:pt x="13" y="5"/>
                    <a:pt x="13" y="7"/>
                  </a:cubicBezTo>
                  <a:close/>
                </a:path>
              </a:pathLst>
            </a:custGeom>
            <a:solidFill>
              <a:srgbClr val="8B8A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3" name="Freeform 9">
              <a:extLst>
                <a:ext uri="{FF2B5EF4-FFF2-40B4-BE49-F238E27FC236}">
                  <a16:creationId xmlns:a16="http://schemas.microsoft.com/office/drawing/2014/main" id="{4B83E572-9CE6-123D-4F4A-DC09371DDBE3}"/>
                </a:ext>
              </a:extLst>
            </p:cNvPr>
            <p:cNvSpPr>
              <a:spLocks noEditPoints="1"/>
            </p:cNvSpPr>
            <p:nvPr/>
          </p:nvSpPr>
          <p:spPr bwMode="auto">
            <a:xfrm>
              <a:off x="4245" y="955"/>
              <a:ext cx="131" cy="131"/>
            </a:xfrm>
            <a:custGeom>
              <a:avLst/>
              <a:gdLst>
                <a:gd name="T0" fmla="*/ 1382151654 w 13"/>
                <a:gd name="T1" fmla="*/ 633513396 h 13"/>
                <a:gd name="T2" fmla="*/ 748638419 w 13"/>
                <a:gd name="T3" fmla="*/ 0 h 13"/>
                <a:gd name="T4" fmla="*/ 0 w 13"/>
                <a:gd name="T5" fmla="*/ 633513396 h 13"/>
                <a:gd name="T6" fmla="*/ 748638419 w 13"/>
                <a:gd name="T7" fmla="*/ 1382151654 h 13"/>
                <a:gd name="T8" fmla="*/ 1382151654 w 13"/>
                <a:gd name="T9" fmla="*/ 633513396 h 13"/>
                <a:gd name="T10" fmla="*/ 1171637537 w 13"/>
                <a:gd name="T11" fmla="*/ 633513396 h 13"/>
                <a:gd name="T12" fmla="*/ 748638419 w 13"/>
                <a:gd name="T13" fmla="*/ 1171637537 h 13"/>
                <a:gd name="T14" fmla="*/ 316184490 w 13"/>
                <a:gd name="T15" fmla="*/ 633513396 h 13"/>
                <a:gd name="T16" fmla="*/ 748638419 w 13"/>
                <a:gd name="T17" fmla="*/ 211555909 h 13"/>
                <a:gd name="T18" fmla="*/ 1171637537 w 13"/>
                <a:gd name="T19" fmla="*/ 63351339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13" y="6"/>
                  </a:moveTo>
                  <a:cubicBezTo>
                    <a:pt x="13" y="3"/>
                    <a:pt x="10" y="0"/>
                    <a:pt x="7" y="0"/>
                  </a:cubicBezTo>
                  <a:cubicBezTo>
                    <a:pt x="3" y="0"/>
                    <a:pt x="0" y="3"/>
                    <a:pt x="0" y="6"/>
                  </a:cubicBezTo>
                  <a:cubicBezTo>
                    <a:pt x="0" y="10"/>
                    <a:pt x="3" y="13"/>
                    <a:pt x="7" y="13"/>
                  </a:cubicBezTo>
                  <a:cubicBezTo>
                    <a:pt x="10" y="13"/>
                    <a:pt x="13" y="10"/>
                    <a:pt x="13" y="6"/>
                  </a:cubicBezTo>
                  <a:close/>
                  <a:moveTo>
                    <a:pt x="11" y="6"/>
                  </a:moveTo>
                  <a:cubicBezTo>
                    <a:pt x="11" y="9"/>
                    <a:pt x="9" y="11"/>
                    <a:pt x="7" y="11"/>
                  </a:cubicBezTo>
                  <a:cubicBezTo>
                    <a:pt x="5" y="11"/>
                    <a:pt x="3" y="9"/>
                    <a:pt x="3" y="6"/>
                  </a:cubicBezTo>
                  <a:cubicBezTo>
                    <a:pt x="3" y="4"/>
                    <a:pt x="5" y="2"/>
                    <a:pt x="7" y="2"/>
                  </a:cubicBezTo>
                  <a:cubicBezTo>
                    <a:pt x="9" y="2"/>
                    <a:pt x="11" y="4"/>
                    <a:pt x="11" y="6"/>
                  </a:cubicBezTo>
                  <a:close/>
                </a:path>
              </a:pathLst>
            </a:custGeom>
            <a:solidFill>
              <a:srgbClr val="99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4" name="Freeform 10">
              <a:extLst>
                <a:ext uri="{FF2B5EF4-FFF2-40B4-BE49-F238E27FC236}">
                  <a16:creationId xmlns:a16="http://schemas.microsoft.com/office/drawing/2014/main" id="{AEA04217-6192-FCA1-35DD-8460680076FE}"/>
                </a:ext>
              </a:extLst>
            </p:cNvPr>
            <p:cNvSpPr>
              <a:spLocks noEditPoints="1"/>
            </p:cNvSpPr>
            <p:nvPr/>
          </p:nvSpPr>
          <p:spPr bwMode="auto">
            <a:xfrm>
              <a:off x="4265" y="965"/>
              <a:ext cx="101" cy="111"/>
            </a:xfrm>
            <a:custGeom>
              <a:avLst/>
              <a:gdLst>
                <a:gd name="T0" fmla="*/ 1082747705 w 10"/>
                <a:gd name="T1" fmla="*/ 533185530 h 11"/>
                <a:gd name="T2" fmla="*/ 546733153 w 10"/>
                <a:gd name="T3" fmla="*/ 0 h 11"/>
                <a:gd name="T4" fmla="*/ 0 w 10"/>
                <a:gd name="T5" fmla="*/ 533185530 h 11"/>
                <a:gd name="T6" fmla="*/ 546733153 w 10"/>
                <a:gd name="T7" fmla="*/ 1182509795 h 11"/>
                <a:gd name="T8" fmla="*/ 1082747705 w 10"/>
                <a:gd name="T9" fmla="*/ 533185530 h 11"/>
                <a:gd name="T10" fmla="*/ 868342078 w 10"/>
                <a:gd name="T11" fmla="*/ 533185530 h 11"/>
                <a:gd name="T12" fmla="*/ 546733153 w 10"/>
                <a:gd name="T13" fmla="*/ 969174812 h 11"/>
                <a:gd name="T14" fmla="*/ 214405546 w 10"/>
                <a:gd name="T15" fmla="*/ 533185530 h 11"/>
                <a:gd name="T16" fmla="*/ 546733153 w 10"/>
                <a:gd name="T17" fmla="*/ 213231088 h 11"/>
                <a:gd name="T18" fmla="*/ 868342078 w 10"/>
                <a:gd name="T19" fmla="*/ 53318553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1"/>
                <a:gd name="T32" fmla="*/ 10 w 10"/>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1">
                  <a:moveTo>
                    <a:pt x="10" y="5"/>
                  </a:moveTo>
                  <a:cubicBezTo>
                    <a:pt x="10" y="3"/>
                    <a:pt x="8" y="0"/>
                    <a:pt x="5" y="0"/>
                  </a:cubicBezTo>
                  <a:cubicBezTo>
                    <a:pt x="2" y="0"/>
                    <a:pt x="0" y="3"/>
                    <a:pt x="0" y="5"/>
                  </a:cubicBezTo>
                  <a:cubicBezTo>
                    <a:pt x="0" y="8"/>
                    <a:pt x="2" y="11"/>
                    <a:pt x="5" y="11"/>
                  </a:cubicBezTo>
                  <a:cubicBezTo>
                    <a:pt x="8" y="11"/>
                    <a:pt x="10" y="8"/>
                    <a:pt x="10" y="5"/>
                  </a:cubicBezTo>
                  <a:close/>
                  <a:moveTo>
                    <a:pt x="8" y="5"/>
                  </a:moveTo>
                  <a:cubicBezTo>
                    <a:pt x="8" y="7"/>
                    <a:pt x="7" y="9"/>
                    <a:pt x="5" y="9"/>
                  </a:cubicBezTo>
                  <a:cubicBezTo>
                    <a:pt x="3" y="9"/>
                    <a:pt x="2" y="7"/>
                    <a:pt x="2" y="5"/>
                  </a:cubicBezTo>
                  <a:cubicBezTo>
                    <a:pt x="2" y="4"/>
                    <a:pt x="3" y="2"/>
                    <a:pt x="5" y="2"/>
                  </a:cubicBezTo>
                  <a:cubicBezTo>
                    <a:pt x="7" y="2"/>
                    <a:pt x="8" y="4"/>
                    <a:pt x="8" y="5"/>
                  </a:cubicBezTo>
                  <a:close/>
                </a:path>
              </a:pathLst>
            </a:custGeom>
            <a:solidFill>
              <a:srgbClr val="A9A8A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5" name="Freeform 11">
              <a:extLst>
                <a:ext uri="{FF2B5EF4-FFF2-40B4-BE49-F238E27FC236}">
                  <a16:creationId xmlns:a16="http://schemas.microsoft.com/office/drawing/2014/main" id="{C06AE5DF-36D7-1703-381D-336A8C9C9907}"/>
                </a:ext>
              </a:extLst>
            </p:cNvPr>
            <p:cNvSpPr>
              <a:spLocks noEditPoints="1"/>
            </p:cNvSpPr>
            <p:nvPr/>
          </p:nvSpPr>
          <p:spPr bwMode="auto">
            <a:xfrm>
              <a:off x="4275" y="975"/>
              <a:ext cx="80" cy="91"/>
            </a:xfrm>
            <a:custGeom>
              <a:avLst/>
              <a:gdLst>
                <a:gd name="T0" fmla="*/ 799999299 w 8"/>
                <a:gd name="T1" fmla="*/ 431704949 h 9"/>
                <a:gd name="T2" fmla="*/ 399999649 w 8"/>
                <a:gd name="T3" fmla="*/ 0 h 9"/>
                <a:gd name="T4" fmla="*/ 0 w 8"/>
                <a:gd name="T5" fmla="*/ 431704949 h 9"/>
                <a:gd name="T6" fmla="*/ 399999649 w 8"/>
                <a:gd name="T7" fmla="*/ 983041926 h 9"/>
                <a:gd name="T8" fmla="*/ 799999299 w 8"/>
                <a:gd name="T9" fmla="*/ 431704949 h 9"/>
                <a:gd name="T10" fmla="*/ 599999554 w 8"/>
                <a:gd name="T11" fmla="*/ 431704949 h 9"/>
                <a:gd name="T12" fmla="*/ 399999649 w 8"/>
                <a:gd name="T13" fmla="*/ 767242110 h 9"/>
                <a:gd name="T14" fmla="*/ 199999825 w 8"/>
                <a:gd name="T15" fmla="*/ 431704949 h 9"/>
                <a:gd name="T16" fmla="*/ 399999649 w 8"/>
                <a:gd name="T17" fmla="*/ 215800382 h 9"/>
                <a:gd name="T18" fmla="*/ 599999554 w 8"/>
                <a:gd name="T19" fmla="*/ 431704949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9"/>
                <a:gd name="T32" fmla="*/ 8 w 8"/>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9">
                  <a:moveTo>
                    <a:pt x="8" y="4"/>
                  </a:moveTo>
                  <a:cubicBezTo>
                    <a:pt x="8" y="2"/>
                    <a:pt x="6" y="0"/>
                    <a:pt x="4" y="0"/>
                  </a:cubicBezTo>
                  <a:cubicBezTo>
                    <a:pt x="2" y="0"/>
                    <a:pt x="0" y="2"/>
                    <a:pt x="0" y="4"/>
                  </a:cubicBezTo>
                  <a:cubicBezTo>
                    <a:pt x="0" y="7"/>
                    <a:pt x="2" y="9"/>
                    <a:pt x="4" y="9"/>
                  </a:cubicBezTo>
                  <a:cubicBezTo>
                    <a:pt x="6" y="9"/>
                    <a:pt x="8" y="7"/>
                    <a:pt x="8" y="4"/>
                  </a:cubicBezTo>
                  <a:close/>
                  <a:moveTo>
                    <a:pt x="6" y="4"/>
                  </a:moveTo>
                  <a:cubicBezTo>
                    <a:pt x="6" y="6"/>
                    <a:pt x="5" y="7"/>
                    <a:pt x="4" y="7"/>
                  </a:cubicBezTo>
                  <a:cubicBezTo>
                    <a:pt x="3" y="7"/>
                    <a:pt x="2" y="6"/>
                    <a:pt x="2" y="4"/>
                  </a:cubicBezTo>
                  <a:cubicBezTo>
                    <a:pt x="2" y="3"/>
                    <a:pt x="3" y="2"/>
                    <a:pt x="4" y="2"/>
                  </a:cubicBezTo>
                  <a:cubicBezTo>
                    <a:pt x="5" y="2"/>
                    <a:pt x="6" y="3"/>
                    <a:pt x="6" y="4"/>
                  </a:cubicBezTo>
                  <a:close/>
                </a:path>
              </a:pathLst>
            </a:custGeom>
            <a:solidFill>
              <a:srgbClr val="BAB9B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6" name="Freeform 12">
              <a:extLst>
                <a:ext uri="{FF2B5EF4-FFF2-40B4-BE49-F238E27FC236}">
                  <a16:creationId xmlns:a16="http://schemas.microsoft.com/office/drawing/2014/main" id="{94524C28-057C-4BA3-2E88-0E08B69EA9F3}"/>
                </a:ext>
              </a:extLst>
            </p:cNvPr>
            <p:cNvSpPr>
              <a:spLocks noEditPoints="1"/>
            </p:cNvSpPr>
            <p:nvPr/>
          </p:nvSpPr>
          <p:spPr bwMode="auto">
            <a:xfrm>
              <a:off x="4285" y="985"/>
              <a:ext cx="60" cy="71"/>
            </a:xfrm>
            <a:custGeom>
              <a:avLst/>
              <a:gdLst>
                <a:gd name="T0" fmla="*/ 599999969 w 6"/>
                <a:gd name="T1" fmla="*/ 330954928 h 7"/>
                <a:gd name="T2" fmla="*/ 299999985 w 6"/>
                <a:gd name="T3" fmla="*/ 0 h 7"/>
                <a:gd name="T4" fmla="*/ 0 w 6"/>
                <a:gd name="T5" fmla="*/ 330954928 h 7"/>
                <a:gd name="T6" fmla="*/ 299999985 w 6"/>
                <a:gd name="T7" fmla="*/ 783972536 h 7"/>
                <a:gd name="T8" fmla="*/ 599999969 w 6"/>
                <a:gd name="T9" fmla="*/ 330954928 h 7"/>
                <a:gd name="T10" fmla="*/ 399999713 w 6"/>
                <a:gd name="T11" fmla="*/ 330954928 h 7"/>
                <a:gd name="T12" fmla="*/ 299999985 w 6"/>
                <a:gd name="T13" fmla="*/ 562940589 h 7"/>
                <a:gd name="T14" fmla="*/ 199999856 w 6"/>
                <a:gd name="T15" fmla="*/ 330954928 h 7"/>
                <a:gd name="T16" fmla="*/ 299999985 w 6"/>
                <a:gd name="T17" fmla="*/ 221031379 h 7"/>
                <a:gd name="T18" fmla="*/ 399999713 w 6"/>
                <a:gd name="T19" fmla="*/ 330954928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7"/>
                <a:gd name="T32" fmla="*/ 6 w 6"/>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7">
                  <a:moveTo>
                    <a:pt x="6" y="3"/>
                  </a:moveTo>
                  <a:cubicBezTo>
                    <a:pt x="6" y="2"/>
                    <a:pt x="5" y="0"/>
                    <a:pt x="3" y="0"/>
                  </a:cubicBezTo>
                  <a:cubicBezTo>
                    <a:pt x="1" y="0"/>
                    <a:pt x="0" y="2"/>
                    <a:pt x="0" y="3"/>
                  </a:cubicBezTo>
                  <a:cubicBezTo>
                    <a:pt x="0" y="5"/>
                    <a:pt x="1" y="7"/>
                    <a:pt x="3" y="7"/>
                  </a:cubicBezTo>
                  <a:cubicBezTo>
                    <a:pt x="5" y="7"/>
                    <a:pt x="6" y="5"/>
                    <a:pt x="6" y="3"/>
                  </a:cubicBezTo>
                  <a:close/>
                  <a:moveTo>
                    <a:pt x="4" y="3"/>
                  </a:moveTo>
                  <a:cubicBezTo>
                    <a:pt x="4" y="4"/>
                    <a:pt x="3" y="5"/>
                    <a:pt x="3" y="5"/>
                  </a:cubicBezTo>
                  <a:cubicBezTo>
                    <a:pt x="2" y="5"/>
                    <a:pt x="2" y="4"/>
                    <a:pt x="2" y="3"/>
                  </a:cubicBezTo>
                  <a:cubicBezTo>
                    <a:pt x="2" y="3"/>
                    <a:pt x="2" y="2"/>
                    <a:pt x="3" y="2"/>
                  </a:cubicBezTo>
                  <a:cubicBezTo>
                    <a:pt x="3" y="2"/>
                    <a:pt x="4" y="3"/>
                    <a:pt x="4" y="3"/>
                  </a:cubicBezTo>
                  <a:close/>
                </a:path>
              </a:pathLst>
            </a:custGeom>
            <a:solidFill>
              <a:srgbClr val="CDCD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67" name="Oval 13">
              <a:extLst>
                <a:ext uri="{FF2B5EF4-FFF2-40B4-BE49-F238E27FC236}">
                  <a16:creationId xmlns:a16="http://schemas.microsoft.com/office/drawing/2014/main" id="{3D351310-B035-54B3-BACC-8E62ABCDCA62}"/>
                </a:ext>
              </a:extLst>
            </p:cNvPr>
            <p:cNvSpPr>
              <a:spLocks noChangeArrowheads="1"/>
            </p:cNvSpPr>
            <p:nvPr/>
          </p:nvSpPr>
          <p:spPr bwMode="auto">
            <a:xfrm>
              <a:off x="4295" y="995"/>
              <a:ext cx="40" cy="50"/>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168" name="Oval 14">
              <a:extLst>
                <a:ext uri="{FF2B5EF4-FFF2-40B4-BE49-F238E27FC236}">
                  <a16:creationId xmlns:a16="http://schemas.microsoft.com/office/drawing/2014/main" id="{CB8531B8-B6B9-6D49-5C20-53446947A84E}"/>
                </a:ext>
              </a:extLst>
            </p:cNvPr>
            <p:cNvSpPr>
              <a:spLocks noChangeArrowheads="1"/>
            </p:cNvSpPr>
            <p:nvPr/>
          </p:nvSpPr>
          <p:spPr bwMode="auto">
            <a:xfrm>
              <a:off x="4305" y="1005"/>
              <a:ext cx="20"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169" name="Freeform 15">
              <a:extLst>
                <a:ext uri="{FF2B5EF4-FFF2-40B4-BE49-F238E27FC236}">
                  <a16:creationId xmlns:a16="http://schemas.microsoft.com/office/drawing/2014/main" id="{1B470172-FA8C-E1D6-39BB-77215C129A41}"/>
                </a:ext>
              </a:extLst>
            </p:cNvPr>
            <p:cNvSpPr>
              <a:spLocks noEditPoints="1"/>
            </p:cNvSpPr>
            <p:nvPr/>
          </p:nvSpPr>
          <p:spPr bwMode="auto">
            <a:xfrm>
              <a:off x="3389" y="925"/>
              <a:ext cx="191" cy="191"/>
            </a:xfrm>
            <a:custGeom>
              <a:avLst/>
              <a:gdLst>
                <a:gd name="T0" fmla="*/ 1981429183 w 19"/>
                <a:gd name="T1" fmla="*/ 933996541 h 19"/>
                <a:gd name="T2" fmla="*/ 933996541 w 19"/>
                <a:gd name="T3" fmla="*/ 0 h 19"/>
                <a:gd name="T4" fmla="*/ 0 w 19"/>
                <a:gd name="T5" fmla="*/ 933996541 h 19"/>
                <a:gd name="T6" fmla="*/ 933996541 w 19"/>
                <a:gd name="T7" fmla="*/ 1981429183 h 19"/>
                <a:gd name="T8" fmla="*/ 1981429183 w 19"/>
                <a:gd name="T9" fmla="*/ 933996541 h 19"/>
                <a:gd name="T10" fmla="*/ 1773948098 w 19"/>
                <a:gd name="T11" fmla="*/ 933996541 h 19"/>
                <a:gd name="T12" fmla="*/ 933996541 w 19"/>
                <a:gd name="T13" fmla="*/ 1773948098 h 19"/>
                <a:gd name="T14" fmla="*/ 207470550 w 19"/>
                <a:gd name="T15" fmla="*/ 933996541 h 19"/>
                <a:gd name="T16" fmla="*/ 933996541 w 19"/>
                <a:gd name="T17" fmla="*/ 207470550 h 19"/>
                <a:gd name="T18" fmla="*/ 1773948098 w 19"/>
                <a:gd name="T19" fmla="*/ 933996541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9"/>
                <a:gd name="T32" fmla="*/ 19 w 19"/>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9">
                  <a:moveTo>
                    <a:pt x="19" y="9"/>
                  </a:moveTo>
                  <a:cubicBezTo>
                    <a:pt x="19" y="4"/>
                    <a:pt x="15" y="0"/>
                    <a:pt x="9" y="0"/>
                  </a:cubicBezTo>
                  <a:cubicBezTo>
                    <a:pt x="4" y="0"/>
                    <a:pt x="0" y="4"/>
                    <a:pt x="0" y="9"/>
                  </a:cubicBezTo>
                  <a:cubicBezTo>
                    <a:pt x="0" y="15"/>
                    <a:pt x="4" y="19"/>
                    <a:pt x="9" y="19"/>
                  </a:cubicBezTo>
                  <a:cubicBezTo>
                    <a:pt x="15" y="19"/>
                    <a:pt x="19" y="15"/>
                    <a:pt x="19" y="9"/>
                  </a:cubicBezTo>
                  <a:close/>
                  <a:moveTo>
                    <a:pt x="17" y="9"/>
                  </a:moveTo>
                  <a:cubicBezTo>
                    <a:pt x="17" y="14"/>
                    <a:pt x="13" y="17"/>
                    <a:pt x="9" y="17"/>
                  </a:cubicBezTo>
                  <a:cubicBezTo>
                    <a:pt x="5" y="17"/>
                    <a:pt x="2" y="14"/>
                    <a:pt x="2" y="9"/>
                  </a:cubicBezTo>
                  <a:cubicBezTo>
                    <a:pt x="2" y="5"/>
                    <a:pt x="5" y="2"/>
                    <a:pt x="9" y="2"/>
                  </a:cubicBezTo>
                  <a:cubicBezTo>
                    <a:pt x="13" y="2"/>
                    <a:pt x="17" y="5"/>
                    <a:pt x="17" y="9"/>
                  </a:cubicBezTo>
                  <a:close/>
                </a:path>
              </a:pathLst>
            </a:custGeom>
            <a:solidFill>
              <a:srgbClr val="716F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0" name="Freeform 16">
              <a:extLst>
                <a:ext uri="{FF2B5EF4-FFF2-40B4-BE49-F238E27FC236}">
                  <a16:creationId xmlns:a16="http://schemas.microsoft.com/office/drawing/2014/main" id="{400C560D-7B79-152A-BA4C-2AE04F5C5957}"/>
                </a:ext>
              </a:extLst>
            </p:cNvPr>
            <p:cNvSpPr>
              <a:spLocks noEditPoints="1"/>
            </p:cNvSpPr>
            <p:nvPr/>
          </p:nvSpPr>
          <p:spPr bwMode="auto">
            <a:xfrm>
              <a:off x="3399" y="935"/>
              <a:ext cx="171" cy="171"/>
            </a:xfrm>
            <a:custGeom>
              <a:avLst/>
              <a:gdLst>
                <a:gd name="T0" fmla="*/ 1781587767 w 17"/>
                <a:gd name="T1" fmla="*/ 833793051 h 17"/>
                <a:gd name="T2" fmla="*/ 833793051 w 17"/>
                <a:gd name="T3" fmla="*/ 0 h 17"/>
                <a:gd name="T4" fmla="*/ 0 w 17"/>
                <a:gd name="T5" fmla="*/ 833793051 h 17"/>
                <a:gd name="T6" fmla="*/ 833793051 w 17"/>
                <a:gd name="T7" fmla="*/ 1781587767 h 17"/>
                <a:gd name="T8" fmla="*/ 1781587767 w 17"/>
                <a:gd name="T9" fmla="*/ 833793051 h 17"/>
                <a:gd name="T10" fmla="*/ 1573369892 w 17"/>
                <a:gd name="T11" fmla="*/ 833793051 h 17"/>
                <a:gd name="T12" fmla="*/ 833793051 w 17"/>
                <a:gd name="T13" fmla="*/ 1573369892 h 17"/>
                <a:gd name="T14" fmla="*/ 208217473 w 17"/>
                <a:gd name="T15" fmla="*/ 833793051 h 17"/>
                <a:gd name="T16" fmla="*/ 833793051 w 17"/>
                <a:gd name="T17" fmla="*/ 208217473 h 17"/>
                <a:gd name="T18" fmla="*/ 1573369892 w 17"/>
                <a:gd name="T19" fmla="*/ 833793051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7" y="8"/>
                  </a:moveTo>
                  <a:cubicBezTo>
                    <a:pt x="17" y="4"/>
                    <a:pt x="13" y="0"/>
                    <a:pt x="8" y="0"/>
                  </a:cubicBezTo>
                  <a:cubicBezTo>
                    <a:pt x="4" y="0"/>
                    <a:pt x="0" y="4"/>
                    <a:pt x="0" y="8"/>
                  </a:cubicBezTo>
                  <a:cubicBezTo>
                    <a:pt x="0" y="13"/>
                    <a:pt x="4" y="17"/>
                    <a:pt x="8" y="17"/>
                  </a:cubicBezTo>
                  <a:cubicBezTo>
                    <a:pt x="13" y="17"/>
                    <a:pt x="17" y="13"/>
                    <a:pt x="17" y="8"/>
                  </a:cubicBezTo>
                  <a:close/>
                  <a:moveTo>
                    <a:pt x="15" y="8"/>
                  </a:moveTo>
                  <a:cubicBezTo>
                    <a:pt x="15" y="12"/>
                    <a:pt x="12" y="15"/>
                    <a:pt x="8" y="15"/>
                  </a:cubicBezTo>
                  <a:cubicBezTo>
                    <a:pt x="5" y="15"/>
                    <a:pt x="2" y="12"/>
                    <a:pt x="2" y="8"/>
                  </a:cubicBezTo>
                  <a:cubicBezTo>
                    <a:pt x="2" y="5"/>
                    <a:pt x="5" y="2"/>
                    <a:pt x="8" y="2"/>
                  </a:cubicBezTo>
                  <a:cubicBezTo>
                    <a:pt x="12" y="2"/>
                    <a:pt x="15" y="5"/>
                    <a:pt x="15" y="8"/>
                  </a:cubicBezTo>
                  <a:close/>
                </a:path>
              </a:pathLst>
            </a:custGeom>
            <a:solidFill>
              <a:srgbClr val="7E7C7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1" name="Freeform 17">
              <a:extLst>
                <a:ext uri="{FF2B5EF4-FFF2-40B4-BE49-F238E27FC236}">
                  <a16:creationId xmlns:a16="http://schemas.microsoft.com/office/drawing/2014/main" id="{A9588AEE-C2F6-3053-71AE-2062B7156ED2}"/>
                </a:ext>
              </a:extLst>
            </p:cNvPr>
            <p:cNvSpPr>
              <a:spLocks noEditPoints="1"/>
            </p:cNvSpPr>
            <p:nvPr/>
          </p:nvSpPr>
          <p:spPr bwMode="auto">
            <a:xfrm>
              <a:off x="3409" y="945"/>
              <a:ext cx="151" cy="151"/>
            </a:xfrm>
            <a:custGeom>
              <a:avLst/>
              <a:gdLst>
                <a:gd name="T0" fmla="*/ 1581787011 w 15"/>
                <a:gd name="T1" fmla="*/ 733672976 h 15"/>
                <a:gd name="T2" fmla="*/ 733672976 w 15"/>
                <a:gd name="T3" fmla="*/ 0 h 15"/>
                <a:gd name="T4" fmla="*/ 0 w 15"/>
                <a:gd name="T5" fmla="*/ 733672976 h 15"/>
                <a:gd name="T6" fmla="*/ 733672976 w 15"/>
                <a:gd name="T7" fmla="*/ 1581787011 h 15"/>
                <a:gd name="T8" fmla="*/ 1581787011 w 15"/>
                <a:gd name="T9" fmla="*/ 733672976 h 15"/>
                <a:gd name="T10" fmla="*/ 1372651662 w 15"/>
                <a:gd name="T11" fmla="*/ 733672976 h 15"/>
                <a:gd name="T12" fmla="*/ 733672976 w 15"/>
                <a:gd name="T13" fmla="*/ 1372651662 h 15"/>
                <a:gd name="T14" fmla="*/ 209135430 w 15"/>
                <a:gd name="T15" fmla="*/ 733672976 h 15"/>
                <a:gd name="T16" fmla="*/ 733672976 w 15"/>
                <a:gd name="T17" fmla="*/ 209135430 h 15"/>
                <a:gd name="T18" fmla="*/ 1372651662 w 15"/>
                <a:gd name="T19" fmla="*/ 733672976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5"/>
                <a:gd name="T32" fmla="*/ 15 w 1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5">
                  <a:moveTo>
                    <a:pt x="15" y="7"/>
                  </a:moveTo>
                  <a:cubicBezTo>
                    <a:pt x="15" y="3"/>
                    <a:pt x="11" y="0"/>
                    <a:pt x="7" y="0"/>
                  </a:cubicBezTo>
                  <a:cubicBezTo>
                    <a:pt x="3" y="0"/>
                    <a:pt x="0" y="3"/>
                    <a:pt x="0" y="7"/>
                  </a:cubicBezTo>
                  <a:cubicBezTo>
                    <a:pt x="0" y="12"/>
                    <a:pt x="3" y="15"/>
                    <a:pt x="7" y="15"/>
                  </a:cubicBezTo>
                  <a:cubicBezTo>
                    <a:pt x="11" y="15"/>
                    <a:pt x="15" y="12"/>
                    <a:pt x="15" y="7"/>
                  </a:cubicBezTo>
                  <a:close/>
                  <a:moveTo>
                    <a:pt x="13" y="7"/>
                  </a:moveTo>
                  <a:cubicBezTo>
                    <a:pt x="13" y="10"/>
                    <a:pt x="10" y="13"/>
                    <a:pt x="7" y="13"/>
                  </a:cubicBezTo>
                  <a:cubicBezTo>
                    <a:pt x="4" y="13"/>
                    <a:pt x="2" y="10"/>
                    <a:pt x="2" y="7"/>
                  </a:cubicBezTo>
                  <a:cubicBezTo>
                    <a:pt x="2" y="5"/>
                    <a:pt x="4" y="2"/>
                    <a:pt x="7" y="2"/>
                  </a:cubicBezTo>
                  <a:cubicBezTo>
                    <a:pt x="10" y="2"/>
                    <a:pt x="13" y="5"/>
                    <a:pt x="13" y="7"/>
                  </a:cubicBezTo>
                  <a:close/>
                </a:path>
              </a:pathLst>
            </a:custGeom>
            <a:solidFill>
              <a:srgbClr val="8B8A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2" name="Freeform 18">
              <a:extLst>
                <a:ext uri="{FF2B5EF4-FFF2-40B4-BE49-F238E27FC236}">
                  <a16:creationId xmlns:a16="http://schemas.microsoft.com/office/drawing/2014/main" id="{D847717C-5B74-9517-85E3-8783011B442A}"/>
                </a:ext>
              </a:extLst>
            </p:cNvPr>
            <p:cNvSpPr>
              <a:spLocks noEditPoints="1"/>
            </p:cNvSpPr>
            <p:nvPr/>
          </p:nvSpPr>
          <p:spPr bwMode="auto">
            <a:xfrm>
              <a:off x="3419" y="955"/>
              <a:ext cx="131" cy="131"/>
            </a:xfrm>
            <a:custGeom>
              <a:avLst/>
              <a:gdLst>
                <a:gd name="T0" fmla="*/ 1382151654 w 13"/>
                <a:gd name="T1" fmla="*/ 633513396 h 13"/>
                <a:gd name="T2" fmla="*/ 633513396 w 13"/>
                <a:gd name="T3" fmla="*/ 0 h 13"/>
                <a:gd name="T4" fmla="*/ 0 w 13"/>
                <a:gd name="T5" fmla="*/ 633513396 h 13"/>
                <a:gd name="T6" fmla="*/ 633513396 w 13"/>
                <a:gd name="T7" fmla="*/ 1382151654 h 13"/>
                <a:gd name="T8" fmla="*/ 1382151654 w 13"/>
                <a:gd name="T9" fmla="*/ 633513396 h 13"/>
                <a:gd name="T10" fmla="*/ 1171637537 w 13"/>
                <a:gd name="T11" fmla="*/ 633513396 h 13"/>
                <a:gd name="T12" fmla="*/ 633513396 w 13"/>
                <a:gd name="T13" fmla="*/ 1171637537 h 13"/>
                <a:gd name="T14" fmla="*/ 211555909 w 13"/>
                <a:gd name="T15" fmla="*/ 633513396 h 13"/>
                <a:gd name="T16" fmla="*/ 633513396 w 13"/>
                <a:gd name="T17" fmla="*/ 211555909 h 13"/>
                <a:gd name="T18" fmla="*/ 1171637537 w 13"/>
                <a:gd name="T19" fmla="*/ 63351339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13" y="6"/>
                  </a:moveTo>
                  <a:cubicBezTo>
                    <a:pt x="13" y="3"/>
                    <a:pt x="10" y="0"/>
                    <a:pt x="6" y="0"/>
                  </a:cubicBezTo>
                  <a:cubicBezTo>
                    <a:pt x="3" y="0"/>
                    <a:pt x="0" y="3"/>
                    <a:pt x="0" y="6"/>
                  </a:cubicBezTo>
                  <a:cubicBezTo>
                    <a:pt x="0" y="10"/>
                    <a:pt x="3" y="13"/>
                    <a:pt x="6" y="13"/>
                  </a:cubicBezTo>
                  <a:cubicBezTo>
                    <a:pt x="10" y="13"/>
                    <a:pt x="13" y="10"/>
                    <a:pt x="13" y="6"/>
                  </a:cubicBezTo>
                  <a:close/>
                  <a:moveTo>
                    <a:pt x="11" y="6"/>
                  </a:moveTo>
                  <a:cubicBezTo>
                    <a:pt x="11" y="9"/>
                    <a:pt x="9" y="11"/>
                    <a:pt x="6" y="11"/>
                  </a:cubicBezTo>
                  <a:cubicBezTo>
                    <a:pt x="4" y="11"/>
                    <a:pt x="2" y="9"/>
                    <a:pt x="2" y="6"/>
                  </a:cubicBezTo>
                  <a:cubicBezTo>
                    <a:pt x="2" y="4"/>
                    <a:pt x="4" y="2"/>
                    <a:pt x="6" y="2"/>
                  </a:cubicBezTo>
                  <a:cubicBezTo>
                    <a:pt x="9" y="2"/>
                    <a:pt x="11" y="4"/>
                    <a:pt x="11" y="6"/>
                  </a:cubicBezTo>
                  <a:close/>
                </a:path>
              </a:pathLst>
            </a:custGeom>
            <a:solidFill>
              <a:srgbClr val="99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3" name="Freeform 19">
              <a:extLst>
                <a:ext uri="{FF2B5EF4-FFF2-40B4-BE49-F238E27FC236}">
                  <a16:creationId xmlns:a16="http://schemas.microsoft.com/office/drawing/2014/main" id="{B8C939AF-9963-4752-8BBE-66138D65C18E}"/>
                </a:ext>
              </a:extLst>
            </p:cNvPr>
            <p:cNvSpPr>
              <a:spLocks noEditPoints="1"/>
            </p:cNvSpPr>
            <p:nvPr/>
          </p:nvSpPr>
          <p:spPr bwMode="auto">
            <a:xfrm>
              <a:off x="3429" y="965"/>
              <a:ext cx="111" cy="111"/>
            </a:xfrm>
            <a:custGeom>
              <a:avLst/>
              <a:gdLst>
                <a:gd name="T0" fmla="*/ 1182509795 w 11"/>
                <a:gd name="T1" fmla="*/ 533185530 h 11"/>
                <a:gd name="T2" fmla="*/ 533185530 w 11"/>
                <a:gd name="T3" fmla="*/ 0 h 11"/>
                <a:gd name="T4" fmla="*/ 0 w 11"/>
                <a:gd name="T5" fmla="*/ 533185530 h 11"/>
                <a:gd name="T6" fmla="*/ 533185530 w 11"/>
                <a:gd name="T7" fmla="*/ 1182509795 h 11"/>
                <a:gd name="T8" fmla="*/ 1182509795 w 11"/>
                <a:gd name="T9" fmla="*/ 533185530 h 11"/>
                <a:gd name="T10" fmla="*/ 862555433 w 11"/>
                <a:gd name="T11" fmla="*/ 533185530 h 11"/>
                <a:gd name="T12" fmla="*/ 533185530 w 11"/>
                <a:gd name="T13" fmla="*/ 969174812 h 11"/>
                <a:gd name="T14" fmla="*/ 213231088 w 11"/>
                <a:gd name="T15" fmla="*/ 533185530 h 11"/>
                <a:gd name="T16" fmla="*/ 533185530 w 11"/>
                <a:gd name="T17" fmla="*/ 213231088 h 11"/>
                <a:gd name="T18" fmla="*/ 862555433 w 11"/>
                <a:gd name="T19" fmla="*/ 53318553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11"/>
                <a:gd name="T32" fmla="*/ 11 w 11"/>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11">
                  <a:moveTo>
                    <a:pt x="11" y="5"/>
                  </a:moveTo>
                  <a:cubicBezTo>
                    <a:pt x="11" y="3"/>
                    <a:pt x="8" y="0"/>
                    <a:pt x="5" y="0"/>
                  </a:cubicBezTo>
                  <a:cubicBezTo>
                    <a:pt x="2" y="0"/>
                    <a:pt x="0" y="3"/>
                    <a:pt x="0" y="5"/>
                  </a:cubicBezTo>
                  <a:cubicBezTo>
                    <a:pt x="0" y="8"/>
                    <a:pt x="2" y="11"/>
                    <a:pt x="5" y="11"/>
                  </a:cubicBezTo>
                  <a:cubicBezTo>
                    <a:pt x="8" y="11"/>
                    <a:pt x="11" y="8"/>
                    <a:pt x="11" y="5"/>
                  </a:cubicBezTo>
                  <a:close/>
                  <a:moveTo>
                    <a:pt x="8" y="5"/>
                  </a:moveTo>
                  <a:cubicBezTo>
                    <a:pt x="8" y="7"/>
                    <a:pt x="7" y="9"/>
                    <a:pt x="5" y="9"/>
                  </a:cubicBezTo>
                  <a:cubicBezTo>
                    <a:pt x="4" y="9"/>
                    <a:pt x="2" y="7"/>
                    <a:pt x="2" y="5"/>
                  </a:cubicBezTo>
                  <a:cubicBezTo>
                    <a:pt x="2" y="4"/>
                    <a:pt x="4" y="2"/>
                    <a:pt x="5" y="2"/>
                  </a:cubicBezTo>
                  <a:cubicBezTo>
                    <a:pt x="7" y="2"/>
                    <a:pt x="8" y="4"/>
                    <a:pt x="8" y="5"/>
                  </a:cubicBezTo>
                  <a:close/>
                </a:path>
              </a:pathLst>
            </a:custGeom>
            <a:solidFill>
              <a:srgbClr val="A9A8A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4" name="Freeform 20">
              <a:extLst>
                <a:ext uri="{FF2B5EF4-FFF2-40B4-BE49-F238E27FC236}">
                  <a16:creationId xmlns:a16="http://schemas.microsoft.com/office/drawing/2014/main" id="{B21DD266-9804-638B-7379-EE7A0406BCE0}"/>
                </a:ext>
              </a:extLst>
            </p:cNvPr>
            <p:cNvSpPr>
              <a:spLocks noEditPoints="1"/>
            </p:cNvSpPr>
            <p:nvPr/>
          </p:nvSpPr>
          <p:spPr bwMode="auto">
            <a:xfrm>
              <a:off x="3439" y="975"/>
              <a:ext cx="91" cy="91"/>
            </a:xfrm>
            <a:custGeom>
              <a:avLst/>
              <a:gdLst>
                <a:gd name="T0" fmla="*/ 983041926 w 9"/>
                <a:gd name="T1" fmla="*/ 431704949 h 9"/>
                <a:gd name="T2" fmla="*/ 431704949 w 9"/>
                <a:gd name="T3" fmla="*/ 0 h 9"/>
                <a:gd name="T4" fmla="*/ 0 w 9"/>
                <a:gd name="T5" fmla="*/ 431704949 h 9"/>
                <a:gd name="T6" fmla="*/ 431704949 w 9"/>
                <a:gd name="T7" fmla="*/ 983041926 h 9"/>
                <a:gd name="T8" fmla="*/ 983041926 w 9"/>
                <a:gd name="T9" fmla="*/ 431704949 h 9"/>
                <a:gd name="T10" fmla="*/ 659336864 w 9"/>
                <a:gd name="T11" fmla="*/ 431704949 h 9"/>
                <a:gd name="T12" fmla="*/ 431704949 w 9"/>
                <a:gd name="T13" fmla="*/ 767242110 h 9"/>
                <a:gd name="T14" fmla="*/ 215800382 w 9"/>
                <a:gd name="T15" fmla="*/ 431704949 h 9"/>
                <a:gd name="T16" fmla="*/ 431704949 w 9"/>
                <a:gd name="T17" fmla="*/ 215800382 h 9"/>
                <a:gd name="T18" fmla="*/ 659336864 w 9"/>
                <a:gd name="T19" fmla="*/ 431704949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9"/>
                <a:gd name="T32" fmla="*/ 9 w 9"/>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9">
                  <a:moveTo>
                    <a:pt x="9" y="4"/>
                  </a:moveTo>
                  <a:cubicBezTo>
                    <a:pt x="9" y="2"/>
                    <a:pt x="7" y="0"/>
                    <a:pt x="4" y="0"/>
                  </a:cubicBezTo>
                  <a:cubicBezTo>
                    <a:pt x="2" y="0"/>
                    <a:pt x="0" y="2"/>
                    <a:pt x="0" y="4"/>
                  </a:cubicBezTo>
                  <a:cubicBezTo>
                    <a:pt x="0" y="7"/>
                    <a:pt x="2" y="9"/>
                    <a:pt x="4" y="9"/>
                  </a:cubicBezTo>
                  <a:cubicBezTo>
                    <a:pt x="7" y="9"/>
                    <a:pt x="9" y="7"/>
                    <a:pt x="9" y="4"/>
                  </a:cubicBezTo>
                  <a:close/>
                  <a:moveTo>
                    <a:pt x="6" y="4"/>
                  </a:moveTo>
                  <a:cubicBezTo>
                    <a:pt x="6" y="6"/>
                    <a:pt x="5" y="7"/>
                    <a:pt x="4" y="7"/>
                  </a:cubicBezTo>
                  <a:cubicBezTo>
                    <a:pt x="3" y="7"/>
                    <a:pt x="2" y="6"/>
                    <a:pt x="2" y="4"/>
                  </a:cubicBezTo>
                  <a:cubicBezTo>
                    <a:pt x="2" y="3"/>
                    <a:pt x="3" y="2"/>
                    <a:pt x="4" y="2"/>
                  </a:cubicBezTo>
                  <a:cubicBezTo>
                    <a:pt x="5" y="2"/>
                    <a:pt x="6" y="3"/>
                    <a:pt x="6" y="4"/>
                  </a:cubicBezTo>
                  <a:close/>
                </a:path>
              </a:pathLst>
            </a:custGeom>
            <a:solidFill>
              <a:srgbClr val="BAB9B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5" name="Freeform 21">
              <a:extLst>
                <a:ext uri="{FF2B5EF4-FFF2-40B4-BE49-F238E27FC236}">
                  <a16:creationId xmlns:a16="http://schemas.microsoft.com/office/drawing/2014/main" id="{8BE72035-B68B-9C33-9226-4C5FB4D1876F}"/>
                </a:ext>
              </a:extLst>
            </p:cNvPr>
            <p:cNvSpPr>
              <a:spLocks noEditPoints="1"/>
            </p:cNvSpPr>
            <p:nvPr/>
          </p:nvSpPr>
          <p:spPr bwMode="auto">
            <a:xfrm>
              <a:off x="3449" y="985"/>
              <a:ext cx="61" cy="71"/>
            </a:xfrm>
            <a:custGeom>
              <a:avLst/>
              <a:gdLst>
                <a:gd name="T0" fmla="*/ 684599692 w 6"/>
                <a:gd name="T1" fmla="*/ 330954928 h 7"/>
                <a:gd name="T2" fmla="*/ 347897529 w 6"/>
                <a:gd name="T3" fmla="*/ 0 h 7"/>
                <a:gd name="T4" fmla="*/ 0 w 6"/>
                <a:gd name="T5" fmla="*/ 330954928 h 7"/>
                <a:gd name="T6" fmla="*/ 347897529 w 6"/>
                <a:gd name="T7" fmla="*/ 783972536 h 7"/>
                <a:gd name="T8" fmla="*/ 684599692 w 6"/>
                <a:gd name="T9" fmla="*/ 330954928 h 7"/>
                <a:gd name="T10" fmla="*/ 460427366 w 6"/>
                <a:gd name="T11" fmla="*/ 330954928 h 7"/>
                <a:gd name="T12" fmla="*/ 347897529 w 6"/>
                <a:gd name="T13" fmla="*/ 562940589 h 7"/>
                <a:gd name="T14" fmla="*/ 224182493 w 6"/>
                <a:gd name="T15" fmla="*/ 330954928 h 7"/>
                <a:gd name="T16" fmla="*/ 347897529 w 6"/>
                <a:gd name="T17" fmla="*/ 221031379 h 7"/>
                <a:gd name="T18" fmla="*/ 460427366 w 6"/>
                <a:gd name="T19" fmla="*/ 330954928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7"/>
                <a:gd name="T32" fmla="*/ 6 w 6"/>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7">
                  <a:moveTo>
                    <a:pt x="6" y="3"/>
                  </a:moveTo>
                  <a:cubicBezTo>
                    <a:pt x="6" y="2"/>
                    <a:pt x="5" y="0"/>
                    <a:pt x="3" y="0"/>
                  </a:cubicBezTo>
                  <a:cubicBezTo>
                    <a:pt x="2" y="0"/>
                    <a:pt x="0" y="2"/>
                    <a:pt x="0" y="3"/>
                  </a:cubicBezTo>
                  <a:cubicBezTo>
                    <a:pt x="0" y="5"/>
                    <a:pt x="2" y="7"/>
                    <a:pt x="3" y="7"/>
                  </a:cubicBezTo>
                  <a:cubicBezTo>
                    <a:pt x="5" y="7"/>
                    <a:pt x="6" y="5"/>
                    <a:pt x="6" y="3"/>
                  </a:cubicBezTo>
                  <a:close/>
                  <a:moveTo>
                    <a:pt x="4" y="3"/>
                  </a:moveTo>
                  <a:cubicBezTo>
                    <a:pt x="4" y="4"/>
                    <a:pt x="4" y="5"/>
                    <a:pt x="3" y="5"/>
                  </a:cubicBezTo>
                  <a:cubicBezTo>
                    <a:pt x="3" y="5"/>
                    <a:pt x="2" y="4"/>
                    <a:pt x="2" y="3"/>
                  </a:cubicBezTo>
                  <a:cubicBezTo>
                    <a:pt x="2" y="3"/>
                    <a:pt x="3" y="2"/>
                    <a:pt x="3" y="2"/>
                  </a:cubicBezTo>
                  <a:cubicBezTo>
                    <a:pt x="4" y="2"/>
                    <a:pt x="4" y="3"/>
                    <a:pt x="4" y="3"/>
                  </a:cubicBezTo>
                  <a:close/>
                </a:path>
              </a:pathLst>
            </a:custGeom>
            <a:solidFill>
              <a:srgbClr val="CDCD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76" name="Oval 22">
              <a:extLst>
                <a:ext uri="{FF2B5EF4-FFF2-40B4-BE49-F238E27FC236}">
                  <a16:creationId xmlns:a16="http://schemas.microsoft.com/office/drawing/2014/main" id="{E35847A4-7658-BCAD-216F-C9CB1A3DBB5F}"/>
                </a:ext>
              </a:extLst>
            </p:cNvPr>
            <p:cNvSpPr>
              <a:spLocks noChangeArrowheads="1"/>
            </p:cNvSpPr>
            <p:nvPr/>
          </p:nvSpPr>
          <p:spPr bwMode="auto">
            <a:xfrm>
              <a:off x="3459" y="995"/>
              <a:ext cx="40" cy="50"/>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177" name="Oval 23">
              <a:extLst>
                <a:ext uri="{FF2B5EF4-FFF2-40B4-BE49-F238E27FC236}">
                  <a16:creationId xmlns:a16="http://schemas.microsoft.com/office/drawing/2014/main" id="{BA4BAA35-131C-F851-EE97-C37E91CE1B4D}"/>
                </a:ext>
              </a:extLst>
            </p:cNvPr>
            <p:cNvSpPr>
              <a:spLocks noChangeArrowheads="1"/>
            </p:cNvSpPr>
            <p:nvPr/>
          </p:nvSpPr>
          <p:spPr bwMode="auto">
            <a:xfrm>
              <a:off x="3469" y="1005"/>
              <a:ext cx="20"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178" name="Line 24">
              <a:extLst>
                <a:ext uri="{FF2B5EF4-FFF2-40B4-BE49-F238E27FC236}">
                  <a16:creationId xmlns:a16="http://schemas.microsoft.com/office/drawing/2014/main" id="{F5980735-B72C-9B07-7E8A-655C84634643}"/>
                </a:ext>
              </a:extLst>
            </p:cNvPr>
            <p:cNvSpPr>
              <a:spLocks noChangeShapeType="1"/>
            </p:cNvSpPr>
            <p:nvPr/>
          </p:nvSpPr>
          <p:spPr bwMode="auto">
            <a:xfrm>
              <a:off x="3550" y="1015"/>
              <a:ext cx="191"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9" name="Freeform 25">
              <a:extLst>
                <a:ext uri="{FF2B5EF4-FFF2-40B4-BE49-F238E27FC236}">
                  <a16:creationId xmlns:a16="http://schemas.microsoft.com/office/drawing/2014/main" id="{73415116-5978-6AC1-CD2E-DDF4943C2EEA}"/>
                </a:ext>
              </a:extLst>
            </p:cNvPr>
            <p:cNvSpPr>
              <a:spLocks/>
            </p:cNvSpPr>
            <p:nvPr/>
          </p:nvSpPr>
          <p:spPr bwMode="auto">
            <a:xfrm>
              <a:off x="3711" y="996"/>
              <a:ext cx="81" cy="39"/>
            </a:xfrm>
            <a:custGeom>
              <a:avLst/>
              <a:gdLst>
                <a:gd name="T0" fmla="*/ 81 w 81"/>
                <a:gd name="T1" fmla="*/ 19 h 39"/>
                <a:gd name="T2" fmla="*/ 2 w 81"/>
                <a:gd name="T3" fmla="*/ 0 h 39"/>
                <a:gd name="T4" fmla="*/ 0 w 81"/>
                <a:gd name="T5" fmla="*/ 39 h 39"/>
                <a:gd name="T6" fmla="*/ 81 w 81"/>
                <a:gd name="T7" fmla="*/ 19 h 39"/>
                <a:gd name="T8" fmla="*/ 0 60000 65536"/>
                <a:gd name="T9" fmla="*/ 0 60000 65536"/>
                <a:gd name="T10" fmla="*/ 0 60000 65536"/>
                <a:gd name="T11" fmla="*/ 0 60000 65536"/>
                <a:gd name="T12" fmla="*/ 0 w 81"/>
                <a:gd name="T13" fmla="*/ 0 h 39"/>
                <a:gd name="T14" fmla="*/ 81 w 81"/>
                <a:gd name="T15" fmla="*/ 39 h 39"/>
              </a:gdLst>
              <a:ahLst/>
              <a:cxnLst>
                <a:cxn ang="T8">
                  <a:pos x="T0" y="T1"/>
                </a:cxn>
                <a:cxn ang="T9">
                  <a:pos x="T2" y="T3"/>
                </a:cxn>
                <a:cxn ang="T10">
                  <a:pos x="T4" y="T5"/>
                </a:cxn>
                <a:cxn ang="T11">
                  <a:pos x="T6" y="T7"/>
                </a:cxn>
              </a:cxnLst>
              <a:rect l="T12" t="T13" r="T14" b="T15"/>
              <a:pathLst>
                <a:path w="81" h="39">
                  <a:moveTo>
                    <a:pt x="81" y="19"/>
                  </a:moveTo>
                  <a:lnTo>
                    <a:pt x="2" y="0"/>
                  </a:lnTo>
                  <a:lnTo>
                    <a:pt x="0" y="39"/>
                  </a:lnTo>
                  <a:lnTo>
                    <a:pt x="81" y="19"/>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0" name="Rectangle 26">
              <a:extLst>
                <a:ext uri="{FF2B5EF4-FFF2-40B4-BE49-F238E27FC236}">
                  <a16:creationId xmlns:a16="http://schemas.microsoft.com/office/drawing/2014/main" id="{DC82326B-8772-44DF-3109-9BD3B68EDA87}"/>
                </a:ext>
              </a:extLst>
            </p:cNvPr>
            <p:cNvSpPr>
              <a:spLocks noChangeArrowheads="1"/>
            </p:cNvSpPr>
            <p:nvPr/>
          </p:nvSpPr>
          <p:spPr bwMode="auto">
            <a:xfrm>
              <a:off x="3657" y="845"/>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u</a:t>
              </a:r>
              <a:endParaRPr lang="en-US" altLang="zh-CN" sz="1800" b="0">
                <a:solidFill>
                  <a:srgbClr val="FFCC00"/>
                </a:solidFill>
                <a:latin typeface="Arial" panose="020B0604020202020204" pitchFamily="34" charset="0"/>
                <a:ea typeface="宋体" panose="02010600030101010101" pitchFamily="2" charset="-122"/>
              </a:endParaRPr>
            </a:p>
          </p:txBody>
        </p:sp>
        <p:sp>
          <p:nvSpPr>
            <p:cNvPr id="6181" name="Rectangle 27">
              <a:extLst>
                <a:ext uri="{FF2B5EF4-FFF2-40B4-BE49-F238E27FC236}">
                  <a16:creationId xmlns:a16="http://schemas.microsoft.com/office/drawing/2014/main" id="{E4DF9D4D-5B41-3156-0750-672A8DC576EF}"/>
                </a:ext>
              </a:extLst>
            </p:cNvPr>
            <p:cNvSpPr>
              <a:spLocks noChangeArrowheads="1"/>
            </p:cNvSpPr>
            <p:nvPr/>
          </p:nvSpPr>
          <p:spPr bwMode="auto">
            <a:xfrm>
              <a:off x="4091" y="845"/>
              <a:ext cx="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a:t>
              </a:r>
            </a:p>
          </p:txBody>
        </p:sp>
        <p:sp>
          <p:nvSpPr>
            <p:cNvPr id="6182" name="Rectangle 28">
              <a:extLst>
                <a:ext uri="{FF2B5EF4-FFF2-40B4-BE49-F238E27FC236}">
                  <a16:creationId xmlns:a16="http://schemas.microsoft.com/office/drawing/2014/main" id="{EE738976-A076-8110-928A-60A5698C4752}"/>
                </a:ext>
              </a:extLst>
            </p:cNvPr>
            <p:cNvSpPr>
              <a:spLocks noChangeArrowheads="1"/>
            </p:cNvSpPr>
            <p:nvPr/>
          </p:nvSpPr>
          <p:spPr bwMode="auto">
            <a:xfrm>
              <a:off x="4132" y="849"/>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u</a:t>
              </a:r>
            </a:p>
          </p:txBody>
        </p:sp>
        <p:sp>
          <p:nvSpPr>
            <p:cNvPr id="6183" name="Rectangle 29">
              <a:extLst>
                <a:ext uri="{FF2B5EF4-FFF2-40B4-BE49-F238E27FC236}">
                  <a16:creationId xmlns:a16="http://schemas.microsoft.com/office/drawing/2014/main" id="{06251B0C-8744-A7D8-84A3-196354A45399}"/>
                </a:ext>
              </a:extLst>
            </p:cNvPr>
            <p:cNvSpPr>
              <a:spLocks noChangeArrowheads="1"/>
            </p:cNvSpPr>
            <p:nvPr/>
          </p:nvSpPr>
          <p:spPr bwMode="auto">
            <a:xfrm>
              <a:off x="3520" y="1518"/>
              <a:ext cx="372" cy="11"/>
            </a:xfrm>
            <a:prstGeom prst="rect">
              <a:avLst/>
            </a:prstGeom>
            <a:solidFill>
              <a:srgbClr val="FDFA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184" name="Freeform 30">
              <a:extLst>
                <a:ext uri="{FF2B5EF4-FFF2-40B4-BE49-F238E27FC236}">
                  <a16:creationId xmlns:a16="http://schemas.microsoft.com/office/drawing/2014/main" id="{A9CD7F9E-7BCE-64FD-85D2-4FC19B01A68A}"/>
                </a:ext>
              </a:extLst>
            </p:cNvPr>
            <p:cNvSpPr>
              <a:spLocks/>
            </p:cNvSpPr>
            <p:nvPr/>
          </p:nvSpPr>
          <p:spPr bwMode="auto">
            <a:xfrm>
              <a:off x="3892" y="1500"/>
              <a:ext cx="81" cy="39"/>
            </a:xfrm>
            <a:custGeom>
              <a:avLst/>
              <a:gdLst>
                <a:gd name="T0" fmla="*/ 81 w 81"/>
                <a:gd name="T1" fmla="*/ 18 h 39"/>
                <a:gd name="T2" fmla="*/ 1 w 81"/>
                <a:gd name="T3" fmla="*/ 0 h 39"/>
                <a:gd name="T4" fmla="*/ 0 w 81"/>
                <a:gd name="T5" fmla="*/ 39 h 39"/>
                <a:gd name="T6" fmla="*/ 81 w 81"/>
                <a:gd name="T7" fmla="*/ 18 h 39"/>
                <a:gd name="T8" fmla="*/ 0 60000 65536"/>
                <a:gd name="T9" fmla="*/ 0 60000 65536"/>
                <a:gd name="T10" fmla="*/ 0 60000 65536"/>
                <a:gd name="T11" fmla="*/ 0 60000 65536"/>
                <a:gd name="T12" fmla="*/ 0 w 81"/>
                <a:gd name="T13" fmla="*/ 0 h 39"/>
                <a:gd name="T14" fmla="*/ 81 w 81"/>
                <a:gd name="T15" fmla="*/ 39 h 39"/>
              </a:gdLst>
              <a:ahLst/>
              <a:cxnLst>
                <a:cxn ang="T8">
                  <a:pos x="T0" y="T1"/>
                </a:cxn>
                <a:cxn ang="T9">
                  <a:pos x="T2" y="T3"/>
                </a:cxn>
                <a:cxn ang="T10">
                  <a:pos x="T4" y="T5"/>
                </a:cxn>
                <a:cxn ang="T11">
                  <a:pos x="T6" y="T7"/>
                </a:cxn>
              </a:cxnLst>
              <a:rect l="T12" t="T13" r="T14" b="T15"/>
              <a:pathLst>
                <a:path w="81" h="39">
                  <a:moveTo>
                    <a:pt x="81" y="18"/>
                  </a:moveTo>
                  <a:lnTo>
                    <a:pt x="1" y="0"/>
                  </a:lnTo>
                  <a:lnTo>
                    <a:pt x="0" y="39"/>
                  </a:lnTo>
                  <a:lnTo>
                    <a:pt x="81" y="18"/>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85" name="Rectangle 31">
              <a:extLst>
                <a:ext uri="{FF2B5EF4-FFF2-40B4-BE49-F238E27FC236}">
                  <a16:creationId xmlns:a16="http://schemas.microsoft.com/office/drawing/2014/main" id="{EDD040AE-2C5E-18F4-FCE9-82FAC8AB931C}"/>
                </a:ext>
              </a:extLst>
            </p:cNvPr>
            <p:cNvSpPr>
              <a:spLocks noChangeArrowheads="1"/>
            </p:cNvSpPr>
            <p:nvPr/>
          </p:nvSpPr>
          <p:spPr bwMode="auto">
            <a:xfrm>
              <a:off x="5046" y="1542"/>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u</a:t>
              </a:r>
            </a:p>
          </p:txBody>
        </p:sp>
        <p:sp>
          <p:nvSpPr>
            <p:cNvPr id="6186" name="Rectangle 32">
              <a:extLst>
                <a:ext uri="{FF2B5EF4-FFF2-40B4-BE49-F238E27FC236}">
                  <a16:creationId xmlns:a16="http://schemas.microsoft.com/office/drawing/2014/main" id="{590BC316-80E1-193E-6247-CB31B2C51980}"/>
                </a:ext>
              </a:extLst>
            </p:cNvPr>
            <p:cNvSpPr>
              <a:spLocks noChangeArrowheads="1"/>
            </p:cNvSpPr>
            <p:nvPr/>
          </p:nvSpPr>
          <p:spPr bwMode="auto">
            <a:xfrm>
              <a:off x="3651" y="1344"/>
              <a:ext cx="14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Bookman Old Style" panose="02050604050505020204" pitchFamily="18" charset="0"/>
                  <a:ea typeface="宋体" panose="02010600030101010101" pitchFamily="2" charset="-122"/>
                </a:rPr>
                <a:t>v</a:t>
              </a:r>
              <a:r>
                <a:rPr lang="en-US" altLang="zh-CN" sz="1800" i="1" baseline="-25000">
                  <a:solidFill>
                    <a:srgbClr val="FFCC00"/>
                  </a:solidFill>
                  <a:latin typeface="Times New Roman" panose="02020603050405020304" pitchFamily="18" charset="0"/>
                  <a:ea typeface="宋体" panose="02010600030101010101" pitchFamily="2" charset="-122"/>
                </a:rPr>
                <a:t>A</a:t>
              </a:r>
            </a:p>
          </p:txBody>
        </p:sp>
        <p:sp>
          <p:nvSpPr>
            <p:cNvPr id="6187" name="Rectangle 33">
              <a:extLst>
                <a:ext uri="{FF2B5EF4-FFF2-40B4-BE49-F238E27FC236}">
                  <a16:creationId xmlns:a16="http://schemas.microsoft.com/office/drawing/2014/main" id="{9FC661C4-0B41-1807-2950-31A931D98712}"/>
                </a:ext>
              </a:extLst>
            </p:cNvPr>
            <p:cNvSpPr>
              <a:spLocks noChangeArrowheads="1"/>
            </p:cNvSpPr>
            <p:nvPr/>
          </p:nvSpPr>
          <p:spPr bwMode="auto">
            <a:xfrm>
              <a:off x="3487" y="713"/>
              <a:ext cx="5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sz="1800">
                  <a:solidFill>
                    <a:srgbClr val="FFCC00"/>
                  </a:solidFill>
                  <a:latin typeface="宋体" panose="02010600030101010101" pitchFamily="2" charset="-122"/>
                  <a:ea typeface="宋体" panose="02010600030101010101" pitchFamily="2" charset="-122"/>
                </a:rPr>
                <a:t>（碰前）</a:t>
              </a:r>
              <a:endParaRPr lang="zh-CN" altLang="en-US" sz="1800">
                <a:solidFill>
                  <a:srgbClr val="FFCC00"/>
                </a:solidFill>
                <a:latin typeface="Arial" panose="020B0604020202020204" pitchFamily="34" charset="0"/>
                <a:ea typeface="宋体" panose="02010600030101010101" pitchFamily="2" charset="-122"/>
              </a:endParaRPr>
            </a:p>
          </p:txBody>
        </p:sp>
        <p:sp>
          <p:nvSpPr>
            <p:cNvPr id="6188" name="Rectangle 34">
              <a:extLst>
                <a:ext uri="{FF2B5EF4-FFF2-40B4-BE49-F238E27FC236}">
                  <a16:creationId xmlns:a16="http://schemas.microsoft.com/office/drawing/2014/main" id="{75CC78A9-F90B-8070-B875-61B721000538}"/>
                </a:ext>
              </a:extLst>
            </p:cNvPr>
            <p:cNvSpPr>
              <a:spLocks noChangeArrowheads="1"/>
            </p:cNvSpPr>
            <p:nvPr/>
          </p:nvSpPr>
          <p:spPr bwMode="auto">
            <a:xfrm>
              <a:off x="4484" y="723"/>
              <a:ext cx="5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sz="1800">
                  <a:solidFill>
                    <a:srgbClr val="FFCC00"/>
                  </a:solidFill>
                  <a:latin typeface="宋体" panose="02010600030101010101" pitchFamily="2" charset="-122"/>
                  <a:ea typeface="宋体" panose="02010600030101010101" pitchFamily="2" charset="-122"/>
                </a:rPr>
                <a:t>（碰后）</a:t>
              </a:r>
            </a:p>
          </p:txBody>
        </p:sp>
        <p:sp>
          <p:nvSpPr>
            <p:cNvPr id="6189" name="Rectangle 35">
              <a:extLst>
                <a:ext uri="{FF2B5EF4-FFF2-40B4-BE49-F238E27FC236}">
                  <a16:creationId xmlns:a16="http://schemas.microsoft.com/office/drawing/2014/main" id="{AA0873FA-8925-B8B9-10CA-87342F0E763F}"/>
                </a:ext>
              </a:extLst>
            </p:cNvPr>
            <p:cNvSpPr>
              <a:spLocks noChangeArrowheads="1"/>
            </p:cNvSpPr>
            <p:nvPr/>
          </p:nvSpPr>
          <p:spPr bwMode="auto">
            <a:xfrm>
              <a:off x="3069" y="147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b="0">
                  <a:solidFill>
                    <a:srgbClr val="FFCC00"/>
                  </a:solidFill>
                  <a:latin typeface="Times New Roman" panose="02020603050405020304" pitchFamily="18" charset="0"/>
                  <a:ea typeface="宋体" panose="02010600030101010101" pitchFamily="2" charset="-122"/>
                </a:rPr>
                <a:t>S</a:t>
              </a:r>
            </a:p>
          </p:txBody>
        </p:sp>
        <p:sp>
          <p:nvSpPr>
            <p:cNvPr id="6190" name="Rectangle 36">
              <a:extLst>
                <a:ext uri="{FF2B5EF4-FFF2-40B4-BE49-F238E27FC236}">
                  <a16:creationId xmlns:a16="http://schemas.microsoft.com/office/drawing/2014/main" id="{1F004C28-75F0-4E26-5098-29CF6C66CB76}"/>
                </a:ext>
              </a:extLst>
            </p:cNvPr>
            <p:cNvSpPr>
              <a:spLocks noChangeArrowheads="1"/>
            </p:cNvSpPr>
            <p:nvPr/>
          </p:nvSpPr>
          <p:spPr bwMode="auto">
            <a:xfrm>
              <a:off x="3144" y="1478"/>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sz="1800">
                  <a:solidFill>
                    <a:srgbClr val="FFCC00"/>
                  </a:solidFill>
                  <a:latin typeface="宋体" panose="02010600030101010101" pitchFamily="2" charset="-122"/>
                  <a:ea typeface="宋体" panose="02010600030101010101" pitchFamily="2" charset="-122"/>
                </a:rPr>
                <a:t>系</a:t>
              </a:r>
            </a:p>
          </p:txBody>
        </p:sp>
        <p:sp>
          <p:nvSpPr>
            <p:cNvPr id="6191" name="Rectangle 37">
              <a:extLst>
                <a:ext uri="{FF2B5EF4-FFF2-40B4-BE49-F238E27FC236}">
                  <a16:creationId xmlns:a16="http://schemas.microsoft.com/office/drawing/2014/main" id="{BE550C2F-40FC-5557-D4AF-6CBFAA389AA9}"/>
                </a:ext>
              </a:extLst>
            </p:cNvPr>
            <p:cNvSpPr>
              <a:spLocks noChangeArrowheads="1"/>
            </p:cNvSpPr>
            <p:nvPr/>
          </p:nvSpPr>
          <p:spPr bwMode="auto">
            <a:xfrm>
              <a:off x="3052" y="960"/>
              <a:ext cx="14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b="0">
                  <a:solidFill>
                    <a:srgbClr val="FFCC00"/>
                  </a:solidFill>
                  <a:latin typeface="Times New Roman" panose="02020603050405020304" pitchFamily="18" charset="0"/>
                  <a:ea typeface="宋体" panose="02010600030101010101" pitchFamily="2" charset="-122"/>
                </a:rPr>
                <a:t>S</a:t>
              </a:r>
              <a:r>
                <a:rPr lang="en-US" altLang="zh-CN" sz="1800" b="0" i="1">
                  <a:solidFill>
                    <a:srgbClr val="FFCC00"/>
                  </a:solidFill>
                  <a:latin typeface="Times New Roman" panose="02020603050405020304" pitchFamily="18" charset="0"/>
                  <a:ea typeface="宋体" panose="02010600030101010101" pitchFamily="2" charset="-122"/>
                </a:rPr>
                <a:t>' </a:t>
              </a:r>
              <a:endParaRPr lang="en-US" altLang="zh-CN" sz="1800" b="0">
                <a:solidFill>
                  <a:srgbClr val="FFCC00"/>
                </a:solidFill>
                <a:latin typeface="Arial" panose="020B0604020202020204" pitchFamily="34" charset="0"/>
                <a:ea typeface="宋体" panose="02010600030101010101" pitchFamily="2" charset="-122"/>
              </a:endParaRPr>
            </a:p>
          </p:txBody>
        </p:sp>
        <p:sp>
          <p:nvSpPr>
            <p:cNvPr id="6192" name="Rectangle 38">
              <a:extLst>
                <a:ext uri="{FF2B5EF4-FFF2-40B4-BE49-F238E27FC236}">
                  <a16:creationId xmlns:a16="http://schemas.microsoft.com/office/drawing/2014/main" id="{6D95833E-DD09-2076-EC1F-81CE7D3BD6D6}"/>
                </a:ext>
              </a:extLst>
            </p:cNvPr>
            <p:cNvSpPr>
              <a:spLocks noChangeArrowheads="1"/>
            </p:cNvSpPr>
            <p:nvPr/>
          </p:nvSpPr>
          <p:spPr bwMode="auto">
            <a:xfrm>
              <a:off x="3152" y="964"/>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sz="1800">
                  <a:solidFill>
                    <a:srgbClr val="FFCC00"/>
                  </a:solidFill>
                  <a:latin typeface="宋体" panose="02010600030101010101" pitchFamily="2" charset="-122"/>
                  <a:ea typeface="宋体" panose="02010600030101010101" pitchFamily="2" charset="-122"/>
                </a:rPr>
                <a:t>系</a:t>
              </a:r>
            </a:p>
          </p:txBody>
        </p:sp>
        <p:sp>
          <p:nvSpPr>
            <p:cNvPr id="6193" name="Rectangle 39">
              <a:extLst>
                <a:ext uri="{FF2B5EF4-FFF2-40B4-BE49-F238E27FC236}">
                  <a16:creationId xmlns:a16="http://schemas.microsoft.com/office/drawing/2014/main" id="{B2093BEB-7A2E-6952-83D1-D95B3A9106BF}"/>
                </a:ext>
              </a:extLst>
            </p:cNvPr>
            <p:cNvSpPr>
              <a:spLocks noChangeArrowheads="1"/>
            </p:cNvSpPr>
            <p:nvPr/>
          </p:nvSpPr>
          <p:spPr bwMode="auto">
            <a:xfrm>
              <a:off x="3391" y="1597"/>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m</a:t>
              </a:r>
              <a:r>
                <a:rPr lang="en-US" altLang="zh-CN" sz="1800" i="1" baseline="-25000">
                  <a:solidFill>
                    <a:srgbClr val="FFCC00"/>
                  </a:solidFill>
                  <a:latin typeface="Times New Roman" panose="02020603050405020304" pitchFamily="18" charset="0"/>
                  <a:ea typeface="宋体" panose="02010600030101010101" pitchFamily="2" charset="-122"/>
                </a:rPr>
                <a:t>A</a:t>
              </a:r>
            </a:p>
          </p:txBody>
        </p:sp>
        <p:sp>
          <p:nvSpPr>
            <p:cNvPr id="6194" name="Rectangle 40">
              <a:extLst>
                <a:ext uri="{FF2B5EF4-FFF2-40B4-BE49-F238E27FC236}">
                  <a16:creationId xmlns:a16="http://schemas.microsoft.com/office/drawing/2014/main" id="{50A43498-5A32-F039-47CF-FB7B231DBD17}"/>
                </a:ext>
              </a:extLst>
            </p:cNvPr>
            <p:cNvSpPr>
              <a:spLocks noChangeArrowheads="1"/>
            </p:cNvSpPr>
            <p:nvPr/>
          </p:nvSpPr>
          <p:spPr bwMode="auto">
            <a:xfrm>
              <a:off x="4221" y="1589"/>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m</a:t>
              </a:r>
              <a:r>
                <a:rPr lang="en-US" altLang="zh-CN" sz="1800" baseline="-25000">
                  <a:solidFill>
                    <a:srgbClr val="FFCC00"/>
                  </a:solidFill>
                  <a:latin typeface="Times New Roman" panose="02020603050405020304" pitchFamily="18" charset="0"/>
                  <a:ea typeface="宋体" panose="02010600030101010101" pitchFamily="2" charset="-122"/>
                </a:rPr>
                <a:t>B</a:t>
              </a:r>
            </a:p>
          </p:txBody>
        </p:sp>
        <p:sp>
          <p:nvSpPr>
            <p:cNvPr id="6195" name="Rectangle 41">
              <a:extLst>
                <a:ext uri="{FF2B5EF4-FFF2-40B4-BE49-F238E27FC236}">
                  <a16:creationId xmlns:a16="http://schemas.microsoft.com/office/drawing/2014/main" id="{368E3E7E-EB8F-6122-3FC6-9AFA1C6FD3E4}"/>
                </a:ext>
              </a:extLst>
            </p:cNvPr>
            <p:cNvSpPr>
              <a:spLocks noChangeArrowheads="1"/>
            </p:cNvSpPr>
            <p:nvPr/>
          </p:nvSpPr>
          <p:spPr bwMode="auto">
            <a:xfrm>
              <a:off x="4285" y="935"/>
              <a:ext cx="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b="0" i="1">
                  <a:solidFill>
                    <a:srgbClr val="FF0000"/>
                  </a:solidFill>
                  <a:latin typeface="Times New Roman" panose="02020603050405020304" pitchFamily="18" charset="0"/>
                  <a:ea typeface="宋体" panose="02010600030101010101" pitchFamily="2" charset="-122"/>
                </a:rPr>
                <a:t>B</a:t>
              </a:r>
              <a:endParaRPr lang="en-US" altLang="zh-CN" sz="1800" b="0">
                <a:solidFill>
                  <a:srgbClr val="FF0000"/>
                </a:solidFill>
                <a:latin typeface="Arial" panose="020B0604020202020204" pitchFamily="34" charset="0"/>
                <a:ea typeface="宋体" panose="02010600030101010101" pitchFamily="2" charset="-122"/>
              </a:endParaRPr>
            </a:p>
          </p:txBody>
        </p:sp>
        <p:sp>
          <p:nvSpPr>
            <p:cNvPr id="6196" name="Rectangle 42">
              <a:extLst>
                <a:ext uri="{FF2B5EF4-FFF2-40B4-BE49-F238E27FC236}">
                  <a16:creationId xmlns:a16="http://schemas.microsoft.com/office/drawing/2014/main" id="{2D12E44D-1F6C-106E-0EE2-FA732A93D7B8}"/>
                </a:ext>
              </a:extLst>
            </p:cNvPr>
            <p:cNvSpPr>
              <a:spLocks noChangeArrowheads="1"/>
            </p:cNvSpPr>
            <p:nvPr/>
          </p:nvSpPr>
          <p:spPr bwMode="auto">
            <a:xfrm>
              <a:off x="3424" y="935"/>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0000"/>
                  </a:solidFill>
                  <a:latin typeface="Times New Roman" panose="02020603050405020304" pitchFamily="18" charset="0"/>
                  <a:ea typeface="宋体" panose="02010600030101010101" pitchFamily="2" charset="-122"/>
                </a:rPr>
                <a:t>A</a:t>
              </a:r>
            </a:p>
          </p:txBody>
        </p:sp>
        <p:sp>
          <p:nvSpPr>
            <p:cNvPr id="6197" name="Freeform 43">
              <a:extLst>
                <a:ext uri="{FF2B5EF4-FFF2-40B4-BE49-F238E27FC236}">
                  <a16:creationId xmlns:a16="http://schemas.microsoft.com/office/drawing/2014/main" id="{F9759EFD-84B8-8AC4-C934-D8DE1740B7C3}"/>
                </a:ext>
              </a:extLst>
            </p:cNvPr>
            <p:cNvSpPr>
              <a:spLocks noEditPoints="1"/>
            </p:cNvSpPr>
            <p:nvPr/>
          </p:nvSpPr>
          <p:spPr bwMode="auto">
            <a:xfrm>
              <a:off x="4597" y="884"/>
              <a:ext cx="282" cy="282"/>
            </a:xfrm>
            <a:custGeom>
              <a:avLst/>
              <a:gdLst>
                <a:gd name="T0" fmla="*/ 2147483647 w 28"/>
                <a:gd name="T1" fmla="*/ 1481915075 h 28"/>
                <a:gd name="T2" fmla="*/ 1481915075 w 28"/>
                <a:gd name="T3" fmla="*/ 0 h 28"/>
                <a:gd name="T4" fmla="*/ 0 w 28"/>
                <a:gd name="T5" fmla="*/ 1481915075 h 28"/>
                <a:gd name="T6" fmla="*/ 1481915075 w 28"/>
                <a:gd name="T7" fmla="*/ 2147483647 h 28"/>
                <a:gd name="T8" fmla="*/ 2147483647 w 28"/>
                <a:gd name="T9" fmla="*/ 1481915075 h 28"/>
                <a:gd name="T10" fmla="*/ 2147483647 w 28"/>
                <a:gd name="T11" fmla="*/ 1481915075 h 28"/>
                <a:gd name="T12" fmla="*/ 1481915075 w 28"/>
                <a:gd name="T13" fmla="*/ 2147483647 h 28"/>
                <a:gd name="T14" fmla="*/ 209736959 w 28"/>
                <a:gd name="T15" fmla="*/ 1481915075 h 28"/>
                <a:gd name="T16" fmla="*/ 1481915075 w 28"/>
                <a:gd name="T17" fmla="*/ 209736959 h 28"/>
                <a:gd name="T18" fmla="*/ 2147483647 w 28"/>
                <a:gd name="T19" fmla="*/ 1481915075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28" y="14"/>
                  </a:moveTo>
                  <a:cubicBezTo>
                    <a:pt x="28" y="6"/>
                    <a:pt x="22" y="0"/>
                    <a:pt x="14" y="0"/>
                  </a:cubicBezTo>
                  <a:cubicBezTo>
                    <a:pt x="6" y="0"/>
                    <a:pt x="0" y="6"/>
                    <a:pt x="0" y="14"/>
                  </a:cubicBezTo>
                  <a:cubicBezTo>
                    <a:pt x="0" y="22"/>
                    <a:pt x="6" y="28"/>
                    <a:pt x="14" y="28"/>
                  </a:cubicBezTo>
                  <a:cubicBezTo>
                    <a:pt x="22" y="28"/>
                    <a:pt x="28" y="22"/>
                    <a:pt x="28" y="14"/>
                  </a:cubicBezTo>
                  <a:close/>
                  <a:moveTo>
                    <a:pt x="26" y="14"/>
                  </a:moveTo>
                  <a:cubicBezTo>
                    <a:pt x="26" y="21"/>
                    <a:pt x="21" y="26"/>
                    <a:pt x="14" y="26"/>
                  </a:cubicBezTo>
                  <a:cubicBezTo>
                    <a:pt x="7" y="26"/>
                    <a:pt x="2" y="21"/>
                    <a:pt x="2" y="14"/>
                  </a:cubicBezTo>
                  <a:cubicBezTo>
                    <a:pt x="2" y="7"/>
                    <a:pt x="7" y="2"/>
                    <a:pt x="14" y="2"/>
                  </a:cubicBezTo>
                  <a:cubicBezTo>
                    <a:pt x="21" y="2"/>
                    <a:pt x="26" y="7"/>
                    <a:pt x="26" y="14"/>
                  </a:cubicBez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8" name="Freeform 44">
              <a:extLst>
                <a:ext uri="{FF2B5EF4-FFF2-40B4-BE49-F238E27FC236}">
                  <a16:creationId xmlns:a16="http://schemas.microsoft.com/office/drawing/2014/main" id="{B1C76CE5-B06A-DA49-4B86-1784DFE380AF}"/>
                </a:ext>
              </a:extLst>
            </p:cNvPr>
            <p:cNvSpPr>
              <a:spLocks noEditPoints="1"/>
            </p:cNvSpPr>
            <p:nvPr/>
          </p:nvSpPr>
          <p:spPr bwMode="auto">
            <a:xfrm>
              <a:off x="4607" y="895"/>
              <a:ext cx="262" cy="261"/>
            </a:xfrm>
            <a:custGeom>
              <a:avLst/>
              <a:gdLst>
                <a:gd name="T0" fmla="*/ 2147483647 w 26"/>
                <a:gd name="T1" fmla="*/ 1345685088 h 26"/>
                <a:gd name="T2" fmla="*/ 1382151654 w 26"/>
                <a:gd name="T3" fmla="*/ 0 h 26"/>
                <a:gd name="T4" fmla="*/ 0 w 26"/>
                <a:gd name="T5" fmla="*/ 1345685088 h 26"/>
                <a:gd name="T6" fmla="*/ 1382151654 w 26"/>
                <a:gd name="T7" fmla="*/ 2147483647 h 26"/>
                <a:gd name="T8" fmla="*/ 2147483647 w 26"/>
                <a:gd name="T9" fmla="*/ 1345685088 h 26"/>
                <a:gd name="T10" fmla="*/ 2147483647 w 26"/>
                <a:gd name="T11" fmla="*/ 1345685088 h 26"/>
                <a:gd name="T12" fmla="*/ 1382151654 w 26"/>
                <a:gd name="T13" fmla="*/ 2147483647 h 26"/>
                <a:gd name="T14" fmla="*/ 211555909 w 26"/>
                <a:gd name="T15" fmla="*/ 1345685088 h 26"/>
                <a:gd name="T16" fmla="*/ 1382151654 w 26"/>
                <a:gd name="T17" fmla="*/ 205714438 h 26"/>
                <a:gd name="T18" fmla="*/ 2147483647 w 26"/>
                <a:gd name="T19" fmla="*/ 1345685088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26" y="13"/>
                  </a:moveTo>
                  <a:cubicBezTo>
                    <a:pt x="26" y="6"/>
                    <a:pt x="20" y="0"/>
                    <a:pt x="13" y="0"/>
                  </a:cubicBezTo>
                  <a:cubicBezTo>
                    <a:pt x="6" y="0"/>
                    <a:pt x="0" y="6"/>
                    <a:pt x="0" y="13"/>
                  </a:cubicBezTo>
                  <a:cubicBezTo>
                    <a:pt x="0" y="20"/>
                    <a:pt x="6" y="26"/>
                    <a:pt x="13" y="26"/>
                  </a:cubicBezTo>
                  <a:cubicBezTo>
                    <a:pt x="20" y="26"/>
                    <a:pt x="26" y="20"/>
                    <a:pt x="26" y="13"/>
                  </a:cubicBezTo>
                  <a:close/>
                  <a:moveTo>
                    <a:pt x="24" y="13"/>
                  </a:moveTo>
                  <a:cubicBezTo>
                    <a:pt x="24" y="19"/>
                    <a:pt x="19" y="24"/>
                    <a:pt x="13" y="24"/>
                  </a:cubicBezTo>
                  <a:cubicBezTo>
                    <a:pt x="7" y="24"/>
                    <a:pt x="2" y="19"/>
                    <a:pt x="2" y="13"/>
                  </a:cubicBezTo>
                  <a:cubicBezTo>
                    <a:pt x="2" y="7"/>
                    <a:pt x="7" y="2"/>
                    <a:pt x="13" y="2"/>
                  </a:cubicBezTo>
                  <a:cubicBezTo>
                    <a:pt x="19" y="2"/>
                    <a:pt x="24" y="7"/>
                    <a:pt x="24" y="13"/>
                  </a:cubicBezTo>
                  <a:close/>
                </a:path>
              </a:pathLst>
            </a:custGeom>
            <a:solidFill>
              <a:srgbClr val="35312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99" name="Freeform 45">
              <a:extLst>
                <a:ext uri="{FF2B5EF4-FFF2-40B4-BE49-F238E27FC236}">
                  <a16:creationId xmlns:a16="http://schemas.microsoft.com/office/drawing/2014/main" id="{D40E136C-7455-5025-31C3-D6FE7BC30C7F}"/>
                </a:ext>
              </a:extLst>
            </p:cNvPr>
            <p:cNvSpPr>
              <a:spLocks noEditPoints="1"/>
            </p:cNvSpPr>
            <p:nvPr/>
          </p:nvSpPr>
          <p:spPr bwMode="auto">
            <a:xfrm>
              <a:off x="4617" y="905"/>
              <a:ext cx="242" cy="241"/>
            </a:xfrm>
            <a:custGeom>
              <a:avLst/>
              <a:gdLst>
                <a:gd name="T0" fmla="*/ 2147483647 w 24"/>
                <a:gd name="T1" fmla="*/ 1245727640 h 24"/>
                <a:gd name="T2" fmla="*/ 1282317259 w 24"/>
                <a:gd name="T3" fmla="*/ 0 h 24"/>
                <a:gd name="T4" fmla="*/ 0 w 24"/>
                <a:gd name="T5" fmla="*/ 1245727640 h 24"/>
                <a:gd name="T6" fmla="*/ 1282317259 w 24"/>
                <a:gd name="T7" fmla="*/ 2147483647 h 24"/>
                <a:gd name="T8" fmla="*/ 2147483647 w 24"/>
                <a:gd name="T9" fmla="*/ 1245727640 h 24"/>
                <a:gd name="T10" fmla="*/ 2147483647 w 24"/>
                <a:gd name="T11" fmla="*/ 1245727640 h 24"/>
                <a:gd name="T12" fmla="*/ 1282317259 w 24"/>
                <a:gd name="T13" fmla="*/ 2147483647 h 24"/>
                <a:gd name="T14" fmla="*/ 212332911 w 24"/>
                <a:gd name="T15" fmla="*/ 1245727640 h 24"/>
                <a:gd name="T16" fmla="*/ 1282317259 w 24"/>
                <a:gd name="T17" fmla="*/ 206037984 h 24"/>
                <a:gd name="T18" fmla="*/ 2147483647 w 24"/>
                <a:gd name="T19" fmla="*/ 124572764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22" y="12"/>
                  </a:moveTo>
                  <a:cubicBezTo>
                    <a:pt x="22" y="18"/>
                    <a:pt x="18" y="22"/>
                    <a:pt x="12" y="22"/>
                  </a:cubicBezTo>
                  <a:cubicBezTo>
                    <a:pt x="6" y="22"/>
                    <a:pt x="2" y="18"/>
                    <a:pt x="2" y="12"/>
                  </a:cubicBezTo>
                  <a:cubicBezTo>
                    <a:pt x="2" y="6"/>
                    <a:pt x="6" y="2"/>
                    <a:pt x="12" y="2"/>
                  </a:cubicBezTo>
                  <a:cubicBezTo>
                    <a:pt x="18" y="2"/>
                    <a:pt x="22" y="6"/>
                    <a:pt x="22" y="12"/>
                  </a:cubicBezTo>
                  <a:close/>
                </a:path>
              </a:pathLst>
            </a:custGeom>
            <a:solidFill>
              <a:srgbClr val="4642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0" name="Freeform 46">
              <a:extLst>
                <a:ext uri="{FF2B5EF4-FFF2-40B4-BE49-F238E27FC236}">
                  <a16:creationId xmlns:a16="http://schemas.microsoft.com/office/drawing/2014/main" id="{03671355-86B0-2C74-4E79-44796BA30268}"/>
                </a:ext>
              </a:extLst>
            </p:cNvPr>
            <p:cNvSpPr>
              <a:spLocks noEditPoints="1"/>
            </p:cNvSpPr>
            <p:nvPr/>
          </p:nvSpPr>
          <p:spPr bwMode="auto">
            <a:xfrm>
              <a:off x="4627" y="915"/>
              <a:ext cx="222" cy="221"/>
            </a:xfrm>
            <a:custGeom>
              <a:avLst/>
              <a:gdLst>
                <a:gd name="T0" fmla="*/ 2147483647 w 22"/>
                <a:gd name="T1" fmla="*/ 1145786720 h 22"/>
                <a:gd name="T2" fmla="*/ 1182509795 w 22"/>
                <a:gd name="T3" fmla="*/ 0 h 22"/>
                <a:gd name="T4" fmla="*/ 0 w 22"/>
                <a:gd name="T5" fmla="*/ 1145786720 h 22"/>
                <a:gd name="T6" fmla="*/ 1182509795 w 22"/>
                <a:gd name="T7" fmla="*/ 2147483647 h 22"/>
                <a:gd name="T8" fmla="*/ 2147483647 w 22"/>
                <a:gd name="T9" fmla="*/ 1145786720 h 22"/>
                <a:gd name="T10" fmla="*/ 2147483647 w 22"/>
                <a:gd name="T11" fmla="*/ 1145786720 h 22"/>
                <a:gd name="T12" fmla="*/ 1182509795 w 22"/>
                <a:gd name="T13" fmla="*/ 2074715135 h 22"/>
                <a:gd name="T14" fmla="*/ 213231088 w 22"/>
                <a:gd name="T15" fmla="*/ 1145786720 h 22"/>
                <a:gd name="T16" fmla="*/ 1182509795 w 22"/>
                <a:gd name="T17" fmla="*/ 206532786 h 22"/>
                <a:gd name="T18" fmla="*/ 2147483647 w 22"/>
                <a:gd name="T19" fmla="*/ 1145786720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22" y="11"/>
                  </a:moveTo>
                  <a:cubicBezTo>
                    <a:pt x="22" y="5"/>
                    <a:pt x="17" y="0"/>
                    <a:pt x="11" y="0"/>
                  </a:cubicBezTo>
                  <a:cubicBezTo>
                    <a:pt x="5" y="0"/>
                    <a:pt x="0" y="5"/>
                    <a:pt x="0" y="11"/>
                  </a:cubicBezTo>
                  <a:cubicBezTo>
                    <a:pt x="0" y="17"/>
                    <a:pt x="5" y="22"/>
                    <a:pt x="11" y="22"/>
                  </a:cubicBezTo>
                  <a:cubicBezTo>
                    <a:pt x="17" y="22"/>
                    <a:pt x="22" y="17"/>
                    <a:pt x="22" y="11"/>
                  </a:cubicBezTo>
                  <a:close/>
                  <a:moveTo>
                    <a:pt x="20" y="11"/>
                  </a:moveTo>
                  <a:cubicBezTo>
                    <a:pt x="20" y="16"/>
                    <a:pt x="16" y="20"/>
                    <a:pt x="11" y="20"/>
                  </a:cubicBezTo>
                  <a:cubicBezTo>
                    <a:pt x="6" y="20"/>
                    <a:pt x="2" y="16"/>
                    <a:pt x="2" y="11"/>
                  </a:cubicBezTo>
                  <a:cubicBezTo>
                    <a:pt x="2" y="6"/>
                    <a:pt x="6" y="2"/>
                    <a:pt x="11" y="2"/>
                  </a:cubicBezTo>
                  <a:cubicBezTo>
                    <a:pt x="16" y="2"/>
                    <a:pt x="20" y="6"/>
                    <a:pt x="20" y="11"/>
                  </a:cubicBezTo>
                  <a:close/>
                </a:path>
              </a:pathLst>
            </a:custGeom>
            <a:solidFill>
              <a:srgbClr val="5350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1" name="Freeform 47">
              <a:extLst>
                <a:ext uri="{FF2B5EF4-FFF2-40B4-BE49-F238E27FC236}">
                  <a16:creationId xmlns:a16="http://schemas.microsoft.com/office/drawing/2014/main" id="{0C6E64F1-04EB-74FE-69C6-CC058B396DF7}"/>
                </a:ext>
              </a:extLst>
            </p:cNvPr>
            <p:cNvSpPr>
              <a:spLocks noEditPoints="1"/>
            </p:cNvSpPr>
            <p:nvPr/>
          </p:nvSpPr>
          <p:spPr bwMode="auto">
            <a:xfrm>
              <a:off x="4637" y="925"/>
              <a:ext cx="202" cy="201"/>
            </a:xfrm>
            <a:custGeom>
              <a:avLst/>
              <a:gdLst>
                <a:gd name="T0" fmla="*/ 2147483647 w 20"/>
                <a:gd name="T1" fmla="*/ 1045857273 h 20"/>
                <a:gd name="T2" fmla="*/ 1082747705 w 20"/>
                <a:gd name="T3" fmla="*/ 0 h 20"/>
                <a:gd name="T4" fmla="*/ 0 w 20"/>
                <a:gd name="T5" fmla="*/ 1045857273 h 20"/>
                <a:gd name="T6" fmla="*/ 1082747705 w 20"/>
                <a:gd name="T7" fmla="*/ 2081360316 h 20"/>
                <a:gd name="T8" fmla="*/ 2147483647 w 20"/>
                <a:gd name="T9" fmla="*/ 1045857273 h 20"/>
                <a:gd name="T10" fmla="*/ 1951089784 w 20"/>
                <a:gd name="T11" fmla="*/ 1045857273 h 20"/>
                <a:gd name="T12" fmla="*/ 1082747705 w 20"/>
                <a:gd name="T13" fmla="*/ 1874260287 h 20"/>
                <a:gd name="T14" fmla="*/ 214405546 w 20"/>
                <a:gd name="T15" fmla="*/ 1045857273 h 20"/>
                <a:gd name="T16" fmla="*/ 1082747705 w 20"/>
                <a:gd name="T17" fmla="*/ 207100593 h 20"/>
                <a:gd name="T18" fmla="*/ 1951089784 w 20"/>
                <a:gd name="T19" fmla="*/ 1045857273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20"/>
                <a:gd name="T32" fmla="*/ 20 w 20"/>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20">
                  <a:moveTo>
                    <a:pt x="20" y="10"/>
                  </a:moveTo>
                  <a:cubicBezTo>
                    <a:pt x="20" y="4"/>
                    <a:pt x="16" y="0"/>
                    <a:pt x="10" y="0"/>
                  </a:cubicBezTo>
                  <a:cubicBezTo>
                    <a:pt x="4" y="0"/>
                    <a:pt x="0" y="4"/>
                    <a:pt x="0" y="10"/>
                  </a:cubicBezTo>
                  <a:cubicBezTo>
                    <a:pt x="0" y="16"/>
                    <a:pt x="4" y="20"/>
                    <a:pt x="10" y="20"/>
                  </a:cubicBezTo>
                  <a:cubicBezTo>
                    <a:pt x="16" y="20"/>
                    <a:pt x="20" y="16"/>
                    <a:pt x="20" y="10"/>
                  </a:cubicBezTo>
                  <a:close/>
                  <a:moveTo>
                    <a:pt x="18" y="10"/>
                  </a:moveTo>
                  <a:cubicBezTo>
                    <a:pt x="18" y="14"/>
                    <a:pt x="15" y="18"/>
                    <a:pt x="10" y="18"/>
                  </a:cubicBezTo>
                  <a:cubicBezTo>
                    <a:pt x="5" y="18"/>
                    <a:pt x="2" y="14"/>
                    <a:pt x="2" y="10"/>
                  </a:cubicBezTo>
                  <a:cubicBezTo>
                    <a:pt x="2" y="6"/>
                    <a:pt x="5" y="2"/>
                    <a:pt x="10" y="2"/>
                  </a:cubicBezTo>
                  <a:cubicBezTo>
                    <a:pt x="15" y="2"/>
                    <a:pt x="18" y="6"/>
                    <a:pt x="18" y="10"/>
                  </a:cubicBezTo>
                  <a:close/>
                </a:path>
              </a:pathLst>
            </a:custGeom>
            <a:solidFill>
              <a:srgbClr val="615F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2" name="Freeform 48">
              <a:extLst>
                <a:ext uri="{FF2B5EF4-FFF2-40B4-BE49-F238E27FC236}">
                  <a16:creationId xmlns:a16="http://schemas.microsoft.com/office/drawing/2014/main" id="{A71EA148-EE3D-A03F-7B50-EB3ABD7C79B9}"/>
                </a:ext>
              </a:extLst>
            </p:cNvPr>
            <p:cNvSpPr>
              <a:spLocks noEditPoints="1"/>
            </p:cNvSpPr>
            <p:nvPr/>
          </p:nvSpPr>
          <p:spPr bwMode="auto">
            <a:xfrm>
              <a:off x="4648" y="935"/>
              <a:ext cx="181" cy="181"/>
            </a:xfrm>
            <a:custGeom>
              <a:avLst/>
              <a:gdLst>
                <a:gd name="T0" fmla="*/ 1881505304 w 18"/>
                <a:gd name="T1" fmla="*/ 945941638 h 18"/>
                <a:gd name="T2" fmla="*/ 945941638 w 18"/>
                <a:gd name="T3" fmla="*/ 0 h 18"/>
                <a:gd name="T4" fmla="*/ 0 w 18"/>
                <a:gd name="T5" fmla="*/ 945941638 h 18"/>
                <a:gd name="T6" fmla="*/ 945941638 w 18"/>
                <a:gd name="T7" fmla="*/ 1881505304 h 18"/>
                <a:gd name="T8" fmla="*/ 1881505304 w 18"/>
                <a:gd name="T9" fmla="*/ 945941638 h 18"/>
                <a:gd name="T10" fmla="*/ 1673721897 w 18"/>
                <a:gd name="T11" fmla="*/ 945941638 h 18"/>
                <a:gd name="T12" fmla="*/ 945941638 w 18"/>
                <a:gd name="T13" fmla="*/ 1673721897 h 18"/>
                <a:gd name="T14" fmla="*/ 207773512 w 18"/>
                <a:gd name="T15" fmla="*/ 945941638 h 18"/>
                <a:gd name="T16" fmla="*/ 945941638 w 18"/>
                <a:gd name="T17" fmla="*/ 207773512 h 18"/>
                <a:gd name="T18" fmla="*/ 1673721897 w 18"/>
                <a:gd name="T19" fmla="*/ 94594163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18" y="9"/>
                  </a:moveTo>
                  <a:cubicBezTo>
                    <a:pt x="18" y="4"/>
                    <a:pt x="14" y="0"/>
                    <a:pt x="9" y="0"/>
                  </a:cubicBezTo>
                  <a:cubicBezTo>
                    <a:pt x="4" y="0"/>
                    <a:pt x="0" y="4"/>
                    <a:pt x="0" y="9"/>
                  </a:cubicBezTo>
                  <a:cubicBezTo>
                    <a:pt x="0" y="14"/>
                    <a:pt x="4" y="18"/>
                    <a:pt x="9" y="18"/>
                  </a:cubicBezTo>
                  <a:cubicBezTo>
                    <a:pt x="14" y="18"/>
                    <a:pt x="18" y="14"/>
                    <a:pt x="18" y="9"/>
                  </a:cubicBezTo>
                  <a:close/>
                  <a:moveTo>
                    <a:pt x="16" y="9"/>
                  </a:moveTo>
                  <a:cubicBezTo>
                    <a:pt x="16" y="13"/>
                    <a:pt x="13" y="16"/>
                    <a:pt x="9" y="16"/>
                  </a:cubicBezTo>
                  <a:cubicBezTo>
                    <a:pt x="5" y="16"/>
                    <a:pt x="2" y="13"/>
                    <a:pt x="2" y="9"/>
                  </a:cubicBezTo>
                  <a:cubicBezTo>
                    <a:pt x="2" y="5"/>
                    <a:pt x="5" y="2"/>
                    <a:pt x="9" y="2"/>
                  </a:cubicBezTo>
                  <a:cubicBezTo>
                    <a:pt x="13" y="2"/>
                    <a:pt x="16" y="5"/>
                    <a:pt x="16" y="9"/>
                  </a:cubicBezTo>
                  <a:close/>
                </a:path>
              </a:pathLst>
            </a:custGeom>
            <a:solidFill>
              <a:srgbClr val="6F6D6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3" name="Freeform 49">
              <a:extLst>
                <a:ext uri="{FF2B5EF4-FFF2-40B4-BE49-F238E27FC236}">
                  <a16:creationId xmlns:a16="http://schemas.microsoft.com/office/drawing/2014/main" id="{4E387EC3-B41C-8BE9-5C07-2BF1EE4BC1D2}"/>
                </a:ext>
              </a:extLst>
            </p:cNvPr>
            <p:cNvSpPr>
              <a:spLocks noEditPoints="1"/>
            </p:cNvSpPr>
            <p:nvPr/>
          </p:nvSpPr>
          <p:spPr bwMode="auto">
            <a:xfrm>
              <a:off x="4658" y="945"/>
              <a:ext cx="161" cy="161"/>
            </a:xfrm>
            <a:custGeom>
              <a:avLst/>
              <a:gdLst>
                <a:gd name="T0" fmla="*/ 1681682194 w 16"/>
                <a:gd name="T1" fmla="*/ 846054275 h 16"/>
                <a:gd name="T2" fmla="*/ 846054275 w 16"/>
                <a:gd name="T3" fmla="*/ 0 h 16"/>
                <a:gd name="T4" fmla="*/ 0 w 16"/>
                <a:gd name="T5" fmla="*/ 846054275 h 16"/>
                <a:gd name="T6" fmla="*/ 846054275 w 16"/>
                <a:gd name="T7" fmla="*/ 1681682194 h 16"/>
                <a:gd name="T8" fmla="*/ 1681682194 w 16"/>
                <a:gd name="T9" fmla="*/ 846054275 h 16"/>
                <a:gd name="T10" fmla="*/ 1473077814 w 16"/>
                <a:gd name="T11" fmla="*/ 846054275 h 16"/>
                <a:gd name="T12" fmla="*/ 846054275 w 16"/>
                <a:gd name="T13" fmla="*/ 1473077814 h 16"/>
                <a:gd name="T14" fmla="*/ 208696553 w 16"/>
                <a:gd name="T15" fmla="*/ 846054275 h 16"/>
                <a:gd name="T16" fmla="*/ 846054275 w 16"/>
                <a:gd name="T17" fmla="*/ 208696553 h 16"/>
                <a:gd name="T18" fmla="*/ 1473077814 w 16"/>
                <a:gd name="T19" fmla="*/ 846054275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16"/>
                <a:gd name="T32" fmla="*/ 16 w 1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16">
                  <a:moveTo>
                    <a:pt x="16" y="8"/>
                  </a:moveTo>
                  <a:cubicBezTo>
                    <a:pt x="16" y="4"/>
                    <a:pt x="13" y="0"/>
                    <a:pt x="8" y="0"/>
                  </a:cubicBezTo>
                  <a:cubicBezTo>
                    <a:pt x="3" y="0"/>
                    <a:pt x="0" y="4"/>
                    <a:pt x="0" y="8"/>
                  </a:cubicBezTo>
                  <a:cubicBezTo>
                    <a:pt x="0" y="12"/>
                    <a:pt x="3" y="16"/>
                    <a:pt x="8" y="16"/>
                  </a:cubicBezTo>
                  <a:cubicBezTo>
                    <a:pt x="13" y="16"/>
                    <a:pt x="16" y="12"/>
                    <a:pt x="16" y="8"/>
                  </a:cubicBezTo>
                  <a:close/>
                  <a:moveTo>
                    <a:pt x="14" y="8"/>
                  </a:moveTo>
                  <a:cubicBezTo>
                    <a:pt x="14" y="11"/>
                    <a:pt x="11" y="14"/>
                    <a:pt x="8" y="14"/>
                  </a:cubicBezTo>
                  <a:cubicBezTo>
                    <a:pt x="5" y="14"/>
                    <a:pt x="2" y="11"/>
                    <a:pt x="2" y="8"/>
                  </a:cubicBezTo>
                  <a:cubicBezTo>
                    <a:pt x="2" y="5"/>
                    <a:pt x="5" y="2"/>
                    <a:pt x="8" y="2"/>
                  </a:cubicBezTo>
                  <a:cubicBezTo>
                    <a:pt x="11" y="2"/>
                    <a:pt x="14" y="5"/>
                    <a:pt x="14" y="8"/>
                  </a:cubicBezTo>
                  <a:close/>
                </a:path>
              </a:pathLst>
            </a:custGeom>
            <a:solidFill>
              <a:srgbClr val="7B7A7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4" name="Freeform 50">
              <a:extLst>
                <a:ext uri="{FF2B5EF4-FFF2-40B4-BE49-F238E27FC236}">
                  <a16:creationId xmlns:a16="http://schemas.microsoft.com/office/drawing/2014/main" id="{4F8AB427-B949-7829-730A-656BF9C5F250}"/>
                </a:ext>
              </a:extLst>
            </p:cNvPr>
            <p:cNvSpPr>
              <a:spLocks noEditPoints="1"/>
            </p:cNvSpPr>
            <p:nvPr/>
          </p:nvSpPr>
          <p:spPr bwMode="auto">
            <a:xfrm>
              <a:off x="4668" y="955"/>
              <a:ext cx="141" cy="141"/>
            </a:xfrm>
            <a:custGeom>
              <a:avLst/>
              <a:gdLst>
                <a:gd name="T0" fmla="*/ 1481915075 w 14"/>
                <a:gd name="T1" fmla="*/ 746183721 h 14"/>
                <a:gd name="T2" fmla="*/ 746183721 w 14"/>
                <a:gd name="T3" fmla="*/ 0 h 14"/>
                <a:gd name="T4" fmla="*/ 0 w 14"/>
                <a:gd name="T5" fmla="*/ 746183721 h 14"/>
                <a:gd name="T6" fmla="*/ 746183721 w 14"/>
                <a:gd name="T7" fmla="*/ 1481915075 h 14"/>
                <a:gd name="T8" fmla="*/ 1481915075 w 14"/>
                <a:gd name="T9" fmla="*/ 746183721 h 14"/>
                <a:gd name="T10" fmla="*/ 1272177713 w 14"/>
                <a:gd name="T11" fmla="*/ 746183721 h 14"/>
                <a:gd name="T12" fmla="*/ 746183721 w 14"/>
                <a:gd name="T13" fmla="*/ 1272177713 h 14"/>
                <a:gd name="T14" fmla="*/ 209736959 w 14"/>
                <a:gd name="T15" fmla="*/ 746183721 h 14"/>
                <a:gd name="T16" fmla="*/ 746183721 w 14"/>
                <a:gd name="T17" fmla="*/ 209736959 h 14"/>
                <a:gd name="T18" fmla="*/ 1272177713 w 14"/>
                <a:gd name="T19" fmla="*/ 7461837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14" y="7"/>
                  </a:moveTo>
                  <a:cubicBezTo>
                    <a:pt x="14" y="3"/>
                    <a:pt x="11" y="0"/>
                    <a:pt x="7" y="0"/>
                  </a:cubicBezTo>
                  <a:cubicBezTo>
                    <a:pt x="3" y="0"/>
                    <a:pt x="0" y="3"/>
                    <a:pt x="0" y="7"/>
                  </a:cubicBezTo>
                  <a:cubicBezTo>
                    <a:pt x="0" y="11"/>
                    <a:pt x="3" y="14"/>
                    <a:pt x="7" y="14"/>
                  </a:cubicBezTo>
                  <a:cubicBezTo>
                    <a:pt x="11" y="14"/>
                    <a:pt x="14" y="11"/>
                    <a:pt x="14" y="7"/>
                  </a:cubicBezTo>
                  <a:close/>
                  <a:moveTo>
                    <a:pt x="12" y="7"/>
                  </a:moveTo>
                  <a:cubicBezTo>
                    <a:pt x="12" y="10"/>
                    <a:pt x="10" y="12"/>
                    <a:pt x="7" y="12"/>
                  </a:cubicBezTo>
                  <a:cubicBezTo>
                    <a:pt x="4" y="12"/>
                    <a:pt x="2" y="10"/>
                    <a:pt x="2" y="7"/>
                  </a:cubicBezTo>
                  <a:cubicBezTo>
                    <a:pt x="2" y="4"/>
                    <a:pt x="4" y="2"/>
                    <a:pt x="7" y="2"/>
                  </a:cubicBezTo>
                  <a:cubicBezTo>
                    <a:pt x="10" y="2"/>
                    <a:pt x="12" y="4"/>
                    <a:pt x="12" y="7"/>
                  </a:cubicBezTo>
                  <a:close/>
                </a:path>
              </a:pathLst>
            </a:custGeom>
            <a:solidFill>
              <a:srgbClr val="8988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5" name="Freeform 51">
              <a:extLst>
                <a:ext uri="{FF2B5EF4-FFF2-40B4-BE49-F238E27FC236}">
                  <a16:creationId xmlns:a16="http://schemas.microsoft.com/office/drawing/2014/main" id="{8084C580-D7B0-D225-EB46-9A571FAF112B}"/>
                </a:ext>
              </a:extLst>
            </p:cNvPr>
            <p:cNvSpPr>
              <a:spLocks noEditPoints="1"/>
            </p:cNvSpPr>
            <p:nvPr/>
          </p:nvSpPr>
          <p:spPr bwMode="auto">
            <a:xfrm>
              <a:off x="4678" y="965"/>
              <a:ext cx="121" cy="121"/>
            </a:xfrm>
            <a:custGeom>
              <a:avLst/>
              <a:gdLst>
                <a:gd name="T0" fmla="*/ 1282317259 w 12"/>
                <a:gd name="T1" fmla="*/ 646374212 h 12"/>
                <a:gd name="T2" fmla="*/ 646374212 w 12"/>
                <a:gd name="T3" fmla="*/ 0 h 12"/>
                <a:gd name="T4" fmla="*/ 0 w 12"/>
                <a:gd name="T5" fmla="*/ 646374212 h 12"/>
                <a:gd name="T6" fmla="*/ 646374212 w 12"/>
                <a:gd name="T7" fmla="*/ 1282317259 h 12"/>
                <a:gd name="T8" fmla="*/ 1282317259 w 12"/>
                <a:gd name="T9" fmla="*/ 646374212 h 12"/>
                <a:gd name="T10" fmla="*/ 1069984591 w 12"/>
                <a:gd name="T11" fmla="*/ 646374212 h 12"/>
                <a:gd name="T12" fmla="*/ 646374212 w 12"/>
                <a:gd name="T13" fmla="*/ 1069984591 h 12"/>
                <a:gd name="T14" fmla="*/ 212332911 w 12"/>
                <a:gd name="T15" fmla="*/ 646374212 h 12"/>
                <a:gd name="T16" fmla="*/ 646374212 w 12"/>
                <a:gd name="T17" fmla="*/ 212332911 h 12"/>
                <a:gd name="T18" fmla="*/ 1069984591 w 12"/>
                <a:gd name="T19" fmla="*/ 646374212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12"/>
                <a:gd name="T32" fmla="*/ 12 w 12"/>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12">
                  <a:moveTo>
                    <a:pt x="12" y="6"/>
                  </a:moveTo>
                  <a:cubicBezTo>
                    <a:pt x="12" y="3"/>
                    <a:pt x="9" y="0"/>
                    <a:pt x="6" y="0"/>
                  </a:cubicBezTo>
                  <a:cubicBezTo>
                    <a:pt x="3" y="0"/>
                    <a:pt x="0" y="3"/>
                    <a:pt x="0" y="6"/>
                  </a:cubicBezTo>
                  <a:cubicBezTo>
                    <a:pt x="0" y="9"/>
                    <a:pt x="3" y="12"/>
                    <a:pt x="6" y="12"/>
                  </a:cubicBezTo>
                  <a:cubicBezTo>
                    <a:pt x="9" y="12"/>
                    <a:pt x="12" y="9"/>
                    <a:pt x="12" y="6"/>
                  </a:cubicBezTo>
                  <a:close/>
                  <a:moveTo>
                    <a:pt x="10" y="6"/>
                  </a:moveTo>
                  <a:cubicBezTo>
                    <a:pt x="10" y="8"/>
                    <a:pt x="8" y="10"/>
                    <a:pt x="6" y="10"/>
                  </a:cubicBezTo>
                  <a:cubicBezTo>
                    <a:pt x="4" y="10"/>
                    <a:pt x="2" y="8"/>
                    <a:pt x="2" y="6"/>
                  </a:cubicBezTo>
                  <a:cubicBezTo>
                    <a:pt x="2" y="4"/>
                    <a:pt x="4" y="2"/>
                    <a:pt x="6" y="2"/>
                  </a:cubicBezTo>
                  <a:cubicBezTo>
                    <a:pt x="8" y="2"/>
                    <a:pt x="10" y="4"/>
                    <a:pt x="10" y="6"/>
                  </a:cubicBezTo>
                  <a:close/>
                </a:path>
              </a:pathLst>
            </a:custGeom>
            <a:solidFill>
              <a:srgbClr val="9796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6" name="Freeform 52">
              <a:extLst>
                <a:ext uri="{FF2B5EF4-FFF2-40B4-BE49-F238E27FC236}">
                  <a16:creationId xmlns:a16="http://schemas.microsoft.com/office/drawing/2014/main" id="{1C78A077-4564-2256-C548-27D5D61C988E}"/>
                </a:ext>
              </a:extLst>
            </p:cNvPr>
            <p:cNvSpPr>
              <a:spLocks noEditPoints="1"/>
            </p:cNvSpPr>
            <p:nvPr/>
          </p:nvSpPr>
          <p:spPr bwMode="auto">
            <a:xfrm>
              <a:off x="4688" y="975"/>
              <a:ext cx="101" cy="101"/>
            </a:xfrm>
            <a:custGeom>
              <a:avLst/>
              <a:gdLst>
                <a:gd name="T0" fmla="*/ 1082747705 w 10"/>
                <a:gd name="T1" fmla="*/ 546733153 h 10"/>
                <a:gd name="T2" fmla="*/ 546733153 w 10"/>
                <a:gd name="T3" fmla="*/ 0 h 10"/>
                <a:gd name="T4" fmla="*/ 0 w 10"/>
                <a:gd name="T5" fmla="*/ 546733153 h 10"/>
                <a:gd name="T6" fmla="*/ 546733153 w 10"/>
                <a:gd name="T7" fmla="*/ 1082747705 h 10"/>
                <a:gd name="T8" fmla="*/ 1082747705 w 10"/>
                <a:gd name="T9" fmla="*/ 546733153 h 10"/>
                <a:gd name="T10" fmla="*/ 868342078 w 10"/>
                <a:gd name="T11" fmla="*/ 546733153 h 10"/>
                <a:gd name="T12" fmla="*/ 546733153 w 10"/>
                <a:gd name="T13" fmla="*/ 868342078 h 10"/>
                <a:gd name="T14" fmla="*/ 214405546 w 10"/>
                <a:gd name="T15" fmla="*/ 546733153 h 10"/>
                <a:gd name="T16" fmla="*/ 546733153 w 10"/>
                <a:gd name="T17" fmla="*/ 214405546 h 10"/>
                <a:gd name="T18" fmla="*/ 868342078 w 10"/>
                <a:gd name="T19" fmla="*/ 546733153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0"/>
                <a:gd name="T32" fmla="*/ 10 w 10"/>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0">
                  <a:moveTo>
                    <a:pt x="10" y="5"/>
                  </a:moveTo>
                  <a:cubicBezTo>
                    <a:pt x="10" y="2"/>
                    <a:pt x="8" y="0"/>
                    <a:pt x="5" y="0"/>
                  </a:cubicBezTo>
                  <a:cubicBezTo>
                    <a:pt x="2" y="0"/>
                    <a:pt x="0" y="2"/>
                    <a:pt x="0" y="5"/>
                  </a:cubicBezTo>
                  <a:cubicBezTo>
                    <a:pt x="0" y="8"/>
                    <a:pt x="2" y="10"/>
                    <a:pt x="5" y="10"/>
                  </a:cubicBezTo>
                  <a:cubicBezTo>
                    <a:pt x="8" y="10"/>
                    <a:pt x="10" y="8"/>
                    <a:pt x="10" y="5"/>
                  </a:cubicBezTo>
                  <a:close/>
                  <a:moveTo>
                    <a:pt x="8" y="5"/>
                  </a:moveTo>
                  <a:cubicBezTo>
                    <a:pt x="8" y="7"/>
                    <a:pt x="7" y="8"/>
                    <a:pt x="5" y="8"/>
                  </a:cubicBezTo>
                  <a:cubicBezTo>
                    <a:pt x="3" y="8"/>
                    <a:pt x="2" y="7"/>
                    <a:pt x="2" y="5"/>
                  </a:cubicBezTo>
                  <a:cubicBezTo>
                    <a:pt x="2" y="3"/>
                    <a:pt x="3" y="2"/>
                    <a:pt x="5" y="2"/>
                  </a:cubicBezTo>
                  <a:cubicBezTo>
                    <a:pt x="7" y="2"/>
                    <a:pt x="8" y="3"/>
                    <a:pt x="8" y="5"/>
                  </a:cubicBezTo>
                  <a:close/>
                </a:path>
              </a:pathLst>
            </a:custGeom>
            <a:solidFill>
              <a:srgbClr val="A7A6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7" name="Freeform 53">
              <a:extLst>
                <a:ext uri="{FF2B5EF4-FFF2-40B4-BE49-F238E27FC236}">
                  <a16:creationId xmlns:a16="http://schemas.microsoft.com/office/drawing/2014/main" id="{748C8066-3603-0B1E-67AC-775FEE4BEBE6}"/>
                </a:ext>
              </a:extLst>
            </p:cNvPr>
            <p:cNvSpPr>
              <a:spLocks noEditPoints="1"/>
            </p:cNvSpPr>
            <p:nvPr/>
          </p:nvSpPr>
          <p:spPr bwMode="auto">
            <a:xfrm>
              <a:off x="4698" y="985"/>
              <a:ext cx="80" cy="81"/>
            </a:xfrm>
            <a:custGeom>
              <a:avLst/>
              <a:gdLst>
                <a:gd name="T0" fmla="*/ 799999299 w 8"/>
                <a:gd name="T1" fmla="*/ 447124161 h 8"/>
                <a:gd name="T2" fmla="*/ 399999649 w 8"/>
                <a:gd name="T3" fmla="*/ 0 h 8"/>
                <a:gd name="T4" fmla="*/ 0 w 8"/>
                <a:gd name="T5" fmla="*/ 447124161 h 8"/>
                <a:gd name="T6" fmla="*/ 399999649 w 8"/>
                <a:gd name="T7" fmla="*/ 883402103 h 8"/>
                <a:gd name="T8" fmla="*/ 799999299 w 8"/>
                <a:gd name="T9" fmla="*/ 447124161 h 8"/>
                <a:gd name="T10" fmla="*/ 599999554 w 8"/>
                <a:gd name="T11" fmla="*/ 447124161 h 8"/>
                <a:gd name="T12" fmla="*/ 399999649 w 8"/>
                <a:gd name="T13" fmla="*/ 665794249 h 8"/>
                <a:gd name="T14" fmla="*/ 199999825 w 8"/>
                <a:gd name="T15" fmla="*/ 447124161 h 8"/>
                <a:gd name="T16" fmla="*/ 399999649 w 8"/>
                <a:gd name="T17" fmla="*/ 217608421 h 8"/>
                <a:gd name="T18" fmla="*/ 599999554 w 8"/>
                <a:gd name="T19" fmla="*/ 44712416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8"/>
                <a:gd name="T32" fmla="*/ 8 w 8"/>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8">
                  <a:moveTo>
                    <a:pt x="8" y="4"/>
                  </a:moveTo>
                  <a:cubicBezTo>
                    <a:pt x="8" y="2"/>
                    <a:pt x="6" y="0"/>
                    <a:pt x="4" y="0"/>
                  </a:cubicBezTo>
                  <a:cubicBezTo>
                    <a:pt x="2" y="0"/>
                    <a:pt x="0" y="2"/>
                    <a:pt x="0" y="4"/>
                  </a:cubicBezTo>
                  <a:cubicBezTo>
                    <a:pt x="0" y="6"/>
                    <a:pt x="2" y="8"/>
                    <a:pt x="4" y="8"/>
                  </a:cubicBezTo>
                  <a:cubicBezTo>
                    <a:pt x="6" y="8"/>
                    <a:pt x="8" y="6"/>
                    <a:pt x="8" y="4"/>
                  </a:cubicBezTo>
                  <a:close/>
                  <a:moveTo>
                    <a:pt x="6" y="4"/>
                  </a:moveTo>
                  <a:cubicBezTo>
                    <a:pt x="6" y="5"/>
                    <a:pt x="5" y="6"/>
                    <a:pt x="4" y="6"/>
                  </a:cubicBezTo>
                  <a:cubicBezTo>
                    <a:pt x="3" y="6"/>
                    <a:pt x="2" y="5"/>
                    <a:pt x="2" y="4"/>
                  </a:cubicBezTo>
                  <a:cubicBezTo>
                    <a:pt x="2" y="3"/>
                    <a:pt x="3" y="2"/>
                    <a:pt x="4" y="2"/>
                  </a:cubicBezTo>
                  <a:cubicBezTo>
                    <a:pt x="5" y="2"/>
                    <a:pt x="6" y="3"/>
                    <a:pt x="6" y="4"/>
                  </a:cubicBezTo>
                  <a:close/>
                </a:path>
              </a:pathLst>
            </a:custGeom>
            <a:solidFill>
              <a:srgbClr val="B9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08" name="Oval 54">
              <a:extLst>
                <a:ext uri="{FF2B5EF4-FFF2-40B4-BE49-F238E27FC236}">
                  <a16:creationId xmlns:a16="http://schemas.microsoft.com/office/drawing/2014/main" id="{90B66C41-47F2-620B-A24C-14C6B3EB9363}"/>
                </a:ext>
              </a:extLst>
            </p:cNvPr>
            <p:cNvSpPr>
              <a:spLocks noChangeArrowheads="1"/>
            </p:cNvSpPr>
            <p:nvPr/>
          </p:nvSpPr>
          <p:spPr bwMode="auto">
            <a:xfrm>
              <a:off x="4708" y="995"/>
              <a:ext cx="60" cy="61"/>
            </a:xfrm>
            <a:prstGeom prst="ellipse">
              <a:avLst/>
            </a:prstGeom>
            <a:solidFill>
              <a:srgbClr val="CCCCCB"/>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09" name="Oval 55">
              <a:extLst>
                <a:ext uri="{FF2B5EF4-FFF2-40B4-BE49-F238E27FC236}">
                  <a16:creationId xmlns:a16="http://schemas.microsoft.com/office/drawing/2014/main" id="{02CFFC01-A1E2-0D14-15E9-FAD17683C7EC}"/>
                </a:ext>
              </a:extLst>
            </p:cNvPr>
            <p:cNvSpPr>
              <a:spLocks noChangeArrowheads="1"/>
            </p:cNvSpPr>
            <p:nvPr/>
          </p:nvSpPr>
          <p:spPr bwMode="auto">
            <a:xfrm>
              <a:off x="4718" y="1005"/>
              <a:ext cx="40" cy="40"/>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10" name="Oval 56">
              <a:extLst>
                <a:ext uri="{FF2B5EF4-FFF2-40B4-BE49-F238E27FC236}">
                  <a16:creationId xmlns:a16="http://schemas.microsoft.com/office/drawing/2014/main" id="{839BF9DA-6256-E61D-6309-64450B9B7632}"/>
                </a:ext>
              </a:extLst>
            </p:cNvPr>
            <p:cNvSpPr>
              <a:spLocks noChangeArrowheads="1"/>
            </p:cNvSpPr>
            <p:nvPr/>
          </p:nvSpPr>
          <p:spPr bwMode="auto">
            <a:xfrm>
              <a:off x="4728" y="1015"/>
              <a:ext cx="20" cy="2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11" name="Freeform 57">
              <a:extLst>
                <a:ext uri="{FF2B5EF4-FFF2-40B4-BE49-F238E27FC236}">
                  <a16:creationId xmlns:a16="http://schemas.microsoft.com/office/drawing/2014/main" id="{E23197D5-2562-E188-F748-F10F1DB4C3A0}"/>
                </a:ext>
              </a:extLst>
            </p:cNvPr>
            <p:cNvSpPr>
              <a:spLocks noEditPoints="1"/>
            </p:cNvSpPr>
            <p:nvPr/>
          </p:nvSpPr>
          <p:spPr bwMode="auto">
            <a:xfrm>
              <a:off x="4597" y="1378"/>
              <a:ext cx="282" cy="281"/>
            </a:xfrm>
            <a:custGeom>
              <a:avLst/>
              <a:gdLst>
                <a:gd name="T0" fmla="*/ 2147483647 w 28"/>
                <a:gd name="T1" fmla="*/ 1445638950 h 28"/>
                <a:gd name="T2" fmla="*/ 1481915075 w 28"/>
                <a:gd name="T3" fmla="*/ 0 h 28"/>
                <a:gd name="T4" fmla="*/ 0 w 28"/>
                <a:gd name="T5" fmla="*/ 1445638950 h 28"/>
                <a:gd name="T6" fmla="*/ 1481915075 w 28"/>
                <a:gd name="T7" fmla="*/ 2147483647 h 28"/>
                <a:gd name="T8" fmla="*/ 2147483647 w 28"/>
                <a:gd name="T9" fmla="*/ 1445638950 h 28"/>
                <a:gd name="T10" fmla="*/ 2147483647 w 28"/>
                <a:gd name="T11" fmla="*/ 1445638950 h 28"/>
                <a:gd name="T12" fmla="*/ 1481915075 w 28"/>
                <a:gd name="T13" fmla="*/ 2147483647 h 28"/>
                <a:gd name="T14" fmla="*/ 209736959 w 28"/>
                <a:gd name="T15" fmla="*/ 1445638950 h 28"/>
                <a:gd name="T16" fmla="*/ 1481915075 w 28"/>
                <a:gd name="T17" fmla="*/ 205327206 h 28"/>
                <a:gd name="T18" fmla="*/ 2147483647 w 28"/>
                <a:gd name="T19" fmla="*/ 144563895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28" y="14"/>
                  </a:moveTo>
                  <a:cubicBezTo>
                    <a:pt x="28" y="6"/>
                    <a:pt x="22" y="0"/>
                    <a:pt x="14" y="0"/>
                  </a:cubicBezTo>
                  <a:cubicBezTo>
                    <a:pt x="6" y="0"/>
                    <a:pt x="0" y="6"/>
                    <a:pt x="0" y="14"/>
                  </a:cubicBezTo>
                  <a:cubicBezTo>
                    <a:pt x="0" y="22"/>
                    <a:pt x="6" y="28"/>
                    <a:pt x="14" y="28"/>
                  </a:cubicBezTo>
                  <a:cubicBezTo>
                    <a:pt x="22" y="28"/>
                    <a:pt x="28" y="22"/>
                    <a:pt x="28" y="14"/>
                  </a:cubicBezTo>
                  <a:close/>
                  <a:moveTo>
                    <a:pt x="26" y="14"/>
                  </a:moveTo>
                  <a:cubicBezTo>
                    <a:pt x="26" y="21"/>
                    <a:pt x="21" y="26"/>
                    <a:pt x="14" y="26"/>
                  </a:cubicBezTo>
                  <a:cubicBezTo>
                    <a:pt x="7" y="26"/>
                    <a:pt x="2" y="21"/>
                    <a:pt x="2" y="14"/>
                  </a:cubicBezTo>
                  <a:cubicBezTo>
                    <a:pt x="2" y="8"/>
                    <a:pt x="7" y="2"/>
                    <a:pt x="14" y="2"/>
                  </a:cubicBezTo>
                  <a:cubicBezTo>
                    <a:pt x="21" y="2"/>
                    <a:pt x="26" y="8"/>
                    <a:pt x="26" y="14"/>
                  </a:cubicBez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2" name="Freeform 58">
              <a:extLst>
                <a:ext uri="{FF2B5EF4-FFF2-40B4-BE49-F238E27FC236}">
                  <a16:creationId xmlns:a16="http://schemas.microsoft.com/office/drawing/2014/main" id="{62FEA662-A53E-3E7C-078A-B2482FA4FDF9}"/>
                </a:ext>
              </a:extLst>
            </p:cNvPr>
            <p:cNvSpPr>
              <a:spLocks noEditPoints="1"/>
            </p:cNvSpPr>
            <p:nvPr/>
          </p:nvSpPr>
          <p:spPr bwMode="auto">
            <a:xfrm>
              <a:off x="4607" y="1388"/>
              <a:ext cx="262" cy="261"/>
            </a:xfrm>
            <a:custGeom>
              <a:avLst/>
              <a:gdLst>
                <a:gd name="T0" fmla="*/ 2147483647 w 26"/>
                <a:gd name="T1" fmla="*/ 1345685088 h 26"/>
                <a:gd name="T2" fmla="*/ 1382151654 w 26"/>
                <a:gd name="T3" fmla="*/ 0 h 26"/>
                <a:gd name="T4" fmla="*/ 0 w 26"/>
                <a:gd name="T5" fmla="*/ 1345685088 h 26"/>
                <a:gd name="T6" fmla="*/ 1382151654 w 26"/>
                <a:gd name="T7" fmla="*/ 2147483647 h 26"/>
                <a:gd name="T8" fmla="*/ 2147483647 w 26"/>
                <a:gd name="T9" fmla="*/ 1345685088 h 26"/>
                <a:gd name="T10" fmla="*/ 2147483647 w 26"/>
                <a:gd name="T11" fmla="*/ 1345685088 h 26"/>
                <a:gd name="T12" fmla="*/ 1382151654 w 26"/>
                <a:gd name="T13" fmla="*/ 2147483647 h 26"/>
                <a:gd name="T14" fmla="*/ 211555909 w 26"/>
                <a:gd name="T15" fmla="*/ 1345685088 h 26"/>
                <a:gd name="T16" fmla="*/ 1382151654 w 26"/>
                <a:gd name="T17" fmla="*/ 205714438 h 26"/>
                <a:gd name="T18" fmla="*/ 2147483647 w 26"/>
                <a:gd name="T19" fmla="*/ 1345685088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26" y="13"/>
                  </a:moveTo>
                  <a:cubicBezTo>
                    <a:pt x="26" y="6"/>
                    <a:pt x="20" y="0"/>
                    <a:pt x="13" y="0"/>
                  </a:cubicBezTo>
                  <a:cubicBezTo>
                    <a:pt x="6" y="0"/>
                    <a:pt x="0" y="6"/>
                    <a:pt x="0" y="13"/>
                  </a:cubicBezTo>
                  <a:cubicBezTo>
                    <a:pt x="0" y="21"/>
                    <a:pt x="6" y="26"/>
                    <a:pt x="13" y="26"/>
                  </a:cubicBezTo>
                  <a:cubicBezTo>
                    <a:pt x="20" y="26"/>
                    <a:pt x="26" y="21"/>
                    <a:pt x="26" y="13"/>
                  </a:cubicBezTo>
                  <a:close/>
                  <a:moveTo>
                    <a:pt x="24" y="13"/>
                  </a:moveTo>
                  <a:cubicBezTo>
                    <a:pt x="24" y="19"/>
                    <a:pt x="19" y="24"/>
                    <a:pt x="13" y="24"/>
                  </a:cubicBezTo>
                  <a:cubicBezTo>
                    <a:pt x="7" y="24"/>
                    <a:pt x="2" y="19"/>
                    <a:pt x="2" y="13"/>
                  </a:cubicBezTo>
                  <a:cubicBezTo>
                    <a:pt x="2" y="7"/>
                    <a:pt x="7" y="2"/>
                    <a:pt x="13" y="2"/>
                  </a:cubicBezTo>
                  <a:cubicBezTo>
                    <a:pt x="19" y="2"/>
                    <a:pt x="24" y="7"/>
                    <a:pt x="24" y="13"/>
                  </a:cubicBezTo>
                  <a:close/>
                </a:path>
              </a:pathLst>
            </a:custGeom>
            <a:solidFill>
              <a:srgbClr val="35312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3" name="Freeform 59">
              <a:extLst>
                <a:ext uri="{FF2B5EF4-FFF2-40B4-BE49-F238E27FC236}">
                  <a16:creationId xmlns:a16="http://schemas.microsoft.com/office/drawing/2014/main" id="{B36CA9E5-229E-07C7-8049-014D3009B26D}"/>
                </a:ext>
              </a:extLst>
            </p:cNvPr>
            <p:cNvSpPr>
              <a:spLocks noEditPoints="1"/>
            </p:cNvSpPr>
            <p:nvPr/>
          </p:nvSpPr>
          <p:spPr bwMode="auto">
            <a:xfrm>
              <a:off x="4617" y="1398"/>
              <a:ext cx="242" cy="241"/>
            </a:xfrm>
            <a:custGeom>
              <a:avLst/>
              <a:gdLst>
                <a:gd name="T0" fmla="*/ 2147483647 w 24"/>
                <a:gd name="T1" fmla="*/ 1245727640 h 24"/>
                <a:gd name="T2" fmla="*/ 1282317259 w 24"/>
                <a:gd name="T3" fmla="*/ 0 h 24"/>
                <a:gd name="T4" fmla="*/ 0 w 24"/>
                <a:gd name="T5" fmla="*/ 1245727640 h 24"/>
                <a:gd name="T6" fmla="*/ 1282317259 w 24"/>
                <a:gd name="T7" fmla="*/ 2147483647 h 24"/>
                <a:gd name="T8" fmla="*/ 2147483647 w 24"/>
                <a:gd name="T9" fmla="*/ 1245727640 h 24"/>
                <a:gd name="T10" fmla="*/ 2147483647 w 24"/>
                <a:gd name="T11" fmla="*/ 1245727640 h 24"/>
                <a:gd name="T12" fmla="*/ 1282317259 w 24"/>
                <a:gd name="T13" fmla="*/ 2147483647 h 24"/>
                <a:gd name="T14" fmla="*/ 212332911 w 24"/>
                <a:gd name="T15" fmla="*/ 1245727640 h 24"/>
                <a:gd name="T16" fmla="*/ 1282317259 w 24"/>
                <a:gd name="T17" fmla="*/ 206037984 h 24"/>
                <a:gd name="T18" fmla="*/ 2147483647 w 24"/>
                <a:gd name="T19" fmla="*/ 1245727640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24"/>
                <a:gd name="T32" fmla="*/ 24 w 24"/>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24">
                  <a:moveTo>
                    <a:pt x="24" y="12"/>
                  </a:moveTo>
                  <a:cubicBezTo>
                    <a:pt x="24" y="6"/>
                    <a:pt x="19" y="0"/>
                    <a:pt x="12" y="0"/>
                  </a:cubicBezTo>
                  <a:cubicBezTo>
                    <a:pt x="5" y="0"/>
                    <a:pt x="0" y="6"/>
                    <a:pt x="0" y="12"/>
                  </a:cubicBezTo>
                  <a:cubicBezTo>
                    <a:pt x="0" y="19"/>
                    <a:pt x="5" y="24"/>
                    <a:pt x="12" y="24"/>
                  </a:cubicBezTo>
                  <a:cubicBezTo>
                    <a:pt x="19" y="24"/>
                    <a:pt x="24" y="19"/>
                    <a:pt x="24" y="12"/>
                  </a:cubicBezTo>
                  <a:close/>
                  <a:moveTo>
                    <a:pt x="22" y="12"/>
                  </a:moveTo>
                  <a:cubicBezTo>
                    <a:pt x="22" y="18"/>
                    <a:pt x="18" y="22"/>
                    <a:pt x="12" y="22"/>
                  </a:cubicBezTo>
                  <a:cubicBezTo>
                    <a:pt x="6" y="22"/>
                    <a:pt x="2" y="18"/>
                    <a:pt x="2" y="12"/>
                  </a:cubicBezTo>
                  <a:cubicBezTo>
                    <a:pt x="2" y="7"/>
                    <a:pt x="6" y="2"/>
                    <a:pt x="12" y="2"/>
                  </a:cubicBezTo>
                  <a:cubicBezTo>
                    <a:pt x="18" y="2"/>
                    <a:pt x="22" y="7"/>
                    <a:pt x="22" y="12"/>
                  </a:cubicBezTo>
                  <a:close/>
                </a:path>
              </a:pathLst>
            </a:custGeom>
            <a:solidFill>
              <a:srgbClr val="4642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4" name="Freeform 60">
              <a:extLst>
                <a:ext uri="{FF2B5EF4-FFF2-40B4-BE49-F238E27FC236}">
                  <a16:creationId xmlns:a16="http://schemas.microsoft.com/office/drawing/2014/main" id="{12AC4267-3720-DA81-E567-2C020BB8CDA5}"/>
                </a:ext>
              </a:extLst>
            </p:cNvPr>
            <p:cNvSpPr>
              <a:spLocks noEditPoints="1"/>
            </p:cNvSpPr>
            <p:nvPr/>
          </p:nvSpPr>
          <p:spPr bwMode="auto">
            <a:xfrm>
              <a:off x="4627" y="1408"/>
              <a:ext cx="222" cy="221"/>
            </a:xfrm>
            <a:custGeom>
              <a:avLst/>
              <a:gdLst>
                <a:gd name="T0" fmla="*/ 2147483647 w 22"/>
                <a:gd name="T1" fmla="*/ 1145786720 h 22"/>
                <a:gd name="T2" fmla="*/ 1182509795 w 22"/>
                <a:gd name="T3" fmla="*/ 0 h 22"/>
                <a:gd name="T4" fmla="*/ 0 w 22"/>
                <a:gd name="T5" fmla="*/ 1145786720 h 22"/>
                <a:gd name="T6" fmla="*/ 1182509795 w 22"/>
                <a:gd name="T7" fmla="*/ 2147483647 h 22"/>
                <a:gd name="T8" fmla="*/ 2147483647 w 22"/>
                <a:gd name="T9" fmla="*/ 1145786720 h 22"/>
                <a:gd name="T10" fmla="*/ 2147483647 w 22"/>
                <a:gd name="T11" fmla="*/ 1145786720 h 22"/>
                <a:gd name="T12" fmla="*/ 1182509795 w 22"/>
                <a:gd name="T13" fmla="*/ 2074715135 h 22"/>
                <a:gd name="T14" fmla="*/ 213231088 w 22"/>
                <a:gd name="T15" fmla="*/ 1145786720 h 22"/>
                <a:gd name="T16" fmla="*/ 1182509795 w 22"/>
                <a:gd name="T17" fmla="*/ 206532786 h 22"/>
                <a:gd name="T18" fmla="*/ 2147483647 w 22"/>
                <a:gd name="T19" fmla="*/ 1145786720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22" y="11"/>
                  </a:moveTo>
                  <a:cubicBezTo>
                    <a:pt x="22" y="5"/>
                    <a:pt x="17" y="0"/>
                    <a:pt x="11" y="0"/>
                  </a:cubicBezTo>
                  <a:cubicBezTo>
                    <a:pt x="5" y="0"/>
                    <a:pt x="0" y="5"/>
                    <a:pt x="0" y="11"/>
                  </a:cubicBezTo>
                  <a:cubicBezTo>
                    <a:pt x="0" y="17"/>
                    <a:pt x="5" y="22"/>
                    <a:pt x="11" y="22"/>
                  </a:cubicBezTo>
                  <a:cubicBezTo>
                    <a:pt x="17" y="22"/>
                    <a:pt x="22" y="17"/>
                    <a:pt x="22" y="11"/>
                  </a:cubicBezTo>
                  <a:close/>
                  <a:moveTo>
                    <a:pt x="20" y="11"/>
                  </a:moveTo>
                  <a:cubicBezTo>
                    <a:pt x="20" y="16"/>
                    <a:pt x="16" y="20"/>
                    <a:pt x="11" y="20"/>
                  </a:cubicBezTo>
                  <a:cubicBezTo>
                    <a:pt x="6" y="20"/>
                    <a:pt x="2" y="16"/>
                    <a:pt x="2" y="11"/>
                  </a:cubicBezTo>
                  <a:cubicBezTo>
                    <a:pt x="2" y="6"/>
                    <a:pt x="6" y="2"/>
                    <a:pt x="11" y="2"/>
                  </a:cubicBezTo>
                  <a:cubicBezTo>
                    <a:pt x="16" y="2"/>
                    <a:pt x="20" y="6"/>
                    <a:pt x="20" y="11"/>
                  </a:cubicBezTo>
                  <a:close/>
                </a:path>
              </a:pathLst>
            </a:custGeom>
            <a:solidFill>
              <a:srgbClr val="5350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5" name="Freeform 61">
              <a:extLst>
                <a:ext uri="{FF2B5EF4-FFF2-40B4-BE49-F238E27FC236}">
                  <a16:creationId xmlns:a16="http://schemas.microsoft.com/office/drawing/2014/main" id="{162975AC-8A6F-0713-0834-4F1EB612C9D3}"/>
                </a:ext>
              </a:extLst>
            </p:cNvPr>
            <p:cNvSpPr>
              <a:spLocks noEditPoints="1"/>
            </p:cNvSpPr>
            <p:nvPr/>
          </p:nvSpPr>
          <p:spPr bwMode="auto">
            <a:xfrm>
              <a:off x="4637" y="1418"/>
              <a:ext cx="202" cy="201"/>
            </a:xfrm>
            <a:custGeom>
              <a:avLst/>
              <a:gdLst>
                <a:gd name="T0" fmla="*/ 2147483647 w 20"/>
                <a:gd name="T1" fmla="*/ 1045857273 h 20"/>
                <a:gd name="T2" fmla="*/ 1082747705 w 20"/>
                <a:gd name="T3" fmla="*/ 0 h 20"/>
                <a:gd name="T4" fmla="*/ 0 w 20"/>
                <a:gd name="T5" fmla="*/ 1045857273 h 20"/>
                <a:gd name="T6" fmla="*/ 1082747705 w 20"/>
                <a:gd name="T7" fmla="*/ 2081360316 h 20"/>
                <a:gd name="T8" fmla="*/ 2147483647 w 20"/>
                <a:gd name="T9" fmla="*/ 1045857273 h 20"/>
                <a:gd name="T10" fmla="*/ 1951089784 w 20"/>
                <a:gd name="T11" fmla="*/ 1045857273 h 20"/>
                <a:gd name="T12" fmla="*/ 1082747705 w 20"/>
                <a:gd name="T13" fmla="*/ 1874260287 h 20"/>
                <a:gd name="T14" fmla="*/ 214405546 w 20"/>
                <a:gd name="T15" fmla="*/ 1045857273 h 20"/>
                <a:gd name="T16" fmla="*/ 1082747705 w 20"/>
                <a:gd name="T17" fmla="*/ 207100593 h 20"/>
                <a:gd name="T18" fmla="*/ 1951089784 w 20"/>
                <a:gd name="T19" fmla="*/ 1045857273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20"/>
                <a:gd name="T32" fmla="*/ 20 w 20"/>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20">
                  <a:moveTo>
                    <a:pt x="20" y="10"/>
                  </a:moveTo>
                  <a:cubicBezTo>
                    <a:pt x="20" y="5"/>
                    <a:pt x="16" y="0"/>
                    <a:pt x="10" y="0"/>
                  </a:cubicBezTo>
                  <a:cubicBezTo>
                    <a:pt x="4" y="0"/>
                    <a:pt x="0" y="5"/>
                    <a:pt x="0" y="10"/>
                  </a:cubicBezTo>
                  <a:cubicBezTo>
                    <a:pt x="0" y="16"/>
                    <a:pt x="4" y="20"/>
                    <a:pt x="10" y="20"/>
                  </a:cubicBezTo>
                  <a:cubicBezTo>
                    <a:pt x="16" y="20"/>
                    <a:pt x="20" y="16"/>
                    <a:pt x="20" y="10"/>
                  </a:cubicBezTo>
                  <a:close/>
                  <a:moveTo>
                    <a:pt x="18" y="10"/>
                  </a:moveTo>
                  <a:cubicBezTo>
                    <a:pt x="18" y="15"/>
                    <a:pt x="15" y="18"/>
                    <a:pt x="10" y="18"/>
                  </a:cubicBezTo>
                  <a:cubicBezTo>
                    <a:pt x="5" y="18"/>
                    <a:pt x="2" y="15"/>
                    <a:pt x="2" y="10"/>
                  </a:cubicBezTo>
                  <a:cubicBezTo>
                    <a:pt x="2" y="6"/>
                    <a:pt x="5" y="2"/>
                    <a:pt x="10" y="2"/>
                  </a:cubicBezTo>
                  <a:cubicBezTo>
                    <a:pt x="15" y="2"/>
                    <a:pt x="18" y="6"/>
                    <a:pt x="18" y="10"/>
                  </a:cubicBezTo>
                  <a:close/>
                </a:path>
              </a:pathLst>
            </a:custGeom>
            <a:solidFill>
              <a:srgbClr val="615F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6" name="Freeform 62">
              <a:extLst>
                <a:ext uri="{FF2B5EF4-FFF2-40B4-BE49-F238E27FC236}">
                  <a16:creationId xmlns:a16="http://schemas.microsoft.com/office/drawing/2014/main" id="{6F17F834-C94E-A87A-8A4B-C202C55677A6}"/>
                </a:ext>
              </a:extLst>
            </p:cNvPr>
            <p:cNvSpPr>
              <a:spLocks noEditPoints="1"/>
            </p:cNvSpPr>
            <p:nvPr/>
          </p:nvSpPr>
          <p:spPr bwMode="auto">
            <a:xfrm>
              <a:off x="4648" y="1428"/>
              <a:ext cx="181" cy="181"/>
            </a:xfrm>
            <a:custGeom>
              <a:avLst/>
              <a:gdLst>
                <a:gd name="T0" fmla="*/ 1881505304 w 18"/>
                <a:gd name="T1" fmla="*/ 945941638 h 18"/>
                <a:gd name="T2" fmla="*/ 945941638 w 18"/>
                <a:gd name="T3" fmla="*/ 0 h 18"/>
                <a:gd name="T4" fmla="*/ 0 w 18"/>
                <a:gd name="T5" fmla="*/ 945941638 h 18"/>
                <a:gd name="T6" fmla="*/ 945941638 w 18"/>
                <a:gd name="T7" fmla="*/ 1881505304 h 18"/>
                <a:gd name="T8" fmla="*/ 1881505304 w 18"/>
                <a:gd name="T9" fmla="*/ 945941638 h 18"/>
                <a:gd name="T10" fmla="*/ 1673721897 w 18"/>
                <a:gd name="T11" fmla="*/ 945941638 h 18"/>
                <a:gd name="T12" fmla="*/ 945941638 w 18"/>
                <a:gd name="T13" fmla="*/ 1673721897 h 18"/>
                <a:gd name="T14" fmla="*/ 207773512 w 18"/>
                <a:gd name="T15" fmla="*/ 945941638 h 18"/>
                <a:gd name="T16" fmla="*/ 945941638 w 18"/>
                <a:gd name="T17" fmla="*/ 207773512 h 18"/>
                <a:gd name="T18" fmla="*/ 1673721897 w 18"/>
                <a:gd name="T19" fmla="*/ 945941638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18" y="9"/>
                  </a:moveTo>
                  <a:cubicBezTo>
                    <a:pt x="18" y="4"/>
                    <a:pt x="14" y="0"/>
                    <a:pt x="9" y="0"/>
                  </a:cubicBezTo>
                  <a:cubicBezTo>
                    <a:pt x="4" y="0"/>
                    <a:pt x="0" y="4"/>
                    <a:pt x="0" y="9"/>
                  </a:cubicBezTo>
                  <a:cubicBezTo>
                    <a:pt x="0" y="14"/>
                    <a:pt x="4" y="18"/>
                    <a:pt x="9" y="18"/>
                  </a:cubicBezTo>
                  <a:cubicBezTo>
                    <a:pt x="14" y="18"/>
                    <a:pt x="18" y="14"/>
                    <a:pt x="18" y="9"/>
                  </a:cubicBezTo>
                  <a:close/>
                  <a:moveTo>
                    <a:pt x="16" y="9"/>
                  </a:moveTo>
                  <a:cubicBezTo>
                    <a:pt x="16" y="13"/>
                    <a:pt x="13" y="16"/>
                    <a:pt x="9" y="16"/>
                  </a:cubicBezTo>
                  <a:cubicBezTo>
                    <a:pt x="5" y="16"/>
                    <a:pt x="2" y="13"/>
                    <a:pt x="2" y="9"/>
                  </a:cubicBezTo>
                  <a:cubicBezTo>
                    <a:pt x="2" y="5"/>
                    <a:pt x="5" y="2"/>
                    <a:pt x="9" y="2"/>
                  </a:cubicBezTo>
                  <a:cubicBezTo>
                    <a:pt x="13" y="2"/>
                    <a:pt x="16" y="5"/>
                    <a:pt x="16" y="9"/>
                  </a:cubicBezTo>
                  <a:close/>
                </a:path>
              </a:pathLst>
            </a:custGeom>
            <a:solidFill>
              <a:srgbClr val="6F6D6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7" name="Freeform 63">
              <a:extLst>
                <a:ext uri="{FF2B5EF4-FFF2-40B4-BE49-F238E27FC236}">
                  <a16:creationId xmlns:a16="http://schemas.microsoft.com/office/drawing/2014/main" id="{FDBBCAA8-20C0-DEDC-2384-A08B1AEACA00}"/>
                </a:ext>
              </a:extLst>
            </p:cNvPr>
            <p:cNvSpPr>
              <a:spLocks noEditPoints="1"/>
            </p:cNvSpPr>
            <p:nvPr/>
          </p:nvSpPr>
          <p:spPr bwMode="auto">
            <a:xfrm>
              <a:off x="4658" y="1438"/>
              <a:ext cx="161" cy="161"/>
            </a:xfrm>
            <a:custGeom>
              <a:avLst/>
              <a:gdLst>
                <a:gd name="T0" fmla="*/ 1681682194 w 16"/>
                <a:gd name="T1" fmla="*/ 846054275 h 16"/>
                <a:gd name="T2" fmla="*/ 846054275 w 16"/>
                <a:gd name="T3" fmla="*/ 0 h 16"/>
                <a:gd name="T4" fmla="*/ 0 w 16"/>
                <a:gd name="T5" fmla="*/ 846054275 h 16"/>
                <a:gd name="T6" fmla="*/ 846054275 w 16"/>
                <a:gd name="T7" fmla="*/ 1681682194 h 16"/>
                <a:gd name="T8" fmla="*/ 1681682194 w 16"/>
                <a:gd name="T9" fmla="*/ 846054275 h 16"/>
                <a:gd name="T10" fmla="*/ 1473077814 w 16"/>
                <a:gd name="T11" fmla="*/ 846054275 h 16"/>
                <a:gd name="T12" fmla="*/ 846054275 w 16"/>
                <a:gd name="T13" fmla="*/ 1473077814 h 16"/>
                <a:gd name="T14" fmla="*/ 208696553 w 16"/>
                <a:gd name="T15" fmla="*/ 846054275 h 16"/>
                <a:gd name="T16" fmla="*/ 846054275 w 16"/>
                <a:gd name="T17" fmla="*/ 208696553 h 16"/>
                <a:gd name="T18" fmla="*/ 1473077814 w 16"/>
                <a:gd name="T19" fmla="*/ 846054275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16"/>
                <a:gd name="T32" fmla="*/ 16 w 1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16">
                  <a:moveTo>
                    <a:pt x="16" y="8"/>
                  </a:moveTo>
                  <a:cubicBezTo>
                    <a:pt x="16" y="4"/>
                    <a:pt x="13" y="0"/>
                    <a:pt x="8" y="0"/>
                  </a:cubicBezTo>
                  <a:cubicBezTo>
                    <a:pt x="3" y="0"/>
                    <a:pt x="0" y="4"/>
                    <a:pt x="0" y="8"/>
                  </a:cubicBezTo>
                  <a:cubicBezTo>
                    <a:pt x="0" y="13"/>
                    <a:pt x="3" y="16"/>
                    <a:pt x="8" y="16"/>
                  </a:cubicBezTo>
                  <a:cubicBezTo>
                    <a:pt x="13" y="16"/>
                    <a:pt x="16" y="13"/>
                    <a:pt x="16" y="8"/>
                  </a:cubicBezTo>
                  <a:close/>
                  <a:moveTo>
                    <a:pt x="14" y="8"/>
                  </a:moveTo>
                  <a:cubicBezTo>
                    <a:pt x="14" y="12"/>
                    <a:pt x="11" y="14"/>
                    <a:pt x="8" y="14"/>
                  </a:cubicBezTo>
                  <a:cubicBezTo>
                    <a:pt x="5" y="14"/>
                    <a:pt x="2" y="12"/>
                    <a:pt x="2" y="8"/>
                  </a:cubicBezTo>
                  <a:cubicBezTo>
                    <a:pt x="2" y="5"/>
                    <a:pt x="5" y="2"/>
                    <a:pt x="8" y="2"/>
                  </a:cubicBezTo>
                  <a:cubicBezTo>
                    <a:pt x="11" y="2"/>
                    <a:pt x="14" y="5"/>
                    <a:pt x="14" y="8"/>
                  </a:cubicBezTo>
                  <a:close/>
                </a:path>
              </a:pathLst>
            </a:custGeom>
            <a:solidFill>
              <a:srgbClr val="7B7A7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8" name="Freeform 64">
              <a:extLst>
                <a:ext uri="{FF2B5EF4-FFF2-40B4-BE49-F238E27FC236}">
                  <a16:creationId xmlns:a16="http://schemas.microsoft.com/office/drawing/2014/main" id="{ACEC428F-1807-A60F-869E-18E3E37284A1}"/>
                </a:ext>
              </a:extLst>
            </p:cNvPr>
            <p:cNvSpPr>
              <a:spLocks noEditPoints="1"/>
            </p:cNvSpPr>
            <p:nvPr/>
          </p:nvSpPr>
          <p:spPr bwMode="auto">
            <a:xfrm>
              <a:off x="4668" y="1448"/>
              <a:ext cx="141" cy="141"/>
            </a:xfrm>
            <a:custGeom>
              <a:avLst/>
              <a:gdLst>
                <a:gd name="T0" fmla="*/ 1481915075 w 14"/>
                <a:gd name="T1" fmla="*/ 746183721 h 14"/>
                <a:gd name="T2" fmla="*/ 746183721 w 14"/>
                <a:gd name="T3" fmla="*/ 0 h 14"/>
                <a:gd name="T4" fmla="*/ 0 w 14"/>
                <a:gd name="T5" fmla="*/ 746183721 h 14"/>
                <a:gd name="T6" fmla="*/ 746183721 w 14"/>
                <a:gd name="T7" fmla="*/ 1481915075 h 14"/>
                <a:gd name="T8" fmla="*/ 1481915075 w 14"/>
                <a:gd name="T9" fmla="*/ 746183721 h 14"/>
                <a:gd name="T10" fmla="*/ 1272177713 w 14"/>
                <a:gd name="T11" fmla="*/ 746183721 h 14"/>
                <a:gd name="T12" fmla="*/ 746183721 w 14"/>
                <a:gd name="T13" fmla="*/ 1272177713 h 14"/>
                <a:gd name="T14" fmla="*/ 209736959 w 14"/>
                <a:gd name="T15" fmla="*/ 746183721 h 14"/>
                <a:gd name="T16" fmla="*/ 746183721 w 14"/>
                <a:gd name="T17" fmla="*/ 209736959 h 14"/>
                <a:gd name="T18" fmla="*/ 1272177713 w 14"/>
                <a:gd name="T19" fmla="*/ 7461837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14" y="7"/>
                  </a:moveTo>
                  <a:cubicBezTo>
                    <a:pt x="14" y="3"/>
                    <a:pt x="11" y="0"/>
                    <a:pt x="7" y="0"/>
                  </a:cubicBezTo>
                  <a:cubicBezTo>
                    <a:pt x="3" y="0"/>
                    <a:pt x="0" y="3"/>
                    <a:pt x="0" y="7"/>
                  </a:cubicBezTo>
                  <a:cubicBezTo>
                    <a:pt x="0" y="11"/>
                    <a:pt x="3" y="14"/>
                    <a:pt x="7" y="14"/>
                  </a:cubicBezTo>
                  <a:cubicBezTo>
                    <a:pt x="11" y="14"/>
                    <a:pt x="14" y="11"/>
                    <a:pt x="14" y="7"/>
                  </a:cubicBezTo>
                  <a:close/>
                  <a:moveTo>
                    <a:pt x="12" y="7"/>
                  </a:moveTo>
                  <a:cubicBezTo>
                    <a:pt x="12" y="10"/>
                    <a:pt x="10" y="12"/>
                    <a:pt x="7" y="12"/>
                  </a:cubicBezTo>
                  <a:cubicBezTo>
                    <a:pt x="4" y="12"/>
                    <a:pt x="2" y="10"/>
                    <a:pt x="2" y="7"/>
                  </a:cubicBezTo>
                  <a:cubicBezTo>
                    <a:pt x="2" y="4"/>
                    <a:pt x="4" y="2"/>
                    <a:pt x="7" y="2"/>
                  </a:cubicBezTo>
                  <a:cubicBezTo>
                    <a:pt x="10" y="2"/>
                    <a:pt x="12" y="4"/>
                    <a:pt x="12" y="7"/>
                  </a:cubicBezTo>
                  <a:close/>
                </a:path>
              </a:pathLst>
            </a:custGeom>
            <a:solidFill>
              <a:srgbClr val="8988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19" name="Freeform 65">
              <a:extLst>
                <a:ext uri="{FF2B5EF4-FFF2-40B4-BE49-F238E27FC236}">
                  <a16:creationId xmlns:a16="http://schemas.microsoft.com/office/drawing/2014/main" id="{1D8A546A-5901-FD21-51AC-C20A512D4B54}"/>
                </a:ext>
              </a:extLst>
            </p:cNvPr>
            <p:cNvSpPr>
              <a:spLocks noEditPoints="1"/>
            </p:cNvSpPr>
            <p:nvPr/>
          </p:nvSpPr>
          <p:spPr bwMode="auto">
            <a:xfrm>
              <a:off x="4678" y="1458"/>
              <a:ext cx="121" cy="121"/>
            </a:xfrm>
            <a:custGeom>
              <a:avLst/>
              <a:gdLst>
                <a:gd name="T0" fmla="*/ 1282317259 w 12"/>
                <a:gd name="T1" fmla="*/ 646374212 h 12"/>
                <a:gd name="T2" fmla="*/ 646374212 w 12"/>
                <a:gd name="T3" fmla="*/ 0 h 12"/>
                <a:gd name="T4" fmla="*/ 0 w 12"/>
                <a:gd name="T5" fmla="*/ 646374212 h 12"/>
                <a:gd name="T6" fmla="*/ 646374212 w 12"/>
                <a:gd name="T7" fmla="*/ 1282317259 h 12"/>
                <a:gd name="T8" fmla="*/ 1282317259 w 12"/>
                <a:gd name="T9" fmla="*/ 646374212 h 12"/>
                <a:gd name="T10" fmla="*/ 1069984591 w 12"/>
                <a:gd name="T11" fmla="*/ 646374212 h 12"/>
                <a:gd name="T12" fmla="*/ 646374212 w 12"/>
                <a:gd name="T13" fmla="*/ 1069984591 h 12"/>
                <a:gd name="T14" fmla="*/ 212332911 w 12"/>
                <a:gd name="T15" fmla="*/ 646374212 h 12"/>
                <a:gd name="T16" fmla="*/ 646374212 w 12"/>
                <a:gd name="T17" fmla="*/ 212332911 h 12"/>
                <a:gd name="T18" fmla="*/ 1069984591 w 12"/>
                <a:gd name="T19" fmla="*/ 646374212 h 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12"/>
                <a:gd name="T32" fmla="*/ 12 w 12"/>
                <a:gd name="T33" fmla="*/ 12 h 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12">
                  <a:moveTo>
                    <a:pt x="12" y="6"/>
                  </a:moveTo>
                  <a:cubicBezTo>
                    <a:pt x="12" y="3"/>
                    <a:pt x="9" y="0"/>
                    <a:pt x="6" y="0"/>
                  </a:cubicBezTo>
                  <a:cubicBezTo>
                    <a:pt x="3" y="0"/>
                    <a:pt x="0" y="3"/>
                    <a:pt x="0" y="6"/>
                  </a:cubicBezTo>
                  <a:cubicBezTo>
                    <a:pt x="0" y="10"/>
                    <a:pt x="3" y="12"/>
                    <a:pt x="6" y="12"/>
                  </a:cubicBezTo>
                  <a:cubicBezTo>
                    <a:pt x="9" y="12"/>
                    <a:pt x="12" y="10"/>
                    <a:pt x="12" y="6"/>
                  </a:cubicBezTo>
                  <a:close/>
                  <a:moveTo>
                    <a:pt x="10" y="6"/>
                  </a:moveTo>
                  <a:cubicBezTo>
                    <a:pt x="10" y="9"/>
                    <a:pt x="8" y="10"/>
                    <a:pt x="6" y="10"/>
                  </a:cubicBezTo>
                  <a:cubicBezTo>
                    <a:pt x="4" y="10"/>
                    <a:pt x="2" y="9"/>
                    <a:pt x="2" y="6"/>
                  </a:cubicBezTo>
                  <a:cubicBezTo>
                    <a:pt x="2" y="4"/>
                    <a:pt x="4" y="2"/>
                    <a:pt x="6" y="2"/>
                  </a:cubicBezTo>
                  <a:cubicBezTo>
                    <a:pt x="8" y="2"/>
                    <a:pt x="10" y="4"/>
                    <a:pt x="10" y="6"/>
                  </a:cubicBezTo>
                  <a:close/>
                </a:path>
              </a:pathLst>
            </a:custGeom>
            <a:solidFill>
              <a:srgbClr val="9796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0" name="Freeform 66">
              <a:extLst>
                <a:ext uri="{FF2B5EF4-FFF2-40B4-BE49-F238E27FC236}">
                  <a16:creationId xmlns:a16="http://schemas.microsoft.com/office/drawing/2014/main" id="{38E95521-D196-E2E1-6E64-A812A685054C}"/>
                </a:ext>
              </a:extLst>
            </p:cNvPr>
            <p:cNvSpPr>
              <a:spLocks noEditPoints="1"/>
            </p:cNvSpPr>
            <p:nvPr/>
          </p:nvSpPr>
          <p:spPr bwMode="auto">
            <a:xfrm>
              <a:off x="4688" y="1468"/>
              <a:ext cx="101" cy="101"/>
            </a:xfrm>
            <a:custGeom>
              <a:avLst/>
              <a:gdLst>
                <a:gd name="T0" fmla="*/ 1082747705 w 10"/>
                <a:gd name="T1" fmla="*/ 546733153 h 10"/>
                <a:gd name="T2" fmla="*/ 546733153 w 10"/>
                <a:gd name="T3" fmla="*/ 0 h 10"/>
                <a:gd name="T4" fmla="*/ 0 w 10"/>
                <a:gd name="T5" fmla="*/ 546733153 h 10"/>
                <a:gd name="T6" fmla="*/ 546733153 w 10"/>
                <a:gd name="T7" fmla="*/ 1082747705 h 10"/>
                <a:gd name="T8" fmla="*/ 1082747705 w 10"/>
                <a:gd name="T9" fmla="*/ 546733153 h 10"/>
                <a:gd name="T10" fmla="*/ 868342078 w 10"/>
                <a:gd name="T11" fmla="*/ 546733153 h 10"/>
                <a:gd name="T12" fmla="*/ 546733153 w 10"/>
                <a:gd name="T13" fmla="*/ 868342078 h 10"/>
                <a:gd name="T14" fmla="*/ 214405546 w 10"/>
                <a:gd name="T15" fmla="*/ 546733153 h 10"/>
                <a:gd name="T16" fmla="*/ 546733153 w 10"/>
                <a:gd name="T17" fmla="*/ 214405546 h 10"/>
                <a:gd name="T18" fmla="*/ 868342078 w 10"/>
                <a:gd name="T19" fmla="*/ 546733153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0"/>
                <a:gd name="T32" fmla="*/ 10 w 10"/>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0">
                  <a:moveTo>
                    <a:pt x="10" y="5"/>
                  </a:moveTo>
                  <a:cubicBezTo>
                    <a:pt x="10" y="2"/>
                    <a:pt x="8" y="0"/>
                    <a:pt x="5" y="0"/>
                  </a:cubicBezTo>
                  <a:cubicBezTo>
                    <a:pt x="2" y="0"/>
                    <a:pt x="0" y="2"/>
                    <a:pt x="0" y="5"/>
                  </a:cubicBezTo>
                  <a:cubicBezTo>
                    <a:pt x="0" y="8"/>
                    <a:pt x="2" y="10"/>
                    <a:pt x="5" y="10"/>
                  </a:cubicBezTo>
                  <a:cubicBezTo>
                    <a:pt x="8" y="10"/>
                    <a:pt x="10" y="8"/>
                    <a:pt x="10" y="5"/>
                  </a:cubicBezTo>
                  <a:close/>
                  <a:moveTo>
                    <a:pt x="8" y="5"/>
                  </a:moveTo>
                  <a:cubicBezTo>
                    <a:pt x="8" y="7"/>
                    <a:pt x="7" y="8"/>
                    <a:pt x="5" y="8"/>
                  </a:cubicBezTo>
                  <a:cubicBezTo>
                    <a:pt x="3" y="8"/>
                    <a:pt x="2" y="7"/>
                    <a:pt x="2" y="5"/>
                  </a:cubicBezTo>
                  <a:cubicBezTo>
                    <a:pt x="2" y="4"/>
                    <a:pt x="3" y="2"/>
                    <a:pt x="5" y="2"/>
                  </a:cubicBezTo>
                  <a:cubicBezTo>
                    <a:pt x="7" y="2"/>
                    <a:pt x="8" y="4"/>
                    <a:pt x="8" y="5"/>
                  </a:cubicBezTo>
                  <a:close/>
                </a:path>
              </a:pathLst>
            </a:custGeom>
            <a:solidFill>
              <a:srgbClr val="A7A6A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1" name="Freeform 67">
              <a:extLst>
                <a:ext uri="{FF2B5EF4-FFF2-40B4-BE49-F238E27FC236}">
                  <a16:creationId xmlns:a16="http://schemas.microsoft.com/office/drawing/2014/main" id="{D4E12098-E7E3-5BC4-90F2-A09CE480E41B}"/>
                </a:ext>
              </a:extLst>
            </p:cNvPr>
            <p:cNvSpPr>
              <a:spLocks noEditPoints="1"/>
            </p:cNvSpPr>
            <p:nvPr/>
          </p:nvSpPr>
          <p:spPr bwMode="auto">
            <a:xfrm>
              <a:off x="4698" y="1478"/>
              <a:ext cx="80" cy="81"/>
            </a:xfrm>
            <a:custGeom>
              <a:avLst/>
              <a:gdLst>
                <a:gd name="T0" fmla="*/ 799999299 w 8"/>
                <a:gd name="T1" fmla="*/ 447124161 h 8"/>
                <a:gd name="T2" fmla="*/ 399999649 w 8"/>
                <a:gd name="T3" fmla="*/ 0 h 8"/>
                <a:gd name="T4" fmla="*/ 0 w 8"/>
                <a:gd name="T5" fmla="*/ 447124161 h 8"/>
                <a:gd name="T6" fmla="*/ 399999649 w 8"/>
                <a:gd name="T7" fmla="*/ 883402103 h 8"/>
                <a:gd name="T8" fmla="*/ 799999299 w 8"/>
                <a:gd name="T9" fmla="*/ 447124161 h 8"/>
                <a:gd name="T10" fmla="*/ 599999554 w 8"/>
                <a:gd name="T11" fmla="*/ 447124161 h 8"/>
                <a:gd name="T12" fmla="*/ 399999649 w 8"/>
                <a:gd name="T13" fmla="*/ 665794249 h 8"/>
                <a:gd name="T14" fmla="*/ 199999825 w 8"/>
                <a:gd name="T15" fmla="*/ 447124161 h 8"/>
                <a:gd name="T16" fmla="*/ 399999649 w 8"/>
                <a:gd name="T17" fmla="*/ 217608421 h 8"/>
                <a:gd name="T18" fmla="*/ 599999554 w 8"/>
                <a:gd name="T19" fmla="*/ 44712416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8"/>
                <a:gd name="T32" fmla="*/ 8 w 8"/>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8">
                  <a:moveTo>
                    <a:pt x="8" y="4"/>
                  </a:moveTo>
                  <a:cubicBezTo>
                    <a:pt x="8" y="2"/>
                    <a:pt x="6" y="0"/>
                    <a:pt x="4" y="0"/>
                  </a:cubicBezTo>
                  <a:cubicBezTo>
                    <a:pt x="2" y="0"/>
                    <a:pt x="0" y="2"/>
                    <a:pt x="0" y="4"/>
                  </a:cubicBezTo>
                  <a:cubicBezTo>
                    <a:pt x="0" y="7"/>
                    <a:pt x="2" y="8"/>
                    <a:pt x="4" y="8"/>
                  </a:cubicBezTo>
                  <a:cubicBezTo>
                    <a:pt x="6" y="8"/>
                    <a:pt x="8" y="7"/>
                    <a:pt x="8" y="4"/>
                  </a:cubicBezTo>
                  <a:close/>
                  <a:moveTo>
                    <a:pt x="6" y="4"/>
                  </a:moveTo>
                  <a:cubicBezTo>
                    <a:pt x="6" y="5"/>
                    <a:pt x="5" y="6"/>
                    <a:pt x="4" y="6"/>
                  </a:cubicBezTo>
                  <a:cubicBezTo>
                    <a:pt x="3" y="6"/>
                    <a:pt x="2" y="5"/>
                    <a:pt x="2" y="4"/>
                  </a:cubicBezTo>
                  <a:cubicBezTo>
                    <a:pt x="2" y="3"/>
                    <a:pt x="3" y="2"/>
                    <a:pt x="4" y="2"/>
                  </a:cubicBezTo>
                  <a:cubicBezTo>
                    <a:pt x="5" y="2"/>
                    <a:pt x="6" y="3"/>
                    <a:pt x="6" y="4"/>
                  </a:cubicBezTo>
                  <a:close/>
                </a:path>
              </a:pathLst>
            </a:custGeom>
            <a:solidFill>
              <a:srgbClr val="B9B8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2" name="Oval 68">
              <a:extLst>
                <a:ext uri="{FF2B5EF4-FFF2-40B4-BE49-F238E27FC236}">
                  <a16:creationId xmlns:a16="http://schemas.microsoft.com/office/drawing/2014/main" id="{40654703-CF6A-00B9-EEFE-F8D8BB988FB8}"/>
                </a:ext>
              </a:extLst>
            </p:cNvPr>
            <p:cNvSpPr>
              <a:spLocks noChangeArrowheads="1"/>
            </p:cNvSpPr>
            <p:nvPr/>
          </p:nvSpPr>
          <p:spPr bwMode="auto">
            <a:xfrm>
              <a:off x="4708" y="1488"/>
              <a:ext cx="60" cy="61"/>
            </a:xfrm>
            <a:prstGeom prst="ellipse">
              <a:avLst/>
            </a:prstGeom>
            <a:solidFill>
              <a:srgbClr val="CCCCCB"/>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23" name="Oval 69">
              <a:extLst>
                <a:ext uri="{FF2B5EF4-FFF2-40B4-BE49-F238E27FC236}">
                  <a16:creationId xmlns:a16="http://schemas.microsoft.com/office/drawing/2014/main" id="{1011CBCC-FC11-E8F0-D58A-4B5D1288A731}"/>
                </a:ext>
              </a:extLst>
            </p:cNvPr>
            <p:cNvSpPr>
              <a:spLocks noChangeArrowheads="1"/>
            </p:cNvSpPr>
            <p:nvPr/>
          </p:nvSpPr>
          <p:spPr bwMode="auto">
            <a:xfrm>
              <a:off x="4718" y="1498"/>
              <a:ext cx="40" cy="41"/>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24" name="Oval 70">
              <a:extLst>
                <a:ext uri="{FF2B5EF4-FFF2-40B4-BE49-F238E27FC236}">
                  <a16:creationId xmlns:a16="http://schemas.microsoft.com/office/drawing/2014/main" id="{A881F29B-9D8B-A647-74ED-602A94E3444C}"/>
                </a:ext>
              </a:extLst>
            </p:cNvPr>
            <p:cNvSpPr>
              <a:spLocks noChangeArrowheads="1"/>
            </p:cNvSpPr>
            <p:nvPr/>
          </p:nvSpPr>
          <p:spPr bwMode="auto">
            <a:xfrm>
              <a:off x="4728" y="1508"/>
              <a:ext cx="20" cy="2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25" name="Rectangle 71">
              <a:extLst>
                <a:ext uri="{FF2B5EF4-FFF2-40B4-BE49-F238E27FC236}">
                  <a16:creationId xmlns:a16="http://schemas.microsoft.com/office/drawing/2014/main" id="{67F08F1D-4904-739F-9795-F49D3DCDEAC9}"/>
                </a:ext>
              </a:extLst>
            </p:cNvPr>
            <p:cNvSpPr>
              <a:spLocks noChangeArrowheads="1"/>
            </p:cNvSpPr>
            <p:nvPr/>
          </p:nvSpPr>
          <p:spPr bwMode="auto">
            <a:xfrm>
              <a:off x="4700" y="1636"/>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m</a:t>
              </a:r>
            </a:p>
          </p:txBody>
        </p:sp>
        <p:sp>
          <p:nvSpPr>
            <p:cNvPr id="6226" name="Line 72">
              <a:extLst>
                <a:ext uri="{FF2B5EF4-FFF2-40B4-BE49-F238E27FC236}">
                  <a16:creationId xmlns:a16="http://schemas.microsoft.com/office/drawing/2014/main" id="{CA6EF11F-1D71-CB5D-3C7C-928F7E1291B7}"/>
                </a:ext>
              </a:extLst>
            </p:cNvPr>
            <p:cNvSpPr>
              <a:spLocks noChangeShapeType="1"/>
            </p:cNvSpPr>
            <p:nvPr/>
          </p:nvSpPr>
          <p:spPr bwMode="auto">
            <a:xfrm>
              <a:off x="4839" y="1518"/>
              <a:ext cx="242"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27" name="Freeform 73">
              <a:extLst>
                <a:ext uri="{FF2B5EF4-FFF2-40B4-BE49-F238E27FC236}">
                  <a16:creationId xmlns:a16="http://schemas.microsoft.com/office/drawing/2014/main" id="{DF4ED67E-BB6D-3394-4D54-3EF3EC7BC007}"/>
                </a:ext>
              </a:extLst>
            </p:cNvPr>
            <p:cNvSpPr>
              <a:spLocks/>
            </p:cNvSpPr>
            <p:nvPr/>
          </p:nvSpPr>
          <p:spPr bwMode="auto">
            <a:xfrm>
              <a:off x="5050" y="1493"/>
              <a:ext cx="81" cy="46"/>
            </a:xfrm>
            <a:custGeom>
              <a:avLst/>
              <a:gdLst>
                <a:gd name="T0" fmla="*/ 81 w 81"/>
                <a:gd name="T1" fmla="*/ 25 h 46"/>
                <a:gd name="T2" fmla="*/ 4 w 81"/>
                <a:gd name="T3" fmla="*/ 0 h 46"/>
                <a:gd name="T4" fmla="*/ 0 w 81"/>
                <a:gd name="T5" fmla="*/ 46 h 46"/>
                <a:gd name="T6" fmla="*/ 81 w 81"/>
                <a:gd name="T7" fmla="*/ 25 h 46"/>
                <a:gd name="T8" fmla="*/ 0 60000 65536"/>
                <a:gd name="T9" fmla="*/ 0 60000 65536"/>
                <a:gd name="T10" fmla="*/ 0 60000 65536"/>
                <a:gd name="T11" fmla="*/ 0 60000 65536"/>
                <a:gd name="T12" fmla="*/ 0 w 81"/>
                <a:gd name="T13" fmla="*/ 0 h 46"/>
                <a:gd name="T14" fmla="*/ 81 w 81"/>
                <a:gd name="T15" fmla="*/ 46 h 46"/>
              </a:gdLst>
              <a:ahLst/>
              <a:cxnLst>
                <a:cxn ang="T8">
                  <a:pos x="T0" y="T1"/>
                </a:cxn>
                <a:cxn ang="T9">
                  <a:pos x="T2" y="T3"/>
                </a:cxn>
                <a:cxn ang="T10">
                  <a:pos x="T4" y="T5"/>
                </a:cxn>
                <a:cxn ang="T11">
                  <a:pos x="T6" y="T7"/>
                </a:cxn>
              </a:cxnLst>
              <a:rect l="T12" t="T13" r="T14" b="T15"/>
              <a:pathLst>
                <a:path w="81" h="46">
                  <a:moveTo>
                    <a:pt x="81" y="25"/>
                  </a:moveTo>
                  <a:lnTo>
                    <a:pt x="4" y="0"/>
                  </a:lnTo>
                  <a:lnTo>
                    <a:pt x="0" y="46"/>
                  </a:lnTo>
                  <a:lnTo>
                    <a:pt x="81" y="25"/>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8" name="Freeform 74">
              <a:extLst>
                <a:ext uri="{FF2B5EF4-FFF2-40B4-BE49-F238E27FC236}">
                  <a16:creationId xmlns:a16="http://schemas.microsoft.com/office/drawing/2014/main" id="{D2B4B22B-67F6-3B92-63D4-98DCF2A7F412}"/>
                </a:ext>
              </a:extLst>
            </p:cNvPr>
            <p:cNvSpPr>
              <a:spLocks noEditPoints="1"/>
            </p:cNvSpPr>
            <p:nvPr/>
          </p:nvSpPr>
          <p:spPr bwMode="auto">
            <a:xfrm>
              <a:off x="3389" y="1428"/>
              <a:ext cx="191" cy="191"/>
            </a:xfrm>
            <a:custGeom>
              <a:avLst/>
              <a:gdLst>
                <a:gd name="T0" fmla="*/ 1981429183 w 19"/>
                <a:gd name="T1" fmla="*/ 933996541 h 19"/>
                <a:gd name="T2" fmla="*/ 933996541 w 19"/>
                <a:gd name="T3" fmla="*/ 0 h 19"/>
                <a:gd name="T4" fmla="*/ 0 w 19"/>
                <a:gd name="T5" fmla="*/ 933996541 h 19"/>
                <a:gd name="T6" fmla="*/ 933996541 w 19"/>
                <a:gd name="T7" fmla="*/ 1981429183 h 19"/>
                <a:gd name="T8" fmla="*/ 1981429183 w 19"/>
                <a:gd name="T9" fmla="*/ 933996541 h 19"/>
                <a:gd name="T10" fmla="*/ 1773948098 w 19"/>
                <a:gd name="T11" fmla="*/ 933996541 h 19"/>
                <a:gd name="T12" fmla="*/ 933996541 w 19"/>
                <a:gd name="T13" fmla="*/ 1773948098 h 19"/>
                <a:gd name="T14" fmla="*/ 207470550 w 19"/>
                <a:gd name="T15" fmla="*/ 933996541 h 19"/>
                <a:gd name="T16" fmla="*/ 933996541 w 19"/>
                <a:gd name="T17" fmla="*/ 207470550 h 19"/>
                <a:gd name="T18" fmla="*/ 1773948098 w 19"/>
                <a:gd name="T19" fmla="*/ 933996541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9"/>
                <a:gd name="T32" fmla="*/ 19 w 19"/>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9">
                  <a:moveTo>
                    <a:pt x="19" y="9"/>
                  </a:moveTo>
                  <a:cubicBezTo>
                    <a:pt x="19" y="4"/>
                    <a:pt x="15" y="0"/>
                    <a:pt x="9" y="0"/>
                  </a:cubicBezTo>
                  <a:cubicBezTo>
                    <a:pt x="4" y="0"/>
                    <a:pt x="0" y="4"/>
                    <a:pt x="0" y="9"/>
                  </a:cubicBezTo>
                  <a:cubicBezTo>
                    <a:pt x="0" y="14"/>
                    <a:pt x="4" y="19"/>
                    <a:pt x="9" y="19"/>
                  </a:cubicBezTo>
                  <a:cubicBezTo>
                    <a:pt x="15" y="19"/>
                    <a:pt x="19" y="14"/>
                    <a:pt x="19" y="9"/>
                  </a:cubicBezTo>
                  <a:close/>
                  <a:moveTo>
                    <a:pt x="17" y="9"/>
                  </a:moveTo>
                  <a:cubicBezTo>
                    <a:pt x="17" y="13"/>
                    <a:pt x="13" y="17"/>
                    <a:pt x="9" y="17"/>
                  </a:cubicBezTo>
                  <a:cubicBezTo>
                    <a:pt x="5" y="17"/>
                    <a:pt x="2" y="13"/>
                    <a:pt x="2" y="9"/>
                  </a:cubicBezTo>
                  <a:cubicBezTo>
                    <a:pt x="2" y="5"/>
                    <a:pt x="5" y="2"/>
                    <a:pt x="9" y="2"/>
                  </a:cubicBezTo>
                  <a:cubicBezTo>
                    <a:pt x="13" y="2"/>
                    <a:pt x="17" y="5"/>
                    <a:pt x="17" y="9"/>
                  </a:cubicBezTo>
                  <a:close/>
                </a:path>
              </a:pathLst>
            </a:custGeom>
            <a:solidFill>
              <a:srgbClr val="716F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29" name="Freeform 75">
              <a:extLst>
                <a:ext uri="{FF2B5EF4-FFF2-40B4-BE49-F238E27FC236}">
                  <a16:creationId xmlns:a16="http://schemas.microsoft.com/office/drawing/2014/main" id="{A6414937-79F1-B840-792D-230351570AC1}"/>
                </a:ext>
              </a:extLst>
            </p:cNvPr>
            <p:cNvSpPr>
              <a:spLocks noEditPoints="1"/>
            </p:cNvSpPr>
            <p:nvPr/>
          </p:nvSpPr>
          <p:spPr bwMode="auto">
            <a:xfrm>
              <a:off x="3399" y="1438"/>
              <a:ext cx="171" cy="171"/>
            </a:xfrm>
            <a:custGeom>
              <a:avLst/>
              <a:gdLst>
                <a:gd name="T0" fmla="*/ 1781587767 w 17"/>
                <a:gd name="T1" fmla="*/ 833793051 h 17"/>
                <a:gd name="T2" fmla="*/ 833793051 w 17"/>
                <a:gd name="T3" fmla="*/ 0 h 17"/>
                <a:gd name="T4" fmla="*/ 0 w 17"/>
                <a:gd name="T5" fmla="*/ 833793051 h 17"/>
                <a:gd name="T6" fmla="*/ 833793051 w 17"/>
                <a:gd name="T7" fmla="*/ 1781587767 h 17"/>
                <a:gd name="T8" fmla="*/ 1781587767 w 17"/>
                <a:gd name="T9" fmla="*/ 833793051 h 17"/>
                <a:gd name="T10" fmla="*/ 1573369892 w 17"/>
                <a:gd name="T11" fmla="*/ 833793051 h 17"/>
                <a:gd name="T12" fmla="*/ 833793051 w 17"/>
                <a:gd name="T13" fmla="*/ 1573369892 h 17"/>
                <a:gd name="T14" fmla="*/ 208217473 w 17"/>
                <a:gd name="T15" fmla="*/ 833793051 h 17"/>
                <a:gd name="T16" fmla="*/ 833793051 w 17"/>
                <a:gd name="T17" fmla="*/ 208217473 h 17"/>
                <a:gd name="T18" fmla="*/ 1573369892 w 17"/>
                <a:gd name="T19" fmla="*/ 833793051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7" y="8"/>
                  </a:moveTo>
                  <a:cubicBezTo>
                    <a:pt x="17" y="4"/>
                    <a:pt x="13" y="0"/>
                    <a:pt x="8" y="0"/>
                  </a:cubicBezTo>
                  <a:cubicBezTo>
                    <a:pt x="4" y="0"/>
                    <a:pt x="0" y="4"/>
                    <a:pt x="0" y="8"/>
                  </a:cubicBezTo>
                  <a:cubicBezTo>
                    <a:pt x="0" y="13"/>
                    <a:pt x="4" y="17"/>
                    <a:pt x="8" y="17"/>
                  </a:cubicBezTo>
                  <a:cubicBezTo>
                    <a:pt x="13" y="17"/>
                    <a:pt x="17" y="13"/>
                    <a:pt x="17" y="8"/>
                  </a:cubicBezTo>
                  <a:close/>
                  <a:moveTo>
                    <a:pt x="15" y="8"/>
                  </a:moveTo>
                  <a:cubicBezTo>
                    <a:pt x="15" y="12"/>
                    <a:pt x="12" y="15"/>
                    <a:pt x="8" y="15"/>
                  </a:cubicBezTo>
                  <a:cubicBezTo>
                    <a:pt x="5" y="15"/>
                    <a:pt x="2" y="12"/>
                    <a:pt x="2" y="8"/>
                  </a:cubicBezTo>
                  <a:cubicBezTo>
                    <a:pt x="2" y="5"/>
                    <a:pt x="5" y="2"/>
                    <a:pt x="8" y="2"/>
                  </a:cubicBezTo>
                  <a:cubicBezTo>
                    <a:pt x="12" y="2"/>
                    <a:pt x="15" y="5"/>
                    <a:pt x="15" y="8"/>
                  </a:cubicBezTo>
                  <a:close/>
                </a:path>
              </a:pathLst>
            </a:custGeom>
            <a:solidFill>
              <a:srgbClr val="7E7C7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0" name="Freeform 76">
              <a:extLst>
                <a:ext uri="{FF2B5EF4-FFF2-40B4-BE49-F238E27FC236}">
                  <a16:creationId xmlns:a16="http://schemas.microsoft.com/office/drawing/2014/main" id="{117917A0-E22F-2C35-0EA5-A4FF0AEF618C}"/>
                </a:ext>
              </a:extLst>
            </p:cNvPr>
            <p:cNvSpPr>
              <a:spLocks noEditPoints="1"/>
            </p:cNvSpPr>
            <p:nvPr/>
          </p:nvSpPr>
          <p:spPr bwMode="auto">
            <a:xfrm>
              <a:off x="3409" y="1448"/>
              <a:ext cx="151" cy="151"/>
            </a:xfrm>
            <a:custGeom>
              <a:avLst/>
              <a:gdLst>
                <a:gd name="T0" fmla="*/ 1581787011 w 15"/>
                <a:gd name="T1" fmla="*/ 733672976 h 15"/>
                <a:gd name="T2" fmla="*/ 733672976 w 15"/>
                <a:gd name="T3" fmla="*/ 0 h 15"/>
                <a:gd name="T4" fmla="*/ 0 w 15"/>
                <a:gd name="T5" fmla="*/ 733672976 h 15"/>
                <a:gd name="T6" fmla="*/ 733672976 w 15"/>
                <a:gd name="T7" fmla="*/ 1581787011 h 15"/>
                <a:gd name="T8" fmla="*/ 1581787011 w 15"/>
                <a:gd name="T9" fmla="*/ 733672976 h 15"/>
                <a:gd name="T10" fmla="*/ 1372651662 w 15"/>
                <a:gd name="T11" fmla="*/ 733672976 h 15"/>
                <a:gd name="T12" fmla="*/ 733672976 w 15"/>
                <a:gd name="T13" fmla="*/ 1372651662 h 15"/>
                <a:gd name="T14" fmla="*/ 209135430 w 15"/>
                <a:gd name="T15" fmla="*/ 733672976 h 15"/>
                <a:gd name="T16" fmla="*/ 733672976 w 15"/>
                <a:gd name="T17" fmla="*/ 209135430 h 15"/>
                <a:gd name="T18" fmla="*/ 1372651662 w 15"/>
                <a:gd name="T19" fmla="*/ 733672976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5"/>
                <a:gd name="T32" fmla="*/ 15 w 1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5">
                  <a:moveTo>
                    <a:pt x="15" y="7"/>
                  </a:moveTo>
                  <a:cubicBezTo>
                    <a:pt x="15" y="3"/>
                    <a:pt x="11" y="0"/>
                    <a:pt x="7" y="0"/>
                  </a:cubicBezTo>
                  <a:cubicBezTo>
                    <a:pt x="3" y="0"/>
                    <a:pt x="0" y="3"/>
                    <a:pt x="0" y="7"/>
                  </a:cubicBezTo>
                  <a:cubicBezTo>
                    <a:pt x="0" y="11"/>
                    <a:pt x="3" y="15"/>
                    <a:pt x="7" y="15"/>
                  </a:cubicBezTo>
                  <a:cubicBezTo>
                    <a:pt x="11" y="15"/>
                    <a:pt x="15" y="11"/>
                    <a:pt x="15" y="7"/>
                  </a:cubicBezTo>
                  <a:close/>
                  <a:moveTo>
                    <a:pt x="13" y="7"/>
                  </a:moveTo>
                  <a:cubicBezTo>
                    <a:pt x="13" y="10"/>
                    <a:pt x="10" y="13"/>
                    <a:pt x="7" y="13"/>
                  </a:cubicBezTo>
                  <a:cubicBezTo>
                    <a:pt x="4" y="13"/>
                    <a:pt x="2" y="10"/>
                    <a:pt x="2" y="7"/>
                  </a:cubicBezTo>
                  <a:cubicBezTo>
                    <a:pt x="2" y="4"/>
                    <a:pt x="4" y="2"/>
                    <a:pt x="7" y="2"/>
                  </a:cubicBezTo>
                  <a:cubicBezTo>
                    <a:pt x="10" y="2"/>
                    <a:pt x="13" y="4"/>
                    <a:pt x="13" y="7"/>
                  </a:cubicBezTo>
                  <a:close/>
                </a:path>
              </a:pathLst>
            </a:custGeom>
            <a:solidFill>
              <a:srgbClr val="8B8A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1" name="Freeform 77">
              <a:extLst>
                <a:ext uri="{FF2B5EF4-FFF2-40B4-BE49-F238E27FC236}">
                  <a16:creationId xmlns:a16="http://schemas.microsoft.com/office/drawing/2014/main" id="{6C4AA20C-9C35-11EB-7A69-3A4DE02941D0}"/>
                </a:ext>
              </a:extLst>
            </p:cNvPr>
            <p:cNvSpPr>
              <a:spLocks noEditPoints="1"/>
            </p:cNvSpPr>
            <p:nvPr/>
          </p:nvSpPr>
          <p:spPr bwMode="auto">
            <a:xfrm>
              <a:off x="3419" y="1458"/>
              <a:ext cx="131" cy="131"/>
            </a:xfrm>
            <a:custGeom>
              <a:avLst/>
              <a:gdLst>
                <a:gd name="T0" fmla="*/ 1382151654 w 13"/>
                <a:gd name="T1" fmla="*/ 633513396 h 13"/>
                <a:gd name="T2" fmla="*/ 633513396 w 13"/>
                <a:gd name="T3" fmla="*/ 0 h 13"/>
                <a:gd name="T4" fmla="*/ 0 w 13"/>
                <a:gd name="T5" fmla="*/ 633513396 h 13"/>
                <a:gd name="T6" fmla="*/ 633513396 w 13"/>
                <a:gd name="T7" fmla="*/ 1382151654 h 13"/>
                <a:gd name="T8" fmla="*/ 1382151654 w 13"/>
                <a:gd name="T9" fmla="*/ 633513396 h 13"/>
                <a:gd name="T10" fmla="*/ 1171637537 w 13"/>
                <a:gd name="T11" fmla="*/ 633513396 h 13"/>
                <a:gd name="T12" fmla="*/ 633513396 w 13"/>
                <a:gd name="T13" fmla="*/ 1065863734 h 13"/>
                <a:gd name="T14" fmla="*/ 211555909 w 13"/>
                <a:gd name="T15" fmla="*/ 633513396 h 13"/>
                <a:gd name="T16" fmla="*/ 633513396 w 13"/>
                <a:gd name="T17" fmla="*/ 211555909 h 13"/>
                <a:gd name="T18" fmla="*/ 1171637537 w 13"/>
                <a:gd name="T19" fmla="*/ 63351339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13" y="6"/>
                  </a:moveTo>
                  <a:cubicBezTo>
                    <a:pt x="13" y="3"/>
                    <a:pt x="10" y="0"/>
                    <a:pt x="6" y="0"/>
                  </a:cubicBezTo>
                  <a:cubicBezTo>
                    <a:pt x="3" y="0"/>
                    <a:pt x="0" y="3"/>
                    <a:pt x="0" y="6"/>
                  </a:cubicBezTo>
                  <a:cubicBezTo>
                    <a:pt x="0" y="10"/>
                    <a:pt x="3" y="13"/>
                    <a:pt x="6" y="13"/>
                  </a:cubicBezTo>
                  <a:cubicBezTo>
                    <a:pt x="10" y="13"/>
                    <a:pt x="13" y="10"/>
                    <a:pt x="13" y="6"/>
                  </a:cubicBezTo>
                  <a:close/>
                  <a:moveTo>
                    <a:pt x="11" y="6"/>
                  </a:moveTo>
                  <a:cubicBezTo>
                    <a:pt x="11" y="9"/>
                    <a:pt x="9" y="10"/>
                    <a:pt x="6" y="10"/>
                  </a:cubicBezTo>
                  <a:cubicBezTo>
                    <a:pt x="4" y="10"/>
                    <a:pt x="2" y="9"/>
                    <a:pt x="2" y="6"/>
                  </a:cubicBezTo>
                  <a:cubicBezTo>
                    <a:pt x="2" y="4"/>
                    <a:pt x="4" y="2"/>
                    <a:pt x="6" y="2"/>
                  </a:cubicBezTo>
                  <a:cubicBezTo>
                    <a:pt x="9" y="2"/>
                    <a:pt x="11" y="4"/>
                    <a:pt x="11" y="6"/>
                  </a:cubicBezTo>
                  <a:close/>
                </a:path>
              </a:pathLst>
            </a:custGeom>
            <a:solidFill>
              <a:srgbClr val="99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2" name="Freeform 78">
              <a:extLst>
                <a:ext uri="{FF2B5EF4-FFF2-40B4-BE49-F238E27FC236}">
                  <a16:creationId xmlns:a16="http://schemas.microsoft.com/office/drawing/2014/main" id="{0819AFE5-1FAC-ADF1-1E80-0134C9BE9FAE}"/>
                </a:ext>
              </a:extLst>
            </p:cNvPr>
            <p:cNvSpPr>
              <a:spLocks noEditPoints="1"/>
            </p:cNvSpPr>
            <p:nvPr/>
          </p:nvSpPr>
          <p:spPr bwMode="auto">
            <a:xfrm>
              <a:off x="3429" y="1468"/>
              <a:ext cx="111" cy="111"/>
            </a:xfrm>
            <a:custGeom>
              <a:avLst/>
              <a:gdLst>
                <a:gd name="T0" fmla="*/ 1182509795 w 11"/>
                <a:gd name="T1" fmla="*/ 533185530 h 11"/>
                <a:gd name="T2" fmla="*/ 533185530 w 11"/>
                <a:gd name="T3" fmla="*/ 0 h 11"/>
                <a:gd name="T4" fmla="*/ 0 w 11"/>
                <a:gd name="T5" fmla="*/ 533185530 h 11"/>
                <a:gd name="T6" fmla="*/ 533185530 w 11"/>
                <a:gd name="T7" fmla="*/ 1182509795 h 11"/>
                <a:gd name="T8" fmla="*/ 1182509795 w 11"/>
                <a:gd name="T9" fmla="*/ 533185530 h 11"/>
                <a:gd name="T10" fmla="*/ 862555433 w 11"/>
                <a:gd name="T11" fmla="*/ 533185530 h 11"/>
                <a:gd name="T12" fmla="*/ 533185530 w 11"/>
                <a:gd name="T13" fmla="*/ 862555433 h 11"/>
                <a:gd name="T14" fmla="*/ 213231088 w 11"/>
                <a:gd name="T15" fmla="*/ 533185530 h 11"/>
                <a:gd name="T16" fmla="*/ 533185530 w 11"/>
                <a:gd name="T17" fmla="*/ 213231088 h 11"/>
                <a:gd name="T18" fmla="*/ 862555433 w 11"/>
                <a:gd name="T19" fmla="*/ 53318553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11"/>
                <a:gd name="T32" fmla="*/ 11 w 11"/>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11">
                  <a:moveTo>
                    <a:pt x="11" y="5"/>
                  </a:moveTo>
                  <a:cubicBezTo>
                    <a:pt x="11" y="2"/>
                    <a:pt x="8" y="0"/>
                    <a:pt x="5" y="0"/>
                  </a:cubicBezTo>
                  <a:cubicBezTo>
                    <a:pt x="2" y="0"/>
                    <a:pt x="0" y="2"/>
                    <a:pt x="0" y="5"/>
                  </a:cubicBezTo>
                  <a:cubicBezTo>
                    <a:pt x="0" y="8"/>
                    <a:pt x="2" y="11"/>
                    <a:pt x="5" y="11"/>
                  </a:cubicBezTo>
                  <a:cubicBezTo>
                    <a:pt x="8" y="11"/>
                    <a:pt x="11" y="8"/>
                    <a:pt x="11" y="5"/>
                  </a:cubicBezTo>
                  <a:close/>
                  <a:moveTo>
                    <a:pt x="8" y="5"/>
                  </a:moveTo>
                  <a:cubicBezTo>
                    <a:pt x="8" y="7"/>
                    <a:pt x="7" y="8"/>
                    <a:pt x="5" y="8"/>
                  </a:cubicBezTo>
                  <a:cubicBezTo>
                    <a:pt x="4" y="8"/>
                    <a:pt x="2" y="7"/>
                    <a:pt x="2" y="5"/>
                  </a:cubicBezTo>
                  <a:cubicBezTo>
                    <a:pt x="2" y="4"/>
                    <a:pt x="4" y="2"/>
                    <a:pt x="5" y="2"/>
                  </a:cubicBezTo>
                  <a:cubicBezTo>
                    <a:pt x="7" y="2"/>
                    <a:pt x="8" y="4"/>
                    <a:pt x="8" y="5"/>
                  </a:cubicBezTo>
                  <a:close/>
                </a:path>
              </a:pathLst>
            </a:custGeom>
            <a:solidFill>
              <a:srgbClr val="A9A8A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3" name="Freeform 79">
              <a:extLst>
                <a:ext uri="{FF2B5EF4-FFF2-40B4-BE49-F238E27FC236}">
                  <a16:creationId xmlns:a16="http://schemas.microsoft.com/office/drawing/2014/main" id="{9BB9D4B3-0D98-3FEB-35A8-C6461F4FB456}"/>
                </a:ext>
              </a:extLst>
            </p:cNvPr>
            <p:cNvSpPr>
              <a:spLocks noEditPoints="1"/>
            </p:cNvSpPr>
            <p:nvPr/>
          </p:nvSpPr>
          <p:spPr bwMode="auto">
            <a:xfrm>
              <a:off x="3439" y="1478"/>
              <a:ext cx="91" cy="81"/>
            </a:xfrm>
            <a:custGeom>
              <a:avLst/>
              <a:gdLst>
                <a:gd name="T0" fmla="*/ 983041926 w 9"/>
                <a:gd name="T1" fmla="*/ 447124161 h 8"/>
                <a:gd name="T2" fmla="*/ 431704949 w 9"/>
                <a:gd name="T3" fmla="*/ 0 h 8"/>
                <a:gd name="T4" fmla="*/ 0 w 9"/>
                <a:gd name="T5" fmla="*/ 447124161 h 8"/>
                <a:gd name="T6" fmla="*/ 431704949 w 9"/>
                <a:gd name="T7" fmla="*/ 883402103 h 8"/>
                <a:gd name="T8" fmla="*/ 983041926 w 9"/>
                <a:gd name="T9" fmla="*/ 447124161 h 8"/>
                <a:gd name="T10" fmla="*/ 659336864 w 9"/>
                <a:gd name="T11" fmla="*/ 447124161 h 8"/>
                <a:gd name="T12" fmla="*/ 431704949 w 9"/>
                <a:gd name="T13" fmla="*/ 665794249 h 8"/>
                <a:gd name="T14" fmla="*/ 215800382 w 9"/>
                <a:gd name="T15" fmla="*/ 447124161 h 8"/>
                <a:gd name="T16" fmla="*/ 431704949 w 9"/>
                <a:gd name="T17" fmla="*/ 217608421 h 8"/>
                <a:gd name="T18" fmla="*/ 659336864 w 9"/>
                <a:gd name="T19" fmla="*/ 44712416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8"/>
                <a:gd name="T32" fmla="*/ 9 w 9"/>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8">
                  <a:moveTo>
                    <a:pt x="9" y="4"/>
                  </a:moveTo>
                  <a:cubicBezTo>
                    <a:pt x="9" y="2"/>
                    <a:pt x="7" y="0"/>
                    <a:pt x="4" y="0"/>
                  </a:cubicBezTo>
                  <a:cubicBezTo>
                    <a:pt x="2" y="0"/>
                    <a:pt x="0" y="2"/>
                    <a:pt x="0" y="4"/>
                  </a:cubicBezTo>
                  <a:cubicBezTo>
                    <a:pt x="0" y="7"/>
                    <a:pt x="2" y="8"/>
                    <a:pt x="4" y="8"/>
                  </a:cubicBezTo>
                  <a:cubicBezTo>
                    <a:pt x="7" y="8"/>
                    <a:pt x="9" y="7"/>
                    <a:pt x="9" y="4"/>
                  </a:cubicBezTo>
                  <a:close/>
                  <a:moveTo>
                    <a:pt x="6" y="4"/>
                  </a:moveTo>
                  <a:cubicBezTo>
                    <a:pt x="6" y="5"/>
                    <a:pt x="5" y="6"/>
                    <a:pt x="4" y="6"/>
                  </a:cubicBezTo>
                  <a:cubicBezTo>
                    <a:pt x="3" y="6"/>
                    <a:pt x="2" y="5"/>
                    <a:pt x="2" y="4"/>
                  </a:cubicBezTo>
                  <a:cubicBezTo>
                    <a:pt x="2" y="3"/>
                    <a:pt x="3" y="2"/>
                    <a:pt x="4" y="2"/>
                  </a:cubicBezTo>
                  <a:cubicBezTo>
                    <a:pt x="5" y="2"/>
                    <a:pt x="6" y="3"/>
                    <a:pt x="6" y="4"/>
                  </a:cubicBezTo>
                  <a:close/>
                </a:path>
              </a:pathLst>
            </a:custGeom>
            <a:solidFill>
              <a:srgbClr val="BAB9B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4" name="Freeform 80">
              <a:extLst>
                <a:ext uri="{FF2B5EF4-FFF2-40B4-BE49-F238E27FC236}">
                  <a16:creationId xmlns:a16="http://schemas.microsoft.com/office/drawing/2014/main" id="{4683063C-D01F-19EB-F9CD-79DB23E57789}"/>
                </a:ext>
              </a:extLst>
            </p:cNvPr>
            <p:cNvSpPr>
              <a:spLocks noEditPoints="1"/>
            </p:cNvSpPr>
            <p:nvPr/>
          </p:nvSpPr>
          <p:spPr bwMode="auto">
            <a:xfrm>
              <a:off x="3449" y="1488"/>
              <a:ext cx="61" cy="61"/>
            </a:xfrm>
            <a:custGeom>
              <a:avLst/>
              <a:gdLst>
                <a:gd name="T0" fmla="*/ 684599692 w 6"/>
                <a:gd name="T1" fmla="*/ 347897529 h 6"/>
                <a:gd name="T2" fmla="*/ 347897529 w 6"/>
                <a:gd name="T3" fmla="*/ 0 h 6"/>
                <a:gd name="T4" fmla="*/ 0 w 6"/>
                <a:gd name="T5" fmla="*/ 347897529 h 6"/>
                <a:gd name="T6" fmla="*/ 347897529 w 6"/>
                <a:gd name="T7" fmla="*/ 684599692 h 6"/>
                <a:gd name="T8" fmla="*/ 684599692 w 6"/>
                <a:gd name="T9" fmla="*/ 347897529 h 6"/>
                <a:gd name="T10" fmla="*/ 460427366 w 6"/>
                <a:gd name="T11" fmla="*/ 347897529 h 6"/>
                <a:gd name="T12" fmla="*/ 347897529 w 6"/>
                <a:gd name="T13" fmla="*/ 460427366 h 6"/>
                <a:gd name="T14" fmla="*/ 224182493 w 6"/>
                <a:gd name="T15" fmla="*/ 347897529 h 6"/>
                <a:gd name="T16" fmla="*/ 347897529 w 6"/>
                <a:gd name="T17" fmla="*/ 224182493 h 6"/>
                <a:gd name="T18" fmla="*/ 460427366 w 6"/>
                <a:gd name="T19" fmla="*/ 347897529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3"/>
                  </a:moveTo>
                  <a:cubicBezTo>
                    <a:pt x="6" y="2"/>
                    <a:pt x="5" y="0"/>
                    <a:pt x="3" y="0"/>
                  </a:cubicBezTo>
                  <a:cubicBezTo>
                    <a:pt x="2" y="0"/>
                    <a:pt x="0" y="2"/>
                    <a:pt x="0" y="3"/>
                  </a:cubicBezTo>
                  <a:cubicBezTo>
                    <a:pt x="0" y="5"/>
                    <a:pt x="2" y="6"/>
                    <a:pt x="3" y="6"/>
                  </a:cubicBezTo>
                  <a:cubicBezTo>
                    <a:pt x="5" y="6"/>
                    <a:pt x="6" y="5"/>
                    <a:pt x="6" y="3"/>
                  </a:cubicBezTo>
                  <a:close/>
                  <a:moveTo>
                    <a:pt x="4" y="3"/>
                  </a:moveTo>
                  <a:cubicBezTo>
                    <a:pt x="4" y="4"/>
                    <a:pt x="4" y="4"/>
                    <a:pt x="3" y="4"/>
                  </a:cubicBezTo>
                  <a:cubicBezTo>
                    <a:pt x="3" y="4"/>
                    <a:pt x="2" y="4"/>
                    <a:pt x="2" y="3"/>
                  </a:cubicBezTo>
                  <a:cubicBezTo>
                    <a:pt x="2" y="3"/>
                    <a:pt x="3" y="2"/>
                    <a:pt x="3" y="2"/>
                  </a:cubicBezTo>
                  <a:cubicBezTo>
                    <a:pt x="4" y="2"/>
                    <a:pt x="4" y="3"/>
                    <a:pt x="4" y="3"/>
                  </a:cubicBezTo>
                  <a:close/>
                </a:path>
              </a:pathLst>
            </a:custGeom>
            <a:solidFill>
              <a:srgbClr val="CDCD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35" name="Oval 81">
              <a:extLst>
                <a:ext uri="{FF2B5EF4-FFF2-40B4-BE49-F238E27FC236}">
                  <a16:creationId xmlns:a16="http://schemas.microsoft.com/office/drawing/2014/main" id="{3A803B6E-EF3B-FD9A-7928-E85A96A23B82}"/>
                </a:ext>
              </a:extLst>
            </p:cNvPr>
            <p:cNvSpPr>
              <a:spLocks noChangeArrowheads="1"/>
            </p:cNvSpPr>
            <p:nvPr/>
          </p:nvSpPr>
          <p:spPr bwMode="auto">
            <a:xfrm>
              <a:off x="3459" y="1498"/>
              <a:ext cx="40" cy="41"/>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36" name="Oval 82">
              <a:extLst>
                <a:ext uri="{FF2B5EF4-FFF2-40B4-BE49-F238E27FC236}">
                  <a16:creationId xmlns:a16="http://schemas.microsoft.com/office/drawing/2014/main" id="{77513040-73A8-0138-C710-DCC180716FB3}"/>
                </a:ext>
              </a:extLst>
            </p:cNvPr>
            <p:cNvSpPr>
              <a:spLocks noChangeArrowheads="1"/>
            </p:cNvSpPr>
            <p:nvPr/>
          </p:nvSpPr>
          <p:spPr bwMode="auto">
            <a:xfrm>
              <a:off x="3469" y="1508"/>
              <a:ext cx="20" cy="2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37" name="Rectangle 83">
              <a:extLst>
                <a:ext uri="{FF2B5EF4-FFF2-40B4-BE49-F238E27FC236}">
                  <a16:creationId xmlns:a16="http://schemas.microsoft.com/office/drawing/2014/main" id="{984FAD8E-8286-4116-62A0-7C00081C8C07}"/>
                </a:ext>
              </a:extLst>
            </p:cNvPr>
            <p:cNvSpPr>
              <a:spLocks noChangeArrowheads="1"/>
            </p:cNvSpPr>
            <p:nvPr/>
          </p:nvSpPr>
          <p:spPr bwMode="auto">
            <a:xfrm>
              <a:off x="3424" y="1434"/>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0000"/>
                  </a:solidFill>
                  <a:latin typeface="Times New Roman" panose="02020603050405020304" pitchFamily="18" charset="0"/>
                  <a:ea typeface="宋体" panose="02010600030101010101" pitchFamily="2" charset="-122"/>
                </a:rPr>
                <a:t>A</a:t>
              </a:r>
            </a:p>
          </p:txBody>
        </p:sp>
        <p:sp>
          <p:nvSpPr>
            <p:cNvPr id="6238" name="Line 84">
              <a:extLst>
                <a:ext uri="{FF2B5EF4-FFF2-40B4-BE49-F238E27FC236}">
                  <a16:creationId xmlns:a16="http://schemas.microsoft.com/office/drawing/2014/main" id="{4731AA57-312E-E1B3-11E6-B076B2877E3A}"/>
                </a:ext>
              </a:extLst>
            </p:cNvPr>
            <p:cNvSpPr>
              <a:spLocks noChangeShapeType="1"/>
            </p:cNvSpPr>
            <p:nvPr/>
          </p:nvSpPr>
          <p:spPr bwMode="auto">
            <a:xfrm flipH="1">
              <a:off x="4049" y="1009"/>
              <a:ext cx="192" cy="1"/>
            </a:xfrm>
            <a:prstGeom prst="line">
              <a:avLst/>
            </a:prstGeom>
            <a:noFill/>
            <a:ln w="19050">
              <a:solidFill>
                <a:srgbClr val="FDFA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39" name="Freeform 85">
              <a:extLst>
                <a:ext uri="{FF2B5EF4-FFF2-40B4-BE49-F238E27FC236}">
                  <a16:creationId xmlns:a16="http://schemas.microsoft.com/office/drawing/2014/main" id="{EFBF9027-D577-2833-30B5-A2BDCFA65E4C}"/>
                </a:ext>
              </a:extLst>
            </p:cNvPr>
            <p:cNvSpPr>
              <a:spLocks/>
            </p:cNvSpPr>
            <p:nvPr/>
          </p:nvSpPr>
          <p:spPr bwMode="auto">
            <a:xfrm>
              <a:off x="4003" y="998"/>
              <a:ext cx="81" cy="37"/>
            </a:xfrm>
            <a:custGeom>
              <a:avLst/>
              <a:gdLst>
                <a:gd name="T0" fmla="*/ 0 w 81"/>
                <a:gd name="T1" fmla="*/ 17 h 37"/>
                <a:gd name="T2" fmla="*/ 81 w 81"/>
                <a:gd name="T3" fmla="*/ 37 h 37"/>
                <a:gd name="T4" fmla="*/ 79 w 81"/>
                <a:gd name="T5" fmla="*/ 0 h 37"/>
                <a:gd name="T6" fmla="*/ 0 w 81"/>
                <a:gd name="T7" fmla="*/ 17 h 37"/>
                <a:gd name="T8" fmla="*/ 0 60000 65536"/>
                <a:gd name="T9" fmla="*/ 0 60000 65536"/>
                <a:gd name="T10" fmla="*/ 0 60000 65536"/>
                <a:gd name="T11" fmla="*/ 0 60000 65536"/>
                <a:gd name="T12" fmla="*/ 0 w 81"/>
                <a:gd name="T13" fmla="*/ 0 h 37"/>
                <a:gd name="T14" fmla="*/ 81 w 81"/>
                <a:gd name="T15" fmla="*/ 37 h 37"/>
              </a:gdLst>
              <a:ahLst/>
              <a:cxnLst>
                <a:cxn ang="T8">
                  <a:pos x="T0" y="T1"/>
                </a:cxn>
                <a:cxn ang="T9">
                  <a:pos x="T2" y="T3"/>
                </a:cxn>
                <a:cxn ang="T10">
                  <a:pos x="T4" y="T5"/>
                </a:cxn>
                <a:cxn ang="T11">
                  <a:pos x="T6" y="T7"/>
                </a:cxn>
              </a:cxnLst>
              <a:rect l="T12" t="T13" r="T14" b="T15"/>
              <a:pathLst>
                <a:path w="81" h="37">
                  <a:moveTo>
                    <a:pt x="0" y="17"/>
                  </a:moveTo>
                  <a:lnTo>
                    <a:pt x="81" y="37"/>
                  </a:lnTo>
                  <a:lnTo>
                    <a:pt x="79" y="0"/>
                  </a:lnTo>
                  <a:lnTo>
                    <a:pt x="0" y="17"/>
                  </a:lnTo>
                  <a:close/>
                </a:path>
              </a:pathLst>
            </a:custGeom>
            <a:solidFill>
              <a:srgbClr val="FDF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0" name="Freeform 86">
              <a:extLst>
                <a:ext uri="{FF2B5EF4-FFF2-40B4-BE49-F238E27FC236}">
                  <a16:creationId xmlns:a16="http://schemas.microsoft.com/office/drawing/2014/main" id="{B3FA5F34-C9EE-A5C3-5658-E9B568067EE2}"/>
                </a:ext>
              </a:extLst>
            </p:cNvPr>
            <p:cNvSpPr>
              <a:spLocks noEditPoints="1"/>
            </p:cNvSpPr>
            <p:nvPr/>
          </p:nvSpPr>
          <p:spPr bwMode="auto">
            <a:xfrm>
              <a:off x="4214" y="1428"/>
              <a:ext cx="202" cy="191"/>
            </a:xfrm>
            <a:custGeom>
              <a:avLst/>
              <a:gdLst>
                <a:gd name="T0" fmla="*/ 2147483647 w 20"/>
                <a:gd name="T1" fmla="*/ 933996541 h 19"/>
                <a:gd name="T2" fmla="*/ 1082747705 w 20"/>
                <a:gd name="T3" fmla="*/ 0 h 19"/>
                <a:gd name="T4" fmla="*/ 0 w 20"/>
                <a:gd name="T5" fmla="*/ 933996541 h 19"/>
                <a:gd name="T6" fmla="*/ 1082747705 w 20"/>
                <a:gd name="T7" fmla="*/ 1981429183 h 19"/>
                <a:gd name="T8" fmla="*/ 2147483647 w 20"/>
                <a:gd name="T9" fmla="*/ 933996541 h 19"/>
                <a:gd name="T10" fmla="*/ 1843886970 w 20"/>
                <a:gd name="T11" fmla="*/ 933996541 h 19"/>
                <a:gd name="T12" fmla="*/ 1082747705 w 20"/>
                <a:gd name="T13" fmla="*/ 1773948098 h 19"/>
                <a:gd name="T14" fmla="*/ 214405546 w 20"/>
                <a:gd name="T15" fmla="*/ 933996541 h 19"/>
                <a:gd name="T16" fmla="*/ 1082747705 w 20"/>
                <a:gd name="T17" fmla="*/ 207470550 h 19"/>
                <a:gd name="T18" fmla="*/ 1843886970 w 20"/>
                <a:gd name="T19" fmla="*/ 933996541 h 1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
                <a:gd name="T31" fmla="*/ 0 h 19"/>
                <a:gd name="T32" fmla="*/ 20 w 20"/>
                <a:gd name="T33" fmla="*/ 19 h 1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 h="19">
                  <a:moveTo>
                    <a:pt x="20" y="9"/>
                  </a:moveTo>
                  <a:cubicBezTo>
                    <a:pt x="20" y="4"/>
                    <a:pt x="15" y="0"/>
                    <a:pt x="10" y="0"/>
                  </a:cubicBezTo>
                  <a:cubicBezTo>
                    <a:pt x="5" y="0"/>
                    <a:pt x="0" y="4"/>
                    <a:pt x="0" y="9"/>
                  </a:cubicBezTo>
                  <a:cubicBezTo>
                    <a:pt x="0" y="14"/>
                    <a:pt x="5" y="19"/>
                    <a:pt x="10" y="19"/>
                  </a:cubicBezTo>
                  <a:cubicBezTo>
                    <a:pt x="15" y="19"/>
                    <a:pt x="20" y="14"/>
                    <a:pt x="20" y="9"/>
                  </a:cubicBezTo>
                  <a:close/>
                  <a:moveTo>
                    <a:pt x="17" y="9"/>
                  </a:moveTo>
                  <a:cubicBezTo>
                    <a:pt x="17" y="13"/>
                    <a:pt x="14" y="17"/>
                    <a:pt x="10" y="17"/>
                  </a:cubicBezTo>
                  <a:cubicBezTo>
                    <a:pt x="6" y="17"/>
                    <a:pt x="2" y="13"/>
                    <a:pt x="2" y="9"/>
                  </a:cubicBezTo>
                  <a:cubicBezTo>
                    <a:pt x="2" y="5"/>
                    <a:pt x="6" y="2"/>
                    <a:pt x="10" y="2"/>
                  </a:cubicBezTo>
                  <a:cubicBezTo>
                    <a:pt x="14" y="2"/>
                    <a:pt x="17" y="5"/>
                    <a:pt x="17" y="9"/>
                  </a:cubicBezTo>
                  <a:close/>
                </a:path>
              </a:pathLst>
            </a:custGeom>
            <a:solidFill>
              <a:srgbClr val="716F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1" name="Freeform 87">
              <a:extLst>
                <a:ext uri="{FF2B5EF4-FFF2-40B4-BE49-F238E27FC236}">
                  <a16:creationId xmlns:a16="http://schemas.microsoft.com/office/drawing/2014/main" id="{3291BE44-1C5B-A269-622D-3C6284E6ABFB}"/>
                </a:ext>
              </a:extLst>
            </p:cNvPr>
            <p:cNvSpPr>
              <a:spLocks noEditPoints="1"/>
            </p:cNvSpPr>
            <p:nvPr/>
          </p:nvSpPr>
          <p:spPr bwMode="auto">
            <a:xfrm>
              <a:off x="4225" y="1438"/>
              <a:ext cx="171" cy="171"/>
            </a:xfrm>
            <a:custGeom>
              <a:avLst/>
              <a:gdLst>
                <a:gd name="T0" fmla="*/ 1781587767 w 17"/>
                <a:gd name="T1" fmla="*/ 833793051 h 17"/>
                <a:gd name="T2" fmla="*/ 947785704 w 17"/>
                <a:gd name="T3" fmla="*/ 0 h 17"/>
                <a:gd name="T4" fmla="*/ 0 w 17"/>
                <a:gd name="T5" fmla="*/ 833793051 h 17"/>
                <a:gd name="T6" fmla="*/ 947785704 w 17"/>
                <a:gd name="T7" fmla="*/ 1781587767 h 17"/>
                <a:gd name="T8" fmla="*/ 1781587767 w 17"/>
                <a:gd name="T9" fmla="*/ 833793051 h 17"/>
                <a:gd name="T10" fmla="*/ 1573369892 w 17"/>
                <a:gd name="T11" fmla="*/ 833793051 h 17"/>
                <a:gd name="T12" fmla="*/ 947785704 w 17"/>
                <a:gd name="T13" fmla="*/ 1573369892 h 17"/>
                <a:gd name="T14" fmla="*/ 208217473 w 17"/>
                <a:gd name="T15" fmla="*/ 833793051 h 17"/>
                <a:gd name="T16" fmla="*/ 947785704 w 17"/>
                <a:gd name="T17" fmla="*/ 208217473 h 17"/>
                <a:gd name="T18" fmla="*/ 1573369892 w 17"/>
                <a:gd name="T19" fmla="*/ 833793051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17"/>
                <a:gd name="T32" fmla="*/ 17 w 17"/>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17">
                  <a:moveTo>
                    <a:pt x="17" y="8"/>
                  </a:moveTo>
                  <a:cubicBezTo>
                    <a:pt x="17" y="4"/>
                    <a:pt x="14" y="0"/>
                    <a:pt x="9" y="0"/>
                  </a:cubicBezTo>
                  <a:cubicBezTo>
                    <a:pt x="4" y="0"/>
                    <a:pt x="0" y="4"/>
                    <a:pt x="0" y="8"/>
                  </a:cubicBezTo>
                  <a:cubicBezTo>
                    <a:pt x="0" y="13"/>
                    <a:pt x="4" y="17"/>
                    <a:pt x="9" y="17"/>
                  </a:cubicBezTo>
                  <a:cubicBezTo>
                    <a:pt x="14" y="17"/>
                    <a:pt x="17" y="13"/>
                    <a:pt x="17" y="8"/>
                  </a:cubicBezTo>
                  <a:close/>
                  <a:moveTo>
                    <a:pt x="15" y="8"/>
                  </a:moveTo>
                  <a:cubicBezTo>
                    <a:pt x="15" y="12"/>
                    <a:pt x="12" y="15"/>
                    <a:pt x="9" y="15"/>
                  </a:cubicBezTo>
                  <a:cubicBezTo>
                    <a:pt x="5" y="15"/>
                    <a:pt x="2" y="12"/>
                    <a:pt x="2" y="8"/>
                  </a:cubicBezTo>
                  <a:cubicBezTo>
                    <a:pt x="2" y="5"/>
                    <a:pt x="5" y="2"/>
                    <a:pt x="9" y="2"/>
                  </a:cubicBezTo>
                  <a:cubicBezTo>
                    <a:pt x="12" y="2"/>
                    <a:pt x="15" y="5"/>
                    <a:pt x="15" y="8"/>
                  </a:cubicBezTo>
                  <a:close/>
                </a:path>
              </a:pathLst>
            </a:custGeom>
            <a:solidFill>
              <a:srgbClr val="7E7C7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2" name="Freeform 88">
              <a:extLst>
                <a:ext uri="{FF2B5EF4-FFF2-40B4-BE49-F238E27FC236}">
                  <a16:creationId xmlns:a16="http://schemas.microsoft.com/office/drawing/2014/main" id="{0C74239F-22DA-FD4F-BCC7-DBF30AF3CF48}"/>
                </a:ext>
              </a:extLst>
            </p:cNvPr>
            <p:cNvSpPr>
              <a:spLocks noEditPoints="1"/>
            </p:cNvSpPr>
            <p:nvPr/>
          </p:nvSpPr>
          <p:spPr bwMode="auto">
            <a:xfrm>
              <a:off x="4235" y="1448"/>
              <a:ext cx="151" cy="151"/>
            </a:xfrm>
            <a:custGeom>
              <a:avLst/>
              <a:gdLst>
                <a:gd name="T0" fmla="*/ 1581787011 w 15"/>
                <a:gd name="T1" fmla="*/ 733672976 h 15"/>
                <a:gd name="T2" fmla="*/ 848114035 w 15"/>
                <a:gd name="T3" fmla="*/ 0 h 15"/>
                <a:gd name="T4" fmla="*/ 0 w 15"/>
                <a:gd name="T5" fmla="*/ 733672976 h 15"/>
                <a:gd name="T6" fmla="*/ 848114035 w 15"/>
                <a:gd name="T7" fmla="*/ 1581787011 h 15"/>
                <a:gd name="T8" fmla="*/ 1581787011 w 15"/>
                <a:gd name="T9" fmla="*/ 733672976 h 15"/>
                <a:gd name="T10" fmla="*/ 1372651662 w 15"/>
                <a:gd name="T11" fmla="*/ 733672976 h 15"/>
                <a:gd name="T12" fmla="*/ 848114035 w 15"/>
                <a:gd name="T13" fmla="*/ 1372651662 h 15"/>
                <a:gd name="T14" fmla="*/ 314272475 w 15"/>
                <a:gd name="T15" fmla="*/ 733672976 h 15"/>
                <a:gd name="T16" fmla="*/ 848114035 w 15"/>
                <a:gd name="T17" fmla="*/ 209135430 h 15"/>
                <a:gd name="T18" fmla="*/ 1372651662 w 15"/>
                <a:gd name="T19" fmla="*/ 733672976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15"/>
                <a:gd name="T32" fmla="*/ 15 w 1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15">
                  <a:moveTo>
                    <a:pt x="15" y="7"/>
                  </a:moveTo>
                  <a:cubicBezTo>
                    <a:pt x="15" y="3"/>
                    <a:pt x="12" y="0"/>
                    <a:pt x="8" y="0"/>
                  </a:cubicBezTo>
                  <a:cubicBezTo>
                    <a:pt x="4" y="0"/>
                    <a:pt x="0" y="3"/>
                    <a:pt x="0" y="7"/>
                  </a:cubicBezTo>
                  <a:cubicBezTo>
                    <a:pt x="0" y="11"/>
                    <a:pt x="4" y="15"/>
                    <a:pt x="8" y="15"/>
                  </a:cubicBezTo>
                  <a:cubicBezTo>
                    <a:pt x="12" y="15"/>
                    <a:pt x="15" y="11"/>
                    <a:pt x="15" y="7"/>
                  </a:cubicBezTo>
                  <a:close/>
                  <a:moveTo>
                    <a:pt x="13" y="7"/>
                  </a:moveTo>
                  <a:cubicBezTo>
                    <a:pt x="13" y="10"/>
                    <a:pt x="11" y="13"/>
                    <a:pt x="8" y="13"/>
                  </a:cubicBezTo>
                  <a:cubicBezTo>
                    <a:pt x="5" y="13"/>
                    <a:pt x="3" y="10"/>
                    <a:pt x="3" y="7"/>
                  </a:cubicBezTo>
                  <a:cubicBezTo>
                    <a:pt x="3" y="4"/>
                    <a:pt x="5" y="2"/>
                    <a:pt x="8" y="2"/>
                  </a:cubicBezTo>
                  <a:cubicBezTo>
                    <a:pt x="11" y="2"/>
                    <a:pt x="13" y="4"/>
                    <a:pt x="13" y="7"/>
                  </a:cubicBezTo>
                  <a:close/>
                </a:path>
              </a:pathLst>
            </a:custGeom>
            <a:solidFill>
              <a:srgbClr val="8B8A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3" name="Freeform 89">
              <a:extLst>
                <a:ext uri="{FF2B5EF4-FFF2-40B4-BE49-F238E27FC236}">
                  <a16:creationId xmlns:a16="http://schemas.microsoft.com/office/drawing/2014/main" id="{434F79FE-9FF1-8C16-0874-A9945C3D3D11}"/>
                </a:ext>
              </a:extLst>
            </p:cNvPr>
            <p:cNvSpPr>
              <a:spLocks noEditPoints="1"/>
            </p:cNvSpPr>
            <p:nvPr/>
          </p:nvSpPr>
          <p:spPr bwMode="auto">
            <a:xfrm>
              <a:off x="4245" y="1458"/>
              <a:ext cx="131" cy="131"/>
            </a:xfrm>
            <a:custGeom>
              <a:avLst/>
              <a:gdLst>
                <a:gd name="T0" fmla="*/ 1382151654 w 13"/>
                <a:gd name="T1" fmla="*/ 633513396 h 13"/>
                <a:gd name="T2" fmla="*/ 748638419 w 13"/>
                <a:gd name="T3" fmla="*/ 0 h 13"/>
                <a:gd name="T4" fmla="*/ 0 w 13"/>
                <a:gd name="T5" fmla="*/ 633513396 h 13"/>
                <a:gd name="T6" fmla="*/ 748638419 w 13"/>
                <a:gd name="T7" fmla="*/ 1382151654 h 13"/>
                <a:gd name="T8" fmla="*/ 1382151654 w 13"/>
                <a:gd name="T9" fmla="*/ 633513396 h 13"/>
                <a:gd name="T10" fmla="*/ 1171637537 w 13"/>
                <a:gd name="T11" fmla="*/ 633513396 h 13"/>
                <a:gd name="T12" fmla="*/ 748638419 w 13"/>
                <a:gd name="T13" fmla="*/ 1065863734 h 13"/>
                <a:gd name="T14" fmla="*/ 316184490 w 13"/>
                <a:gd name="T15" fmla="*/ 633513396 h 13"/>
                <a:gd name="T16" fmla="*/ 748638419 w 13"/>
                <a:gd name="T17" fmla="*/ 211555909 h 13"/>
                <a:gd name="T18" fmla="*/ 1171637537 w 13"/>
                <a:gd name="T19" fmla="*/ 63351339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13" y="6"/>
                  </a:moveTo>
                  <a:cubicBezTo>
                    <a:pt x="13" y="3"/>
                    <a:pt x="10" y="0"/>
                    <a:pt x="7" y="0"/>
                  </a:cubicBezTo>
                  <a:cubicBezTo>
                    <a:pt x="3" y="0"/>
                    <a:pt x="0" y="3"/>
                    <a:pt x="0" y="6"/>
                  </a:cubicBezTo>
                  <a:cubicBezTo>
                    <a:pt x="0" y="10"/>
                    <a:pt x="3" y="13"/>
                    <a:pt x="7" y="13"/>
                  </a:cubicBezTo>
                  <a:cubicBezTo>
                    <a:pt x="10" y="13"/>
                    <a:pt x="13" y="10"/>
                    <a:pt x="13" y="6"/>
                  </a:cubicBezTo>
                  <a:close/>
                  <a:moveTo>
                    <a:pt x="11" y="6"/>
                  </a:moveTo>
                  <a:cubicBezTo>
                    <a:pt x="11" y="9"/>
                    <a:pt x="9" y="10"/>
                    <a:pt x="7" y="10"/>
                  </a:cubicBezTo>
                  <a:cubicBezTo>
                    <a:pt x="5" y="10"/>
                    <a:pt x="3" y="9"/>
                    <a:pt x="3" y="6"/>
                  </a:cubicBezTo>
                  <a:cubicBezTo>
                    <a:pt x="3" y="4"/>
                    <a:pt x="5" y="2"/>
                    <a:pt x="7" y="2"/>
                  </a:cubicBezTo>
                  <a:cubicBezTo>
                    <a:pt x="9" y="2"/>
                    <a:pt x="11" y="4"/>
                    <a:pt x="11" y="6"/>
                  </a:cubicBezTo>
                  <a:close/>
                </a:path>
              </a:pathLst>
            </a:custGeom>
            <a:solidFill>
              <a:srgbClr val="9998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4" name="Freeform 90">
              <a:extLst>
                <a:ext uri="{FF2B5EF4-FFF2-40B4-BE49-F238E27FC236}">
                  <a16:creationId xmlns:a16="http://schemas.microsoft.com/office/drawing/2014/main" id="{A6F37726-74F6-85B5-679B-3D080B5FD00E}"/>
                </a:ext>
              </a:extLst>
            </p:cNvPr>
            <p:cNvSpPr>
              <a:spLocks noEditPoints="1"/>
            </p:cNvSpPr>
            <p:nvPr/>
          </p:nvSpPr>
          <p:spPr bwMode="auto">
            <a:xfrm>
              <a:off x="4265" y="1468"/>
              <a:ext cx="101" cy="111"/>
            </a:xfrm>
            <a:custGeom>
              <a:avLst/>
              <a:gdLst>
                <a:gd name="T0" fmla="*/ 1082747705 w 10"/>
                <a:gd name="T1" fmla="*/ 533185530 h 11"/>
                <a:gd name="T2" fmla="*/ 546733153 w 10"/>
                <a:gd name="T3" fmla="*/ 0 h 11"/>
                <a:gd name="T4" fmla="*/ 0 w 10"/>
                <a:gd name="T5" fmla="*/ 533185530 h 11"/>
                <a:gd name="T6" fmla="*/ 546733153 w 10"/>
                <a:gd name="T7" fmla="*/ 1182509795 h 11"/>
                <a:gd name="T8" fmla="*/ 1082747705 w 10"/>
                <a:gd name="T9" fmla="*/ 533185530 h 11"/>
                <a:gd name="T10" fmla="*/ 868342078 w 10"/>
                <a:gd name="T11" fmla="*/ 533185530 h 11"/>
                <a:gd name="T12" fmla="*/ 546733153 w 10"/>
                <a:gd name="T13" fmla="*/ 862555433 h 11"/>
                <a:gd name="T14" fmla="*/ 214405546 w 10"/>
                <a:gd name="T15" fmla="*/ 533185530 h 11"/>
                <a:gd name="T16" fmla="*/ 546733153 w 10"/>
                <a:gd name="T17" fmla="*/ 213231088 h 11"/>
                <a:gd name="T18" fmla="*/ 868342078 w 10"/>
                <a:gd name="T19" fmla="*/ 53318553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11"/>
                <a:gd name="T32" fmla="*/ 10 w 10"/>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11">
                  <a:moveTo>
                    <a:pt x="10" y="5"/>
                  </a:moveTo>
                  <a:cubicBezTo>
                    <a:pt x="10" y="2"/>
                    <a:pt x="8" y="0"/>
                    <a:pt x="5" y="0"/>
                  </a:cubicBezTo>
                  <a:cubicBezTo>
                    <a:pt x="2" y="0"/>
                    <a:pt x="0" y="2"/>
                    <a:pt x="0" y="5"/>
                  </a:cubicBezTo>
                  <a:cubicBezTo>
                    <a:pt x="0" y="8"/>
                    <a:pt x="2" y="11"/>
                    <a:pt x="5" y="11"/>
                  </a:cubicBezTo>
                  <a:cubicBezTo>
                    <a:pt x="8" y="11"/>
                    <a:pt x="10" y="8"/>
                    <a:pt x="10" y="5"/>
                  </a:cubicBezTo>
                  <a:close/>
                  <a:moveTo>
                    <a:pt x="8" y="5"/>
                  </a:moveTo>
                  <a:cubicBezTo>
                    <a:pt x="8" y="7"/>
                    <a:pt x="7" y="8"/>
                    <a:pt x="5" y="8"/>
                  </a:cubicBezTo>
                  <a:cubicBezTo>
                    <a:pt x="3" y="8"/>
                    <a:pt x="2" y="7"/>
                    <a:pt x="2" y="5"/>
                  </a:cubicBezTo>
                  <a:cubicBezTo>
                    <a:pt x="2" y="4"/>
                    <a:pt x="3" y="2"/>
                    <a:pt x="5" y="2"/>
                  </a:cubicBezTo>
                  <a:cubicBezTo>
                    <a:pt x="7" y="2"/>
                    <a:pt x="8" y="4"/>
                    <a:pt x="8" y="5"/>
                  </a:cubicBezTo>
                  <a:close/>
                </a:path>
              </a:pathLst>
            </a:custGeom>
            <a:solidFill>
              <a:srgbClr val="A9A8A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5" name="Freeform 91">
              <a:extLst>
                <a:ext uri="{FF2B5EF4-FFF2-40B4-BE49-F238E27FC236}">
                  <a16:creationId xmlns:a16="http://schemas.microsoft.com/office/drawing/2014/main" id="{463AA8D0-7130-212E-D609-1688D540B22C}"/>
                </a:ext>
              </a:extLst>
            </p:cNvPr>
            <p:cNvSpPr>
              <a:spLocks noEditPoints="1"/>
            </p:cNvSpPr>
            <p:nvPr/>
          </p:nvSpPr>
          <p:spPr bwMode="auto">
            <a:xfrm>
              <a:off x="4275" y="1478"/>
              <a:ext cx="80" cy="81"/>
            </a:xfrm>
            <a:custGeom>
              <a:avLst/>
              <a:gdLst>
                <a:gd name="T0" fmla="*/ 799999299 w 8"/>
                <a:gd name="T1" fmla="*/ 447124161 h 8"/>
                <a:gd name="T2" fmla="*/ 399999649 w 8"/>
                <a:gd name="T3" fmla="*/ 0 h 8"/>
                <a:gd name="T4" fmla="*/ 0 w 8"/>
                <a:gd name="T5" fmla="*/ 447124161 h 8"/>
                <a:gd name="T6" fmla="*/ 399999649 w 8"/>
                <a:gd name="T7" fmla="*/ 883402103 h 8"/>
                <a:gd name="T8" fmla="*/ 799999299 w 8"/>
                <a:gd name="T9" fmla="*/ 447124161 h 8"/>
                <a:gd name="T10" fmla="*/ 599999554 w 8"/>
                <a:gd name="T11" fmla="*/ 447124161 h 8"/>
                <a:gd name="T12" fmla="*/ 399999649 w 8"/>
                <a:gd name="T13" fmla="*/ 665794249 h 8"/>
                <a:gd name="T14" fmla="*/ 199999825 w 8"/>
                <a:gd name="T15" fmla="*/ 447124161 h 8"/>
                <a:gd name="T16" fmla="*/ 399999649 w 8"/>
                <a:gd name="T17" fmla="*/ 217608421 h 8"/>
                <a:gd name="T18" fmla="*/ 599999554 w 8"/>
                <a:gd name="T19" fmla="*/ 44712416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8"/>
                <a:gd name="T32" fmla="*/ 8 w 8"/>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8">
                  <a:moveTo>
                    <a:pt x="8" y="4"/>
                  </a:moveTo>
                  <a:cubicBezTo>
                    <a:pt x="8" y="2"/>
                    <a:pt x="6" y="0"/>
                    <a:pt x="4" y="0"/>
                  </a:cubicBezTo>
                  <a:cubicBezTo>
                    <a:pt x="2" y="0"/>
                    <a:pt x="0" y="2"/>
                    <a:pt x="0" y="4"/>
                  </a:cubicBezTo>
                  <a:cubicBezTo>
                    <a:pt x="0" y="7"/>
                    <a:pt x="2" y="8"/>
                    <a:pt x="4" y="8"/>
                  </a:cubicBezTo>
                  <a:cubicBezTo>
                    <a:pt x="6" y="8"/>
                    <a:pt x="8" y="7"/>
                    <a:pt x="8" y="4"/>
                  </a:cubicBezTo>
                  <a:close/>
                  <a:moveTo>
                    <a:pt x="6" y="4"/>
                  </a:moveTo>
                  <a:cubicBezTo>
                    <a:pt x="6" y="5"/>
                    <a:pt x="5" y="6"/>
                    <a:pt x="4" y="6"/>
                  </a:cubicBezTo>
                  <a:cubicBezTo>
                    <a:pt x="3" y="6"/>
                    <a:pt x="2" y="5"/>
                    <a:pt x="2" y="4"/>
                  </a:cubicBezTo>
                  <a:cubicBezTo>
                    <a:pt x="2" y="3"/>
                    <a:pt x="3" y="2"/>
                    <a:pt x="4" y="2"/>
                  </a:cubicBezTo>
                  <a:cubicBezTo>
                    <a:pt x="5" y="2"/>
                    <a:pt x="6" y="3"/>
                    <a:pt x="6" y="4"/>
                  </a:cubicBezTo>
                  <a:close/>
                </a:path>
              </a:pathLst>
            </a:custGeom>
            <a:solidFill>
              <a:srgbClr val="BAB9B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6" name="Freeform 92">
              <a:extLst>
                <a:ext uri="{FF2B5EF4-FFF2-40B4-BE49-F238E27FC236}">
                  <a16:creationId xmlns:a16="http://schemas.microsoft.com/office/drawing/2014/main" id="{285120E1-F331-86D4-B673-94E6173202AE}"/>
                </a:ext>
              </a:extLst>
            </p:cNvPr>
            <p:cNvSpPr>
              <a:spLocks noEditPoints="1"/>
            </p:cNvSpPr>
            <p:nvPr/>
          </p:nvSpPr>
          <p:spPr bwMode="auto">
            <a:xfrm>
              <a:off x="4285" y="1488"/>
              <a:ext cx="60" cy="61"/>
            </a:xfrm>
            <a:custGeom>
              <a:avLst/>
              <a:gdLst>
                <a:gd name="T0" fmla="*/ 599999969 w 6"/>
                <a:gd name="T1" fmla="*/ 347897529 h 6"/>
                <a:gd name="T2" fmla="*/ 299999985 w 6"/>
                <a:gd name="T3" fmla="*/ 0 h 6"/>
                <a:gd name="T4" fmla="*/ 0 w 6"/>
                <a:gd name="T5" fmla="*/ 347897529 h 6"/>
                <a:gd name="T6" fmla="*/ 299999985 w 6"/>
                <a:gd name="T7" fmla="*/ 684599692 h 6"/>
                <a:gd name="T8" fmla="*/ 599999969 w 6"/>
                <a:gd name="T9" fmla="*/ 347897529 h 6"/>
                <a:gd name="T10" fmla="*/ 399999713 w 6"/>
                <a:gd name="T11" fmla="*/ 347897529 h 6"/>
                <a:gd name="T12" fmla="*/ 299999985 w 6"/>
                <a:gd name="T13" fmla="*/ 460427366 h 6"/>
                <a:gd name="T14" fmla="*/ 199999856 w 6"/>
                <a:gd name="T15" fmla="*/ 347897529 h 6"/>
                <a:gd name="T16" fmla="*/ 299999985 w 6"/>
                <a:gd name="T17" fmla="*/ 224182493 h 6"/>
                <a:gd name="T18" fmla="*/ 399999713 w 6"/>
                <a:gd name="T19" fmla="*/ 347897529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3"/>
                  </a:moveTo>
                  <a:cubicBezTo>
                    <a:pt x="6" y="2"/>
                    <a:pt x="5" y="0"/>
                    <a:pt x="3" y="0"/>
                  </a:cubicBezTo>
                  <a:cubicBezTo>
                    <a:pt x="1" y="0"/>
                    <a:pt x="0" y="2"/>
                    <a:pt x="0" y="3"/>
                  </a:cubicBezTo>
                  <a:cubicBezTo>
                    <a:pt x="0" y="5"/>
                    <a:pt x="1" y="6"/>
                    <a:pt x="3" y="6"/>
                  </a:cubicBezTo>
                  <a:cubicBezTo>
                    <a:pt x="5" y="6"/>
                    <a:pt x="6" y="5"/>
                    <a:pt x="6" y="3"/>
                  </a:cubicBezTo>
                  <a:close/>
                  <a:moveTo>
                    <a:pt x="4" y="3"/>
                  </a:moveTo>
                  <a:cubicBezTo>
                    <a:pt x="4" y="4"/>
                    <a:pt x="3" y="4"/>
                    <a:pt x="3" y="4"/>
                  </a:cubicBezTo>
                  <a:cubicBezTo>
                    <a:pt x="2" y="4"/>
                    <a:pt x="2" y="4"/>
                    <a:pt x="2" y="3"/>
                  </a:cubicBezTo>
                  <a:cubicBezTo>
                    <a:pt x="2" y="3"/>
                    <a:pt x="2" y="2"/>
                    <a:pt x="3" y="2"/>
                  </a:cubicBezTo>
                  <a:cubicBezTo>
                    <a:pt x="3" y="2"/>
                    <a:pt x="4" y="3"/>
                    <a:pt x="4" y="3"/>
                  </a:cubicBezTo>
                  <a:close/>
                </a:path>
              </a:pathLst>
            </a:custGeom>
            <a:solidFill>
              <a:srgbClr val="CDCD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47" name="Oval 93">
              <a:extLst>
                <a:ext uri="{FF2B5EF4-FFF2-40B4-BE49-F238E27FC236}">
                  <a16:creationId xmlns:a16="http://schemas.microsoft.com/office/drawing/2014/main" id="{7625F971-D26B-7D75-4AC5-B72745A2182F}"/>
                </a:ext>
              </a:extLst>
            </p:cNvPr>
            <p:cNvSpPr>
              <a:spLocks noChangeArrowheads="1"/>
            </p:cNvSpPr>
            <p:nvPr/>
          </p:nvSpPr>
          <p:spPr bwMode="auto">
            <a:xfrm>
              <a:off x="4295" y="1498"/>
              <a:ext cx="40" cy="41"/>
            </a:xfrm>
            <a:prstGeom prst="ellipse">
              <a:avLst/>
            </a:prstGeom>
            <a:solidFill>
              <a:srgbClr val="E5E4E4"/>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48" name="Oval 94">
              <a:extLst>
                <a:ext uri="{FF2B5EF4-FFF2-40B4-BE49-F238E27FC236}">
                  <a16:creationId xmlns:a16="http://schemas.microsoft.com/office/drawing/2014/main" id="{FB5F867B-6851-3103-3B1F-AB4E2C57270D}"/>
                </a:ext>
              </a:extLst>
            </p:cNvPr>
            <p:cNvSpPr>
              <a:spLocks noChangeArrowheads="1"/>
            </p:cNvSpPr>
            <p:nvPr/>
          </p:nvSpPr>
          <p:spPr bwMode="auto">
            <a:xfrm>
              <a:off x="4305" y="1508"/>
              <a:ext cx="20" cy="2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6249" name="Rectangle 95">
              <a:extLst>
                <a:ext uri="{FF2B5EF4-FFF2-40B4-BE49-F238E27FC236}">
                  <a16:creationId xmlns:a16="http://schemas.microsoft.com/office/drawing/2014/main" id="{74325B86-4D62-459D-A46E-80132C966383}"/>
                </a:ext>
              </a:extLst>
            </p:cNvPr>
            <p:cNvSpPr>
              <a:spLocks noChangeArrowheads="1"/>
            </p:cNvSpPr>
            <p:nvPr/>
          </p:nvSpPr>
          <p:spPr bwMode="auto">
            <a:xfrm>
              <a:off x="4281" y="1443"/>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0000"/>
                  </a:solidFill>
                  <a:latin typeface="Times New Roman" panose="02020603050405020304" pitchFamily="18" charset="0"/>
                  <a:ea typeface="宋体" panose="02010600030101010101" pitchFamily="2" charset="-122"/>
                </a:rPr>
                <a:t>B</a:t>
              </a:r>
            </a:p>
          </p:txBody>
        </p:sp>
        <p:sp>
          <p:nvSpPr>
            <p:cNvPr id="6250" name="Freeform 96">
              <a:extLst>
                <a:ext uri="{FF2B5EF4-FFF2-40B4-BE49-F238E27FC236}">
                  <a16:creationId xmlns:a16="http://schemas.microsoft.com/office/drawing/2014/main" id="{283F891F-2632-A542-1F35-ACF39A39DD74}"/>
                </a:ext>
              </a:extLst>
            </p:cNvPr>
            <p:cNvSpPr>
              <a:spLocks noEditPoints="1"/>
            </p:cNvSpPr>
            <p:nvPr/>
          </p:nvSpPr>
          <p:spPr bwMode="auto">
            <a:xfrm>
              <a:off x="3026" y="1317"/>
              <a:ext cx="2417" cy="1"/>
            </a:xfrm>
            <a:custGeom>
              <a:avLst/>
              <a:gdLst>
                <a:gd name="T0" fmla="*/ 0 w 240"/>
                <a:gd name="T1" fmla="*/ 0 h 1"/>
                <a:gd name="T2" fmla="*/ 2147483647 w 240"/>
                <a:gd name="T3" fmla="*/ 0 h 1"/>
                <a:gd name="T4" fmla="*/ 2147483647 w 240"/>
                <a:gd name="T5" fmla="*/ 0 h 1"/>
                <a:gd name="T6" fmla="*/ 2147483647 w 240"/>
                <a:gd name="T7" fmla="*/ 0 h 1"/>
                <a:gd name="T8" fmla="*/ 0 60000 65536"/>
                <a:gd name="T9" fmla="*/ 0 60000 65536"/>
                <a:gd name="T10" fmla="*/ 0 60000 65536"/>
                <a:gd name="T11" fmla="*/ 0 60000 65536"/>
                <a:gd name="T12" fmla="*/ 0 w 240"/>
                <a:gd name="T13" fmla="*/ 0 h 1"/>
                <a:gd name="T14" fmla="*/ 240 w 240"/>
                <a:gd name="T15" fmla="*/ 1 h 1"/>
              </a:gdLst>
              <a:ahLst/>
              <a:cxnLst>
                <a:cxn ang="T8">
                  <a:pos x="T0" y="T1"/>
                </a:cxn>
                <a:cxn ang="T9">
                  <a:pos x="T2" y="T3"/>
                </a:cxn>
                <a:cxn ang="T10">
                  <a:pos x="T4" y="T5"/>
                </a:cxn>
                <a:cxn ang="T11">
                  <a:pos x="T6" y="T7"/>
                </a:cxn>
              </a:cxnLst>
              <a:rect l="T12" t="T13" r="T14" b="T15"/>
              <a:pathLst>
                <a:path w="240" h="1">
                  <a:moveTo>
                    <a:pt x="0" y="0"/>
                  </a:moveTo>
                  <a:lnTo>
                    <a:pt x="213" y="0"/>
                  </a:lnTo>
                  <a:moveTo>
                    <a:pt x="213" y="0"/>
                  </a:moveTo>
                  <a:lnTo>
                    <a:pt x="240" y="0"/>
                  </a:lnTo>
                </a:path>
              </a:pathLst>
            </a:custGeom>
            <a:noFill/>
            <a:ln w="28575">
              <a:solidFill>
                <a:srgbClr val="FFFF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51" name="Freeform 97">
              <a:extLst>
                <a:ext uri="{FF2B5EF4-FFF2-40B4-BE49-F238E27FC236}">
                  <a16:creationId xmlns:a16="http://schemas.microsoft.com/office/drawing/2014/main" id="{FEF0CBF7-1B98-00CB-8D8B-76933FF4987C}"/>
                </a:ext>
              </a:extLst>
            </p:cNvPr>
            <p:cNvSpPr>
              <a:spLocks/>
            </p:cNvSpPr>
            <p:nvPr/>
          </p:nvSpPr>
          <p:spPr bwMode="auto">
            <a:xfrm>
              <a:off x="5136" y="1282"/>
              <a:ext cx="127" cy="67"/>
            </a:xfrm>
            <a:custGeom>
              <a:avLst/>
              <a:gdLst>
                <a:gd name="T0" fmla="*/ 127 w 127"/>
                <a:gd name="T1" fmla="*/ 38 h 67"/>
                <a:gd name="T2" fmla="*/ 2 w 127"/>
                <a:gd name="T3" fmla="*/ 0 h 67"/>
                <a:gd name="T4" fmla="*/ 0 w 127"/>
                <a:gd name="T5" fmla="*/ 67 h 67"/>
                <a:gd name="T6" fmla="*/ 127 w 127"/>
                <a:gd name="T7" fmla="*/ 38 h 67"/>
                <a:gd name="T8" fmla="*/ 0 60000 65536"/>
                <a:gd name="T9" fmla="*/ 0 60000 65536"/>
                <a:gd name="T10" fmla="*/ 0 60000 65536"/>
                <a:gd name="T11" fmla="*/ 0 60000 65536"/>
                <a:gd name="T12" fmla="*/ 0 w 127"/>
                <a:gd name="T13" fmla="*/ 0 h 67"/>
                <a:gd name="T14" fmla="*/ 127 w 127"/>
                <a:gd name="T15" fmla="*/ 67 h 67"/>
              </a:gdLst>
              <a:ahLst/>
              <a:cxnLst>
                <a:cxn ang="T8">
                  <a:pos x="T0" y="T1"/>
                </a:cxn>
                <a:cxn ang="T9">
                  <a:pos x="T2" y="T3"/>
                </a:cxn>
                <a:cxn ang="T10">
                  <a:pos x="T4" y="T5"/>
                </a:cxn>
                <a:cxn ang="T11">
                  <a:pos x="T6" y="T7"/>
                </a:cxn>
              </a:cxnLst>
              <a:rect l="T12" t="T13" r="T14" b="T15"/>
              <a:pathLst>
                <a:path w="127" h="67">
                  <a:moveTo>
                    <a:pt x="127" y="38"/>
                  </a:moveTo>
                  <a:lnTo>
                    <a:pt x="2" y="0"/>
                  </a:lnTo>
                  <a:lnTo>
                    <a:pt x="0" y="67"/>
                  </a:lnTo>
                  <a:lnTo>
                    <a:pt x="127"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2" name="Freeform 98">
              <a:extLst>
                <a:ext uri="{FF2B5EF4-FFF2-40B4-BE49-F238E27FC236}">
                  <a16:creationId xmlns:a16="http://schemas.microsoft.com/office/drawing/2014/main" id="{62009CC2-1A32-845F-A89D-3193CF4874E7}"/>
                </a:ext>
              </a:extLst>
            </p:cNvPr>
            <p:cNvSpPr>
              <a:spLocks/>
            </p:cNvSpPr>
            <p:nvPr/>
          </p:nvSpPr>
          <p:spPr bwMode="auto">
            <a:xfrm>
              <a:off x="5400" y="1286"/>
              <a:ext cx="94" cy="58"/>
            </a:xfrm>
            <a:custGeom>
              <a:avLst/>
              <a:gdLst>
                <a:gd name="T0" fmla="*/ 94 w 94"/>
                <a:gd name="T1" fmla="*/ 31 h 58"/>
                <a:gd name="T2" fmla="*/ 2 w 94"/>
                <a:gd name="T3" fmla="*/ 0 h 58"/>
                <a:gd name="T4" fmla="*/ 0 w 94"/>
                <a:gd name="T5" fmla="*/ 58 h 58"/>
                <a:gd name="T6" fmla="*/ 94 w 94"/>
                <a:gd name="T7" fmla="*/ 31 h 58"/>
                <a:gd name="T8" fmla="*/ 0 60000 65536"/>
                <a:gd name="T9" fmla="*/ 0 60000 65536"/>
                <a:gd name="T10" fmla="*/ 0 60000 65536"/>
                <a:gd name="T11" fmla="*/ 0 60000 65536"/>
                <a:gd name="T12" fmla="*/ 0 w 94"/>
                <a:gd name="T13" fmla="*/ 0 h 58"/>
                <a:gd name="T14" fmla="*/ 94 w 94"/>
                <a:gd name="T15" fmla="*/ 58 h 58"/>
              </a:gdLst>
              <a:ahLst/>
              <a:cxnLst>
                <a:cxn ang="T8">
                  <a:pos x="T0" y="T1"/>
                </a:cxn>
                <a:cxn ang="T9">
                  <a:pos x="T2" y="T3"/>
                </a:cxn>
                <a:cxn ang="T10">
                  <a:pos x="T4" y="T5"/>
                </a:cxn>
                <a:cxn ang="T11">
                  <a:pos x="T6" y="T7"/>
                </a:cxn>
              </a:cxnLst>
              <a:rect l="T12" t="T13" r="T14" b="T15"/>
              <a:pathLst>
                <a:path w="94" h="58">
                  <a:moveTo>
                    <a:pt x="94" y="31"/>
                  </a:moveTo>
                  <a:lnTo>
                    <a:pt x="2" y="0"/>
                  </a:lnTo>
                  <a:lnTo>
                    <a:pt x="0" y="58"/>
                  </a:lnTo>
                  <a:lnTo>
                    <a:pt x="94"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53" name="Rectangle 99">
              <a:extLst>
                <a:ext uri="{FF2B5EF4-FFF2-40B4-BE49-F238E27FC236}">
                  <a16:creationId xmlns:a16="http://schemas.microsoft.com/office/drawing/2014/main" id="{E83E50E1-1549-537D-F4CE-FD9A431EAF74}"/>
                </a:ext>
              </a:extLst>
            </p:cNvPr>
            <p:cNvSpPr>
              <a:spLocks noChangeArrowheads="1"/>
            </p:cNvSpPr>
            <p:nvPr/>
          </p:nvSpPr>
          <p:spPr bwMode="auto">
            <a:xfrm>
              <a:off x="5137" y="1324"/>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x</a:t>
              </a:r>
            </a:p>
          </p:txBody>
        </p:sp>
        <p:sp>
          <p:nvSpPr>
            <p:cNvPr id="6254" name="Rectangle 100">
              <a:extLst>
                <a:ext uri="{FF2B5EF4-FFF2-40B4-BE49-F238E27FC236}">
                  <a16:creationId xmlns:a16="http://schemas.microsoft.com/office/drawing/2014/main" id="{C28FDD62-8F13-A7F0-6498-31A2DF237F8B}"/>
                </a:ext>
              </a:extLst>
            </p:cNvPr>
            <p:cNvSpPr>
              <a:spLocks noChangeArrowheads="1"/>
            </p:cNvSpPr>
            <p:nvPr/>
          </p:nvSpPr>
          <p:spPr bwMode="auto">
            <a:xfrm>
              <a:off x="5385" y="1340"/>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i="1">
                  <a:solidFill>
                    <a:srgbClr val="FFCC00"/>
                  </a:solidFill>
                  <a:latin typeface="Times New Roman" panose="02020603050405020304" pitchFamily="18" charset="0"/>
                  <a:ea typeface="宋体" panose="02010600030101010101" pitchFamily="2" charset="-122"/>
                </a:rPr>
                <a:t>x'</a:t>
              </a:r>
            </a:p>
          </p:txBody>
        </p:sp>
        <p:sp>
          <p:nvSpPr>
            <p:cNvPr id="6255" name="Line 101">
              <a:extLst>
                <a:ext uri="{FF2B5EF4-FFF2-40B4-BE49-F238E27FC236}">
                  <a16:creationId xmlns:a16="http://schemas.microsoft.com/office/drawing/2014/main" id="{0B3052DA-99A1-D690-84EE-898D274DCB8A}"/>
                </a:ext>
              </a:extLst>
            </p:cNvPr>
            <p:cNvSpPr>
              <a:spLocks noChangeShapeType="1"/>
            </p:cNvSpPr>
            <p:nvPr/>
          </p:nvSpPr>
          <p:spPr bwMode="auto">
            <a:xfrm>
              <a:off x="4513" y="709"/>
              <a:ext cx="0" cy="1179"/>
            </a:xfrm>
            <a:prstGeom prst="line">
              <a:avLst/>
            </a:prstGeom>
            <a:noFill/>
            <a:ln w="2857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82119" name="Rectangle 103">
            <a:extLst>
              <a:ext uri="{FF2B5EF4-FFF2-40B4-BE49-F238E27FC236}">
                <a16:creationId xmlns:a16="http://schemas.microsoft.com/office/drawing/2014/main" id="{D6BB4FDA-0616-AB6E-3A77-1A2E2E809BF7}"/>
              </a:ext>
            </a:extLst>
          </p:cNvPr>
          <p:cNvSpPr>
            <a:spLocks noChangeArrowheads="1"/>
          </p:cNvSpPr>
          <p:nvPr/>
        </p:nvSpPr>
        <p:spPr bwMode="auto">
          <a:xfrm>
            <a:off x="600075" y="1587500"/>
            <a:ext cx="3603625" cy="461963"/>
          </a:xfrm>
          <a:prstGeom prst="rect">
            <a:avLst/>
          </a:prstGeom>
          <a:noFill/>
          <a:ln w="28575" algn="ctr">
            <a:noFill/>
            <a:miter lim="800000"/>
            <a:headEnd/>
            <a:tailEnd/>
          </a:ln>
          <a:effectLst/>
        </p:spPr>
        <p:txBody>
          <a:bodyPr wrap="none">
            <a:spAutoFit/>
          </a:bodyPr>
          <a:lstStyle/>
          <a:p>
            <a:pPr algn="l" eaLnBrk="1" hangingPunct="1">
              <a:lnSpc>
                <a:spcPct val="100000"/>
              </a:lnSpc>
              <a:spcBef>
                <a:spcPct val="50000"/>
              </a:spcBef>
              <a:buClrTx/>
              <a:buFontTx/>
              <a:buNone/>
              <a:defRPr/>
            </a:pPr>
            <a:r>
              <a:rPr kumimoji="1" lang="en-US" altLang="zh-CN" dirty="0">
                <a:solidFill>
                  <a:srgbClr val="FFCC66"/>
                </a:solidFill>
                <a:effectLst>
                  <a:outerShdw blurRad="38100" dist="38100" dir="2700000" algn="tl">
                    <a:srgbClr val="000000"/>
                  </a:outerShdw>
                </a:effectLst>
                <a:latin typeface="Times New Roman" pitchFamily="18" charset="0"/>
              </a:rPr>
              <a:t>S</a:t>
            </a:r>
            <a:r>
              <a:rPr kumimoji="1" lang="en-US" altLang="zh-CN" i="1" dirty="0">
                <a:solidFill>
                  <a:srgbClr val="FFCC66"/>
                </a:solidFill>
                <a:effectLst>
                  <a:outerShdw blurRad="38100" dist="38100" dir="2700000" algn="tl">
                    <a:srgbClr val="000000"/>
                  </a:outerShdw>
                </a:effectLst>
                <a:latin typeface="Times New Roman" pitchFamily="18" charset="0"/>
                <a:sym typeface="Symbol" pitchFamily="18" charset="2"/>
              </a:rPr>
              <a:t> </a:t>
            </a:r>
            <a:r>
              <a:rPr kumimoji="1" lang="zh-CN" altLang="en-US" dirty="0">
                <a:effectLst>
                  <a:outerShdw blurRad="38100" dist="38100" dir="2700000" algn="tl">
                    <a:srgbClr val="000000"/>
                  </a:outerShdw>
                </a:effectLst>
              </a:rPr>
              <a:t>系中</a:t>
            </a:r>
            <a:r>
              <a:rPr lang="zh-CN" altLang="en-US" dirty="0"/>
              <a:t>满足动量守恒定律</a:t>
            </a:r>
          </a:p>
        </p:txBody>
      </p:sp>
      <p:sp>
        <p:nvSpPr>
          <p:cNvPr id="982124" name="Rectangle 108">
            <a:extLst>
              <a:ext uri="{FF2B5EF4-FFF2-40B4-BE49-F238E27FC236}">
                <a16:creationId xmlns:a16="http://schemas.microsoft.com/office/drawing/2014/main" id="{AA3A3EB7-8126-9B9F-FCE9-15A5F417FBF0}"/>
              </a:ext>
            </a:extLst>
          </p:cNvPr>
          <p:cNvSpPr>
            <a:spLocks noChangeArrowheads="1"/>
          </p:cNvSpPr>
          <p:nvPr/>
        </p:nvSpPr>
        <p:spPr bwMode="auto">
          <a:xfrm>
            <a:off x="217488" y="2159000"/>
            <a:ext cx="89265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a:solidFill>
                  <a:srgbClr val="FFCC66"/>
                </a:solidFill>
              </a:rPr>
              <a:t>S</a:t>
            </a:r>
            <a:r>
              <a:rPr lang="en-US" altLang="zh-CN">
                <a:solidFill>
                  <a:srgbClr val="FFCC66"/>
                </a:solidFill>
                <a:sym typeface="Symbol" panose="05050102010706020507" pitchFamily="18" charset="2"/>
              </a:rPr>
              <a:t></a:t>
            </a:r>
            <a:r>
              <a:rPr lang="zh-CN" altLang="en-US">
                <a:sym typeface="Symbol" panose="05050102010706020507" pitchFamily="18" charset="2"/>
              </a:rPr>
              <a:t>系相于</a:t>
            </a:r>
            <a:r>
              <a:rPr lang="en-US" altLang="zh-CN">
                <a:solidFill>
                  <a:srgbClr val="FFCC66"/>
                </a:solidFill>
                <a:sym typeface="Symbol" panose="05050102010706020507" pitchFamily="18" charset="2"/>
              </a:rPr>
              <a:t>S</a:t>
            </a:r>
            <a:r>
              <a:rPr lang="zh-CN" altLang="en-US">
                <a:sym typeface="Symbol" panose="05050102010706020507" pitchFamily="18" charset="2"/>
              </a:rPr>
              <a:t>系以速度</a:t>
            </a:r>
            <a:r>
              <a:rPr lang="en-US" altLang="zh-CN" i="1">
                <a:solidFill>
                  <a:srgbClr val="FFCC66"/>
                </a:solidFill>
                <a:latin typeface="Times New Roman" panose="02020603050405020304" pitchFamily="18" charset="0"/>
                <a:sym typeface="Symbol" panose="05050102010706020507" pitchFamily="18" charset="2"/>
              </a:rPr>
              <a:t>u</a:t>
            </a:r>
            <a:r>
              <a:rPr lang="zh-CN" altLang="en-US">
                <a:sym typeface="Symbol" panose="05050102010706020507" pitchFamily="18" charset="2"/>
              </a:rPr>
              <a:t>沿</a:t>
            </a:r>
            <a:r>
              <a:rPr lang="en-US" altLang="zh-CN" i="1">
                <a:solidFill>
                  <a:srgbClr val="FFCC66"/>
                </a:solidFill>
                <a:latin typeface="Times New Roman" panose="02020603050405020304" pitchFamily="18" charset="0"/>
                <a:sym typeface="Symbol" panose="05050102010706020507" pitchFamily="18" charset="2"/>
              </a:rPr>
              <a:t>x</a:t>
            </a:r>
            <a:r>
              <a:rPr lang="zh-CN" altLang="en-US">
                <a:sym typeface="Symbol" panose="05050102010706020507" pitchFamily="18" charset="2"/>
              </a:rPr>
              <a:t>轴正向作匀速直线运动，</a:t>
            </a:r>
            <a:r>
              <a:rPr lang="en-US" altLang="zh-CN">
                <a:solidFill>
                  <a:srgbClr val="FFCC66"/>
                </a:solidFill>
                <a:sym typeface="Symbol" panose="05050102010706020507" pitchFamily="18" charset="2"/>
              </a:rPr>
              <a:t>S</a:t>
            </a:r>
            <a:r>
              <a:rPr lang="zh-CN" altLang="en-US">
                <a:sym typeface="Symbol" panose="05050102010706020507" pitchFamily="18" charset="2"/>
              </a:rPr>
              <a:t>系看来，</a:t>
            </a:r>
            <a:r>
              <a:rPr lang="en-US" altLang="zh-CN" i="1">
                <a:solidFill>
                  <a:srgbClr val="FFCC66"/>
                </a:solidFill>
                <a:latin typeface="Times New Roman" panose="02020603050405020304" pitchFamily="18" charset="0"/>
                <a:sym typeface="Symbol" panose="05050102010706020507" pitchFamily="18" charset="2"/>
              </a:rPr>
              <a:t>m</a:t>
            </a:r>
            <a:r>
              <a:rPr lang="en-US" altLang="zh-CN" baseline="-25000">
                <a:solidFill>
                  <a:srgbClr val="FFCC66"/>
                </a:solidFill>
                <a:sym typeface="Symbol" panose="05050102010706020507" pitchFamily="18" charset="2"/>
              </a:rPr>
              <a:t>B</a:t>
            </a:r>
            <a:r>
              <a:rPr lang="zh-CN" altLang="en-US">
                <a:sym typeface="Symbol" panose="05050102010706020507" pitchFamily="18" charset="2"/>
              </a:rPr>
              <a:t>是静止的，此时若保持质量不变，在</a:t>
            </a:r>
            <a:r>
              <a:rPr lang="zh-CN" altLang="en-US"/>
              <a:t>洛伦兹变换下</a:t>
            </a:r>
            <a:r>
              <a:rPr lang="zh-CN" altLang="en-US">
                <a:sym typeface="Symbol" panose="05050102010706020507" pitchFamily="18" charset="2"/>
              </a:rPr>
              <a:t>则动量不守恒</a:t>
            </a:r>
          </a:p>
        </p:txBody>
      </p:sp>
      <p:sp>
        <p:nvSpPr>
          <p:cNvPr id="111" name="Rectangle 4">
            <a:extLst>
              <a:ext uri="{FF2B5EF4-FFF2-40B4-BE49-F238E27FC236}">
                <a16:creationId xmlns:a16="http://schemas.microsoft.com/office/drawing/2014/main" id="{A341F3CF-EE9B-66D2-85DC-3F8F1C283F5D}"/>
              </a:ext>
            </a:extLst>
          </p:cNvPr>
          <p:cNvSpPr>
            <a:spLocks noChangeArrowheads="1"/>
          </p:cNvSpPr>
          <p:nvPr/>
        </p:nvSpPr>
        <p:spPr bwMode="auto">
          <a:xfrm>
            <a:off x="355600" y="3028950"/>
            <a:ext cx="820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要保持动量守恒定律成立，质量应是与速度有关的相对量。</a:t>
            </a:r>
          </a:p>
        </p:txBody>
      </p:sp>
      <p:graphicFrame>
        <p:nvGraphicFramePr>
          <p:cNvPr id="112" name="Object 5">
            <a:extLst>
              <a:ext uri="{FF2B5EF4-FFF2-40B4-BE49-F238E27FC236}">
                <a16:creationId xmlns:a16="http://schemas.microsoft.com/office/drawing/2014/main" id="{9E53AEC3-1F79-6381-2513-591E17B376A0}"/>
              </a:ext>
            </a:extLst>
          </p:cNvPr>
          <p:cNvGraphicFramePr>
            <a:graphicFrameLocks noChangeAspect="1"/>
          </p:cNvGraphicFramePr>
          <p:nvPr/>
        </p:nvGraphicFramePr>
        <p:xfrm>
          <a:off x="2065338" y="4200525"/>
          <a:ext cx="2292350" cy="381000"/>
        </p:xfrm>
        <a:graphic>
          <a:graphicData uri="http://schemas.openxmlformats.org/presentationml/2006/ole">
            <mc:AlternateContent xmlns:mc="http://schemas.openxmlformats.org/markup-compatibility/2006">
              <mc:Choice xmlns:v="urn:schemas-microsoft-com:vml" Requires="v">
                <p:oleObj name="公式" r:id="rId2" imgW="2286000" imgH="380880" progId="Equation.3">
                  <p:embed/>
                </p:oleObj>
              </mc:Choice>
              <mc:Fallback>
                <p:oleObj name="公式" r:id="rId2" imgW="2286000" imgH="380880" progId="Equation.3">
                  <p:embed/>
                  <p:pic>
                    <p:nvPicPr>
                      <p:cNvPr id="112" name="Object 5">
                        <a:extLst>
                          <a:ext uri="{FF2B5EF4-FFF2-40B4-BE49-F238E27FC236}">
                            <a16:creationId xmlns:a16="http://schemas.microsoft.com/office/drawing/2014/main" id="{9E53AEC3-1F79-6381-2513-591E17B37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338" y="4200525"/>
                        <a:ext cx="22923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 name="Object 6">
            <a:extLst>
              <a:ext uri="{FF2B5EF4-FFF2-40B4-BE49-F238E27FC236}">
                <a16:creationId xmlns:a16="http://schemas.microsoft.com/office/drawing/2014/main" id="{653D8961-0A3C-D6D8-CC50-EB2548715533}"/>
              </a:ext>
            </a:extLst>
          </p:cNvPr>
          <p:cNvGraphicFramePr>
            <a:graphicFrameLocks noChangeAspect="1"/>
          </p:cNvGraphicFramePr>
          <p:nvPr/>
        </p:nvGraphicFramePr>
        <p:xfrm>
          <a:off x="2114550" y="4700588"/>
          <a:ext cx="4292600" cy="381000"/>
        </p:xfrm>
        <a:graphic>
          <a:graphicData uri="http://schemas.openxmlformats.org/presentationml/2006/ole">
            <mc:AlternateContent xmlns:mc="http://schemas.openxmlformats.org/markup-compatibility/2006">
              <mc:Choice xmlns:v="urn:schemas-microsoft-com:vml" Requires="v">
                <p:oleObj name="公式" r:id="rId4" imgW="4292280" imgH="380880" progId="Equation.3">
                  <p:embed/>
                </p:oleObj>
              </mc:Choice>
              <mc:Fallback>
                <p:oleObj name="公式" r:id="rId4" imgW="4292280" imgH="380880" progId="Equation.3">
                  <p:embed/>
                  <p:pic>
                    <p:nvPicPr>
                      <p:cNvPr id="113" name="Object 6">
                        <a:extLst>
                          <a:ext uri="{FF2B5EF4-FFF2-40B4-BE49-F238E27FC236}">
                            <a16:creationId xmlns:a16="http://schemas.microsoft.com/office/drawing/2014/main" id="{653D8961-0A3C-D6D8-CC50-EB25487155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4550" y="4700588"/>
                        <a:ext cx="4292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 name="Rectangle 7">
            <a:extLst>
              <a:ext uri="{FF2B5EF4-FFF2-40B4-BE49-F238E27FC236}">
                <a16:creationId xmlns:a16="http://schemas.microsoft.com/office/drawing/2014/main" id="{1B519043-2B6C-90AC-F56B-1C107B7C35EA}"/>
              </a:ext>
            </a:extLst>
          </p:cNvPr>
          <p:cNvSpPr>
            <a:spLocks noChangeArrowheads="1"/>
          </p:cNvSpPr>
          <p:nvPr/>
        </p:nvSpPr>
        <p:spPr bwMode="auto">
          <a:xfrm>
            <a:off x="355600" y="5033963"/>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式中</a:t>
            </a:r>
            <a:r>
              <a:rPr lang="en-US" altLang="zh-CN" i="1">
                <a:solidFill>
                  <a:srgbClr val="FFCC66"/>
                </a:solidFill>
                <a:latin typeface="Times New Roman" panose="02020603050405020304" pitchFamily="18" charset="0"/>
              </a:rPr>
              <a:t>m</a:t>
            </a:r>
            <a:r>
              <a:rPr lang="en-US" altLang="zh-CN" baseline="-25000">
                <a:solidFill>
                  <a:srgbClr val="FFCC66"/>
                </a:solidFill>
                <a:latin typeface="Times New Roman" panose="02020603050405020304" pitchFamily="18" charset="0"/>
              </a:rPr>
              <a:t>T</a:t>
            </a:r>
            <a:r>
              <a:rPr lang="en-US" altLang="zh-CN">
                <a:solidFill>
                  <a:srgbClr val="FFCC66"/>
                </a:solidFill>
                <a:latin typeface="Times New Roman" panose="02020603050405020304" pitchFamily="18" charset="0"/>
              </a:rPr>
              <a:t>(</a:t>
            </a:r>
            <a:r>
              <a:rPr lang="en-US" altLang="zh-CN" i="1">
                <a:solidFill>
                  <a:srgbClr val="FFCC66"/>
                </a:solidFill>
                <a:latin typeface="Times New Roman" panose="02020603050405020304" pitchFamily="18" charset="0"/>
              </a:rPr>
              <a:t>u</a:t>
            </a:r>
            <a:r>
              <a:rPr lang="en-US" altLang="zh-CN">
                <a:solidFill>
                  <a:srgbClr val="FFCC66"/>
                </a:solidFill>
                <a:latin typeface="Times New Roman" panose="02020603050405020304" pitchFamily="18" charset="0"/>
              </a:rPr>
              <a:t>)</a:t>
            </a:r>
            <a:r>
              <a:rPr lang="zh-CN" altLang="en-US"/>
              <a:t>为碰撞后复合粒子的质量，</a:t>
            </a:r>
            <a:r>
              <a:rPr lang="en-US" altLang="zh-CN" i="1">
                <a:solidFill>
                  <a:srgbClr val="FFCC66"/>
                </a:solidFill>
                <a:latin typeface="Times New Roman" panose="02020603050405020304" pitchFamily="18" charset="0"/>
              </a:rPr>
              <a:t>u</a:t>
            </a:r>
            <a:r>
              <a:rPr lang="zh-CN" altLang="en-US"/>
              <a:t>为其速度，所以</a:t>
            </a:r>
          </a:p>
        </p:txBody>
      </p:sp>
      <p:graphicFrame>
        <p:nvGraphicFramePr>
          <p:cNvPr id="115" name="Object 8">
            <a:extLst>
              <a:ext uri="{FF2B5EF4-FFF2-40B4-BE49-F238E27FC236}">
                <a16:creationId xmlns:a16="http://schemas.microsoft.com/office/drawing/2014/main" id="{34E15F10-36AE-F197-4CC3-1DF6166817B3}"/>
              </a:ext>
            </a:extLst>
          </p:cNvPr>
          <p:cNvGraphicFramePr>
            <a:graphicFrameLocks noChangeAspect="1"/>
          </p:cNvGraphicFramePr>
          <p:nvPr/>
        </p:nvGraphicFramePr>
        <p:xfrm>
          <a:off x="2408238" y="5441950"/>
          <a:ext cx="2438400" cy="1104900"/>
        </p:xfrm>
        <a:graphic>
          <a:graphicData uri="http://schemas.openxmlformats.org/presentationml/2006/ole">
            <mc:AlternateContent xmlns:mc="http://schemas.openxmlformats.org/markup-compatibility/2006">
              <mc:Choice xmlns:v="urn:schemas-microsoft-com:vml" Requires="v">
                <p:oleObj name="公式" r:id="rId6" imgW="2438280" imgH="1104840" progId="Equation.3">
                  <p:embed/>
                </p:oleObj>
              </mc:Choice>
              <mc:Fallback>
                <p:oleObj name="公式" r:id="rId6" imgW="2438280" imgH="1104840" progId="Equation.3">
                  <p:embed/>
                  <p:pic>
                    <p:nvPicPr>
                      <p:cNvPr id="115" name="Object 8">
                        <a:extLst>
                          <a:ext uri="{FF2B5EF4-FFF2-40B4-BE49-F238E27FC236}">
                            <a16:creationId xmlns:a16="http://schemas.microsoft.com/office/drawing/2014/main" id="{34E15F10-36AE-F197-4CC3-1DF6166817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8238" y="5441950"/>
                        <a:ext cx="24384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 name="Rectangle 9">
            <a:extLst>
              <a:ext uri="{FF2B5EF4-FFF2-40B4-BE49-F238E27FC236}">
                <a16:creationId xmlns:a16="http://schemas.microsoft.com/office/drawing/2014/main" id="{AEF3E13E-9052-ECC1-72E2-7F1D5405A693}"/>
              </a:ext>
            </a:extLst>
          </p:cNvPr>
          <p:cNvSpPr>
            <a:spLocks noChangeArrowheads="1"/>
          </p:cNvSpPr>
          <p:nvPr/>
        </p:nvSpPr>
        <p:spPr bwMode="auto">
          <a:xfrm>
            <a:off x="355600" y="3605213"/>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solidFill>
                  <a:srgbClr val="00FFFF"/>
                </a:solidFill>
              </a:rPr>
              <a:t>定义：</a:t>
            </a:r>
            <a:r>
              <a:rPr lang="zh-CN" altLang="en-US">
                <a:solidFill>
                  <a:srgbClr val="00FF00"/>
                </a:solidFill>
              </a:rPr>
              <a:t> </a:t>
            </a:r>
            <a:r>
              <a:rPr lang="en-US" altLang="zh-CN" i="1">
                <a:solidFill>
                  <a:srgbClr val="FFCC66"/>
                </a:solidFill>
                <a:latin typeface="Times New Roman" panose="02020603050405020304" pitchFamily="18" charset="0"/>
              </a:rPr>
              <a:t>m</a:t>
            </a:r>
            <a:r>
              <a:rPr lang="en-US" altLang="zh-CN">
                <a:solidFill>
                  <a:srgbClr val="FFCC66"/>
                </a:solidFill>
              </a:rPr>
              <a:t>=</a:t>
            </a:r>
            <a:r>
              <a:rPr lang="en-US" altLang="zh-CN" i="1">
                <a:solidFill>
                  <a:srgbClr val="FFCC66"/>
                </a:solidFill>
                <a:latin typeface="Times New Roman" panose="02020603050405020304" pitchFamily="18" charset="0"/>
              </a:rPr>
              <a:t>m</a:t>
            </a:r>
            <a:r>
              <a:rPr lang="en-US" altLang="zh-CN">
                <a:solidFill>
                  <a:srgbClr val="FFCC66"/>
                </a:solidFill>
              </a:rPr>
              <a:t>(</a:t>
            </a:r>
            <a:r>
              <a:rPr lang="en-US" altLang="zh-CN" b="0" i="1">
                <a:solidFill>
                  <a:srgbClr val="FFCC66"/>
                </a:solidFill>
                <a:latin typeface="Bookman Old Style" panose="02050604050505020204" pitchFamily="18" charset="0"/>
              </a:rPr>
              <a:t>v</a:t>
            </a:r>
            <a:r>
              <a:rPr lang="en-US" altLang="zh-CN">
                <a:solidFill>
                  <a:srgbClr val="FFCC66"/>
                </a:solidFill>
              </a:rPr>
              <a:t>)</a:t>
            </a:r>
            <a:r>
              <a:rPr lang="zh-CN" altLang="en-US">
                <a:solidFill>
                  <a:srgbClr val="FFCC66"/>
                </a:solidFill>
              </a:rPr>
              <a:t>；</a:t>
            </a:r>
            <a:r>
              <a:rPr lang="en-US" altLang="zh-CN" b="0" i="1">
                <a:solidFill>
                  <a:srgbClr val="FFCC66"/>
                </a:solidFill>
                <a:latin typeface="Bookman Old Style" panose="02050604050505020204" pitchFamily="18" charset="0"/>
              </a:rPr>
              <a:t>v</a:t>
            </a:r>
            <a:r>
              <a:rPr lang="en-US" altLang="zh-CN" i="1">
                <a:solidFill>
                  <a:srgbClr val="FFCC66"/>
                </a:solidFill>
                <a:latin typeface="Bookman Old Style" panose="02050604050505020204" pitchFamily="18" charset="0"/>
              </a:rPr>
              <a:t> </a:t>
            </a:r>
            <a:r>
              <a:rPr lang="en-US" altLang="zh-CN">
                <a:solidFill>
                  <a:srgbClr val="FFCC66"/>
                </a:solidFill>
              </a:rPr>
              <a:t>=0</a:t>
            </a:r>
            <a:r>
              <a:rPr lang="zh-CN" altLang="en-US"/>
              <a:t>时，</a:t>
            </a:r>
            <a:r>
              <a:rPr lang="en-US" altLang="zh-CN" i="1">
                <a:solidFill>
                  <a:srgbClr val="FFCC66"/>
                </a:solidFill>
                <a:latin typeface="Times New Roman" panose="02020603050405020304" pitchFamily="18" charset="0"/>
              </a:rPr>
              <a:t>m</a:t>
            </a:r>
            <a:r>
              <a:rPr lang="en-US" altLang="zh-CN" baseline="-25000">
                <a:solidFill>
                  <a:srgbClr val="FFCC66"/>
                </a:solidFill>
              </a:rPr>
              <a:t>0</a:t>
            </a:r>
            <a:r>
              <a:rPr lang="en-US" altLang="zh-CN">
                <a:solidFill>
                  <a:srgbClr val="FFCC66"/>
                </a:solidFill>
              </a:rPr>
              <a:t>=</a:t>
            </a:r>
            <a:r>
              <a:rPr lang="en-US" altLang="zh-CN" i="1">
                <a:solidFill>
                  <a:srgbClr val="FFCC66"/>
                </a:solidFill>
                <a:latin typeface="Times New Roman" panose="02020603050405020304" pitchFamily="18" charset="0"/>
              </a:rPr>
              <a:t>m</a:t>
            </a:r>
            <a:r>
              <a:rPr lang="en-US" altLang="zh-CN">
                <a:solidFill>
                  <a:srgbClr val="FFCC66"/>
                </a:solidFill>
              </a:rPr>
              <a:t>(0),</a:t>
            </a:r>
            <a:r>
              <a:rPr lang="en-US" altLang="zh-CN" i="1">
                <a:solidFill>
                  <a:srgbClr val="FFCC66"/>
                </a:solidFill>
                <a:latin typeface="Times New Roman" panose="02020603050405020304" pitchFamily="18" charset="0"/>
              </a:rPr>
              <a:t> </a:t>
            </a:r>
            <a:r>
              <a:rPr lang="zh-CN" altLang="en-US"/>
              <a:t>静止质量。</a:t>
            </a:r>
          </a:p>
        </p:txBody>
      </p:sp>
      <p:sp>
        <p:nvSpPr>
          <p:cNvPr id="117" name="Rectangle 10">
            <a:extLst>
              <a:ext uri="{FF2B5EF4-FFF2-40B4-BE49-F238E27FC236}">
                <a16:creationId xmlns:a16="http://schemas.microsoft.com/office/drawing/2014/main" id="{BE11B448-4565-61AA-2132-E5FB3C79B769}"/>
              </a:ext>
            </a:extLst>
          </p:cNvPr>
          <p:cNvSpPr>
            <a:spLocks noChangeArrowheads="1"/>
          </p:cNvSpPr>
          <p:nvPr/>
        </p:nvSpPr>
        <p:spPr bwMode="auto">
          <a:xfrm>
            <a:off x="406400" y="40957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t>质量守恒</a:t>
            </a:r>
          </a:p>
        </p:txBody>
      </p:sp>
      <p:sp>
        <p:nvSpPr>
          <p:cNvPr id="118" name="Rectangle 11">
            <a:extLst>
              <a:ext uri="{FF2B5EF4-FFF2-40B4-BE49-F238E27FC236}">
                <a16:creationId xmlns:a16="http://schemas.microsoft.com/office/drawing/2014/main" id="{670455BB-32D9-0D68-5BBD-406F22EE1FCA}"/>
              </a:ext>
            </a:extLst>
          </p:cNvPr>
          <p:cNvSpPr>
            <a:spLocks noChangeArrowheads="1"/>
          </p:cNvSpPr>
          <p:nvPr/>
        </p:nvSpPr>
        <p:spPr bwMode="auto">
          <a:xfrm>
            <a:off x="423863" y="45751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t>动量守恒</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82018"/>
                                        </p:tgtEl>
                                        <p:attrNameLst>
                                          <p:attrName>style.visibility</p:attrName>
                                        </p:attrNameLst>
                                      </p:cBhvr>
                                      <p:to>
                                        <p:strVal val="visible"/>
                                      </p:to>
                                    </p:set>
                                    <p:animEffect transition="in" filter="wipe(left)">
                                      <p:cBhvr>
                                        <p:cTn id="7" dur="500"/>
                                        <p:tgtEl>
                                          <p:spTgt spid="982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2019"/>
                                        </p:tgtEl>
                                        <p:attrNameLst>
                                          <p:attrName>style.visibility</p:attrName>
                                        </p:attrNameLst>
                                      </p:cBhvr>
                                      <p:to>
                                        <p:strVal val="visible"/>
                                      </p:to>
                                    </p:set>
                                    <p:animEffect transition="in" filter="wipe(left)">
                                      <p:cBhvr>
                                        <p:cTn id="12" dur="500"/>
                                        <p:tgtEl>
                                          <p:spTgt spid="982019"/>
                                        </p:tgtEl>
                                      </p:cBhvr>
                                    </p:animEffect>
                                  </p:childTnLst>
                                </p:cTn>
                              </p:par>
                            </p:childTnLst>
                          </p:cTn>
                        </p:par>
                        <p:par>
                          <p:cTn id="13" fill="hold" nodeType="afterGroup">
                            <p:stCondLst>
                              <p:cond delay="500"/>
                            </p:stCondLst>
                            <p:childTnLst>
                              <p:par>
                                <p:cTn id="14" presetID="14"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randombar(horizontal)">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82119"/>
                                        </p:tgtEl>
                                        <p:attrNameLst>
                                          <p:attrName>style.visibility</p:attrName>
                                        </p:attrNameLst>
                                      </p:cBhvr>
                                      <p:to>
                                        <p:strVal val="visible"/>
                                      </p:to>
                                    </p:set>
                                    <p:animEffect transition="in" filter="wipe(left)">
                                      <p:cBhvr>
                                        <p:cTn id="21" dur="500"/>
                                        <p:tgtEl>
                                          <p:spTgt spid="9821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82124"/>
                                        </p:tgtEl>
                                        <p:attrNameLst>
                                          <p:attrName>style.visibility</p:attrName>
                                        </p:attrNameLst>
                                      </p:cBhvr>
                                      <p:to>
                                        <p:strVal val="visible"/>
                                      </p:to>
                                    </p:set>
                                    <p:animEffect transition="in" filter="wipe(left)">
                                      <p:cBhvr>
                                        <p:cTn id="26" dur="500"/>
                                        <p:tgtEl>
                                          <p:spTgt spid="9821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11"/>
                                        </p:tgtEl>
                                        <p:attrNameLst>
                                          <p:attrName>style.visibility</p:attrName>
                                        </p:attrNameLst>
                                      </p:cBhvr>
                                      <p:to>
                                        <p:strVal val="visible"/>
                                      </p:to>
                                    </p:set>
                                    <p:animEffect transition="in" filter="wipe(left)">
                                      <p:cBhvr>
                                        <p:cTn id="31" dur="500"/>
                                        <p:tgtEl>
                                          <p:spTgt spid="1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16"/>
                                        </p:tgtEl>
                                        <p:attrNameLst>
                                          <p:attrName>style.visibility</p:attrName>
                                        </p:attrNameLst>
                                      </p:cBhvr>
                                      <p:to>
                                        <p:strVal val="visible"/>
                                      </p:to>
                                    </p:set>
                                    <p:animEffect transition="in" filter="wipe(left)">
                                      <p:cBhvr>
                                        <p:cTn id="36" dur="500"/>
                                        <p:tgtEl>
                                          <p:spTgt spid="11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wipe(left)">
                                      <p:cBhvr>
                                        <p:cTn id="41" dur="500"/>
                                        <p:tgtEl>
                                          <p:spTgt spid="11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12"/>
                                        </p:tgtEl>
                                        <p:attrNameLst>
                                          <p:attrName>style.visibility</p:attrName>
                                        </p:attrNameLst>
                                      </p:cBhvr>
                                      <p:to>
                                        <p:strVal val="visible"/>
                                      </p:to>
                                    </p:set>
                                    <p:animEffect transition="in" filter="wipe(left)">
                                      <p:cBhvr>
                                        <p:cTn id="46" dur="500"/>
                                        <p:tgtEl>
                                          <p:spTgt spid="1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18"/>
                                        </p:tgtEl>
                                        <p:attrNameLst>
                                          <p:attrName>style.visibility</p:attrName>
                                        </p:attrNameLst>
                                      </p:cBhvr>
                                      <p:to>
                                        <p:strVal val="visible"/>
                                      </p:to>
                                    </p:set>
                                    <p:animEffect transition="in" filter="wipe(left)">
                                      <p:cBhvr>
                                        <p:cTn id="51" dur="500"/>
                                        <p:tgtEl>
                                          <p:spTgt spid="11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13"/>
                                        </p:tgtEl>
                                        <p:attrNameLst>
                                          <p:attrName>style.visibility</p:attrName>
                                        </p:attrNameLst>
                                      </p:cBhvr>
                                      <p:to>
                                        <p:strVal val="visible"/>
                                      </p:to>
                                    </p:set>
                                    <p:animEffect transition="in" filter="wipe(left)">
                                      <p:cBhvr>
                                        <p:cTn id="56" dur="500"/>
                                        <p:tgtEl>
                                          <p:spTgt spid="11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14"/>
                                        </p:tgtEl>
                                        <p:attrNameLst>
                                          <p:attrName>style.visibility</p:attrName>
                                        </p:attrNameLst>
                                      </p:cBhvr>
                                      <p:to>
                                        <p:strVal val="visible"/>
                                      </p:to>
                                    </p:set>
                                    <p:animEffect transition="in" filter="wipe(left)">
                                      <p:cBhvr>
                                        <p:cTn id="61" dur="500"/>
                                        <p:tgtEl>
                                          <p:spTgt spid="11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15"/>
                                        </p:tgtEl>
                                        <p:attrNameLst>
                                          <p:attrName>style.visibility</p:attrName>
                                        </p:attrNameLst>
                                      </p:cBhvr>
                                      <p:to>
                                        <p:strVal val="visible"/>
                                      </p:to>
                                    </p:set>
                                    <p:animEffect transition="in" filter="wipe(left)">
                                      <p:cBhvr>
                                        <p:cTn id="66"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2018" grpId="0" autoUpdateAnimBg="0"/>
      <p:bldP spid="982019" grpId="0"/>
      <p:bldP spid="982119" grpId="0"/>
      <p:bldP spid="982124" grpId="0"/>
      <p:bldP spid="111" grpId="0"/>
      <p:bldP spid="114" grpId="0"/>
      <p:bldP spid="116" grpId="0"/>
      <p:bldP spid="117" grpId="0"/>
      <p:bldP spid="1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4066" name="Object 2">
            <a:extLst>
              <a:ext uri="{FF2B5EF4-FFF2-40B4-BE49-F238E27FC236}">
                <a16:creationId xmlns:a16="http://schemas.microsoft.com/office/drawing/2014/main" id="{4E834D8E-E529-3EA0-4A32-1E26B3F49265}"/>
              </a:ext>
            </a:extLst>
          </p:cNvPr>
          <p:cNvGraphicFramePr>
            <a:graphicFrameLocks noChangeAspect="1"/>
          </p:cNvGraphicFramePr>
          <p:nvPr/>
        </p:nvGraphicFramePr>
        <p:xfrm>
          <a:off x="4565650" y="414338"/>
          <a:ext cx="1841500" cy="1143000"/>
        </p:xfrm>
        <a:graphic>
          <a:graphicData uri="http://schemas.openxmlformats.org/presentationml/2006/ole">
            <mc:AlternateContent xmlns:mc="http://schemas.openxmlformats.org/markup-compatibility/2006">
              <mc:Choice xmlns:v="urn:schemas-microsoft-com:vml" Requires="v">
                <p:oleObj name="公式" r:id="rId2" imgW="1841400" imgH="1143000" progId="Equation.3">
                  <p:embed/>
                </p:oleObj>
              </mc:Choice>
              <mc:Fallback>
                <p:oleObj name="公式" r:id="rId2" imgW="1841400" imgH="1143000" progId="Equation.3">
                  <p:embed/>
                  <p:pic>
                    <p:nvPicPr>
                      <p:cNvPr id="984066" name="Object 2">
                        <a:extLst>
                          <a:ext uri="{FF2B5EF4-FFF2-40B4-BE49-F238E27FC236}">
                            <a16:creationId xmlns:a16="http://schemas.microsoft.com/office/drawing/2014/main" id="{4E834D8E-E529-3EA0-4A32-1E26B3F49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5650" y="414338"/>
                        <a:ext cx="18415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4067" name="Rectangle 3">
            <a:extLst>
              <a:ext uri="{FF2B5EF4-FFF2-40B4-BE49-F238E27FC236}">
                <a16:creationId xmlns:a16="http://schemas.microsoft.com/office/drawing/2014/main" id="{93A61076-E7E6-F445-8D52-1110CF45B534}"/>
              </a:ext>
            </a:extLst>
          </p:cNvPr>
          <p:cNvSpPr>
            <a:spLocks noChangeArrowheads="1"/>
          </p:cNvSpPr>
          <p:nvPr/>
        </p:nvSpPr>
        <p:spPr bwMode="auto">
          <a:xfrm>
            <a:off x="684213" y="528638"/>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由洛伦兹速度变换公式有</a:t>
            </a:r>
          </a:p>
        </p:txBody>
      </p:sp>
      <p:sp>
        <p:nvSpPr>
          <p:cNvPr id="984068" name="Rectangle 4">
            <a:extLst>
              <a:ext uri="{FF2B5EF4-FFF2-40B4-BE49-F238E27FC236}">
                <a16:creationId xmlns:a16="http://schemas.microsoft.com/office/drawing/2014/main" id="{3700CEA7-27E9-258B-96B5-3292D0A9BAC1}"/>
              </a:ext>
            </a:extLst>
          </p:cNvPr>
          <p:cNvSpPr>
            <a:spLocks noChangeArrowheads="1"/>
          </p:cNvSpPr>
          <p:nvPr/>
        </p:nvSpPr>
        <p:spPr bwMode="auto">
          <a:xfrm>
            <a:off x="684213" y="1682750"/>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故</a:t>
            </a:r>
          </a:p>
        </p:txBody>
      </p:sp>
      <p:graphicFrame>
        <p:nvGraphicFramePr>
          <p:cNvPr id="984069" name="Object 5">
            <a:extLst>
              <a:ext uri="{FF2B5EF4-FFF2-40B4-BE49-F238E27FC236}">
                <a16:creationId xmlns:a16="http://schemas.microsoft.com/office/drawing/2014/main" id="{4221BD14-68C8-DA59-077A-EF35E55CEDE7}"/>
              </a:ext>
            </a:extLst>
          </p:cNvPr>
          <p:cNvGraphicFramePr>
            <a:graphicFrameLocks noChangeAspect="1"/>
          </p:cNvGraphicFramePr>
          <p:nvPr/>
        </p:nvGraphicFramePr>
        <p:xfrm>
          <a:off x="1619250" y="1566863"/>
          <a:ext cx="2614613" cy="1143000"/>
        </p:xfrm>
        <a:graphic>
          <a:graphicData uri="http://schemas.openxmlformats.org/presentationml/2006/ole">
            <mc:AlternateContent xmlns:mc="http://schemas.openxmlformats.org/markup-compatibility/2006">
              <mc:Choice xmlns:v="urn:schemas-microsoft-com:vml" Requires="v">
                <p:oleObj name="公式" r:id="rId4" imgW="2616120" imgH="1143000" progId="Equation.3">
                  <p:embed/>
                </p:oleObj>
              </mc:Choice>
              <mc:Fallback>
                <p:oleObj name="公式" r:id="rId4" imgW="2616120" imgH="1143000" progId="Equation.3">
                  <p:embed/>
                  <p:pic>
                    <p:nvPicPr>
                      <p:cNvPr id="984069" name="Object 5">
                        <a:extLst>
                          <a:ext uri="{FF2B5EF4-FFF2-40B4-BE49-F238E27FC236}">
                            <a16:creationId xmlns:a16="http://schemas.microsoft.com/office/drawing/2014/main" id="{4221BD14-68C8-DA59-077A-EF35E55CED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1566863"/>
                        <a:ext cx="2614613"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4070" name="Object 6">
            <a:extLst>
              <a:ext uri="{FF2B5EF4-FFF2-40B4-BE49-F238E27FC236}">
                <a16:creationId xmlns:a16="http://schemas.microsoft.com/office/drawing/2014/main" id="{866BA6DD-9791-F625-3D30-6BEA0650CDD0}"/>
              </a:ext>
            </a:extLst>
          </p:cNvPr>
          <p:cNvGraphicFramePr>
            <a:graphicFrameLocks noChangeAspect="1"/>
          </p:cNvGraphicFramePr>
          <p:nvPr/>
        </p:nvGraphicFramePr>
        <p:xfrm>
          <a:off x="5981700" y="1639888"/>
          <a:ext cx="1903413" cy="762000"/>
        </p:xfrm>
        <a:graphic>
          <a:graphicData uri="http://schemas.openxmlformats.org/presentationml/2006/ole">
            <mc:AlternateContent xmlns:mc="http://schemas.openxmlformats.org/markup-compatibility/2006">
              <mc:Choice xmlns:v="urn:schemas-microsoft-com:vml" Requires="v">
                <p:oleObj name="公式" r:id="rId6" imgW="1904760" imgH="761760" progId="Equation.3">
                  <p:embed/>
                </p:oleObj>
              </mc:Choice>
              <mc:Fallback>
                <p:oleObj name="公式" r:id="rId6" imgW="1904760" imgH="761760" progId="Equation.3">
                  <p:embed/>
                  <p:pic>
                    <p:nvPicPr>
                      <p:cNvPr id="984070" name="Object 6">
                        <a:extLst>
                          <a:ext uri="{FF2B5EF4-FFF2-40B4-BE49-F238E27FC236}">
                            <a16:creationId xmlns:a16="http://schemas.microsoft.com/office/drawing/2014/main" id="{866BA6DD-9791-F625-3D30-6BEA0650CD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1700" y="1639888"/>
                        <a:ext cx="190341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4071" name="Rectangle 7">
            <a:extLst>
              <a:ext uri="{FF2B5EF4-FFF2-40B4-BE49-F238E27FC236}">
                <a16:creationId xmlns:a16="http://schemas.microsoft.com/office/drawing/2014/main" id="{AD30925B-AD4D-C360-CC49-BCC56DCB0873}"/>
              </a:ext>
            </a:extLst>
          </p:cNvPr>
          <p:cNvSpPr>
            <a:spLocks noChangeArrowheads="1"/>
          </p:cNvSpPr>
          <p:nvPr/>
        </p:nvSpPr>
        <p:spPr bwMode="auto">
          <a:xfrm>
            <a:off x="4932363" y="1711325"/>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或</a:t>
            </a:r>
          </a:p>
        </p:txBody>
      </p:sp>
      <p:sp>
        <p:nvSpPr>
          <p:cNvPr id="984072" name="Rectangle 8">
            <a:extLst>
              <a:ext uri="{FF2B5EF4-FFF2-40B4-BE49-F238E27FC236}">
                <a16:creationId xmlns:a16="http://schemas.microsoft.com/office/drawing/2014/main" id="{18FCED09-B8D4-032B-5627-3C9B6169757E}"/>
              </a:ext>
            </a:extLst>
          </p:cNvPr>
          <p:cNvSpPr>
            <a:spLocks noChangeArrowheads="1"/>
          </p:cNvSpPr>
          <p:nvPr/>
        </p:nvSpPr>
        <p:spPr bwMode="auto">
          <a:xfrm>
            <a:off x="684213" y="2781300"/>
            <a:ext cx="371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方程两边同乘</a:t>
            </a:r>
            <a:r>
              <a:rPr lang="en-US" altLang="zh-CN" b="0" i="1">
                <a:solidFill>
                  <a:srgbClr val="FFCC66"/>
                </a:solidFill>
                <a:latin typeface="Bookman Old Style" panose="02050604050505020204" pitchFamily="18" charset="0"/>
              </a:rPr>
              <a:t>v</a:t>
            </a:r>
            <a:r>
              <a:rPr lang="en-US" altLang="zh-CN" b="0">
                <a:solidFill>
                  <a:srgbClr val="FFCC66"/>
                </a:solidFill>
              </a:rPr>
              <a:t>/</a:t>
            </a:r>
            <a:r>
              <a:rPr lang="en-US" altLang="zh-CN" b="0" i="1">
                <a:solidFill>
                  <a:srgbClr val="FFCC66"/>
                </a:solidFill>
                <a:latin typeface="Times New Roman" panose="02020603050405020304" pitchFamily="18" charset="0"/>
              </a:rPr>
              <a:t>u</a:t>
            </a:r>
            <a:r>
              <a:rPr lang="zh-CN" altLang="en-US"/>
              <a:t>，可解得</a:t>
            </a:r>
          </a:p>
        </p:txBody>
      </p:sp>
      <p:graphicFrame>
        <p:nvGraphicFramePr>
          <p:cNvPr id="984073" name="Object 9">
            <a:extLst>
              <a:ext uri="{FF2B5EF4-FFF2-40B4-BE49-F238E27FC236}">
                <a16:creationId xmlns:a16="http://schemas.microsoft.com/office/drawing/2014/main" id="{7761CB75-4729-E7DB-9B11-52B8CE201A74}"/>
              </a:ext>
            </a:extLst>
          </p:cNvPr>
          <p:cNvGraphicFramePr>
            <a:graphicFrameLocks noChangeAspect="1"/>
          </p:cNvGraphicFramePr>
          <p:nvPr/>
        </p:nvGraphicFramePr>
        <p:xfrm>
          <a:off x="1328738" y="3498850"/>
          <a:ext cx="1803400" cy="800100"/>
        </p:xfrm>
        <a:graphic>
          <a:graphicData uri="http://schemas.openxmlformats.org/presentationml/2006/ole">
            <mc:AlternateContent xmlns:mc="http://schemas.openxmlformats.org/markup-compatibility/2006">
              <mc:Choice xmlns:v="urn:schemas-microsoft-com:vml" Requires="v">
                <p:oleObj name="公式" r:id="rId8" imgW="1803240" imgH="799920" progId="Equation.3">
                  <p:embed/>
                </p:oleObj>
              </mc:Choice>
              <mc:Fallback>
                <p:oleObj name="公式" r:id="rId8" imgW="1803240" imgH="799920" progId="Equation.3">
                  <p:embed/>
                  <p:pic>
                    <p:nvPicPr>
                      <p:cNvPr id="984073" name="Object 9">
                        <a:extLst>
                          <a:ext uri="{FF2B5EF4-FFF2-40B4-BE49-F238E27FC236}">
                            <a16:creationId xmlns:a16="http://schemas.microsoft.com/office/drawing/2014/main" id="{7761CB75-4729-E7DB-9B11-52B8CE201A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28738" y="3498850"/>
                        <a:ext cx="18034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4074" name="Object 10">
            <a:extLst>
              <a:ext uri="{FF2B5EF4-FFF2-40B4-BE49-F238E27FC236}">
                <a16:creationId xmlns:a16="http://schemas.microsoft.com/office/drawing/2014/main" id="{8EE59A31-53F3-ACBF-00BE-0D3983BBE0A3}"/>
              </a:ext>
            </a:extLst>
          </p:cNvPr>
          <p:cNvGraphicFramePr>
            <a:graphicFrameLocks noChangeAspect="1"/>
          </p:cNvGraphicFramePr>
          <p:nvPr/>
        </p:nvGraphicFramePr>
        <p:xfrm>
          <a:off x="5724525" y="3286125"/>
          <a:ext cx="2603500" cy="1155700"/>
        </p:xfrm>
        <a:graphic>
          <a:graphicData uri="http://schemas.openxmlformats.org/presentationml/2006/ole">
            <mc:AlternateContent xmlns:mc="http://schemas.openxmlformats.org/markup-compatibility/2006">
              <mc:Choice xmlns:v="urn:schemas-microsoft-com:vml" Requires="v">
                <p:oleObj name="公式" r:id="rId10" imgW="3035160" imgH="1346040" progId="Equation.3">
                  <p:embed/>
                </p:oleObj>
              </mc:Choice>
              <mc:Fallback>
                <p:oleObj name="公式" r:id="rId10" imgW="3035160" imgH="1346040" progId="Equation.3">
                  <p:embed/>
                  <p:pic>
                    <p:nvPicPr>
                      <p:cNvPr id="984074" name="Object 10">
                        <a:extLst>
                          <a:ext uri="{FF2B5EF4-FFF2-40B4-BE49-F238E27FC236}">
                            <a16:creationId xmlns:a16="http://schemas.microsoft.com/office/drawing/2014/main" id="{8EE59A31-53F3-ACBF-00BE-0D3983BBE0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24525" y="3286125"/>
                        <a:ext cx="26035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4075" name="Rectangle 11">
            <a:extLst>
              <a:ext uri="{FF2B5EF4-FFF2-40B4-BE49-F238E27FC236}">
                <a16:creationId xmlns:a16="http://schemas.microsoft.com/office/drawing/2014/main" id="{7A307AE1-37DD-8277-36DC-D5148EABC55F}"/>
              </a:ext>
            </a:extLst>
          </p:cNvPr>
          <p:cNvSpPr>
            <a:spLocks noChangeArrowheads="1"/>
          </p:cNvSpPr>
          <p:nvPr/>
        </p:nvSpPr>
        <p:spPr bwMode="auto">
          <a:xfrm>
            <a:off x="3419475" y="3395663"/>
            <a:ext cx="1862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取正号代入</a:t>
            </a:r>
          </a:p>
        </p:txBody>
      </p:sp>
      <p:sp>
        <p:nvSpPr>
          <p:cNvPr id="984076" name="AutoShape 12">
            <a:extLst>
              <a:ext uri="{FF2B5EF4-FFF2-40B4-BE49-F238E27FC236}">
                <a16:creationId xmlns:a16="http://schemas.microsoft.com/office/drawing/2014/main" id="{DC9EDA0A-7AE5-02D6-82F3-6839A5C1963B}"/>
              </a:ext>
            </a:extLst>
          </p:cNvPr>
          <p:cNvSpPr>
            <a:spLocks noChangeArrowheads="1"/>
          </p:cNvSpPr>
          <p:nvPr/>
        </p:nvSpPr>
        <p:spPr bwMode="auto">
          <a:xfrm>
            <a:off x="3348038" y="3859213"/>
            <a:ext cx="2232025" cy="215900"/>
          </a:xfrm>
          <a:prstGeom prst="rightArrow">
            <a:avLst>
              <a:gd name="adj1" fmla="val 50000"/>
              <a:gd name="adj2" fmla="val 258456"/>
            </a:avLst>
          </a:prstGeom>
          <a:gradFill rotWithShape="1">
            <a:gsLst>
              <a:gs pos="0">
                <a:srgbClr val="525252"/>
              </a:gs>
              <a:gs pos="50000">
                <a:srgbClr val="B2B2B2"/>
              </a:gs>
              <a:gs pos="100000">
                <a:srgbClr val="525252"/>
              </a:gs>
            </a:gsLst>
            <a:lin ang="0" scaled="1"/>
          </a:gradFill>
          <a:ln w="12700" algn="ctr">
            <a:solidFill>
              <a:schemeClr val="bg1"/>
            </a:solidFill>
            <a:miter lim="800000"/>
            <a:headEnd/>
            <a:tailEnd/>
          </a:ln>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graphicFrame>
        <p:nvGraphicFramePr>
          <p:cNvPr id="984078" name="Object 14">
            <a:extLst>
              <a:ext uri="{FF2B5EF4-FFF2-40B4-BE49-F238E27FC236}">
                <a16:creationId xmlns:a16="http://schemas.microsoft.com/office/drawing/2014/main" id="{147498BD-5B2F-C530-D930-CDB975954CC6}"/>
              </a:ext>
            </a:extLst>
          </p:cNvPr>
          <p:cNvGraphicFramePr>
            <a:graphicFrameLocks noChangeAspect="1"/>
          </p:cNvGraphicFramePr>
          <p:nvPr/>
        </p:nvGraphicFramePr>
        <p:xfrm>
          <a:off x="1382713" y="4408488"/>
          <a:ext cx="2286000" cy="1482725"/>
        </p:xfrm>
        <a:graphic>
          <a:graphicData uri="http://schemas.openxmlformats.org/presentationml/2006/ole">
            <mc:AlternateContent xmlns:mc="http://schemas.openxmlformats.org/markup-compatibility/2006">
              <mc:Choice xmlns:v="urn:schemas-microsoft-com:vml" Requires="v">
                <p:oleObj name="公式" r:id="rId12" imgW="990360" imgH="647640" progId="Equation.3">
                  <p:embed/>
                </p:oleObj>
              </mc:Choice>
              <mc:Fallback>
                <p:oleObj name="公式" r:id="rId12" imgW="990360" imgH="647640" progId="Equation.3">
                  <p:embed/>
                  <p:pic>
                    <p:nvPicPr>
                      <p:cNvPr id="984078" name="Object 14">
                        <a:extLst>
                          <a:ext uri="{FF2B5EF4-FFF2-40B4-BE49-F238E27FC236}">
                            <a16:creationId xmlns:a16="http://schemas.microsoft.com/office/drawing/2014/main" id="{147498BD-5B2F-C530-D930-CDB975954CC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82713" y="4408488"/>
                        <a:ext cx="2286000" cy="1482725"/>
                      </a:xfrm>
                      <a:prstGeom prst="rect">
                        <a:avLst/>
                      </a:prstGeom>
                      <a:solidFill>
                        <a:srgbClr val="00FFFF">
                          <a:alpha val="20000"/>
                        </a:srgbClr>
                      </a:solidFill>
                      <a:ln w="9525">
                        <a:solidFill>
                          <a:srgbClr val="B2B2B2">
                            <a:alpha val="50000"/>
                          </a:srgbClr>
                        </a:solidFill>
                        <a:miter lim="800000"/>
                        <a:headEnd/>
                        <a:tailEnd/>
                      </a:ln>
                    </p:spPr>
                  </p:pic>
                </p:oleObj>
              </mc:Fallback>
            </mc:AlternateContent>
          </a:graphicData>
        </a:graphic>
      </p:graphicFrame>
      <p:sp>
        <p:nvSpPr>
          <p:cNvPr id="984079" name="Text Box 15">
            <a:extLst>
              <a:ext uri="{FF2B5EF4-FFF2-40B4-BE49-F238E27FC236}">
                <a16:creationId xmlns:a16="http://schemas.microsoft.com/office/drawing/2014/main" id="{16D5E8AF-3773-73D8-1EFC-35EDE48EFFC6}"/>
              </a:ext>
            </a:extLst>
          </p:cNvPr>
          <p:cNvSpPr txBox="1">
            <a:spLocks noChangeArrowheads="1"/>
          </p:cNvSpPr>
          <p:nvPr/>
        </p:nvSpPr>
        <p:spPr bwMode="auto">
          <a:xfrm>
            <a:off x="827088" y="6092825"/>
            <a:ext cx="3240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en-US" altLang="zh-CN" i="1">
                <a:solidFill>
                  <a:srgbClr val="FFCC66"/>
                </a:solidFill>
                <a:latin typeface="Times New Roman" panose="02020603050405020304" pitchFamily="18" charset="0"/>
              </a:rPr>
              <a:t>m</a:t>
            </a:r>
            <a:r>
              <a:rPr kumimoji="1" lang="en-US" altLang="zh-CN">
                <a:solidFill>
                  <a:srgbClr val="FFCC66"/>
                </a:solidFill>
                <a:latin typeface="Times New Roman" panose="02020603050405020304" pitchFamily="18" charset="0"/>
              </a:rPr>
              <a:t>(</a:t>
            </a:r>
            <a:r>
              <a:rPr kumimoji="1" lang="en-US" altLang="zh-CN" b="0" i="1">
                <a:solidFill>
                  <a:srgbClr val="FFCC66"/>
                </a:solidFill>
                <a:latin typeface="Bookman Old Style" panose="02050604050505020204" pitchFamily="18" charset="0"/>
              </a:rPr>
              <a:t>v</a:t>
            </a:r>
            <a:r>
              <a:rPr kumimoji="1" lang="en-US" altLang="zh-CN">
                <a:solidFill>
                  <a:srgbClr val="FFCC66"/>
                </a:solidFill>
                <a:latin typeface="Times New Roman" panose="02020603050405020304" pitchFamily="18" charset="0"/>
              </a:rPr>
              <a:t>)</a:t>
            </a:r>
            <a:r>
              <a:rPr kumimoji="1" lang="en-US" altLang="zh-CN">
                <a:latin typeface="Times New Roman" panose="02020603050405020304" pitchFamily="18" charset="0"/>
              </a:rPr>
              <a:t>: </a:t>
            </a:r>
            <a:r>
              <a:rPr kumimoji="1" lang="zh-CN" altLang="en-US">
                <a:latin typeface="Times New Roman" panose="02020603050405020304" pitchFamily="18" charset="0"/>
              </a:rPr>
              <a:t>相对论质量</a:t>
            </a:r>
            <a:r>
              <a:rPr kumimoji="1" lang="en-US" altLang="zh-CN">
                <a:latin typeface="Times New Roman" panose="02020603050405020304" pitchFamily="18" charset="0"/>
              </a:rPr>
              <a:t>;</a:t>
            </a:r>
          </a:p>
        </p:txBody>
      </p:sp>
      <p:sp>
        <p:nvSpPr>
          <p:cNvPr id="984080" name="Text Box 16">
            <a:extLst>
              <a:ext uri="{FF2B5EF4-FFF2-40B4-BE49-F238E27FC236}">
                <a16:creationId xmlns:a16="http://schemas.microsoft.com/office/drawing/2014/main" id="{B007A410-CEC1-527B-0E2C-3E1F36EC47DB}"/>
              </a:ext>
            </a:extLst>
          </p:cNvPr>
          <p:cNvSpPr txBox="1">
            <a:spLocks noChangeArrowheads="1"/>
          </p:cNvSpPr>
          <p:nvPr/>
        </p:nvSpPr>
        <p:spPr bwMode="auto">
          <a:xfrm>
            <a:off x="4254500" y="6057900"/>
            <a:ext cx="324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en-US" altLang="zh-CN" i="1">
                <a:solidFill>
                  <a:srgbClr val="FFCC66"/>
                </a:solidFill>
                <a:latin typeface="Times New Roman" panose="02020603050405020304" pitchFamily="18" charset="0"/>
              </a:rPr>
              <a:t>m</a:t>
            </a:r>
            <a:r>
              <a:rPr kumimoji="1" lang="en-US" altLang="zh-CN" baseline="-25000">
                <a:solidFill>
                  <a:srgbClr val="FFCC66"/>
                </a:solidFill>
                <a:latin typeface="Times New Roman" panose="02020603050405020304" pitchFamily="18" charset="0"/>
              </a:rPr>
              <a:t>0</a:t>
            </a:r>
            <a:r>
              <a:rPr kumimoji="1" lang="en-US" altLang="zh-CN">
                <a:latin typeface="Times New Roman" panose="02020603050405020304" pitchFamily="18" charset="0"/>
              </a:rPr>
              <a:t> :</a:t>
            </a:r>
            <a:r>
              <a:rPr kumimoji="1" lang="en-US" altLang="zh-CN"/>
              <a:t> </a:t>
            </a:r>
            <a:r>
              <a:rPr kumimoji="1" lang="zh-CN" altLang="en-US"/>
              <a:t>静止质量</a:t>
            </a:r>
          </a:p>
        </p:txBody>
      </p:sp>
      <p:sp>
        <p:nvSpPr>
          <p:cNvPr id="984081" name="Rectangle 17">
            <a:extLst>
              <a:ext uri="{FF2B5EF4-FFF2-40B4-BE49-F238E27FC236}">
                <a16:creationId xmlns:a16="http://schemas.microsoft.com/office/drawing/2014/main" id="{DD99C251-EC00-4BFF-6603-C2128D3B971F}"/>
              </a:ext>
            </a:extLst>
          </p:cNvPr>
          <p:cNvSpPr>
            <a:spLocks noChangeArrowheads="1"/>
          </p:cNvSpPr>
          <p:nvPr/>
        </p:nvSpPr>
        <p:spPr bwMode="auto">
          <a:xfrm>
            <a:off x="3876675" y="4822825"/>
            <a:ext cx="496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相对论的质速关系</a:t>
            </a:r>
            <a:endParaRPr kumimoji="1" lang="zh-CN" altLang="en-US">
              <a:solidFill>
                <a:srgbClr val="FFFF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84067"/>
                                        </p:tgtEl>
                                        <p:attrNameLst>
                                          <p:attrName>style.visibility</p:attrName>
                                        </p:attrNameLst>
                                      </p:cBhvr>
                                      <p:to>
                                        <p:strVal val="visible"/>
                                      </p:to>
                                    </p:set>
                                    <p:animEffect transition="in" filter="wipe(left)">
                                      <p:cBhvr>
                                        <p:cTn id="7" dur="500"/>
                                        <p:tgtEl>
                                          <p:spTgt spid="984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4066"/>
                                        </p:tgtEl>
                                        <p:attrNameLst>
                                          <p:attrName>style.visibility</p:attrName>
                                        </p:attrNameLst>
                                      </p:cBhvr>
                                      <p:to>
                                        <p:strVal val="visible"/>
                                      </p:to>
                                    </p:set>
                                    <p:animEffect transition="in" filter="wipe(left)">
                                      <p:cBhvr>
                                        <p:cTn id="12" dur="500"/>
                                        <p:tgtEl>
                                          <p:spTgt spid="9840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4068"/>
                                        </p:tgtEl>
                                        <p:attrNameLst>
                                          <p:attrName>style.visibility</p:attrName>
                                        </p:attrNameLst>
                                      </p:cBhvr>
                                      <p:to>
                                        <p:strVal val="visible"/>
                                      </p:to>
                                    </p:set>
                                    <p:animEffect transition="in" filter="wipe(left)">
                                      <p:cBhvr>
                                        <p:cTn id="17" dur="500"/>
                                        <p:tgtEl>
                                          <p:spTgt spid="984068"/>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984069"/>
                                        </p:tgtEl>
                                        <p:attrNameLst>
                                          <p:attrName>style.visibility</p:attrName>
                                        </p:attrNameLst>
                                      </p:cBhvr>
                                      <p:to>
                                        <p:strVal val="visible"/>
                                      </p:to>
                                    </p:set>
                                    <p:animEffect transition="in" filter="wipe(left)">
                                      <p:cBhvr>
                                        <p:cTn id="21" dur="500"/>
                                        <p:tgtEl>
                                          <p:spTgt spid="9840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84071"/>
                                        </p:tgtEl>
                                        <p:attrNameLst>
                                          <p:attrName>style.visibility</p:attrName>
                                        </p:attrNameLst>
                                      </p:cBhvr>
                                      <p:to>
                                        <p:strVal val="visible"/>
                                      </p:to>
                                    </p:set>
                                    <p:animEffect transition="in" filter="wipe(left)">
                                      <p:cBhvr>
                                        <p:cTn id="26" dur="500"/>
                                        <p:tgtEl>
                                          <p:spTgt spid="984071"/>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984070"/>
                                        </p:tgtEl>
                                        <p:attrNameLst>
                                          <p:attrName>style.visibility</p:attrName>
                                        </p:attrNameLst>
                                      </p:cBhvr>
                                      <p:to>
                                        <p:strVal val="visible"/>
                                      </p:to>
                                    </p:set>
                                    <p:animEffect transition="in" filter="wipe(left)">
                                      <p:cBhvr>
                                        <p:cTn id="30" dur="500"/>
                                        <p:tgtEl>
                                          <p:spTgt spid="98407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84072"/>
                                        </p:tgtEl>
                                        <p:attrNameLst>
                                          <p:attrName>style.visibility</p:attrName>
                                        </p:attrNameLst>
                                      </p:cBhvr>
                                      <p:to>
                                        <p:strVal val="visible"/>
                                      </p:to>
                                    </p:set>
                                    <p:animEffect transition="in" filter="wipe(left)">
                                      <p:cBhvr>
                                        <p:cTn id="35" dur="500"/>
                                        <p:tgtEl>
                                          <p:spTgt spid="98407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984073"/>
                                        </p:tgtEl>
                                        <p:attrNameLst>
                                          <p:attrName>style.visibility</p:attrName>
                                        </p:attrNameLst>
                                      </p:cBhvr>
                                      <p:to>
                                        <p:strVal val="visible"/>
                                      </p:to>
                                    </p:set>
                                    <p:animEffect transition="in" filter="wipe(left)">
                                      <p:cBhvr>
                                        <p:cTn id="40" dur="500"/>
                                        <p:tgtEl>
                                          <p:spTgt spid="9840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84075"/>
                                        </p:tgtEl>
                                        <p:attrNameLst>
                                          <p:attrName>style.visibility</p:attrName>
                                        </p:attrNameLst>
                                      </p:cBhvr>
                                      <p:to>
                                        <p:strVal val="visible"/>
                                      </p:to>
                                    </p:set>
                                    <p:animEffect transition="in" filter="wipe(left)">
                                      <p:cBhvr>
                                        <p:cTn id="45" dur="500"/>
                                        <p:tgtEl>
                                          <p:spTgt spid="984075"/>
                                        </p:tgtEl>
                                      </p:cBhvr>
                                    </p:animEffect>
                                  </p:childTnLst>
                                </p:cTn>
                              </p:par>
                              <p:par>
                                <p:cTn id="46" presetID="22" presetClass="entr" presetSubtype="8" fill="hold" nodeType="withEffect">
                                  <p:stCondLst>
                                    <p:cond delay="0"/>
                                  </p:stCondLst>
                                  <p:childTnLst>
                                    <p:set>
                                      <p:cBhvr>
                                        <p:cTn id="47" dur="1" fill="hold">
                                          <p:stCondLst>
                                            <p:cond delay="0"/>
                                          </p:stCondLst>
                                        </p:cTn>
                                        <p:tgtEl>
                                          <p:spTgt spid="984076"/>
                                        </p:tgtEl>
                                        <p:attrNameLst>
                                          <p:attrName>style.visibility</p:attrName>
                                        </p:attrNameLst>
                                      </p:cBhvr>
                                      <p:to>
                                        <p:strVal val="visible"/>
                                      </p:to>
                                    </p:set>
                                    <p:animEffect transition="in" filter="wipe(left)">
                                      <p:cBhvr>
                                        <p:cTn id="48" dur="500"/>
                                        <p:tgtEl>
                                          <p:spTgt spid="984076"/>
                                        </p:tgtEl>
                                      </p:cBhvr>
                                    </p:animEffect>
                                  </p:childTnLst>
                                </p:cTn>
                              </p:par>
                            </p:childTnLst>
                          </p:cTn>
                        </p:par>
                        <p:par>
                          <p:cTn id="49" fill="hold" nodeType="afterGroup">
                            <p:stCondLst>
                              <p:cond delay="500"/>
                            </p:stCondLst>
                            <p:childTnLst>
                              <p:par>
                                <p:cTn id="50" presetID="9" presetClass="entr" presetSubtype="0" fill="hold" nodeType="afterEffect">
                                  <p:stCondLst>
                                    <p:cond delay="0"/>
                                  </p:stCondLst>
                                  <p:childTnLst>
                                    <p:set>
                                      <p:cBhvr>
                                        <p:cTn id="51" dur="1" fill="hold">
                                          <p:stCondLst>
                                            <p:cond delay="0"/>
                                          </p:stCondLst>
                                        </p:cTn>
                                        <p:tgtEl>
                                          <p:spTgt spid="984074"/>
                                        </p:tgtEl>
                                        <p:attrNameLst>
                                          <p:attrName>style.visibility</p:attrName>
                                        </p:attrNameLst>
                                      </p:cBhvr>
                                      <p:to>
                                        <p:strVal val="visible"/>
                                      </p:to>
                                    </p:set>
                                    <p:animEffect transition="in" filter="dissolve">
                                      <p:cBhvr>
                                        <p:cTn id="52" dur="500"/>
                                        <p:tgtEl>
                                          <p:spTgt spid="984074"/>
                                        </p:tgtEl>
                                      </p:cBhvr>
                                    </p:animEffect>
                                  </p:childTnLst>
                                </p:cTn>
                              </p:par>
                              <p:par>
                                <p:cTn id="53" presetID="22" presetClass="entr" presetSubtype="8" fill="hold" nodeType="withEffect">
                                  <p:stCondLst>
                                    <p:cond delay="0"/>
                                  </p:stCondLst>
                                  <p:childTnLst>
                                    <p:set>
                                      <p:cBhvr>
                                        <p:cTn id="54" dur="1" fill="hold">
                                          <p:stCondLst>
                                            <p:cond delay="0"/>
                                          </p:stCondLst>
                                        </p:cTn>
                                        <p:tgtEl>
                                          <p:spTgt spid="984078"/>
                                        </p:tgtEl>
                                        <p:attrNameLst>
                                          <p:attrName>style.visibility</p:attrName>
                                        </p:attrNameLst>
                                      </p:cBhvr>
                                      <p:to>
                                        <p:strVal val="visible"/>
                                      </p:to>
                                    </p:set>
                                    <p:animEffect transition="in" filter="wipe(left)">
                                      <p:cBhvr>
                                        <p:cTn id="55" dur="500"/>
                                        <p:tgtEl>
                                          <p:spTgt spid="98407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4" fill="hold" nodeType="clickEffect">
                                  <p:stCondLst>
                                    <p:cond delay="0"/>
                                  </p:stCondLst>
                                  <p:childTnLst>
                                    <p:set>
                                      <p:cBhvr>
                                        <p:cTn id="59" dur="1" fill="hold">
                                          <p:stCondLst>
                                            <p:cond delay="0"/>
                                          </p:stCondLst>
                                        </p:cTn>
                                        <p:tgtEl>
                                          <p:spTgt spid="984081"/>
                                        </p:tgtEl>
                                        <p:attrNameLst>
                                          <p:attrName>style.visibility</p:attrName>
                                        </p:attrNameLst>
                                      </p:cBhvr>
                                      <p:to>
                                        <p:strVal val="visible"/>
                                      </p:to>
                                    </p:set>
                                    <p:animEffect transition="in" filter="slide(fromBottom)">
                                      <p:cBhvr>
                                        <p:cTn id="60" dur="300"/>
                                        <p:tgtEl>
                                          <p:spTgt spid="98408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984079"/>
                                        </p:tgtEl>
                                        <p:attrNameLst>
                                          <p:attrName>style.visibility</p:attrName>
                                        </p:attrNameLst>
                                      </p:cBhvr>
                                      <p:to>
                                        <p:strVal val="visible"/>
                                      </p:to>
                                    </p:set>
                                    <p:animEffect transition="in" filter="wipe(left)">
                                      <p:cBhvr>
                                        <p:cTn id="65" dur="500"/>
                                        <p:tgtEl>
                                          <p:spTgt spid="98407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984080"/>
                                        </p:tgtEl>
                                        <p:attrNameLst>
                                          <p:attrName>style.visibility</p:attrName>
                                        </p:attrNameLst>
                                      </p:cBhvr>
                                      <p:to>
                                        <p:strVal val="visible"/>
                                      </p:to>
                                    </p:set>
                                    <p:animEffect transition="in" filter="wipe(left)">
                                      <p:cBhvr>
                                        <p:cTn id="70" dur="500"/>
                                        <p:tgtEl>
                                          <p:spTgt spid="984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7" grpId="0"/>
      <p:bldP spid="984068" grpId="0"/>
      <p:bldP spid="984071" grpId="0"/>
      <p:bldP spid="984072" grpId="0"/>
      <p:bldP spid="984075" grpId="0"/>
      <p:bldP spid="984076" grpId="0" animBg="1"/>
      <p:bldP spid="984079" grpId="0"/>
      <p:bldP spid="984080" grpId="0"/>
      <p:bldP spid="98408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6723" name="Object 3">
            <a:extLst>
              <a:ext uri="{FF2B5EF4-FFF2-40B4-BE49-F238E27FC236}">
                <a16:creationId xmlns:a16="http://schemas.microsoft.com/office/drawing/2014/main" id="{9C9BE981-39AC-F359-66B8-C2E0674343D9}"/>
              </a:ext>
            </a:extLst>
          </p:cNvPr>
          <p:cNvGraphicFramePr>
            <a:graphicFrameLocks/>
          </p:cNvGraphicFramePr>
          <p:nvPr/>
        </p:nvGraphicFramePr>
        <p:xfrm>
          <a:off x="1851025" y="841375"/>
          <a:ext cx="2957513" cy="522288"/>
        </p:xfrm>
        <a:graphic>
          <a:graphicData uri="http://schemas.openxmlformats.org/presentationml/2006/ole">
            <mc:AlternateContent xmlns:mc="http://schemas.openxmlformats.org/markup-compatibility/2006">
              <mc:Choice xmlns:v="urn:schemas-microsoft-com:vml" Requires="v">
                <p:oleObj name="公式" r:id="rId2" imgW="2946240" imgH="520560" progId="Equation.3">
                  <p:embed/>
                </p:oleObj>
              </mc:Choice>
              <mc:Fallback>
                <p:oleObj name="公式" r:id="rId2" imgW="2946240" imgH="520560" progId="Equation.3">
                  <p:embed/>
                  <p:pic>
                    <p:nvPicPr>
                      <p:cNvPr id="926723" name="Object 3">
                        <a:extLst>
                          <a:ext uri="{FF2B5EF4-FFF2-40B4-BE49-F238E27FC236}">
                            <a16:creationId xmlns:a16="http://schemas.microsoft.com/office/drawing/2014/main" id="{9C9BE981-39AC-F359-66B8-C2E0674343D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025" y="841375"/>
                        <a:ext cx="2957513" cy="522288"/>
                      </a:xfrm>
                      <a:prstGeom prst="rect">
                        <a:avLst/>
                      </a:prstGeom>
                      <a:noFill/>
                      <a:ln w="22225">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726" name="Rectangle 6">
            <a:extLst>
              <a:ext uri="{FF2B5EF4-FFF2-40B4-BE49-F238E27FC236}">
                <a16:creationId xmlns:a16="http://schemas.microsoft.com/office/drawing/2014/main" id="{CBD14CCA-8089-0AAF-3488-EC986EF310C2}"/>
              </a:ext>
            </a:extLst>
          </p:cNvPr>
          <p:cNvSpPr>
            <a:spLocks noChangeArrowheads="1"/>
          </p:cNvSpPr>
          <p:nvPr/>
        </p:nvSpPr>
        <p:spPr bwMode="auto">
          <a:xfrm>
            <a:off x="2281238" y="2830513"/>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ea typeface="楷体_GB2312" pitchFamily="49" charset="-122"/>
              </a:rPr>
              <a:t>—— </a:t>
            </a:r>
            <a:r>
              <a:rPr kumimoji="1" lang="zh-CN" altLang="en-US">
                <a:solidFill>
                  <a:srgbClr val="66FFFF"/>
                </a:solidFill>
                <a:latin typeface="Times New Roman" panose="02020603050405020304" pitchFamily="18" charset="0"/>
                <a:ea typeface="楷体_GB2312" pitchFamily="49" charset="-122"/>
              </a:rPr>
              <a:t>退化到牛顿力学</a:t>
            </a:r>
          </a:p>
        </p:txBody>
      </p:sp>
      <p:sp>
        <p:nvSpPr>
          <p:cNvPr id="926727" name="Rectangle 7">
            <a:extLst>
              <a:ext uri="{FF2B5EF4-FFF2-40B4-BE49-F238E27FC236}">
                <a16:creationId xmlns:a16="http://schemas.microsoft.com/office/drawing/2014/main" id="{1085430F-0A1D-DACC-0363-A10279AE6845}"/>
              </a:ext>
            </a:extLst>
          </p:cNvPr>
          <p:cNvSpPr>
            <a:spLocks noChangeArrowheads="1"/>
          </p:cNvSpPr>
          <p:nvPr/>
        </p:nvSpPr>
        <p:spPr bwMode="auto">
          <a:xfrm>
            <a:off x="739775" y="329723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楷体_GB2312" pitchFamily="49" charset="-122"/>
              </a:rPr>
              <a:t>(2) </a:t>
            </a:r>
            <a:r>
              <a:rPr kumimoji="1" lang="zh-CN" altLang="en-US">
                <a:latin typeface="Times New Roman" panose="02020603050405020304" pitchFamily="18" charset="0"/>
                <a:ea typeface="楷体_GB2312" pitchFamily="49" charset="-122"/>
              </a:rPr>
              <a:t>质速曲线</a:t>
            </a:r>
          </a:p>
        </p:txBody>
      </p:sp>
      <p:sp>
        <p:nvSpPr>
          <p:cNvPr id="926728" name="Rectangle 8">
            <a:extLst>
              <a:ext uri="{FF2B5EF4-FFF2-40B4-BE49-F238E27FC236}">
                <a16:creationId xmlns:a16="http://schemas.microsoft.com/office/drawing/2014/main" id="{2C8D8E85-0EE1-3FCB-98A0-8C6A03168C7C}"/>
              </a:ext>
            </a:extLst>
          </p:cNvPr>
          <p:cNvSpPr>
            <a:spLocks noChangeArrowheads="1"/>
          </p:cNvSpPr>
          <p:nvPr/>
        </p:nvSpPr>
        <p:spPr bwMode="auto">
          <a:xfrm>
            <a:off x="1079500" y="3800475"/>
            <a:ext cx="197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solidFill>
                  <a:srgbClr val="FFCC00"/>
                </a:solidFill>
                <a:latin typeface="Bookman Old Style" panose="02050604050505020204" pitchFamily="18" charset="0"/>
                <a:ea typeface="楷体_GB2312" pitchFamily="49" charset="-122"/>
              </a:rPr>
              <a:t>v </a:t>
            </a:r>
            <a:r>
              <a:rPr kumimoji="1" lang="en-US" altLang="zh-CN">
                <a:solidFill>
                  <a:srgbClr val="FFCC00"/>
                </a:solidFill>
                <a:latin typeface="Times New Roman" panose="02020603050405020304" pitchFamily="18" charset="0"/>
                <a:ea typeface="楷体_GB2312" pitchFamily="49" charset="-122"/>
              </a:rPr>
              <a:t>=0.1 </a:t>
            </a:r>
            <a:r>
              <a:rPr kumimoji="1" lang="en-US" altLang="zh-CN" i="1">
                <a:solidFill>
                  <a:srgbClr val="FFCC00"/>
                </a:solidFill>
                <a:latin typeface="Times New Roman" panose="02020603050405020304" pitchFamily="18" charset="0"/>
                <a:ea typeface="楷体_GB2312" pitchFamily="49" charset="-122"/>
              </a:rPr>
              <a:t>c</a:t>
            </a:r>
          </a:p>
        </p:txBody>
      </p:sp>
      <p:sp>
        <p:nvSpPr>
          <p:cNvPr id="926729" name="Rectangle 9">
            <a:extLst>
              <a:ext uri="{FF2B5EF4-FFF2-40B4-BE49-F238E27FC236}">
                <a16:creationId xmlns:a16="http://schemas.microsoft.com/office/drawing/2014/main" id="{0FF25313-2E86-3591-2B9E-C4ECB88CCA13}"/>
              </a:ext>
            </a:extLst>
          </p:cNvPr>
          <p:cNvSpPr>
            <a:spLocks noChangeArrowheads="1"/>
          </p:cNvSpPr>
          <p:nvPr/>
        </p:nvSpPr>
        <p:spPr bwMode="auto">
          <a:xfrm>
            <a:off x="3132138" y="3800475"/>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楷体_GB2312" pitchFamily="49" charset="-122"/>
              </a:rPr>
              <a:t>m</a:t>
            </a:r>
            <a:r>
              <a:rPr kumimoji="1" lang="en-US" altLang="zh-CN">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增加 </a:t>
            </a:r>
            <a:r>
              <a:rPr kumimoji="1" lang="en-US" altLang="zh-CN">
                <a:solidFill>
                  <a:srgbClr val="66FFFF"/>
                </a:solidFill>
                <a:latin typeface="Times New Roman" panose="02020603050405020304" pitchFamily="18" charset="0"/>
                <a:ea typeface="楷体_GB2312" pitchFamily="49" charset="-122"/>
              </a:rPr>
              <a:t>0.5%</a:t>
            </a:r>
          </a:p>
        </p:txBody>
      </p:sp>
      <p:graphicFrame>
        <p:nvGraphicFramePr>
          <p:cNvPr id="926730" name="Object 10">
            <a:extLst>
              <a:ext uri="{FF2B5EF4-FFF2-40B4-BE49-F238E27FC236}">
                <a16:creationId xmlns:a16="http://schemas.microsoft.com/office/drawing/2014/main" id="{C587C208-64E8-D9CC-4606-BFEB10F893D1}"/>
              </a:ext>
            </a:extLst>
          </p:cNvPr>
          <p:cNvGraphicFramePr>
            <a:graphicFrameLocks/>
          </p:cNvGraphicFramePr>
          <p:nvPr/>
        </p:nvGraphicFramePr>
        <p:xfrm>
          <a:off x="3203575" y="4373563"/>
          <a:ext cx="1076325" cy="388937"/>
        </p:xfrm>
        <a:graphic>
          <a:graphicData uri="http://schemas.openxmlformats.org/presentationml/2006/ole">
            <mc:AlternateContent xmlns:mc="http://schemas.openxmlformats.org/markup-compatibility/2006">
              <mc:Choice xmlns:v="urn:schemas-microsoft-com:vml" Requires="v">
                <p:oleObj name="公式" r:id="rId4" imgW="1193760" imgH="431640" progId="Equation.3">
                  <p:embed/>
                </p:oleObj>
              </mc:Choice>
              <mc:Fallback>
                <p:oleObj name="公式" r:id="rId4" imgW="1193760" imgH="431640" progId="Equation.3">
                  <p:embed/>
                  <p:pic>
                    <p:nvPicPr>
                      <p:cNvPr id="926730" name="Object 10">
                        <a:extLst>
                          <a:ext uri="{FF2B5EF4-FFF2-40B4-BE49-F238E27FC236}">
                            <a16:creationId xmlns:a16="http://schemas.microsoft.com/office/drawing/2014/main" id="{C587C208-64E8-D9CC-4606-BFEB10F893D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4373563"/>
                        <a:ext cx="1076325" cy="3889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6731" name="Object 11">
            <a:extLst>
              <a:ext uri="{FF2B5EF4-FFF2-40B4-BE49-F238E27FC236}">
                <a16:creationId xmlns:a16="http://schemas.microsoft.com/office/drawing/2014/main" id="{440ACA22-89B0-64E9-AA93-318749E6F8D1}"/>
              </a:ext>
            </a:extLst>
          </p:cNvPr>
          <p:cNvGraphicFramePr>
            <a:graphicFrameLocks noChangeAspect="1"/>
          </p:cNvGraphicFramePr>
          <p:nvPr/>
        </p:nvGraphicFramePr>
        <p:xfrm>
          <a:off x="3203575" y="4984750"/>
          <a:ext cx="930275" cy="219075"/>
        </p:xfrm>
        <a:graphic>
          <a:graphicData uri="http://schemas.openxmlformats.org/presentationml/2006/ole">
            <mc:AlternateContent xmlns:mc="http://schemas.openxmlformats.org/markup-compatibility/2006">
              <mc:Choice xmlns:v="urn:schemas-microsoft-com:vml" Requires="v">
                <p:oleObj name="公式" r:id="rId6" imgW="1054080" imgH="241200" progId="Equation.3">
                  <p:embed/>
                </p:oleObj>
              </mc:Choice>
              <mc:Fallback>
                <p:oleObj name="公式" r:id="rId6" imgW="1054080" imgH="241200" progId="Equation.3">
                  <p:embed/>
                  <p:pic>
                    <p:nvPicPr>
                      <p:cNvPr id="926731" name="Object 11">
                        <a:extLst>
                          <a:ext uri="{FF2B5EF4-FFF2-40B4-BE49-F238E27FC236}">
                            <a16:creationId xmlns:a16="http://schemas.microsoft.com/office/drawing/2014/main" id="{440ACA22-89B0-64E9-AA93-318749E6F8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4984750"/>
                        <a:ext cx="930275" cy="2190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732" name="Rectangle 12">
            <a:extLst>
              <a:ext uri="{FF2B5EF4-FFF2-40B4-BE49-F238E27FC236}">
                <a16:creationId xmlns:a16="http://schemas.microsoft.com/office/drawing/2014/main" id="{F1794DCC-A3C7-2B69-5A8F-5D39AA091A12}"/>
              </a:ext>
            </a:extLst>
          </p:cNvPr>
          <p:cNvSpPr>
            <a:spLocks noChangeArrowheads="1"/>
          </p:cNvSpPr>
          <p:nvPr/>
        </p:nvSpPr>
        <p:spPr bwMode="auto">
          <a:xfrm>
            <a:off x="766763" y="5816600"/>
            <a:ext cx="7866062" cy="1187450"/>
          </a:xfrm>
          <a:prstGeom prst="rect">
            <a:avLst/>
          </a:prstGeom>
          <a:noFill/>
          <a:ln w="22225">
            <a:noFill/>
            <a:miter lim="800000"/>
            <a:headEnd/>
            <a:tailEnd/>
          </a:ln>
          <a:effectLst/>
        </p:spPr>
        <p:txBody>
          <a:bodyPr>
            <a:spAutoFit/>
          </a:bodyPr>
          <a:lstStyle/>
          <a:p>
            <a:pPr algn="l" eaLnBrk="1" hangingPunct="1">
              <a:lnSpc>
                <a:spcPct val="100000"/>
              </a:lnSpc>
              <a:buClrTx/>
              <a:buFontTx/>
              <a:buNone/>
              <a:defRPr/>
            </a:pPr>
            <a:r>
              <a:rPr kumimoji="1" lang="en-US" altLang="zh-CN">
                <a:latin typeface="Times New Roman" pitchFamily="18" charset="0"/>
                <a:ea typeface="楷体_GB2312" pitchFamily="49" charset="-122"/>
              </a:rPr>
              <a:t>(3) </a:t>
            </a:r>
            <a:r>
              <a:rPr kumimoji="1" lang="zh-CN" altLang="en-US">
                <a:latin typeface="楷体_GB2312" pitchFamily="49" charset="-122"/>
                <a:ea typeface="楷体_GB2312" pitchFamily="49" charset="-122"/>
              </a:rPr>
              <a:t>光速是物体运动的极限速度</a:t>
            </a:r>
            <a:r>
              <a:rPr kumimoji="1" lang="zh-CN" altLang="en-US">
                <a:effectLst>
                  <a:outerShdw blurRad="38100" dist="38100" dir="2700000" algn="tl">
                    <a:srgbClr val="000000"/>
                  </a:outerShdw>
                </a:effectLst>
                <a:latin typeface="楷体_GB2312" pitchFamily="49" charset="-122"/>
                <a:ea typeface="楷体_GB2312" pitchFamily="49" charset="-122"/>
              </a:rPr>
              <a:t>，</a:t>
            </a:r>
            <a:r>
              <a:rPr kumimoji="1" lang="zh-CN" altLang="en-US">
                <a:effectLst>
                  <a:outerShdw blurRad="38100" dist="38100" dir="2700000" algn="tl">
                    <a:srgbClr val="000000"/>
                  </a:outerShdw>
                </a:effectLst>
                <a:latin typeface="Times New Roman" pitchFamily="18" charset="0"/>
                <a:ea typeface="楷体_GB2312" pitchFamily="49" charset="-122"/>
              </a:rPr>
              <a:t>物体运动速度不能大于</a:t>
            </a:r>
            <a:r>
              <a:rPr kumimoji="1" lang="en-US" altLang="zh-CN" i="1">
                <a:solidFill>
                  <a:srgbClr val="FFCC66"/>
                </a:solidFill>
                <a:effectLst>
                  <a:outerShdw blurRad="38100" dist="38100" dir="2700000" algn="tl">
                    <a:srgbClr val="000000"/>
                  </a:outerShdw>
                </a:effectLst>
                <a:latin typeface="Times New Roman" pitchFamily="18" charset="0"/>
                <a:ea typeface="楷体_GB2312" pitchFamily="49" charset="-122"/>
              </a:rPr>
              <a:t>c</a:t>
            </a:r>
            <a:r>
              <a:rPr kumimoji="1" lang="en-US" altLang="zh-CN">
                <a:effectLst>
                  <a:outerShdw blurRad="38100" dist="38100" dir="2700000" algn="tl">
                    <a:srgbClr val="000000"/>
                  </a:outerShdw>
                </a:effectLst>
                <a:latin typeface="Times New Roman" pitchFamily="18" charset="0"/>
                <a:ea typeface="楷体_GB2312" pitchFamily="49" charset="-122"/>
              </a:rPr>
              <a:t>, </a:t>
            </a:r>
            <a:r>
              <a:rPr kumimoji="1" lang="zh-CN" altLang="en-US">
                <a:effectLst>
                  <a:outerShdw blurRad="38100" dist="38100" dir="2700000" algn="tl">
                    <a:srgbClr val="000000"/>
                  </a:outerShdw>
                </a:effectLst>
                <a:latin typeface="Times New Roman" pitchFamily="18" charset="0"/>
                <a:ea typeface="楷体_GB2312" pitchFamily="49" charset="-122"/>
              </a:rPr>
              <a:t>只有</a:t>
            </a:r>
            <a:r>
              <a:rPr kumimoji="1" lang="en-US" altLang="zh-CN" i="1">
                <a:solidFill>
                  <a:srgbClr val="FFCC66"/>
                </a:solidFill>
                <a:effectLst>
                  <a:outerShdw blurRad="38100" dist="38100" dir="2700000" algn="tl">
                    <a:srgbClr val="000000"/>
                  </a:outerShdw>
                </a:effectLst>
                <a:latin typeface="Times New Roman" pitchFamily="18" charset="0"/>
                <a:ea typeface="楷体_GB2312" pitchFamily="49" charset="-122"/>
              </a:rPr>
              <a:t>m</a:t>
            </a:r>
            <a:r>
              <a:rPr kumimoji="1" lang="en-US" altLang="zh-CN" baseline="-25000">
                <a:solidFill>
                  <a:srgbClr val="FFCC66"/>
                </a:solidFill>
                <a:effectLst>
                  <a:outerShdw blurRad="38100" dist="38100" dir="2700000" algn="tl">
                    <a:srgbClr val="000000"/>
                  </a:outerShdw>
                </a:effectLst>
                <a:latin typeface="Times New Roman" pitchFamily="18" charset="0"/>
                <a:ea typeface="楷体_GB2312" pitchFamily="49" charset="-122"/>
              </a:rPr>
              <a:t>0</a:t>
            </a:r>
            <a:r>
              <a:rPr kumimoji="1" lang="en-US" altLang="zh-CN">
                <a:solidFill>
                  <a:srgbClr val="FFCC66"/>
                </a:solidFill>
                <a:effectLst>
                  <a:outerShdw blurRad="38100" dist="38100" dir="2700000" algn="tl">
                    <a:srgbClr val="000000"/>
                  </a:outerShdw>
                </a:effectLst>
                <a:latin typeface="Times New Roman" pitchFamily="18" charset="0"/>
                <a:ea typeface="楷体_GB2312" pitchFamily="49" charset="-122"/>
                <a:sym typeface="Symbol" pitchFamily="18" charset="2"/>
              </a:rPr>
              <a:t>=</a:t>
            </a:r>
            <a:r>
              <a:rPr kumimoji="1" lang="en-US" altLang="zh-CN">
                <a:solidFill>
                  <a:srgbClr val="FFCC66"/>
                </a:solidFill>
                <a:effectLst>
                  <a:outerShdw blurRad="38100" dist="38100" dir="2700000" algn="tl">
                    <a:srgbClr val="000000"/>
                  </a:outerShdw>
                </a:effectLst>
                <a:latin typeface="Times New Roman" pitchFamily="18" charset="0"/>
                <a:ea typeface="楷体_GB2312" pitchFamily="49" charset="-122"/>
              </a:rPr>
              <a:t>0</a:t>
            </a:r>
            <a:r>
              <a:rPr kumimoji="1" lang="zh-CN" altLang="en-US">
                <a:effectLst>
                  <a:outerShdw blurRad="38100" dist="38100" dir="2700000" algn="tl">
                    <a:srgbClr val="000000"/>
                  </a:outerShdw>
                </a:effectLst>
                <a:latin typeface="Times New Roman" pitchFamily="18" charset="0"/>
                <a:ea typeface="楷体_GB2312" pitchFamily="49" charset="-122"/>
              </a:rPr>
              <a:t>的物体才能以光速运动</a:t>
            </a:r>
            <a:r>
              <a:rPr kumimoji="1" lang="en-US" altLang="zh-CN">
                <a:effectLst>
                  <a:outerShdw blurRad="38100" dist="38100" dir="2700000" algn="tl">
                    <a:srgbClr val="000000"/>
                  </a:outerShdw>
                </a:effectLst>
                <a:latin typeface="Times New Roman" pitchFamily="18" charset="0"/>
                <a:ea typeface="楷体_GB2312" pitchFamily="49" charset="-122"/>
              </a:rPr>
              <a:t>.</a:t>
            </a:r>
            <a:endParaRPr kumimoji="1" lang="en-US" altLang="zh-CN">
              <a:effectLst>
                <a:outerShdw blurRad="38100" dist="38100" dir="2700000" algn="tl">
                  <a:srgbClr val="000000"/>
                </a:outerShdw>
              </a:effectLst>
              <a:latin typeface="楷体_GB2312" pitchFamily="49" charset="-122"/>
              <a:ea typeface="楷体_GB2312" pitchFamily="49" charset="-122"/>
            </a:endParaRPr>
          </a:p>
          <a:p>
            <a:pPr algn="l" eaLnBrk="1" hangingPunct="1">
              <a:lnSpc>
                <a:spcPct val="100000"/>
              </a:lnSpc>
              <a:buClrTx/>
              <a:buFontTx/>
              <a:buNone/>
              <a:defRPr/>
            </a:pPr>
            <a:endParaRPr kumimoji="1" lang="en-US" altLang="zh-CN">
              <a:latin typeface="楷体_GB2312" pitchFamily="49" charset="-122"/>
              <a:ea typeface="楷体_GB2312" pitchFamily="49" charset="-122"/>
            </a:endParaRPr>
          </a:p>
        </p:txBody>
      </p:sp>
      <p:graphicFrame>
        <p:nvGraphicFramePr>
          <p:cNvPr id="926733" name="Object 13">
            <a:extLst>
              <a:ext uri="{FF2B5EF4-FFF2-40B4-BE49-F238E27FC236}">
                <a16:creationId xmlns:a16="http://schemas.microsoft.com/office/drawing/2014/main" id="{8A7CB13A-880C-0FB4-BD2D-D43BA016E9C3}"/>
              </a:ext>
            </a:extLst>
          </p:cNvPr>
          <p:cNvGraphicFramePr>
            <a:graphicFrameLocks noChangeAspect="1"/>
          </p:cNvGraphicFramePr>
          <p:nvPr/>
        </p:nvGraphicFramePr>
        <p:xfrm>
          <a:off x="3203575" y="5357813"/>
          <a:ext cx="833438" cy="387350"/>
        </p:xfrm>
        <a:graphic>
          <a:graphicData uri="http://schemas.openxmlformats.org/presentationml/2006/ole">
            <mc:AlternateContent xmlns:mc="http://schemas.openxmlformats.org/markup-compatibility/2006">
              <mc:Choice xmlns:v="urn:schemas-microsoft-com:vml" Requires="v">
                <p:oleObj name="公式" r:id="rId8" imgW="952200" imgH="431640" progId="Equation.3">
                  <p:embed/>
                </p:oleObj>
              </mc:Choice>
              <mc:Fallback>
                <p:oleObj name="公式" r:id="rId8" imgW="952200" imgH="431640" progId="Equation.3">
                  <p:embed/>
                  <p:pic>
                    <p:nvPicPr>
                      <p:cNvPr id="926733" name="Object 13">
                        <a:extLst>
                          <a:ext uri="{FF2B5EF4-FFF2-40B4-BE49-F238E27FC236}">
                            <a16:creationId xmlns:a16="http://schemas.microsoft.com/office/drawing/2014/main" id="{8A7CB13A-880C-0FB4-BD2D-D43BA016E9C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5357813"/>
                        <a:ext cx="833438" cy="3873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734" name="Rectangle 14">
            <a:extLst>
              <a:ext uri="{FF2B5EF4-FFF2-40B4-BE49-F238E27FC236}">
                <a16:creationId xmlns:a16="http://schemas.microsoft.com/office/drawing/2014/main" id="{FFAF1771-4D43-719C-73FC-CC3CBF154778}"/>
              </a:ext>
            </a:extLst>
          </p:cNvPr>
          <p:cNvSpPr>
            <a:spLocks noChangeArrowheads="1"/>
          </p:cNvSpPr>
          <p:nvPr/>
        </p:nvSpPr>
        <p:spPr bwMode="auto">
          <a:xfrm>
            <a:off x="5581650" y="4457700"/>
            <a:ext cx="31194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ea typeface="楷体_GB2312" pitchFamily="49" charset="-122"/>
              </a:rPr>
              <a:t>牛顿力学中的质量仅计及物体的静止质量</a:t>
            </a:r>
          </a:p>
        </p:txBody>
      </p:sp>
      <p:pic>
        <p:nvPicPr>
          <p:cNvPr id="926735" name="Picture 15" descr="j0078743">
            <a:extLst>
              <a:ext uri="{FF2B5EF4-FFF2-40B4-BE49-F238E27FC236}">
                <a16:creationId xmlns:a16="http://schemas.microsoft.com/office/drawing/2014/main" id="{508C7D8D-FDFA-4826-BCE5-7050600B09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52963" y="4665663"/>
            <a:ext cx="639762"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736" name="Text Box 16">
            <a:extLst>
              <a:ext uri="{FF2B5EF4-FFF2-40B4-BE49-F238E27FC236}">
                <a16:creationId xmlns:a16="http://schemas.microsoft.com/office/drawing/2014/main" id="{4300990D-345D-68AD-07E7-A0EC5DBF3A63}"/>
              </a:ext>
            </a:extLst>
          </p:cNvPr>
          <p:cNvSpPr txBox="1">
            <a:spLocks noChangeArrowheads="1"/>
          </p:cNvSpPr>
          <p:nvPr/>
        </p:nvSpPr>
        <p:spPr bwMode="auto">
          <a:xfrm>
            <a:off x="812800" y="1612900"/>
            <a:ext cx="966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讨论</a:t>
            </a:r>
          </a:p>
        </p:txBody>
      </p:sp>
      <p:sp>
        <p:nvSpPr>
          <p:cNvPr id="926737" name="AutoShape 17">
            <a:extLst>
              <a:ext uri="{FF2B5EF4-FFF2-40B4-BE49-F238E27FC236}">
                <a16:creationId xmlns:a16="http://schemas.microsoft.com/office/drawing/2014/main" id="{FF81BB26-1EB8-C501-0BC6-9D2C58B63198}"/>
              </a:ext>
            </a:extLst>
          </p:cNvPr>
          <p:cNvSpPr>
            <a:spLocks noChangeArrowheads="1"/>
          </p:cNvSpPr>
          <p:nvPr/>
        </p:nvSpPr>
        <p:spPr bwMode="auto">
          <a:xfrm>
            <a:off x="398463" y="1625600"/>
            <a:ext cx="381000" cy="349250"/>
          </a:xfrm>
          <a:prstGeom prst="star5">
            <a:avLst/>
          </a:prstGeom>
          <a:solidFill>
            <a:srgbClr val="FF0066"/>
          </a:solidFill>
          <a:ln w="9525">
            <a:solidFill>
              <a:schemeClr val="tx1"/>
            </a:solidFill>
            <a:miter lim="800000"/>
            <a:headEnd/>
            <a:tailEnd/>
          </a:ln>
          <a:effectLst/>
        </p:spPr>
        <p:txBody>
          <a:bodyPr wrap="none" anchor="ctr"/>
          <a:lstStyle/>
          <a:p>
            <a:pPr algn="l">
              <a:lnSpc>
                <a:spcPct val="100000"/>
              </a:lnSpc>
              <a:buClrTx/>
              <a:buFontTx/>
              <a:buNone/>
              <a:defRPr/>
            </a:pPr>
            <a:endParaRPr kumimoji="1" lang="zh-CN" altLang="en-US">
              <a:latin typeface="Times New Roman" pitchFamily="18" charset="0"/>
              <a:ea typeface="华文中宋" pitchFamily="2" charset="-122"/>
            </a:endParaRPr>
          </a:p>
        </p:txBody>
      </p:sp>
      <p:pic>
        <p:nvPicPr>
          <p:cNvPr id="926738" name="Picture 18" descr="15-15">
            <a:extLst>
              <a:ext uri="{FF2B5EF4-FFF2-40B4-BE49-F238E27FC236}">
                <a16:creationId xmlns:a16="http://schemas.microsoft.com/office/drawing/2014/main" id="{606928EE-F32C-D66A-7AA4-78D989AB8A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05463" y="862013"/>
            <a:ext cx="3240087" cy="3062287"/>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926739" name="Text Box 19">
            <a:extLst>
              <a:ext uri="{FF2B5EF4-FFF2-40B4-BE49-F238E27FC236}">
                <a16:creationId xmlns:a16="http://schemas.microsoft.com/office/drawing/2014/main" id="{0A04B339-2AC3-3E3D-3BD1-5DC520CB45DB}"/>
              </a:ext>
            </a:extLst>
          </p:cNvPr>
          <p:cNvSpPr txBox="1">
            <a:spLocks noChangeArrowheads="1"/>
          </p:cNvSpPr>
          <p:nvPr/>
        </p:nvSpPr>
        <p:spPr bwMode="auto">
          <a:xfrm>
            <a:off x="754063" y="2290763"/>
            <a:ext cx="4897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当</a:t>
            </a:r>
            <a:r>
              <a:rPr kumimoji="1" lang="en-US" altLang="zh-CN" i="1">
                <a:solidFill>
                  <a:srgbClr val="66FFFF"/>
                </a:solidFill>
                <a:latin typeface="Bookman Old Style" panose="02050604050505020204" pitchFamily="18" charset="0"/>
                <a:ea typeface="楷体_GB2312" pitchFamily="49" charset="-122"/>
              </a:rPr>
              <a:t>v</a:t>
            </a:r>
            <a:r>
              <a:rPr kumimoji="1" lang="en-US" altLang="zh-CN" i="1">
                <a:solidFill>
                  <a:srgbClr val="66FFFF"/>
                </a:solidFill>
                <a:latin typeface="Times New Roman" panose="02020603050405020304" pitchFamily="18" charset="0"/>
                <a:ea typeface="楷体_GB2312" pitchFamily="49" charset="-122"/>
              </a:rPr>
              <a:t> </a:t>
            </a:r>
            <a:r>
              <a:rPr kumimoji="1" lang="en-US" altLang="zh-CN">
                <a:solidFill>
                  <a:srgbClr val="66FFFF"/>
                </a:solidFill>
                <a:latin typeface="Times New Roman" panose="02020603050405020304" pitchFamily="18" charset="0"/>
                <a:ea typeface="楷体_GB2312" pitchFamily="49" charset="-122"/>
              </a:rPr>
              <a:t>&lt;&lt; </a:t>
            </a:r>
            <a:r>
              <a:rPr kumimoji="1" lang="en-US" altLang="zh-CN" i="1">
                <a:solidFill>
                  <a:srgbClr val="66FFFF"/>
                </a:solidFill>
                <a:latin typeface="Times New Roman" panose="02020603050405020304" pitchFamily="18" charset="0"/>
                <a:ea typeface="楷体_GB2312" pitchFamily="49" charset="-122"/>
              </a:rPr>
              <a:t>c </a:t>
            </a:r>
            <a:r>
              <a:rPr kumimoji="1" lang="zh-CN" altLang="en-US">
                <a:latin typeface="Times New Roman" panose="02020603050405020304" pitchFamily="18" charset="0"/>
                <a:ea typeface="楷体_GB2312" pitchFamily="49" charset="-122"/>
              </a:rPr>
              <a:t>时，</a:t>
            </a:r>
            <a:r>
              <a:rPr kumimoji="1" lang="zh-CN" altLang="en-US" i="1">
                <a:latin typeface="Times New Roman" panose="02020603050405020304" pitchFamily="18" charset="0"/>
                <a:ea typeface="楷体_GB2312" pitchFamily="49" charset="-122"/>
                <a:sym typeface="Symbol" panose="05050102010706020507" pitchFamily="18" charset="2"/>
              </a:rPr>
              <a:t> </a:t>
            </a:r>
            <a:r>
              <a:rPr kumimoji="1" lang="zh-CN" altLang="en-US">
                <a:latin typeface="Times New Roman" panose="02020603050405020304" pitchFamily="18" charset="0"/>
                <a:ea typeface="楷体_GB2312" pitchFamily="49" charset="-122"/>
                <a:sym typeface="Symbol" panose="05050102010706020507" pitchFamily="18" charset="2"/>
              </a:rPr>
              <a:t> </a:t>
            </a:r>
            <a:r>
              <a:rPr kumimoji="1" lang="en-US" altLang="zh-CN">
                <a:latin typeface="Times New Roman" panose="02020603050405020304" pitchFamily="18" charset="0"/>
                <a:ea typeface="楷体_GB2312" pitchFamily="49" charset="-122"/>
                <a:sym typeface="Symbol" panose="05050102010706020507" pitchFamily="18" charset="2"/>
              </a:rPr>
              <a:t>0,  </a:t>
            </a:r>
            <a:r>
              <a:rPr kumimoji="1" lang="en-US" altLang="zh-CN" i="1">
                <a:latin typeface="Times New Roman" panose="02020603050405020304" pitchFamily="18" charset="0"/>
                <a:ea typeface="楷体_GB2312" pitchFamily="49" charset="-122"/>
              </a:rPr>
              <a:t>m = m</a:t>
            </a:r>
            <a:r>
              <a:rPr kumimoji="1" lang="en-US" altLang="zh-CN" baseline="-25000">
                <a:latin typeface="Times New Roman" panose="02020603050405020304" pitchFamily="18" charset="0"/>
                <a:ea typeface="楷体_GB2312" pitchFamily="49" charset="-122"/>
              </a:rPr>
              <a:t>0</a:t>
            </a:r>
          </a:p>
        </p:txBody>
      </p:sp>
      <p:sp>
        <p:nvSpPr>
          <p:cNvPr id="926740" name="Rectangle 20">
            <a:extLst>
              <a:ext uri="{FF2B5EF4-FFF2-40B4-BE49-F238E27FC236}">
                <a16:creationId xmlns:a16="http://schemas.microsoft.com/office/drawing/2014/main" id="{4CB3E08D-8D02-F6F2-04EA-FC3C3DDAB916}"/>
              </a:ext>
            </a:extLst>
          </p:cNvPr>
          <p:cNvSpPr>
            <a:spLocks noChangeArrowheads="1"/>
          </p:cNvSpPr>
          <p:nvPr/>
        </p:nvSpPr>
        <p:spPr bwMode="auto">
          <a:xfrm>
            <a:off x="1079500" y="4305300"/>
            <a:ext cx="197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solidFill>
                  <a:srgbClr val="FFCC00"/>
                </a:solidFill>
                <a:latin typeface="Bookman Old Style" panose="02050604050505020204" pitchFamily="18" charset="0"/>
                <a:ea typeface="楷体_GB2312" pitchFamily="49" charset="-122"/>
              </a:rPr>
              <a:t>v </a:t>
            </a:r>
            <a:r>
              <a:rPr kumimoji="1" lang="en-US" altLang="zh-CN">
                <a:solidFill>
                  <a:srgbClr val="FFCC00"/>
                </a:solidFill>
                <a:latin typeface="Times New Roman" panose="02020603050405020304" pitchFamily="18" charset="0"/>
                <a:ea typeface="楷体_GB2312" pitchFamily="49" charset="-122"/>
              </a:rPr>
              <a:t>=0.866 </a:t>
            </a:r>
            <a:r>
              <a:rPr kumimoji="1" lang="en-US" altLang="zh-CN" i="1">
                <a:solidFill>
                  <a:srgbClr val="FFCC00"/>
                </a:solidFill>
                <a:latin typeface="Times New Roman" panose="02020603050405020304" pitchFamily="18" charset="0"/>
                <a:ea typeface="楷体_GB2312" pitchFamily="49" charset="-122"/>
              </a:rPr>
              <a:t>c</a:t>
            </a:r>
          </a:p>
        </p:txBody>
      </p:sp>
      <p:sp>
        <p:nvSpPr>
          <p:cNvPr id="926741" name="Rectangle 21">
            <a:extLst>
              <a:ext uri="{FF2B5EF4-FFF2-40B4-BE49-F238E27FC236}">
                <a16:creationId xmlns:a16="http://schemas.microsoft.com/office/drawing/2014/main" id="{5ADA6C30-BCA9-1EB9-EDE1-28E78B181F8F}"/>
              </a:ext>
            </a:extLst>
          </p:cNvPr>
          <p:cNvSpPr>
            <a:spLocks noChangeArrowheads="1"/>
          </p:cNvSpPr>
          <p:nvPr/>
        </p:nvSpPr>
        <p:spPr bwMode="auto">
          <a:xfrm>
            <a:off x="1079500" y="4808538"/>
            <a:ext cx="197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solidFill>
                  <a:srgbClr val="FFCC00"/>
                </a:solidFill>
                <a:latin typeface="Bookman Old Style" panose="02050604050505020204" pitchFamily="18" charset="0"/>
                <a:ea typeface="楷体_GB2312" pitchFamily="49" charset="-122"/>
              </a:rPr>
              <a:t>v </a:t>
            </a:r>
            <a:r>
              <a:rPr kumimoji="1" lang="en-US" altLang="zh-CN">
                <a:solidFill>
                  <a:srgbClr val="FFCC00"/>
                </a:solidFill>
                <a:latin typeface="Times New Roman" panose="02020603050405020304" pitchFamily="18" charset="0"/>
                <a:ea typeface="楷体_GB2312" pitchFamily="49" charset="-122"/>
                <a:sym typeface="Symbol" panose="05050102010706020507" pitchFamily="18" charset="2"/>
              </a:rPr>
              <a:t></a:t>
            </a:r>
            <a:r>
              <a:rPr kumimoji="1" lang="en-US" altLang="zh-CN">
                <a:solidFill>
                  <a:srgbClr val="FFCC00"/>
                </a:solidFill>
                <a:latin typeface="Times New Roman" panose="02020603050405020304" pitchFamily="18" charset="0"/>
                <a:ea typeface="楷体_GB2312" pitchFamily="49" charset="-122"/>
              </a:rPr>
              <a:t> </a:t>
            </a:r>
            <a:r>
              <a:rPr kumimoji="1" lang="en-US" altLang="zh-CN" i="1">
                <a:solidFill>
                  <a:srgbClr val="FFCC00"/>
                </a:solidFill>
                <a:latin typeface="Times New Roman" panose="02020603050405020304" pitchFamily="18" charset="0"/>
                <a:ea typeface="楷体_GB2312" pitchFamily="49" charset="-122"/>
              </a:rPr>
              <a:t>c</a:t>
            </a:r>
          </a:p>
        </p:txBody>
      </p:sp>
      <p:sp>
        <p:nvSpPr>
          <p:cNvPr id="926742" name="Rectangle 22">
            <a:extLst>
              <a:ext uri="{FF2B5EF4-FFF2-40B4-BE49-F238E27FC236}">
                <a16:creationId xmlns:a16="http://schemas.microsoft.com/office/drawing/2014/main" id="{22243764-BE7B-7707-F98C-B24817FC7812}"/>
              </a:ext>
            </a:extLst>
          </p:cNvPr>
          <p:cNvSpPr>
            <a:spLocks noChangeArrowheads="1"/>
          </p:cNvSpPr>
          <p:nvPr/>
        </p:nvSpPr>
        <p:spPr bwMode="auto">
          <a:xfrm>
            <a:off x="1079500" y="5287963"/>
            <a:ext cx="197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solidFill>
                  <a:srgbClr val="FFCC00"/>
                </a:solidFill>
                <a:latin typeface="Bookman Old Style" panose="02050604050505020204" pitchFamily="18" charset="0"/>
                <a:ea typeface="楷体_GB2312" pitchFamily="49" charset="-122"/>
              </a:rPr>
              <a:t>v </a:t>
            </a:r>
            <a:r>
              <a:rPr kumimoji="1" lang="en-US" altLang="zh-CN">
                <a:solidFill>
                  <a:srgbClr val="FFCC00"/>
                </a:solidFill>
                <a:latin typeface="Times New Roman" panose="02020603050405020304" pitchFamily="18" charset="0"/>
                <a:ea typeface="楷体_GB2312" pitchFamily="49" charset="-122"/>
              </a:rPr>
              <a:t>= </a:t>
            </a:r>
            <a:r>
              <a:rPr kumimoji="1" lang="en-US" altLang="zh-CN" i="1">
                <a:solidFill>
                  <a:srgbClr val="FFCC00"/>
                </a:solidFill>
                <a:latin typeface="Times New Roman" panose="02020603050405020304" pitchFamily="18" charset="0"/>
                <a:ea typeface="楷体_GB2312" pitchFamily="49" charset="-122"/>
              </a:rPr>
              <a:t>c</a:t>
            </a:r>
          </a:p>
        </p:txBody>
      </p:sp>
      <p:sp>
        <p:nvSpPr>
          <p:cNvPr id="8212" name="Rectangle 23">
            <a:extLst>
              <a:ext uri="{FF2B5EF4-FFF2-40B4-BE49-F238E27FC236}">
                <a16:creationId xmlns:a16="http://schemas.microsoft.com/office/drawing/2014/main" id="{DBAB2AE7-A48C-210E-1560-25BC3F3D5297}"/>
              </a:ext>
            </a:extLst>
          </p:cNvPr>
          <p:cNvSpPr>
            <a:spLocks noChangeArrowheads="1"/>
          </p:cNvSpPr>
          <p:nvPr/>
        </p:nvSpPr>
        <p:spPr bwMode="auto">
          <a:xfrm>
            <a:off x="365125" y="263525"/>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66FFFF"/>
                </a:solidFill>
                <a:latin typeface="Times New Roman" panose="02020603050405020304" pitchFamily="18" charset="0"/>
                <a:ea typeface="华文中宋" panose="02010600040101010101" pitchFamily="2" charset="-122"/>
              </a:rPr>
              <a:t>相对论的质速关系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6723"/>
                                        </p:tgtEl>
                                        <p:attrNameLst>
                                          <p:attrName>style.visibility</p:attrName>
                                        </p:attrNameLst>
                                      </p:cBhvr>
                                      <p:to>
                                        <p:strVal val="visible"/>
                                      </p:to>
                                    </p:set>
                                    <p:animEffect transition="in" filter="wipe(left)">
                                      <p:cBhvr>
                                        <p:cTn id="7" dur="500"/>
                                        <p:tgtEl>
                                          <p:spTgt spid="926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926737"/>
                                        </p:tgtEl>
                                        <p:attrNameLst>
                                          <p:attrName>style.visibility</p:attrName>
                                        </p:attrNameLst>
                                      </p:cBhvr>
                                      <p:to>
                                        <p:strVal val="visible"/>
                                      </p:to>
                                    </p:set>
                                    <p:anim calcmode="lin" valueType="num">
                                      <p:cBhvr>
                                        <p:cTn id="12" dur="500" fill="hold"/>
                                        <p:tgtEl>
                                          <p:spTgt spid="926737"/>
                                        </p:tgtEl>
                                        <p:attrNameLst>
                                          <p:attrName>ppt_w</p:attrName>
                                        </p:attrNameLst>
                                      </p:cBhvr>
                                      <p:tavLst>
                                        <p:tav tm="0">
                                          <p:val>
                                            <p:fltVal val="0"/>
                                          </p:val>
                                        </p:tav>
                                        <p:tav tm="100000">
                                          <p:val>
                                            <p:strVal val="#ppt_w"/>
                                          </p:val>
                                        </p:tav>
                                      </p:tavLst>
                                    </p:anim>
                                    <p:anim calcmode="lin" valueType="num">
                                      <p:cBhvr>
                                        <p:cTn id="13" dur="500" fill="hold"/>
                                        <p:tgtEl>
                                          <p:spTgt spid="926737"/>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0"/>
                                          </p:stCondLst>
                                        </p:cTn>
                                        <p:tgtEl>
                                          <p:spTgt spid="9267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92673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926726"/>
                                        </p:tgtEl>
                                        <p:attrNameLst>
                                          <p:attrName>style.visibility</p:attrName>
                                        </p:attrNameLst>
                                      </p:cBhvr>
                                      <p:to>
                                        <p:strVal val="visible"/>
                                      </p:to>
                                    </p:set>
                                    <p:animEffect transition="in" filter="slide(fromBottom)">
                                      <p:cBhvr>
                                        <p:cTn id="25" dur="300"/>
                                        <p:tgtEl>
                                          <p:spTgt spid="92672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nodeType="clickEffect">
                                  <p:stCondLst>
                                    <p:cond delay="0"/>
                                  </p:stCondLst>
                                  <p:childTnLst>
                                    <p:set>
                                      <p:cBhvr>
                                        <p:cTn id="29" dur="1" fill="hold">
                                          <p:stCondLst>
                                            <p:cond delay="0"/>
                                          </p:stCondLst>
                                        </p:cTn>
                                        <p:tgtEl>
                                          <p:spTgt spid="926727"/>
                                        </p:tgtEl>
                                        <p:attrNameLst>
                                          <p:attrName>style.visibility</p:attrName>
                                        </p:attrNameLst>
                                      </p:cBhvr>
                                      <p:to>
                                        <p:strVal val="visible"/>
                                      </p:to>
                                    </p:set>
                                    <p:animEffect transition="in" filter="randombar(horizontal)">
                                      <p:cBhvr>
                                        <p:cTn id="30" dur="300"/>
                                        <p:tgtEl>
                                          <p:spTgt spid="9267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926738"/>
                                        </p:tgtEl>
                                        <p:attrNameLst>
                                          <p:attrName>style.visibility</p:attrName>
                                        </p:attrNameLst>
                                      </p:cBhvr>
                                      <p:to>
                                        <p:strVal val="visible"/>
                                      </p:to>
                                    </p:set>
                                    <p:anim calcmode="lin" valueType="num">
                                      <p:cBhvr>
                                        <p:cTn id="35" dur="500" fill="hold"/>
                                        <p:tgtEl>
                                          <p:spTgt spid="926738"/>
                                        </p:tgtEl>
                                        <p:attrNameLst>
                                          <p:attrName>ppt_w</p:attrName>
                                        </p:attrNameLst>
                                      </p:cBhvr>
                                      <p:tavLst>
                                        <p:tav tm="0">
                                          <p:val>
                                            <p:fltVal val="0"/>
                                          </p:val>
                                        </p:tav>
                                        <p:tav tm="100000">
                                          <p:val>
                                            <p:strVal val="#ppt_w"/>
                                          </p:val>
                                        </p:tav>
                                      </p:tavLst>
                                    </p:anim>
                                    <p:anim calcmode="lin" valueType="num">
                                      <p:cBhvr>
                                        <p:cTn id="36" dur="500" fill="hold"/>
                                        <p:tgtEl>
                                          <p:spTgt spid="926738"/>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26728"/>
                                        </p:tgtEl>
                                        <p:attrNameLst>
                                          <p:attrName>style.visibility</p:attrName>
                                        </p:attrNameLst>
                                      </p:cBhvr>
                                      <p:to>
                                        <p:strVal val="visible"/>
                                      </p:to>
                                    </p:set>
                                    <p:animEffect transition="in" filter="wipe(left)">
                                      <p:cBhvr>
                                        <p:cTn id="41" dur="500"/>
                                        <p:tgtEl>
                                          <p:spTgt spid="92672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26729"/>
                                        </p:tgtEl>
                                        <p:attrNameLst>
                                          <p:attrName>style.visibility</p:attrName>
                                        </p:attrNameLst>
                                      </p:cBhvr>
                                      <p:to>
                                        <p:strVal val="visible"/>
                                      </p:to>
                                    </p:set>
                                    <p:animEffect transition="in" filter="wipe(left)">
                                      <p:cBhvr>
                                        <p:cTn id="46" dur="500"/>
                                        <p:tgtEl>
                                          <p:spTgt spid="92672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926740"/>
                                        </p:tgtEl>
                                        <p:attrNameLst>
                                          <p:attrName>style.visibility</p:attrName>
                                        </p:attrNameLst>
                                      </p:cBhvr>
                                      <p:to>
                                        <p:strVal val="visible"/>
                                      </p:to>
                                    </p:set>
                                    <p:animEffect transition="in" filter="wipe(left)">
                                      <p:cBhvr>
                                        <p:cTn id="51" dur="500"/>
                                        <p:tgtEl>
                                          <p:spTgt spid="92674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926730"/>
                                        </p:tgtEl>
                                        <p:attrNameLst>
                                          <p:attrName>style.visibility</p:attrName>
                                        </p:attrNameLst>
                                      </p:cBhvr>
                                      <p:to>
                                        <p:strVal val="visible"/>
                                      </p:to>
                                    </p:set>
                                    <p:animEffect transition="in" filter="wipe(left)">
                                      <p:cBhvr>
                                        <p:cTn id="56" dur="500"/>
                                        <p:tgtEl>
                                          <p:spTgt spid="92673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26741"/>
                                        </p:tgtEl>
                                        <p:attrNameLst>
                                          <p:attrName>style.visibility</p:attrName>
                                        </p:attrNameLst>
                                      </p:cBhvr>
                                      <p:to>
                                        <p:strVal val="visible"/>
                                      </p:to>
                                    </p:set>
                                    <p:animEffect transition="in" filter="wipe(left)">
                                      <p:cBhvr>
                                        <p:cTn id="61" dur="500"/>
                                        <p:tgtEl>
                                          <p:spTgt spid="92674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26731"/>
                                        </p:tgtEl>
                                        <p:attrNameLst>
                                          <p:attrName>style.visibility</p:attrName>
                                        </p:attrNameLst>
                                      </p:cBhvr>
                                      <p:to>
                                        <p:strVal val="visible"/>
                                      </p:to>
                                    </p:set>
                                    <p:animEffect transition="in" filter="wipe(left)">
                                      <p:cBhvr>
                                        <p:cTn id="66" dur="500"/>
                                        <p:tgtEl>
                                          <p:spTgt spid="92673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926742"/>
                                        </p:tgtEl>
                                        <p:attrNameLst>
                                          <p:attrName>style.visibility</p:attrName>
                                        </p:attrNameLst>
                                      </p:cBhvr>
                                      <p:to>
                                        <p:strVal val="visible"/>
                                      </p:to>
                                    </p:set>
                                    <p:animEffect transition="in" filter="wipe(left)">
                                      <p:cBhvr>
                                        <p:cTn id="71" dur="500"/>
                                        <p:tgtEl>
                                          <p:spTgt spid="92674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26733"/>
                                        </p:tgtEl>
                                        <p:attrNameLst>
                                          <p:attrName>style.visibility</p:attrName>
                                        </p:attrNameLst>
                                      </p:cBhvr>
                                      <p:to>
                                        <p:strVal val="visible"/>
                                      </p:to>
                                    </p:set>
                                    <p:animEffect transition="in" filter="wipe(left)">
                                      <p:cBhvr>
                                        <p:cTn id="76" dur="500"/>
                                        <p:tgtEl>
                                          <p:spTgt spid="926733"/>
                                        </p:tgtEl>
                                      </p:cBhvr>
                                    </p:animEffect>
                                  </p:childTnLst>
                                </p:cTn>
                              </p:par>
                            </p:childTnLst>
                          </p:cTn>
                        </p:par>
                        <p:par>
                          <p:cTn id="77" fill="hold" nodeType="afterGroup">
                            <p:stCondLst>
                              <p:cond delay="500"/>
                            </p:stCondLst>
                            <p:childTnLst>
                              <p:par>
                                <p:cTn id="78" presetID="19" presetClass="entr" presetSubtype="10" fill="hold" nodeType="afterEffect">
                                  <p:stCondLst>
                                    <p:cond delay="0"/>
                                  </p:stCondLst>
                                  <p:childTnLst>
                                    <p:set>
                                      <p:cBhvr>
                                        <p:cTn id="79" dur="1" fill="hold">
                                          <p:stCondLst>
                                            <p:cond delay="0"/>
                                          </p:stCondLst>
                                        </p:cTn>
                                        <p:tgtEl>
                                          <p:spTgt spid="926735"/>
                                        </p:tgtEl>
                                        <p:attrNameLst>
                                          <p:attrName>style.visibility</p:attrName>
                                        </p:attrNameLst>
                                      </p:cBhvr>
                                      <p:to>
                                        <p:strVal val="visible"/>
                                      </p:to>
                                    </p:set>
                                    <p:anim calcmode="lin" valueType="num">
                                      <p:cBhvr>
                                        <p:cTn id="80" dur="5000" fill="hold"/>
                                        <p:tgtEl>
                                          <p:spTgt spid="926735"/>
                                        </p:tgtEl>
                                        <p:attrNameLst>
                                          <p:attrName>ppt_w</p:attrName>
                                        </p:attrNameLst>
                                      </p:cBhvr>
                                      <p:tavLst>
                                        <p:tav tm="0" fmla="#ppt_w*sin(2.5*pi*$)">
                                          <p:val>
                                            <p:fltVal val="0"/>
                                          </p:val>
                                        </p:tav>
                                        <p:tav tm="100000">
                                          <p:val>
                                            <p:fltVal val="1"/>
                                          </p:val>
                                        </p:tav>
                                      </p:tavLst>
                                    </p:anim>
                                    <p:anim calcmode="lin" valueType="num">
                                      <p:cBhvr>
                                        <p:cTn id="81" dur="5000" fill="hold"/>
                                        <p:tgtEl>
                                          <p:spTgt spid="926735"/>
                                        </p:tgtEl>
                                        <p:attrNameLst>
                                          <p:attrName>ppt_h</p:attrName>
                                        </p:attrNameLst>
                                      </p:cBhvr>
                                      <p:tavLst>
                                        <p:tav tm="0">
                                          <p:val>
                                            <p:strVal val="#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12" presetClass="entr" presetSubtype="1" fill="hold" nodeType="clickEffect">
                                  <p:stCondLst>
                                    <p:cond delay="0"/>
                                  </p:stCondLst>
                                  <p:childTnLst>
                                    <p:set>
                                      <p:cBhvr>
                                        <p:cTn id="85" dur="1" fill="hold">
                                          <p:stCondLst>
                                            <p:cond delay="0"/>
                                          </p:stCondLst>
                                        </p:cTn>
                                        <p:tgtEl>
                                          <p:spTgt spid="926734"/>
                                        </p:tgtEl>
                                        <p:attrNameLst>
                                          <p:attrName>style.visibility</p:attrName>
                                        </p:attrNameLst>
                                      </p:cBhvr>
                                      <p:to>
                                        <p:strVal val="visible"/>
                                      </p:to>
                                    </p:set>
                                    <p:animEffect transition="in" filter="slide(fromTop)">
                                      <p:cBhvr>
                                        <p:cTn id="86" dur="300"/>
                                        <p:tgtEl>
                                          <p:spTgt spid="92673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4" presetClass="entr" presetSubtype="10" fill="hold" nodeType="clickEffect">
                                  <p:stCondLst>
                                    <p:cond delay="0"/>
                                  </p:stCondLst>
                                  <p:childTnLst>
                                    <p:set>
                                      <p:cBhvr>
                                        <p:cTn id="90" dur="1" fill="hold">
                                          <p:stCondLst>
                                            <p:cond delay="0"/>
                                          </p:stCondLst>
                                        </p:cTn>
                                        <p:tgtEl>
                                          <p:spTgt spid="926732"/>
                                        </p:tgtEl>
                                        <p:attrNameLst>
                                          <p:attrName>style.visibility</p:attrName>
                                        </p:attrNameLst>
                                      </p:cBhvr>
                                      <p:to>
                                        <p:strVal val="visible"/>
                                      </p:to>
                                    </p:set>
                                    <p:animEffect transition="in" filter="randombar(horizontal)">
                                      <p:cBhvr>
                                        <p:cTn id="91" dur="300"/>
                                        <p:tgtEl>
                                          <p:spTgt spid="926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6726" grpId="0" autoUpdateAnimBg="0"/>
      <p:bldP spid="926727" grpId="0" autoUpdateAnimBg="0"/>
      <p:bldP spid="926728" grpId="0" autoUpdateAnimBg="0"/>
      <p:bldP spid="926729" grpId="0" autoUpdateAnimBg="0"/>
      <p:bldP spid="926732" grpId="0" autoUpdateAnimBg="0"/>
      <p:bldP spid="926734" grpId="0" autoUpdateAnimBg="0"/>
      <p:bldP spid="926736" grpId="0"/>
      <p:bldP spid="926739" grpId="0" autoUpdateAnimBg="0"/>
      <p:bldP spid="926740" grpId="0" autoUpdateAnimBg="0"/>
      <p:bldP spid="926741" grpId="0" autoUpdateAnimBg="0"/>
      <p:bldP spid="92674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a:extLst>
              <a:ext uri="{FF2B5EF4-FFF2-40B4-BE49-F238E27FC236}">
                <a16:creationId xmlns:a16="http://schemas.microsoft.com/office/drawing/2014/main" id="{183AFFB8-0B4A-FF71-FCDD-EB1D9981CEA9}"/>
              </a:ext>
            </a:extLst>
          </p:cNvPr>
          <p:cNvSpPr>
            <a:spLocks noChangeArrowheads="1"/>
          </p:cNvSpPr>
          <p:nvPr/>
        </p:nvSpPr>
        <p:spPr bwMode="auto">
          <a:xfrm>
            <a:off x="257175" y="301625"/>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66FFFF"/>
                </a:solidFill>
                <a:latin typeface="Times New Roman" panose="02020603050405020304" pitchFamily="18" charset="0"/>
              </a:rPr>
              <a:t>2. </a:t>
            </a:r>
            <a:r>
              <a:rPr kumimoji="1" lang="zh-CN" altLang="en-US">
                <a:solidFill>
                  <a:srgbClr val="66FFFF"/>
                </a:solidFill>
                <a:latin typeface="Times New Roman" panose="02020603050405020304" pitchFamily="18" charset="0"/>
              </a:rPr>
              <a:t>相对论动量</a:t>
            </a:r>
          </a:p>
        </p:txBody>
      </p:sp>
      <p:graphicFrame>
        <p:nvGraphicFramePr>
          <p:cNvPr id="927747" name="Object 3">
            <a:extLst>
              <a:ext uri="{FF2B5EF4-FFF2-40B4-BE49-F238E27FC236}">
                <a16:creationId xmlns:a16="http://schemas.microsoft.com/office/drawing/2014/main" id="{ECCCB64E-EB59-DE36-7A7F-8CCCFE351CA9}"/>
              </a:ext>
            </a:extLst>
          </p:cNvPr>
          <p:cNvGraphicFramePr>
            <a:graphicFrameLocks/>
          </p:cNvGraphicFramePr>
          <p:nvPr/>
        </p:nvGraphicFramePr>
        <p:xfrm>
          <a:off x="935038" y="1063625"/>
          <a:ext cx="3749675" cy="517525"/>
        </p:xfrm>
        <a:graphic>
          <a:graphicData uri="http://schemas.openxmlformats.org/presentationml/2006/ole">
            <mc:AlternateContent xmlns:mc="http://schemas.openxmlformats.org/markup-compatibility/2006">
              <mc:Choice xmlns:v="urn:schemas-microsoft-com:vml" Requires="v">
                <p:oleObj name="公式" r:id="rId2" imgW="3759120" imgH="520560" progId="Equation.3">
                  <p:embed/>
                </p:oleObj>
              </mc:Choice>
              <mc:Fallback>
                <p:oleObj name="公式" r:id="rId2" imgW="3759120" imgH="520560" progId="Equation.3">
                  <p:embed/>
                  <p:pic>
                    <p:nvPicPr>
                      <p:cNvPr id="927747" name="Object 3">
                        <a:extLst>
                          <a:ext uri="{FF2B5EF4-FFF2-40B4-BE49-F238E27FC236}">
                            <a16:creationId xmlns:a16="http://schemas.microsoft.com/office/drawing/2014/main" id="{ECCCB64E-EB59-DE36-7A7F-8CCCFE351CA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1063625"/>
                        <a:ext cx="3749675" cy="517525"/>
                      </a:xfrm>
                      <a:prstGeom prst="rect">
                        <a:avLst/>
                      </a:prstGeom>
                      <a:noFill/>
                      <a:ln w="22225">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48" name="Rectangle 4">
            <a:extLst>
              <a:ext uri="{FF2B5EF4-FFF2-40B4-BE49-F238E27FC236}">
                <a16:creationId xmlns:a16="http://schemas.microsoft.com/office/drawing/2014/main" id="{10DD1624-F7DC-CC48-0E19-A51D3CD86FBF}"/>
              </a:ext>
            </a:extLst>
          </p:cNvPr>
          <p:cNvSpPr>
            <a:spLocks noChangeArrowheads="1"/>
          </p:cNvSpPr>
          <p:nvPr/>
        </p:nvSpPr>
        <p:spPr bwMode="auto">
          <a:xfrm>
            <a:off x="4911725" y="754063"/>
            <a:ext cx="3657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楷体_GB2312" pitchFamily="49" charset="-122"/>
                <a:ea typeface="楷体_GB2312" pitchFamily="49" charset="-122"/>
              </a:rPr>
              <a:t>可以证明，该公式保证动量守恒在洛伦兹变换下对任何惯性系都保持不变性</a:t>
            </a:r>
          </a:p>
        </p:txBody>
      </p:sp>
      <p:sp>
        <p:nvSpPr>
          <p:cNvPr id="927749" name="Rectangle 5">
            <a:extLst>
              <a:ext uri="{FF2B5EF4-FFF2-40B4-BE49-F238E27FC236}">
                <a16:creationId xmlns:a16="http://schemas.microsoft.com/office/drawing/2014/main" id="{567FB906-B10B-B42A-7A10-2F46A3194165}"/>
              </a:ext>
            </a:extLst>
          </p:cNvPr>
          <p:cNvSpPr>
            <a:spLocks noChangeArrowheads="1"/>
          </p:cNvSpPr>
          <p:nvPr/>
        </p:nvSpPr>
        <p:spPr bwMode="auto">
          <a:xfrm>
            <a:off x="319088" y="1771650"/>
            <a:ext cx="431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en-US" altLang="zh-CN">
                <a:solidFill>
                  <a:srgbClr val="66FFFF"/>
                </a:solidFill>
                <a:latin typeface="Times New Roman" panose="02020603050405020304" pitchFamily="18" charset="0"/>
              </a:rPr>
              <a:t>3. </a:t>
            </a:r>
            <a:r>
              <a:rPr kumimoji="1" lang="zh-CN" altLang="en-US">
                <a:solidFill>
                  <a:srgbClr val="66FFFF"/>
                </a:solidFill>
                <a:latin typeface="Times New Roman" panose="02020603050405020304" pitchFamily="18" charset="0"/>
              </a:rPr>
              <a:t>相对论质点动力学基本方程</a:t>
            </a:r>
            <a:endParaRPr kumimoji="1" lang="zh-CN" altLang="en-US">
              <a:solidFill>
                <a:srgbClr val="FFFF00"/>
              </a:solidFill>
              <a:latin typeface="Times New Roman" panose="02020603050405020304" pitchFamily="18" charset="0"/>
            </a:endParaRPr>
          </a:p>
        </p:txBody>
      </p:sp>
      <p:graphicFrame>
        <p:nvGraphicFramePr>
          <p:cNvPr id="927750" name="Object 6">
            <a:extLst>
              <a:ext uri="{FF2B5EF4-FFF2-40B4-BE49-F238E27FC236}">
                <a16:creationId xmlns:a16="http://schemas.microsoft.com/office/drawing/2014/main" id="{D54CF2CC-D084-911D-1921-A80BFB529EC5}"/>
              </a:ext>
            </a:extLst>
          </p:cNvPr>
          <p:cNvGraphicFramePr>
            <a:graphicFrameLocks/>
          </p:cNvGraphicFramePr>
          <p:nvPr/>
        </p:nvGraphicFramePr>
        <p:xfrm>
          <a:off x="1970088" y="2373313"/>
          <a:ext cx="1198562" cy="431800"/>
        </p:xfrm>
        <a:graphic>
          <a:graphicData uri="http://schemas.openxmlformats.org/presentationml/2006/ole">
            <mc:AlternateContent xmlns:mc="http://schemas.openxmlformats.org/markup-compatibility/2006">
              <mc:Choice xmlns:v="urn:schemas-microsoft-com:vml" Requires="v">
                <p:oleObj name="公式" r:id="rId4" imgW="1193760" imgH="431640" progId="Equation.3">
                  <p:embed/>
                </p:oleObj>
              </mc:Choice>
              <mc:Fallback>
                <p:oleObj name="公式" r:id="rId4" imgW="1193760" imgH="431640" progId="Equation.3">
                  <p:embed/>
                  <p:pic>
                    <p:nvPicPr>
                      <p:cNvPr id="927750" name="Object 6">
                        <a:extLst>
                          <a:ext uri="{FF2B5EF4-FFF2-40B4-BE49-F238E27FC236}">
                            <a16:creationId xmlns:a16="http://schemas.microsoft.com/office/drawing/2014/main" id="{D54CF2CC-D084-911D-1921-A80BFB529EC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088" y="2373313"/>
                        <a:ext cx="1198562"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51" name="Rectangle 7">
            <a:extLst>
              <a:ext uri="{FF2B5EF4-FFF2-40B4-BE49-F238E27FC236}">
                <a16:creationId xmlns:a16="http://schemas.microsoft.com/office/drawing/2014/main" id="{0D27C0FD-8273-9941-1710-55CEAE9FB5E9}"/>
              </a:ext>
            </a:extLst>
          </p:cNvPr>
          <p:cNvSpPr>
            <a:spLocks noChangeArrowheads="1"/>
          </p:cNvSpPr>
          <p:nvPr/>
        </p:nvSpPr>
        <p:spPr bwMode="auto">
          <a:xfrm>
            <a:off x="454025" y="2347913"/>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经典力学</a:t>
            </a:r>
          </a:p>
        </p:txBody>
      </p:sp>
      <p:sp>
        <p:nvSpPr>
          <p:cNvPr id="927752" name="AutoShape 8">
            <a:extLst>
              <a:ext uri="{FF2B5EF4-FFF2-40B4-BE49-F238E27FC236}">
                <a16:creationId xmlns:a16="http://schemas.microsoft.com/office/drawing/2014/main" id="{54ECA7E0-9930-9EBE-9841-E8ED85BAF61D}"/>
              </a:ext>
            </a:extLst>
          </p:cNvPr>
          <p:cNvSpPr>
            <a:spLocks noChangeArrowheads="1"/>
          </p:cNvSpPr>
          <p:nvPr/>
        </p:nvSpPr>
        <p:spPr bwMode="auto">
          <a:xfrm>
            <a:off x="3409950" y="2444750"/>
            <a:ext cx="1125538" cy="215900"/>
          </a:xfrm>
          <a:prstGeom prst="rightArrow">
            <a:avLst>
              <a:gd name="adj1" fmla="val 35889"/>
              <a:gd name="adj2" fmla="val 130331"/>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graphicFrame>
        <p:nvGraphicFramePr>
          <p:cNvPr id="927753" name="Object 9">
            <a:extLst>
              <a:ext uri="{FF2B5EF4-FFF2-40B4-BE49-F238E27FC236}">
                <a16:creationId xmlns:a16="http://schemas.microsoft.com/office/drawing/2014/main" id="{6A067C88-3B50-9BF7-2CFA-156761813A42}"/>
              </a:ext>
            </a:extLst>
          </p:cNvPr>
          <p:cNvGraphicFramePr>
            <a:graphicFrameLocks/>
          </p:cNvGraphicFramePr>
          <p:nvPr/>
        </p:nvGraphicFramePr>
        <p:xfrm>
          <a:off x="4651375" y="2139950"/>
          <a:ext cx="3197225" cy="809625"/>
        </p:xfrm>
        <a:graphic>
          <a:graphicData uri="http://schemas.openxmlformats.org/presentationml/2006/ole">
            <mc:AlternateContent xmlns:mc="http://schemas.openxmlformats.org/markup-compatibility/2006">
              <mc:Choice xmlns:v="urn:schemas-microsoft-com:vml" Requires="v">
                <p:oleObj name="公式" r:id="rId6" imgW="3200400" imgH="812520" progId="Equation.3">
                  <p:embed/>
                </p:oleObj>
              </mc:Choice>
              <mc:Fallback>
                <p:oleObj name="公式" r:id="rId6" imgW="3200400" imgH="812520" progId="Equation.3">
                  <p:embed/>
                  <p:pic>
                    <p:nvPicPr>
                      <p:cNvPr id="927753" name="Object 9">
                        <a:extLst>
                          <a:ext uri="{FF2B5EF4-FFF2-40B4-BE49-F238E27FC236}">
                            <a16:creationId xmlns:a16="http://schemas.microsoft.com/office/drawing/2014/main" id="{6A067C88-3B50-9BF7-2CFA-156761813A4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1375" y="2139950"/>
                        <a:ext cx="3197225"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54" name="Rectangle 10">
            <a:extLst>
              <a:ext uri="{FF2B5EF4-FFF2-40B4-BE49-F238E27FC236}">
                <a16:creationId xmlns:a16="http://schemas.microsoft.com/office/drawing/2014/main" id="{2DBE42AB-9B9F-DE37-90D5-EB454EDB89FE}"/>
              </a:ext>
            </a:extLst>
          </p:cNvPr>
          <p:cNvSpPr>
            <a:spLocks noChangeArrowheads="1"/>
          </p:cNvSpPr>
          <p:nvPr/>
        </p:nvSpPr>
        <p:spPr bwMode="auto">
          <a:xfrm>
            <a:off x="428625" y="3381375"/>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相对论力学</a:t>
            </a:r>
          </a:p>
        </p:txBody>
      </p:sp>
      <p:sp>
        <p:nvSpPr>
          <p:cNvPr id="927755" name="AutoShape 11">
            <a:extLst>
              <a:ext uri="{FF2B5EF4-FFF2-40B4-BE49-F238E27FC236}">
                <a16:creationId xmlns:a16="http://schemas.microsoft.com/office/drawing/2014/main" id="{C5280D9A-91B2-CBF0-58CB-0A8BE44C4E80}"/>
              </a:ext>
            </a:extLst>
          </p:cNvPr>
          <p:cNvSpPr>
            <a:spLocks noChangeArrowheads="1"/>
          </p:cNvSpPr>
          <p:nvPr/>
        </p:nvSpPr>
        <p:spPr bwMode="auto">
          <a:xfrm>
            <a:off x="6119813" y="2970213"/>
            <a:ext cx="1219200" cy="9144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17694720 60000 65536"/>
              <a:gd name="T17" fmla="*/ 11796480 60000 65536"/>
              <a:gd name="T18" fmla="*/ 17694720 60000 65536"/>
              <a:gd name="T19" fmla="*/ 11796480 60000 65536"/>
              <a:gd name="T20" fmla="*/ 5898240 60000 65536"/>
              <a:gd name="T21" fmla="*/ 5898240 60000 65536"/>
              <a:gd name="T22" fmla="*/ 0 60000 65536"/>
              <a:gd name="T23" fmla="*/ 0 60000 65536"/>
              <a:gd name="T24" fmla="*/ 1555 w 21600"/>
              <a:gd name="T25" fmla="*/ 15300 h 21600"/>
              <a:gd name="T26" fmla="*/ 17831 w 21600"/>
              <a:gd name="T27" fmla="*/ 1783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16566" y="0"/>
                </a:moveTo>
                <a:lnTo>
                  <a:pt x="11531" y="6188"/>
                </a:lnTo>
                <a:lnTo>
                  <a:pt x="15300" y="6188"/>
                </a:lnTo>
                <a:lnTo>
                  <a:pt x="15300" y="15300"/>
                </a:lnTo>
                <a:lnTo>
                  <a:pt x="6188" y="15300"/>
                </a:lnTo>
                <a:lnTo>
                  <a:pt x="6188" y="11531"/>
                </a:lnTo>
                <a:lnTo>
                  <a:pt x="0" y="16566"/>
                </a:lnTo>
                <a:lnTo>
                  <a:pt x="6188" y="21600"/>
                </a:lnTo>
                <a:lnTo>
                  <a:pt x="6188" y="17831"/>
                </a:lnTo>
                <a:lnTo>
                  <a:pt x="17831" y="17831"/>
                </a:lnTo>
                <a:lnTo>
                  <a:pt x="17831" y="6188"/>
                </a:lnTo>
                <a:lnTo>
                  <a:pt x="21600" y="6188"/>
                </a:lnTo>
                <a:close/>
              </a:path>
            </a:pathLst>
          </a:custGeom>
          <a:solidFill>
            <a:srgbClr val="FFCCFF"/>
          </a:solidFill>
          <a:ln w="22225">
            <a:solidFill>
              <a:srgbClr val="FFCCFF"/>
            </a:solidFill>
            <a:miter lim="800000"/>
            <a:headEnd/>
            <a:tailEnd/>
          </a:ln>
        </p:spPr>
        <p:txBody>
          <a:bodyPr wrap="none" anchor="ctr"/>
          <a:lstStyle/>
          <a:p>
            <a:endParaRPr lang="zh-CN" altLang="en-US"/>
          </a:p>
        </p:txBody>
      </p:sp>
      <p:graphicFrame>
        <p:nvGraphicFramePr>
          <p:cNvPr id="927756" name="Object 12">
            <a:extLst>
              <a:ext uri="{FF2B5EF4-FFF2-40B4-BE49-F238E27FC236}">
                <a16:creationId xmlns:a16="http://schemas.microsoft.com/office/drawing/2014/main" id="{644F53BF-607B-4918-3BF6-731A08A95348}"/>
              </a:ext>
            </a:extLst>
          </p:cNvPr>
          <p:cNvGraphicFramePr>
            <a:graphicFrameLocks/>
          </p:cNvGraphicFramePr>
          <p:nvPr/>
        </p:nvGraphicFramePr>
        <p:xfrm>
          <a:off x="1368425" y="4318000"/>
          <a:ext cx="2159000" cy="1204913"/>
        </p:xfrm>
        <a:graphic>
          <a:graphicData uri="http://schemas.openxmlformats.org/presentationml/2006/ole">
            <mc:AlternateContent xmlns:mc="http://schemas.openxmlformats.org/markup-compatibility/2006">
              <mc:Choice xmlns:v="urn:schemas-microsoft-com:vml" Requires="v">
                <p:oleObj name="公式" r:id="rId8" imgW="2158920" imgH="1206360" progId="Equation.3">
                  <p:embed/>
                </p:oleObj>
              </mc:Choice>
              <mc:Fallback>
                <p:oleObj name="公式" r:id="rId8" imgW="2158920" imgH="1206360" progId="Equation.3">
                  <p:embed/>
                  <p:pic>
                    <p:nvPicPr>
                      <p:cNvPr id="927756" name="Object 12">
                        <a:extLst>
                          <a:ext uri="{FF2B5EF4-FFF2-40B4-BE49-F238E27FC236}">
                            <a16:creationId xmlns:a16="http://schemas.microsoft.com/office/drawing/2014/main" id="{644F53BF-607B-4918-3BF6-731A08A95348}"/>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8425" y="4318000"/>
                        <a:ext cx="2159000" cy="12049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757" name="Object 13">
            <a:extLst>
              <a:ext uri="{FF2B5EF4-FFF2-40B4-BE49-F238E27FC236}">
                <a16:creationId xmlns:a16="http://schemas.microsoft.com/office/drawing/2014/main" id="{12CB5A7E-6700-0E4D-5776-9FD66D2475B2}"/>
              </a:ext>
            </a:extLst>
          </p:cNvPr>
          <p:cNvGraphicFramePr>
            <a:graphicFrameLocks/>
          </p:cNvGraphicFramePr>
          <p:nvPr/>
        </p:nvGraphicFramePr>
        <p:xfrm>
          <a:off x="3657600" y="4649788"/>
          <a:ext cx="3454400" cy="979487"/>
        </p:xfrm>
        <a:graphic>
          <a:graphicData uri="http://schemas.openxmlformats.org/presentationml/2006/ole">
            <mc:AlternateContent xmlns:mc="http://schemas.openxmlformats.org/markup-compatibility/2006">
              <mc:Choice xmlns:v="urn:schemas-microsoft-com:vml" Requires="v">
                <p:oleObj name="公式" r:id="rId10" imgW="3454200" imgH="977760" progId="Equation.3">
                  <p:embed/>
                </p:oleObj>
              </mc:Choice>
              <mc:Fallback>
                <p:oleObj name="公式" r:id="rId10" imgW="3454200" imgH="977760" progId="Equation.3">
                  <p:embed/>
                  <p:pic>
                    <p:nvPicPr>
                      <p:cNvPr id="927757" name="Object 13">
                        <a:extLst>
                          <a:ext uri="{FF2B5EF4-FFF2-40B4-BE49-F238E27FC236}">
                            <a16:creationId xmlns:a16="http://schemas.microsoft.com/office/drawing/2014/main" id="{12CB5A7E-6700-0E4D-5776-9FD66D2475B2}"/>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7600" y="4649788"/>
                        <a:ext cx="3454400" cy="9794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7758" name="Object 14">
            <a:extLst>
              <a:ext uri="{FF2B5EF4-FFF2-40B4-BE49-F238E27FC236}">
                <a16:creationId xmlns:a16="http://schemas.microsoft.com/office/drawing/2014/main" id="{4DC1CDEE-106F-C14F-A5E1-8D7784D11A45}"/>
              </a:ext>
            </a:extLst>
          </p:cNvPr>
          <p:cNvGraphicFramePr>
            <a:graphicFrameLocks/>
          </p:cNvGraphicFramePr>
          <p:nvPr/>
        </p:nvGraphicFramePr>
        <p:xfrm>
          <a:off x="4597400" y="5637213"/>
          <a:ext cx="1608138" cy="315912"/>
        </p:xfrm>
        <a:graphic>
          <a:graphicData uri="http://schemas.openxmlformats.org/presentationml/2006/ole">
            <mc:AlternateContent xmlns:mc="http://schemas.openxmlformats.org/markup-compatibility/2006">
              <mc:Choice xmlns:v="urn:schemas-microsoft-com:vml" Requires="v">
                <p:oleObj name="公式" r:id="rId12" imgW="1600200" imgH="317160" progId="Equation.3">
                  <p:embed/>
                </p:oleObj>
              </mc:Choice>
              <mc:Fallback>
                <p:oleObj name="公式" r:id="rId12" imgW="1600200" imgH="317160" progId="Equation.3">
                  <p:embed/>
                  <p:pic>
                    <p:nvPicPr>
                      <p:cNvPr id="927758" name="Object 14">
                        <a:extLst>
                          <a:ext uri="{FF2B5EF4-FFF2-40B4-BE49-F238E27FC236}">
                            <a16:creationId xmlns:a16="http://schemas.microsoft.com/office/drawing/2014/main" id="{4DC1CDEE-106F-C14F-A5E1-8D7784D11A45}"/>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97400" y="5637213"/>
                        <a:ext cx="1608138" cy="3159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59" name="Rectangle 15">
            <a:extLst>
              <a:ext uri="{FF2B5EF4-FFF2-40B4-BE49-F238E27FC236}">
                <a16:creationId xmlns:a16="http://schemas.microsoft.com/office/drawing/2014/main" id="{56F1D1F9-87FC-39BA-6CBB-91273DED7065}"/>
              </a:ext>
            </a:extLst>
          </p:cNvPr>
          <p:cNvSpPr>
            <a:spLocks noChangeArrowheads="1"/>
          </p:cNvSpPr>
          <p:nvPr/>
        </p:nvSpPr>
        <p:spPr bwMode="auto">
          <a:xfrm>
            <a:off x="611188" y="6048375"/>
            <a:ext cx="634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楷体_GB2312" pitchFamily="49" charset="-122"/>
                <a:ea typeface="楷体_GB2312" pitchFamily="49" charset="-122"/>
              </a:rPr>
              <a:t>不可能将物体从静止加速到等于或大于光速</a:t>
            </a:r>
          </a:p>
        </p:txBody>
      </p:sp>
      <p:sp>
        <p:nvSpPr>
          <p:cNvPr id="927760" name="Rectangle 16">
            <a:extLst>
              <a:ext uri="{FF2B5EF4-FFF2-40B4-BE49-F238E27FC236}">
                <a16:creationId xmlns:a16="http://schemas.microsoft.com/office/drawing/2014/main" id="{2CF9BE33-05B4-662B-CA66-B2DA9FD4B5CE}"/>
              </a:ext>
            </a:extLst>
          </p:cNvPr>
          <p:cNvSpPr>
            <a:spLocks noChangeArrowheads="1"/>
          </p:cNvSpPr>
          <p:nvPr/>
        </p:nvSpPr>
        <p:spPr bwMode="auto">
          <a:xfrm>
            <a:off x="6591300" y="386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66FFFF"/>
                </a:solidFill>
                <a:latin typeface="Times New Roman" panose="02020603050405020304" pitchFamily="18" charset="0"/>
              </a:rPr>
              <a:t>低速可退化</a:t>
            </a:r>
          </a:p>
        </p:txBody>
      </p:sp>
      <p:graphicFrame>
        <p:nvGraphicFramePr>
          <p:cNvPr id="927761" name="Object 17">
            <a:extLst>
              <a:ext uri="{FF2B5EF4-FFF2-40B4-BE49-F238E27FC236}">
                <a16:creationId xmlns:a16="http://schemas.microsoft.com/office/drawing/2014/main" id="{A9DA4BEA-36C8-AC77-0A5B-FE981289A02B}"/>
              </a:ext>
            </a:extLst>
          </p:cNvPr>
          <p:cNvGraphicFramePr>
            <a:graphicFrameLocks/>
          </p:cNvGraphicFramePr>
          <p:nvPr/>
        </p:nvGraphicFramePr>
        <p:xfrm>
          <a:off x="2195513" y="3216275"/>
          <a:ext cx="3421062" cy="885825"/>
        </p:xfrm>
        <a:graphic>
          <a:graphicData uri="http://schemas.openxmlformats.org/presentationml/2006/ole">
            <mc:AlternateContent xmlns:mc="http://schemas.openxmlformats.org/markup-compatibility/2006">
              <mc:Choice xmlns:v="urn:schemas-microsoft-com:vml" Requires="v">
                <p:oleObj name="公式" r:id="rId14" imgW="3429000" imgH="888840" progId="Equation.3">
                  <p:embed/>
                </p:oleObj>
              </mc:Choice>
              <mc:Fallback>
                <p:oleObj name="公式" r:id="rId14" imgW="3429000" imgH="888840" progId="Equation.3">
                  <p:embed/>
                  <p:pic>
                    <p:nvPicPr>
                      <p:cNvPr id="927761" name="Object 17">
                        <a:extLst>
                          <a:ext uri="{FF2B5EF4-FFF2-40B4-BE49-F238E27FC236}">
                            <a16:creationId xmlns:a16="http://schemas.microsoft.com/office/drawing/2014/main" id="{A9DA4BEA-36C8-AC77-0A5B-FE981289A02B}"/>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95513" y="3216275"/>
                        <a:ext cx="3421062" cy="88582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62" name="Text Box 18">
            <a:extLst>
              <a:ext uri="{FF2B5EF4-FFF2-40B4-BE49-F238E27FC236}">
                <a16:creationId xmlns:a16="http://schemas.microsoft.com/office/drawing/2014/main" id="{BFA6B0F2-1E08-6567-7A9E-95BA88E9AC5D}"/>
              </a:ext>
            </a:extLst>
          </p:cNvPr>
          <p:cNvSpPr txBox="1">
            <a:spLocks noChangeArrowheads="1"/>
          </p:cNvSpPr>
          <p:nvPr/>
        </p:nvSpPr>
        <p:spPr bwMode="auto">
          <a:xfrm>
            <a:off x="742950" y="4148138"/>
            <a:ext cx="113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讨论</a:t>
            </a:r>
          </a:p>
        </p:txBody>
      </p:sp>
      <p:sp>
        <p:nvSpPr>
          <p:cNvPr id="927763" name="AutoShape 19">
            <a:extLst>
              <a:ext uri="{FF2B5EF4-FFF2-40B4-BE49-F238E27FC236}">
                <a16:creationId xmlns:a16="http://schemas.microsoft.com/office/drawing/2014/main" id="{B9861102-7CE0-4236-1E4B-92BA9AE0E5BC}"/>
              </a:ext>
            </a:extLst>
          </p:cNvPr>
          <p:cNvSpPr>
            <a:spLocks noChangeArrowheads="1"/>
          </p:cNvSpPr>
          <p:nvPr/>
        </p:nvSpPr>
        <p:spPr bwMode="auto">
          <a:xfrm>
            <a:off x="280988" y="4184650"/>
            <a:ext cx="381000" cy="349250"/>
          </a:xfrm>
          <a:prstGeom prst="star5">
            <a:avLst/>
          </a:prstGeom>
          <a:solidFill>
            <a:srgbClr val="FF0066"/>
          </a:solidFill>
          <a:ln w="9525">
            <a:solidFill>
              <a:schemeClr val="tx1"/>
            </a:solidFill>
            <a:miter lim="800000"/>
            <a:headEnd/>
            <a:tailEnd/>
          </a:ln>
          <a:effectLst/>
        </p:spPr>
        <p:txBody>
          <a:bodyPr wrap="none" anchor="ctr"/>
          <a:lstStyle/>
          <a:p>
            <a:pPr algn="l">
              <a:lnSpc>
                <a:spcPct val="100000"/>
              </a:lnSpc>
              <a:buClrTx/>
              <a:buFontTx/>
              <a:buNone/>
              <a:defRPr/>
            </a:pPr>
            <a:endParaRPr kumimoji="1" lang="zh-CN" altLang="en-US">
              <a:latin typeface="Times New Roman" pitchFamily="18" charset="0"/>
              <a:ea typeface="华文中宋" pitchFamily="2" charset="-122"/>
            </a:endParaRPr>
          </a:p>
        </p:txBody>
      </p:sp>
      <p:graphicFrame>
        <p:nvGraphicFramePr>
          <p:cNvPr id="927765" name="Object 21">
            <a:extLst>
              <a:ext uri="{FF2B5EF4-FFF2-40B4-BE49-F238E27FC236}">
                <a16:creationId xmlns:a16="http://schemas.microsoft.com/office/drawing/2014/main" id="{252DF42A-A0CE-BFBD-43E9-2CF12458E460}"/>
              </a:ext>
            </a:extLst>
          </p:cNvPr>
          <p:cNvGraphicFramePr>
            <a:graphicFrameLocks noChangeAspect="1"/>
          </p:cNvGraphicFramePr>
          <p:nvPr/>
        </p:nvGraphicFramePr>
        <p:xfrm>
          <a:off x="3249613" y="5699125"/>
          <a:ext cx="930275" cy="219075"/>
        </p:xfrm>
        <a:graphic>
          <a:graphicData uri="http://schemas.openxmlformats.org/presentationml/2006/ole">
            <mc:AlternateContent xmlns:mc="http://schemas.openxmlformats.org/markup-compatibility/2006">
              <mc:Choice xmlns:v="urn:schemas-microsoft-com:vml" Requires="v">
                <p:oleObj name="公式" r:id="rId16" imgW="1054080" imgH="241200" progId="Equation.3">
                  <p:embed/>
                </p:oleObj>
              </mc:Choice>
              <mc:Fallback>
                <p:oleObj name="公式" r:id="rId16" imgW="1054080" imgH="241200" progId="Equation.3">
                  <p:embed/>
                  <p:pic>
                    <p:nvPicPr>
                      <p:cNvPr id="927765" name="Object 21">
                        <a:extLst>
                          <a:ext uri="{FF2B5EF4-FFF2-40B4-BE49-F238E27FC236}">
                            <a16:creationId xmlns:a16="http://schemas.microsoft.com/office/drawing/2014/main" id="{252DF42A-A0CE-BFBD-43E9-2CF12458E46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49613" y="5699125"/>
                        <a:ext cx="930275" cy="2190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7766" name="Rectangle 22">
            <a:extLst>
              <a:ext uri="{FF2B5EF4-FFF2-40B4-BE49-F238E27FC236}">
                <a16:creationId xmlns:a16="http://schemas.microsoft.com/office/drawing/2014/main" id="{4729654B-4E6F-AD19-CF3C-1191DAE460F5}"/>
              </a:ext>
            </a:extLst>
          </p:cNvPr>
          <p:cNvSpPr>
            <a:spLocks noChangeArrowheads="1"/>
          </p:cNvSpPr>
          <p:nvPr/>
        </p:nvSpPr>
        <p:spPr bwMode="auto">
          <a:xfrm>
            <a:off x="1558925" y="5602288"/>
            <a:ext cx="197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latin typeface="Bookman Old Style" panose="02050604050505020204" pitchFamily="18" charset="0"/>
                <a:ea typeface="楷体_GB2312" pitchFamily="49" charset="-122"/>
              </a:rPr>
              <a:t>v </a:t>
            </a:r>
            <a:r>
              <a:rPr kumimoji="1" lang="en-US" altLang="zh-CN">
                <a:latin typeface="Times New Roman" panose="02020603050405020304" pitchFamily="18" charset="0"/>
                <a:ea typeface="楷体_GB2312" pitchFamily="49" charset="-122"/>
                <a:sym typeface="Symbol" panose="05050102010706020507" pitchFamily="18" charset="2"/>
              </a:rPr>
              <a:t></a:t>
            </a:r>
            <a:r>
              <a:rPr kumimoji="1" lang="en-US" altLang="zh-CN">
                <a:latin typeface="Times New Roman" panose="02020603050405020304" pitchFamily="18" charset="0"/>
                <a:ea typeface="楷体_GB2312" pitchFamily="49" charset="-122"/>
              </a:rPr>
              <a:t> </a:t>
            </a:r>
            <a:r>
              <a:rPr kumimoji="1" lang="en-US" altLang="zh-CN" i="1">
                <a:latin typeface="Times New Roman" panose="02020603050405020304" pitchFamily="18" charset="0"/>
                <a:ea typeface="楷体_GB2312" pitchFamily="49" charset="-122"/>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927746"/>
                                        </p:tgtEl>
                                        <p:attrNameLst>
                                          <p:attrName>style.visibility</p:attrName>
                                        </p:attrNameLst>
                                      </p:cBhvr>
                                      <p:to>
                                        <p:strVal val="visible"/>
                                      </p:to>
                                    </p:set>
                                    <p:animEffect transition="in" filter="slide(fromBottom)">
                                      <p:cBhvr>
                                        <p:cTn id="7" dur="300"/>
                                        <p:tgtEl>
                                          <p:spTgt spid="927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27747"/>
                                        </p:tgtEl>
                                        <p:attrNameLst>
                                          <p:attrName>style.visibility</p:attrName>
                                        </p:attrNameLst>
                                      </p:cBhvr>
                                      <p:to>
                                        <p:strVal val="visible"/>
                                      </p:to>
                                    </p:set>
                                    <p:animEffect transition="in" filter="wipe(left)">
                                      <p:cBhvr>
                                        <p:cTn id="12" dur="500"/>
                                        <p:tgtEl>
                                          <p:spTgt spid="9277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927748"/>
                                        </p:tgtEl>
                                        <p:attrNameLst>
                                          <p:attrName>style.visibility</p:attrName>
                                        </p:attrNameLst>
                                      </p:cBhvr>
                                      <p:to>
                                        <p:strVal val="visible"/>
                                      </p:to>
                                    </p:set>
                                    <p:animEffect transition="in" filter="slide(fromBottom)">
                                      <p:cBhvr>
                                        <p:cTn id="17" dur="300"/>
                                        <p:tgtEl>
                                          <p:spTgt spid="9277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927749"/>
                                        </p:tgtEl>
                                        <p:attrNameLst>
                                          <p:attrName>style.visibility</p:attrName>
                                        </p:attrNameLst>
                                      </p:cBhvr>
                                      <p:to>
                                        <p:strVal val="visible"/>
                                      </p:to>
                                    </p:set>
                                    <p:animEffect transition="in" filter="slide(fromBottom)">
                                      <p:cBhvr>
                                        <p:cTn id="22" dur="300"/>
                                        <p:tgtEl>
                                          <p:spTgt spid="9277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927751"/>
                                        </p:tgtEl>
                                        <p:attrNameLst>
                                          <p:attrName>style.visibility</p:attrName>
                                        </p:attrNameLst>
                                      </p:cBhvr>
                                      <p:to>
                                        <p:strVal val="visible"/>
                                      </p:to>
                                    </p:set>
                                    <p:animEffect transition="in" filter="slide(fromBottom)">
                                      <p:cBhvr>
                                        <p:cTn id="27" dur="300"/>
                                        <p:tgtEl>
                                          <p:spTgt spid="9277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27750"/>
                                        </p:tgtEl>
                                        <p:attrNameLst>
                                          <p:attrName>style.visibility</p:attrName>
                                        </p:attrNameLst>
                                      </p:cBhvr>
                                      <p:to>
                                        <p:strVal val="visible"/>
                                      </p:to>
                                    </p:set>
                                    <p:animEffect transition="in" filter="wipe(left)">
                                      <p:cBhvr>
                                        <p:cTn id="32" dur="500"/>
                                        <p:tgtEl>
                                          <p:spTgt spid="9277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927752"/>
                                        </p:tgtEl>
                                        <p:attrNameLst>
                                          <p:attrName>style.visibility</p:attrName>
                                        </p:attrNameLst>
                                      </p:cBhvr>
                                      <p:to>
                                        <p:strVal val="visible"/>
                                      </p:to>
                                    </p:set>
                                    <p:anim calcmode="lin" valueType="num">
                                      <p:cBhvr additive="base">
                                        <p:cTn id="37" dur="500" fill="hold"/>
                                        <p:tgtEl>
                                          <p:spTgt spid="927752"/>
                                        </p:tgtEl>
                                        <p:attrNameLst>
                                          <p:attrName>ppt_x</p:attrName>
                                        </p:attrNameLst>
                                      </p:cBhvr>
                                      <p:tavLst>
                                        <p:tav tm="0">
                                          <p:val>
                                            <p:strVal val="0-#ppt_w/2"/>
                                          </p:val>
                                        </p:tav>
                                        <p:tav tm="100000">
                                          <p:val>
                                            <p:strVal val="#ppt_x"/>
                                          </p:val>
                                        </p:tav>
                                      </p:tavLst>
                                    </p:anim>
                                    <p:anim calcmode="lin" valueType="num">
                                      <p:cBhvr additive="base">
                                        <p:cTn id="38" dur="500" fill="hold"/>
                                        <p:tgtEl>
                                          <p:spTgt spid="92775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927753"/>
                                        </p:tgtEl>
                                        <p:attrNameLst>
                                          <p:attrName>style.visibility</p:attrName>
                                        </p:attrNameLst>
                                      </p:cBhvr>
                                      <p:to>
                                        <p:strVal val="visible"/>
                                      </p:to>
                                    </p:set>
                                    <p:animEffect transition="in" filter="wipe(left)">
                                      <p:cBhvr>
                                        <p:cTn id="43" dur="500"/>
                                        <p:tgtEl>
                                          <p:spTgt spid="92775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4" fill="hold" nodeType="clickEffect">
                                  <p:stCondLst>
                                    <p:cond delay="0"/>
                                  </p:stCondLst>
                                  <p:childTnLst>
                                    <p:set>
                                      <p:cBhvr>
                                        <p:cTn id="47" dur="1" fill="hold">
                                          <p:stCondLst>
                                            <p:cond delay="0"/>
                                          </p:stCondLst>
                                        </p:cTn>
                                        <p:tgtEl>
                                          <p:spTgt spid="927754"/>
                                        </p:tgtEl>
                                        <p:attrNameLst>
                                          <p:attrName>style.visibility</p:attrName>
                                        </p:attrNameLst>
                                      </p:cBhvr>
                                      <p:to>
                                        <p:strVal val="visible"/>
                                      </p:to>
                                    </p:set>
                                    <p:animEffect transition="in" filter="slide(fromBottom)">
                                      <p:cBhvr>
                                        <p:cTn id="48" dur="300"/>
                                        <p:tgtEl>
                                          <p:spTgt spid="92775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927761"/>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927755"/>
                                        </p:tgtEl>
                                        <p:attrNameLst>
                                          <p:attrName>style.visibility</p:attrName>
                                        </p:attrNameLst>
                                      </p:cBhvr>
                                      <p:to>
                                        <p:strVal val="visible"/>
                                      </p:to>
                                    </p:set>
                                    <p:animEffect transition="in" filter="dissolve">
                                      <p:cBhvr>
                                        <p:cTn id="57" dur="500"/>
                                        <p:tgtEl>
                                          <p:spTgt spid="92775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nodeType="clickEffect">
                                  <p:stCondLst>
                                    <p:cond delay="0"/>
                                  </p:stCondLst>
                                  <p:childTnLst>
                                    <p:set>
                                      <p:cBhvr>
                                        <p:cTn id="61" dur="1" fill="hold">
                                          <p:stCondLst>
                                            <p:cond delay="0"/>
                                          </p:stCondLst>
                                        </p:cTn>
                                        <p:tgtEl>
                                          <p:spTgt spid="927760"/>
                                        </p:tgtEl>
                                        <p:attrNameLst>
                                          <p:attrName>style.visibility</p:attrName>
                                        </p:attrNameLst>
                                      </p:cBhvr>
                                      <p:to>
                                        <p:strVal val="visible"/>
                                      </p:to>
                                    </p:set>
                                    <p:animEffect transition="in" filter="box(in)">
                                      <p:cBhvr>
                                        <p:cTn id="62" dur="300"/>
                                        <p:tgtEl>
                                          <p:spTgt spid="92776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3" presetClass="entr" presetSubtype="16" fill="hold" nodeType="clickEffect">
                                  <p:stCondLst>
                                    <p:cond delay="0"/>
                                  </p:stCondLst>
                                  <p:childTnLst>
                                    <p:set>
                                      <p:cBhvr>
                                        <p:cTn id="66" dur="1" fill="hold">
                                          <p:stCondLst>
                                            <p:cond delay="0"/>
                                          </p:stCondLst>
                                        </p:cTn>
                                        <p:tgtEl>
                                          <p:spTgt spid="927763"/>
                                        </p:tgtEl>
                                        <p:attrNameLst>
                                          <p:attrName>style.visibility</p:attrName>
                                        </p:attrNameLst>
                                      </p:cBhvr>
                                      <p:to>
                                        <p:strVal val="visible"/>
                                      </p:to>
                                    </p:set>
                                    <p:anim calcmode="lin" valueType="num">
                                      <p:cBhvr>
                                        <p:cTn id="67" dur="500" fill="hold"/>
                                        <p:tgtEl>
                                          <p:spTgt spid="927763"/>
                                        </p:tgtEl>
                                        <p:attrNameLst>
                                          <p:attrName>ppt_w</p:attrName>
                                        </p:attrNameLst>
                                      </p:cBhvr>
                                      <p:tavLst>
                                        <p:tav tm="0">
                                          <p:val>
                                            <p:fltVal val="0"/>
                                          </p:val>
                                        </p:tav>
                                        <p:tav tm="100000">
                                          <p:val>
                                            <p:strVal val="#ppt_w"/>
                                          </p:val>
                                        </p:tav>
                                      </p:tavLst>
                                    </p:anim>
                                    <p:anim calcmode="lin" valueType="num">
                                      <p:cBhvr>
                                        <p:cTn id="68" dur="500" fill="hold"/>
                                        <p:tgtEl>
                                          <p:spTgt spid="927763"/>
                                        </p:tgtEl>
                                        <p:attrNameLst>
                                          <p:attrName>ppt_h</p:attrName>
                                        </p:attrNameLst>
                                      </p:cBhvr>
                                      <p:tavLst>
                                        <p:tav tm="0">
                                          <p:val>
                                            <p:fltVal val="0"/>
                                          </p:val>
                                        </p:tav>
                                        <p:tav tm="100000">
                                          <p:val>
                                            <p:strVal val="#ppt_h"/>
                                          </p:val>
                                        </p:tav>
                                      </p:tavLst>
                                    </p:anim>
                                  </p:childTnLst>
                                </p:cTn>
                              </p:par>
                            </p:childTnLst>
                          </p:cTn>
                        </p:par>
                        <p:par>
                          <p:cTn id="69" fill="hold" nodeType="afterGroup">
                            <p:stCondLst>
                              <p:cond delay="500"/>
                            </p:stCondLst>
                            <p:childTnLst>
                              <p:par>
                                <p:cTn id="70" presetID="1" presetClass="entr" presetSubtype="0" fill="hold" nodeType="afterEffect">
                                  <p:stCondLst>
                                    <p:cond delay="0"/>
                                  </p:stCondLst>
                                  <p:childTnLst>
                                    <p:set>
                                      <p:cBhvr>
                                        <p:cTn id="71" dur="1" fill="hold">
                                          <p:stCondLst>
                                            <p:cond delay="0"/>
                                          </p:stCondLst>
                                        </p:cTn>
                                        <p:tgtEl>
                                          <p:spTgt spid="92776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927756"/>
                                        </p:tgtEl>
                                        <p:attrNameLst>
                                          <p:attrName>style.visibility</p:attrName>
                                        </p:attrNameLst>
                                      </p:cBhvr>
                                      <p:to>
                                        <p:strVal val="visible"/>
                                      </p:to>
                                    </p:set>
                                    <p:animEffect transition="in" filter="wipe(left)">
                                      <p:cBhvr>
                                        <p:cTn id="76" dur="500"/>
                                        <p:tgtEl>
                                          <p:spTgt spid="92775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927757"/>
                                        </p:tgtEl>
                                        <p:attrNameLst>
                                          <p:attrName>style.visibility</p:attrName>
                                        </p:attrNameLst>
                                      </p:cBhvr>
                                      <p:to>
                                        <p:strVal val="visible"/>
                                      </p:to>
                                    </p:set>
                                    <p:animEffect transition="in" filter="wipe(left)">
                                      <p:cBhvr>
                                        <p:cTn id="81" dur="500"/>
                                        <p:tgtEl>
                                          <p:spTgt spid="92775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927766"/>
                                        </p:tgtEl>
                                        <p:attrNameLst>
                                          <p:attrName>style.visibility</p:attrName>
                                        </p:attrNameLst>
                                      </p:cBhvr>
                                      <p:to>
                                        <p:strVal val="visible"/>
                                      </p:to>
                                    </p:set>
                                    <p:animEffect transition="in" filter="wipe(left)">
                                      <p:cBhvr>
                                        <p:cTn id="86" dur="500"/>
                                        <p:tgtEl>
                                          <p:spTgt spid="92776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927765"/>
                                        </p:tgtEl>
                                        <p:attrNameLst>
                                          <p:attrName>style.visibility</p:attrName>
                                        </p:attrNameLst>
                                      </p:cBhvr>
                                      <p:to>
                                        <p:strVal val="visible"/>
                                      </p:to>
                                    </p:set>
                                    <p:animEffect transition="in" filter="wipe(left)">
                                      <p:cBhvr>
                                        <p:cTn id="91" dur="500"/>
                                        <p:tgtEl>
                                          <p:spTgt spid="92776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927758"/>
                                        </p:tgtEl>
                                        <p:attrNameLst>
                                          <p:attrName>style.visibility</p:attrName>
                                        </p:attrNameLst>
                                      </p:cBhvr>
                                      <p:to>
                                        <p:strVal val="visible"/>
                                      </p:to>
                                    </p:set>
                                    <p:animEffect transition="in" filter="wipe(left)">
                                      <p:cBhvr>
                                        <p:cTn id="96" dur="500"/>
                                        <p:tgtEl>
                                          <p:spTgt spid="92775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2" presetClass="entr" presetSubtype="4" fill="hold" nodeType="clickEffect">
                                  <p:stCondLst>
                                    <p:cond delay="0"/>
                                  </p:stCondLst>
                                  <p:childTnLst>
                                    <p:set>
                                      <p:cBhvr>
                                        <p:cTn id="100" dur="1" fill="hold">
                                          <p:stCondLst>
                                            <p:cond delay="0"/>
                                          </p:stCondLst>
                                        </p:cTn>
                                        <p:tgtEl>
                                          <p:spTgt spid="927759"/>
                                        </p:tgtEl>
                                        <p:attrNameLst>
                                          <p:attrName>style.visibility</p:attrName>
                                        </p:attrNameLst>
                                      </p:cBhvr>
                                      <p:to>
                                        <p:strVal val="visible"/>
                                      </p:to>
                                    </p:set>
                                    <p:animEffect transition="in" filter="slide(fromBottom)">
                                      <p:cBhvr>
                                        <p:cTn id="101" dur="300"/>
                                        <p:tgtEl>
                                          <p:spTgt spid="927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46" grpId="0" autoUpdateAnimBg="0"/>
      <p:bldP spid="927748" grpId="0" autoUpdateAnimBg="0"/>
      <p:bldP spid="927749" grpId="0" autoUpdateAnimBg="0"/>
      <p:bldP spid="927751" grpId="0" autoUpdateAnimBg="0"/>
      <p:bldP spid="927752" grpId="0" animBg="1"/>
      <p:bldP spid="927754" grpId="0" autoUpdateAnimBg="0"/>
      <p:bldP spid="927759" grpId="0" autoUpdateAnimBg="0"/>
      <p:bldP spid="927760" grpId="0" autoUpdateAnimBg="0"/>
      <p:bldP spid="927762" grpId="0"/>
      <p:bldP spid="92776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a:extLst>
              <a:ext uri="{FF2B5EF4-FFF2-40B4-BE49-F238E27FC236}">
                <a16:creationId xmlns:a16="http://schemas.microsoft.com/office/drawing/2014/main" id="{D62BFBAF-8D73-05A0-C660-12FF8F4F82E3}"/>
              </a:ext>
            </a:extLst>
          </p:cNvPr>
          <p:cNvSpPr txBox="1">
            <a:spLocks noChangeArrowheads="1"/>
          </p:cNvSpPr>
          <p:nvPr/>
        </p:nvSpPr>
        <p:spPr bwMode="auto">
          <a:xfrm>
            <a:off x="204788" y="179388"/>
            <a:ext cx="7488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sz="2800">
                <a:solidFill>
                  <a:srgbClr val="FFFF00"/>
                </a:solidFill>
                <a:latin typeface="宋体" panose="02010600030101010101" pitchFamily="2" charset="-122"/>
                <a:ea typeface="华文中宋" panose="02010600040101010101" pitchFamily="2" charset="-122"/>
              </a:rPr>
              <a:t>二</a:t>
            </a:r>
            <a:r>
              <a:rPr kumimoji="1" lang="en-US" altLang="zh-CN" sz="2800">
                <a:solidFill>
                  <a:srgbClr val="FFFF00"/>
                </a:solidFill>
                <a:latin typeface="宋体" panose="02010600030101010101" pitchFamily="2" charset="-122"/>
                <a:ea typeface="华文中宋" panose="02010600040101010101" pitchFamily="2" charset="-122"/>
              </a:rPr>
              <a:t>.</a:t>
            </a:r>
            <a:r>
              <a:rPr kumimoji="1" lang="zh-CN" altLang="en-US" sz="2800">
                <a:solidFill>
                  <a:srgbClr val="FFFF00"/>
                </a:solidFill>
                <a:latin typeface="宋体" panose="02010600030101010101" pitchFamily="2" charset="-122"/>
                <a:ea typeface="华文中宋" panose="02010600040101010101" pitchFamily="2" charset="-122"/>
              </a:rPr>
              <a:t>相对论中的动能　质能关系</a:t>
            </a:r>
            <a:endParaRPr kumimoji="1" lang="zh-CN" altLang="en-US" sz="2800" b="0">
              <a:solidFill>
                <a:srgbClr val="FFFF00"/>
              </a:solidFill>
              <a:latin typeface="Times New Roman" panose="02020603050405020304" pitchFamily="18" charset="0"/>
              <a:ea typeface="华文中宋" panose="02010600040101010101" pitchFamily="2" charset="-122"/>
            </a:endParaRPr>
          </a:p>
        </p:txBody>
      </p:sp>
      <p:sp>
        <p:nvSpPr>
          <p:cNvPr id="214019" name="Rectangle 3">
            <a:extLst>
              <a:ext uri="{FF2B5EF4-FFF2-40B4-BE49-F238E27FC236}">
                <a16:creationId xmlns:a16="http://schemas.microsoft.com/office/drawing/2014/main" id="{612825E0-11AC-6542-E062-E4C72AE13B63}"/>
              </a:ext>
            </a:extLst>
          </p:cNvPr>
          <p:cNvSpPr>
            <a:spLocks noChangeArrowheads="1"/>
          </p:cNvSpPr>
          <p:nvPr/>
        </p:nvSpPr>
        <p:spPr bwMode="auto">
          <a:xfrm>
            <a:off x="773113" y="1196975"/>
            <a:ext cx="2430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
                <a:srgbClr val="FF9900"/>
              </a:buClr>
              <a:buSzPct val="80000"/>
              <a:buFont typeface="Wingdings" panose="05000000000000000000" pitchFamily="2" charset="2"/>
              <a:buChar char="l"/>
            </a:pPr>
            <a:r>
              <a:rPr kumimoji="1" lang="zh-CN" altLang="en-US">
                <a:latin typeface="Times New Roman" panose="02020603050405020304" pitchFamily="18" charset="0"/>
                <a:ea typeface="华文中宋" panose="02010600040101010101" pitchFamily="2" charset="-122"/>
              </a:rPr>
              <a:t>经典力学</a:t>
            </a:r>
          </a:p>
        </p:txBody>
      </p:sp>
      <p:graphicFrame>
        <p:nvGraphicFramePr>
          <p:cNvPr id="214020" name="Object 2">
            <a:extLst>
              <a:ext uri="{FF2B5EF4-FFF2-40B4-BE49-F238E27FC236}">
                <a16:creationId xmlns:a16="http://schemas.microsoft.com/office/drawing/2014/main" id="{8523836F-0253-969A-1073-A486FD9AD8E4}"/>
              </a:ext>
            </a:extLst>
          </p:cNvPr>
          <p:cNvGraphicFramePr>
            <a:graphicFrameLocks/>
          </p:cNvGraphicFramePr>
          <p:nvPr/>
        </p:nvGraphicFramePr>
        <p:xfrm>
          <a:off x="1150938" y="1795463"/>
          <a:ext cx="1477962" cy="720725"/>
        </p:xfrm>
        <a:graphic>
          <a:graphicData uri="http://schemas.openxmlformats.org/presentationml/2006/ole">
            <mc:AlternateContent xmlns:mc="http://schemas.openxmlformats.org/markup-compatibility/2006">
              <mc:Choice xmlns:v="urn:schemas-microsoft-com:vml" Requires="v">
                <p:oleObj name="公式" r:id="rId2" imgW="1473120" imgH="723600" progId="Equation.3">
                  <p:embed/>
                </p:oleObj>
              </mc:Choice>
              <mc:Fallback>
                <p:oleObj name="公式" r:id="rId2" imgW="1473120" imgH="723600" progId="Equation.3">
                  <p:embed/>
                  <p:pic>
                    <p:nvPicPr>
                      <p:cNvPr id="214020" name="Object 2">
                        <a:extLst>
                          <a:ext uri="{FF2B5EF4-FFF2-40B4-BE49-F238E27FC236}">
                            <a16:creationId xmlns:a16="http://schemas.microsoft.com/office/drawing/2014/main" id="{8523836F-0253-969A-1073-A486FD9AD8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795463"/>
                        <a:ext cx="1477962" cy="7207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1" name="Rectangle 5">
            <a:extLst>
              <a:ext uri="{FF2B5EF4-FFF2-40B4-BE49-F238E27FC236}">
                <a16:creationId xmlns:a16="http://schemas.microsoft.com/office/drawing/2014/main" id="{139BB225-E0DD-67E2-53F0-648C9C48273A}"/>
              </a:ext>
            </a:extLst>
          </p:cNvPr>
          <p:cNvSpPr>
            <a:spLocks noChangeArrowheads="1"/>
          </p:cNvSpPr>
          <p:nvPr/>
        </p:nvSpPr>
        <p:spPr bwMode="auto">
          <a:xfrm>
            <a:off x="4932363" y="1196975"/>
            <a:ext cx="2254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
                <a:srgbClr val="FF9900"/>
              </a:buClr>
              <a:buSzPct val="80000"/>
              <a:buFont typeface="Wingdings" panose="05000000000000000000" pitchFamily="2" charset="2"/>
              <a:buChar char="l"/>
            </a:pPr>
            <a:r>
              <a:rPr kumimoji="1" lang="zh-CN" altLang="en-US">
                <a:latin typeface="Times New Roman" panose="02020603050405020304" pitchFamily="18" charset="0"/>
                <a:ea typeface="华文中宋" panose="02010600040101010101" pitchFamily="2" charset="-122"/>
              </a:rPr>
              <a:t>相对论力学</a:t>
            </a:r>
          </a:p>
        </p:txBody>
      </p:sp>
      <p:graphicFrame>
        <p:nvGraphicFramePr>
          <p:cNvPr id="214022" name="Object 3">
            <a:extLst>
              <a:ext uri="{FF2B5EF4-FFF2-40B4-BE49-F238E27FC236}">
                <a16:creationId xmlns:a16="http://schemas.microsoft.com/office/drawing/2014/main" id="{BEDEE4D8-09C3-D087-D708-336C2CB8EF24}"/>
              </a:ext>
            </a:extLst>
          </p:cNvPr>
          <p:cNvGraphicFramePr>
            <a:graphicFrameLocks/>
          </p:cNvGraphicFramePr>
          <p:nvPr/>
        </p:nvGraphicFramePr>
        <p:xfrm>
          <a:off x="5521325" y="1762125"/>
          <a:ext cx="2728913" cy="762000"/>
        </p:xfrm>
        <a:graphic>
          <a:graphicData uri="http://schemas.openxmlformats.org/presentationml/2006/ole">
            <mc:AlternateContent xmlns:mc="http://schemas.openxmlformats.org/markup-compatibility/2006">
              <mc:Choice xmlns:v="urn:schemas-microsoft-com:vml" Requires="v">
                <p:oleObj name="公式" r:id="rId4" imgW="2730240" imgH="761760" progId="Equation.3">
                  <p:embed/>
                </p:oleObj>
              </mc:Choice>
              <mc:Fallback>
                <p:oleObj name="公式" r:id="rId4" imgW="2730240" imgH="761760" progId="Equation.3">
                  <p:embed/>
                  <p:pic>
                    <p:nvPicPr>
                      <p:cNvPr id="214022" name="Object 3">
                        <a:extLst>
                          <a:ext uri="{FF2B5EF4-FFF2-40B4-BE49-F238E27FC236}">
                            <a16:creationId xmlns:a16="http://schemas.microsoft.com/office/drawing/2014/main" id="{BEDEE4D8-09C3-D087-D708-336C2CB8EF2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1325" y="1762125"/>
                        <a:ext cx="2728913" cy="762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3" name="AutoShape 7">
            <a:extLst>
              <a:ext uri="{FF2B5EF4-FFF2-40B4-BE49-F238E27FC236}">
                <a16:creationId xmlns:a16="http://schemas.microsoft.com/office/drawing/2014/main" id="{31A43BB9-EF4C-8DFA-F318-577FB79BDB2C}"/>
              </a:ext>
            </a:extLst>
          </p:cNvPr>
          <p:cNvSpPr>
            <a:spLocks noChangeArrowheads="1"/>
          </p:cNvSpPr>
          <p:nvPr/>
        </p:nvSpPr>
        <p:spPr bwMode="auto">
          <a:xfrm>
            <a:off x="3275013" y="2006600"/>
            <a:ext cx="1728787" cy="312738"/>
          </a:xfrm>
          <a:prstGeom prst="rightArrow">
            <a:avLst>
              <a:gd name="adj1" fmla="val 32991"/>
              <a:gd name="adj2" fmla="val 138198"/>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214024" name="WordArt 8">
            <a:extLst>
              <a:ext uri="{FF2B5EF4-FFF2-40B4-BE49-F238E27FC236}">
                <a16:creationId xmlns:a16="http://schemas.microsoft.com/office/drawing/2014/main" id="{E21B0F05-95C4-44B1-841A-71F58E31466A}"/>
              </a:ext>
            </a:extLst>
          </p:cNvPr>
          <p:cNvSpPr>
            <a:spLocks noChangeArrowheads="1" noChangeShapeType="1" noTextEdit="1"/>
          </p:cNvSpPr>
          <p:nvPr/>
        </p:nvSpPr>
        <p:spPr bwMode="auto">
          <a:xfrm>
            <a:off x="7092950" y="1282700"/>
            <a:ext cx="419100" cy="1284288"/>
          </a:xfrm>
          <a:prstGeom prst="rect">
            <a:avLst/>
          </a:prstGeom>
        </p:spPr>
        <p:txBody>
          <a:bodyPr wrap="none" fromWordArt="1">
            <a:prstTxWarp prst="textPlain">
              <a:avLst>
                <a:gd name="adj" fmla="val 50000"/>
              </a:avLst>
            </a:prstTxWarp>
          </a:bodyPr>
          <a:lstStyle/>
          <a:p>
            <a:pPr algn="l">
              <a:buFont typeface="Monotype Sorts" pitchFamily="2" charset="2"/>
              <a:buNone/>
            </a:pPr>
            <a:r>
              <a:rPr lang="en-US" altLang="zh-CN" sz="6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ea typeface="宋体" panose="02010600030101010101" pitchFamily="2" charset="-122"/>
              </a:rPr>
              <a:t>?</a:t>
            </a:r>
            <a:endParaRPr lang="zh-CN" altLang="en-US" sz="6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ea typeface="宋体" panose="02010600030101010101" pitchFamily="2" charset="-122"/>
            </a:endParaRPr>
          </a:p>
        </p:txBody>
      </p:sp>
      <p:graphicFrame>
        <p:nvGraphicFramePr>
          <p:cNvPr id="214025" name="Object 4">
            <a:extLst>
              <a:ext uri="{FF2B5EF4-FFF2-40B4-BE49-F238E27FC236}">
                <a16:creationId xmlns:a16="http://schemas.microsoft.com/office/drawing/2014/main" id="{2F86B44A-E8ED-48B5-BEBD-17BE887323BF}"/>
              </a:ext>
            </a:extLst>
          </p:cNvPr>
          <p:cNvGraphicFramePr>
            <a:graphicFrameLocks/>
          </p:cNvGraphicFramePr>
          <p:nvPr/>
        </p:nvGraphicFramePr>
        <p:xfrm>
          <a:off x="7429500" y="3167063"/>
          <a:ext cx="896938" cy="342900"/>
        </p:xfrm>
        <a:graphic>
          <a:graphicData uri="http://schemas.openxmlformats.org/presentationml/2006/ole">
            <mc:AlternateContent xmlns:mc="http://schemas.openxmlformats.org/markup-compatibility/2006">
              <mc:Choice xmlns:v="urn:schemas-microsoft-com:vml" Requires="v">
                <p:oleObj name="公式" r:id="rId6" imgW="901440" imgH="342720" progId="Equation.3">
                  <p:embed/>
                </p:oleObj>
              </mc:Choice>
              <mc:Fallback>
                <p:oleObj name="公式" r:id="rId6" imgW="901440" imgH="342720" progId="Equation.3">
                  <p:embed/>
                  <p:pic>
                    <p:nvPicPr>
                      <p:cNvPr id="214025" name="Object 4">
                        <a:extLst>
                          <a:ext uri="{FF2B5EF4-FFF2-40B4-BE49-F238E27FC236}">
                            <a16:creationId xmlns:a16="http://schemas.microsoft.com/office/drawing/2014/main" id="{2F86B44A-E8ED-48B5-BEBD-17BE887323BF}"/>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29500" y="3167063"/>
                        <a:ext cx="89693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6" name="Object 5">
            <a:extLst>
              <a:ext uri="{FF2B5EF4-FFF2-40B4-BE49-F238E27FC236}">
                <a16:creationId xmlns:a16="http://schemas.microsoft.com/office/drawing/2014/main" id="{DC764D76-17B5-AEA1-5FF1-65E744A2F0E8}"/>
              </a:ext>
            </a:extLst>
          </p:cNvPr>
          <p:cNvGraphicFramePr>
            <a:graphicFrameLocks/>
          </p:cNvGraphicFramePr>
          <p:nvPr/>
        </p:nvGraphicFramePr>
        <p:xfrm>
          <a:off x="1198563" y="5024438"/>
          <a:ext cx="2984500" cy="636587"/>
        </p:xfrm>
        <a:graphic>
          <a:graphicData uri="http://schemas.openxmlformats.org/presentationml/2006/ole">
            <mc:AlternateContent xmlns:mc="http://schemas.openxmlformats.org/markup-compatibility/2006">
              <mc:Choice xmlns:v="urn:schemas-microsoft-com:vml" Requires="v">
                <p:oleObj name="公式" r:id="rId8" imgW="2971800" imgH="634680" progId="Equation.3">
                  <p:embed/>
                </p:oleObj>
              </mc:Choice>
              <mc:Fallback>
                <p:oleObj name="公式" r:id="rId8" imgW="2971800" imgH="634680" progId="Equation.3">
                  <p:embed/>
                  <p:pic>
                    <p:nvPicPr>
                      <p:cNvPr id="214026" name="Object 5">
                        <a:extLst>
                          <a:ext uri="{FF2B5EF4-FFF2-40B4-BE49-F238E27FC236}">
                            <a16:creationId xmlns:a16="http://schemas.microsoft.com/office/drawing/2014/main" id="{DC764D76-17B5-AEA1-5FF1-65E744A2F0E8}"/>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8563" y="5024438"/>
                        <a:ext cx="2984500"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7" name="Object 6">
            <a:extLst>
              <a:ext uri="{FF2B5EF4-FFF2-40B4-BE49-F238E27FC236}">
                <a16:creationId xmlns:a16="http://schemas.microsoft.com/office/drawing/2014/main" id="{2470E067-0794-3E16-0717-09CBC154D351}"/>
              </a:ext>
            </a:extLst>
          </p:cNvPr>
          <p:cNvGraphicFramePr>
            <a:graphicFrameLocks/>
          </p:cNvGraphicFramePr>
          <p:nvPr/>
        </p:nvGraphicFramePr>
        <p:xfrm>
          <a:off x="1882775" y="5837238"/>
          <a:ext cx="2181225" cy="419100"/>
        </p:xfrm>
        <a:graphic>
          <a:graphicData uri="http://schemas.openxmlformats.org/presentationml/2006/ole">
            <mc:AlternateContent xmlns:mc="http://schemas.openxmlformats.org/markup-compatibility/2006">
              <mc:Choice xmlns:v="urn:schemas-microsoft-com:vml" Requires="v">
                <p:oleObj name="公式" r:id="rId10" imgW="2184120" imgH="419040" progId="Equation.3">
                  <p:embed/>
                </p:oleObj>
              </mc:Choice>
              <mc:Fallback>
                <p:oleObj name="公式" r:id="rId10" imgW="2184120" imgH="419040" progId="Equation.3">
                  <p:embed/>
                  <p:pic>
                    <p:nvPicPr>
                      <p:cNvPr id="214027" name="Object 6">
                        <a:extLst>
                          <a:ext uri="{FF2B5EF4-FFF2-40B4-BE49-F238E27FC236}">
                            <a16:creationId xmlns:a16="http://schemas.microsoft.com/office/drawing/2014/main" id="{2470E067-0794-3E16-0717-09CBC154D351}"/>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82775" y="5837238"/>
                        <a:ext cx="2181225" cy="419100"/>
                      </a:xfrm>
                      <a:prstGeom prst="rect">
                        <a:avLst/>
                      </a:prstGeom>
                      <a:solidFill>
                        <a:srgbClr val="006699">
                          <a:alpha val="34000"/>
                        </a:srgbClr>
                      </a:solidFill>
                      <a:ln w="19050">
                        <a:solidFill>
                          <a:srgbClr val="B2B2B2">
                            <a:alpha val="37000"/>
                          </a:srgb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8" name="AutoShape 12">
            <a:extLst>
              <a:ext uri="{FF2B5EF4-FFF2-40B4-BE49-F238E27FC236}">
                <a16:creationId xmlns:a16="http://schemas.microsoft.com/office/drawing/2014/main" id="{C61C579B-590F-4F85-CEB7-46340BD56C8F}"/>
              </a:ext>
            </a:extLst>
          </p:cNvPr>
          <p:cNvSpPr>
            <a:spLocks noChangeArrowheads="1"/>
          </p:cNvSpPr>
          <p:nvPr/>
        </p:nvSpPr>
        <p:spPr bwMode="auto">
          <a:xfrm>
            <a:off x="1006475" y="5878513"/>
            <a:ext cx="565150" cy="360362"/>
          </a:xfrm>
          <a:prstGeom prst="rightArrow">
            <a:avLst>
              <a:gd name="adj1" fmla="val 34806"/>
              <a:gd name="adj2" fmla="val 57271"/>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214029" name="Line 13">
            <a:extLst>
              <a:ext uri="{FF2B5EF4-FFF2-40B4-BE49-F238E27FC236}">
                <a16:creationId xmlns:a16="http://schemas.microsoft.com/office/drawing/2014/main" id="{ACDD95AD-00FB-FD7D-2F67-A7E8420007AD}"/>
              </a:ext>
            </a:extLst>
          </p:cNvPr>
          <p:cNvSpPr>
            <a:spLocks noChangeShapeType="1"/>
          </p:cNvSpPr>
          <p:nvPr/>
        </p:nvSpPr>
        <p:spPr bwMode="auto">
          <a:xfrm rot="-5400000">
            <a:off x="6864350" y="4400550"/>
            <a:ext cx="165735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30" name="Rectangle 14">
            <a:extLst>
              <a:ext uri="{FF2B5EF4-FFF2-40B4-BE49-F238E27FC236}">
                <a16:creationId xmlns:a16="http://schemas.microsoft.com/office/drawing/2014/main" id="{DAA4F7E7-1BFF-0341-80F0-2DB0E6CDC8B5}"/>
              </a:ext>
            </a:extLst>
          </p:cNvPr>
          <p:cNvSpPr>
            <a:spLocks noChangeArrowheads="1"/>
          </p:cNvSpPr>
          <p:nvPr/>
        </p:nvSpPr>
        <p:spPr bwMode="auto">
          <a:xfrm>
            <a:off x="708025" y="2516188"/>
            <a:ext cx="8256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66FFFF"/>
                </a:solidFill>
                <a:latin typeface="宋体" panose="02010600030101010101" pitchFamily="2" charset="-122"/>
                <a:ea typeface="华文中宋" panose="02010600040101010101" pitchFamily="2" charset="-122"/>
              </a:rPr>
              <a:t>物体的动能</a:t>
            </a:r>
            <a:r>
              <a:rPr kumimoji="1" lang="zh-CN" altLang="en-US">
                <a:latin typeface="宋体" panose="02010600030101010101" pitchFamily="2" charset="-122"/>
                <a:ea typeface="华文中宋" panose="02010600040101010101" pitchFamily="2" charset="-122"/>
              </a:rPr>
              <a:t>是使物体从静止到运动过程中</a:t>
            </a:r>
            <a:r>
              <a:rPr kumimoji="1" lang="en-US" altLang="zh-CN">
                <a:latin typeface="宋体" panose="02010600030101010101" pitchFamily="2" charset="-122"/>
                <a:ea typeface="华文中宋" panose="02010600040101010101" pitchFamily="2" charset="-122"/>
              </a:rPr>
              <a:t>,</a:t>
            </a:r>
            <a:r>
              <a:rPr kumimoji="1" lang="zh-CN" altLang="en-US">
                <a:solidFill>
                  <a:srgbClr val="66FFFF"/>
                </a:solidFill>
                <a:latin typeface="宋体" panose="02010600030101010101" pitchFamily="2" charset="-122"/>
                <a:ea typeface="华文中宋" panose="02010600040101010101" pitchFamily="2" charset="-122"/>
              </a:rPr>
              <a:t>合外力所做的功</a:t>
            </a:r>
          </a:p>
        </p:txBody>
      </p:sp>
      <p:sp>
        <p:nvSpPr>
          <p:cNvPr id="214031" name="Rectangle 15">
            <a:extLst>
              <a:ext uri="{FF2B5EF4-FFF2-40B4-BE49-F238E27FC236}">
                <a16:creationId xmlns:a16="http://schemas.microsoft.com/office/drawing/2014/main" id="{BCB04F8D-B232-B9E1-D3F8-7CC4C4C5C699}"/>
              </a:ext>
            </a:extLst>
          </p:cNvPr>
          <p:cNvSpPr>
            <a:spLocks noChangeArrowheads="1"/>
          </p:cNvSpPr>
          <p:nvPr/>
        </p:nvSpPr>
        <p:spPr bwMode="auto">
          <a:xfrm>
            <a:off x="4308475" y="5780088"/>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a:solidFill>
                  <a:srgbClr val="FFFF00"/>
                </a:solidFill>
                <a:latin typeface="Times New Roman" panose="02020603050405020304" pitchFamily="18" charset="0"/>
              </a:rPr>
              <a:t> </a:t>
            </a:r>
            <a:r>
              <a:rPr kumimoji="1" lang="en-US" altLang="zh-CN">
                <a:solidFill>
                  <a:srgbClr val="66FFFF"/>
                </a:solidFill>
                <a:latin typeface="Times New Roman" panose="02020603050405020304" pitchFamily="18" charset="0"/>
                <a:ea typeface="华文中宋" panose="02010600040101010101" pitchFamily="2" charset="-122"/>
              </a:rPr>
              <a:t>—— </a:t>
            </a:r>
            <a:r>
              <a:rPr kumimoji="1" lang="zh-CN" altLang="en-US">
                <a:solidFill>
                  <a:srgbClr val="66FFFF"/>
                </a:solidFill>
                <a:latin typeface="Times New Roman" panose="02020603050405020304" pitchFamily="18" charset="0"/>
                <a:ea typeface="华文中宋" panose="02010600040101010101" pitchFamily="2" charset="-122"/>
              </a:rPr>
              <a:t>相对论的动能表达式</a:t>
            </a:r>
          </a:p>
        </p:txBody>
      </p:sp>
      <p:graphicFrame>
        <p:nvGraphicFramePr>
          <p:cNvPr id="214032" name="Object 7">
            <a:extLst>
              <a:ext uri="{FF2B5EF4-FFF2-40B4-BE49-F238E27FC236}">
                <a16:creationId xmlns:a16="http://schemas.microsoft.com/office/drawing/2014/main" id="{2160C376-585F-1390-7A86-F1C2DD4AEF0E}"/>
              </a:ext>
            </a:extLst>
          </p:cNvPr>
          <p:cNvGraphicFramePr>
            <a:graphicFrameLocks/>
          </p:cNvGraphicFramePr>
          <p:nvPr/>
        </p:nvGraphicFramePr>
        <p:xfrm>
          <a:off x="5053013" y="3225800"/>
          <a:ext cx="2136775" cy="355600"/>
        </p:xfrm>
        <a:graphic>
          <a:graphicData uri="http://schemas.openxmlformats.org/presentationml/2006/ole">
            <mc:AlternateContent xmlns:mc="http://schemas.openxmlformats.org/markup-compatibility/2006">
              <mc:Choice xmlns:v="urn:schemas-microsoft-com:vml" Requires="v">
                <p:oleObj name="公式" r:id="rId12" imgW="2145960" imgH="355320" progId="Equation.3">
                  <p:embed/>
                </p:oleObj>
              </mc:Choice>
              <mc:Fallback>
                <p:oleObj name="公式" r:id="rId12" imgW="2145960" imgH="355320" progId="Equation.3">
                  <p:embed/>
                  <p:pic>
                    <p:nvPicPr>
                      <p:cNvPr id="214032" name="Object 7">
                        <a:extLst>
                          <a:ext uri="{FF2B5EF4-FFF2-40B4-BE49-F238E27FC236}">
                            <a16:creationId xmlns:a16="http://schemas.microsoft.com/office/drawing/2014/main" id="{2160C376-585F-1390-7A86-F1C2DD4AEF0E}"/>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3013" y="3225800"/>
                        <a:ext cx="213677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33" name="Object 8">
            <a:extLst>
              <a:ext uri="{FF2B5EF4-FFF2-40B4-BE49-F238E27FC236}">
                <a16:creationId xmlns:a16="http://schemas.microsoft.com/office/drawing/2014/main" id="{8EB66841-5397-198C-6BC1-2A95A0A5C273}"/>
              </a:ext>
            </a:extLst>
          </p:cNvPr>
          <p:cNvGraphicFramePr>
            <a:graphicFrameLocks/>
          </p:cNvGraphicFramePr>
          <p:nvPr/>
        </p:nvGraphicFramePr>
        <p:xfrm>
          <a:off x="1403350" y="3041650"/>
          <a:ext cx="2540000" cy="723900"/>
        </p:xfrm>
        <a:graphic>
          <a:graphicData uri="http://schemas.openxmlformats.org/presentationml/2006/ole">
            <mc:AlternateContent xmlns:mc="http://schemas.openxmlformats.org/markup-compatibility/2006">
              <mc:Choice xmlns:v="urn:schemas-microsoft-com:vml" Requires="v">
                <p:oleObj name="公式" r:id="rId14" imgW="2552400" imgH="723600" progId="Equation.3">
                  <p:embed/>
                </p:oleObj>
              </mc:Choice>
              <mc:Fallback>
                <p:oleObj name="公式" r:id="rId14" imgW="2552400" imgH="723600" progId="Equation.3">
                  <p:embed/>
                  <p:pic>
                    <p:nvPicPr>
                      <p:cNvPr id="214033" name="Object 8">
                        <a:extLst>
                          <a:ext uri="{FF2B5EF4-FFF2-40B4-BE49-F238E27FC236}">
                            <a16:creationId xmlns:a16="http://schemas.microsoft.com/office/drawing/2014/main" id="{8EB66841-5397-198C-6BC1-2A95A0A5C273}"/>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03350" y="3041650"/>
                        <a:ext cx="25400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34" name="Object 9">
            <a:extLst>
              <a:ext uri="{FF2B5EF4-FFF2-40B4-BE49-F238E27FC236}">
                <a16:creationId xmlns:a16="http://schemas.microsoft.com/office/drawing/2014/main" id="{D72B6CA5-BA84-5E97-9A51-C891BD1EBE0B}"/>
              </a:ext>
            </a:extLst>
          </p:cNvPr>
          <p:cNvGraphicFramePr>
            <a:graphicFrameLocks/>
          </p:cNvGraphicFramePr>
          <p:nvPr/>
        </p:nvGraphicFramePr>
        <p:xfrm>
          <a:off x="4044950" y="3232150"/>
          <a:ext cx="900113" cy="342900"/>
        </p:xfrm>
        <a:graphic>
          <a:graphicData uri="http://schemas.openxmlformats.org/presentationml/2006/ole">
            <mc:AlternateContent xmlns:mc="http://schemas.openxmlformats.org/markup-compatibility/2006">
              <mc:Choice xmlns:v="urn:schemas-microsoft-com:vml" Requires="v">
                <p:oleObj name="公式" r:id="rId16" imgW="901440" imgH="342720" progId="Equation.3">
                  <p:embed/>
                </p:oleObj>
              </mc:Choice>
              <mc:Fallback>
                <p:oleObj name="公式" r:id="rId16" imgW="901440" imgH="342720" progId="Equation.3">
                  <p:embed/>
                  <p:pic>
                    <p:nvPicPr>
                      <p:cNvPr id="214034" name="Object 9">
                        <a:extLst>
                          <a:ext uri="{FF2B5EF4-FFF2-40B4-BE49-F238E27FC236}">
                            <a16:creationId xmlns:a16="http://schemas.microsoft.com/office/drawing/2014/main" id="{D72B6CA5-BA84-5E97-9A51-C891BD1EBE0B}"/>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44950" y="3232150"/>
                        <a:ext cx="900113"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35" name="Object 10">
            <a:extLst>
              <a:ext uri="{FF2B5EF4-FFF2-40B4-BE49-F238E27FC236}">
                <a16:creationId xmlns:a16="http://schemas.microsoft.com/office/drawing/2014/main" id="{272D3CB5-4273-6DB8-2B4A-6690BB135847}"/>
              </a:ext>
            </a:extLst>
          </p:cNvPr>
          <p:cNvGraphicFramePr>
            <a:graphicFrameLocks/>
          </p:cNvGraphicFramePr>
          <p:nvPr/>
        </p:nvGraphicFramePr>
        <p:xfrm>
          <a:off x="1076325" y="3846513"/>
          <a:ext cx="2000250" cy="765175"/>
        </p:xfrm>
        <a:graphic>
          <a:graphicData uri="http://schemas.openxmlformats.org/presentationml/2006/ole">
            <mc:AlternateContent xmlns:mc="http://schemas.openxmlformats.org/markup-compatibility/2006">
              <mc:Choice xmlns:v="urn:schemas-microsoft-com:vml" Requires="v">
                <p:oleObj name="公式" r:id="rId18" imgW="1993680" imgH="761760" progId="Equation.3">
                  <p:embed/>
                </p:oleObj>
              </mc:Choice>
              <mc:Fallback>
                <p:oleObj name="公式" r:id="rId18" imgW="1993680" imgH="761760" progId="Equation.3">
                  <p:embed/>
                  <p:pic>
                    <p:nvPicPr>
                      <p:cNvPr id="214035" name="Object 10">
                        <a:extLst>
                          <a:ext uri="{FF2B5EF4-FFF2-40B4-BE49-F238E27FC236}">
                            <a16:creationId xmlns:a16="http://schemas.microsoft.com/office/drawing/2014/main" id="{272D3CB5-4273-6DB8-2B4A-6690BB135847}"/>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76325" y="3846513"/>
                        <a:ext cx="2000250" cy="7651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36" name="Line 20">
            <a:extLst>
              <a:ext uri="{FF2B5EF4-FFF2-40B4-BE49-F238E27FC236}">
                <a16:creationId xmlns:a16="http://schemas.microsoft.com/office/drawing/2014/main" id="{79DD157A-CE45-52B5-80AF-8639D777B996}"/>
              </a:ext>
            </a:extLst>
          </p:cNvPr>
          <p:cNvSpPr>
            <a:spLocks noChangeShapeType="1"/>
          </p:cNvSpPr>
          <p:nvPr/>
        </p:nvSpPr>
        <p:spPr bwMode="auto">
          <a:xfrm>
            <a:off x="3300413" y="4221163"/>
            <a:ext cx="1223962" cy="0"/>
          </a:xfrm>
          <a:prstGeom prst="line">
            <a:avLst/>
          </a:prstGeom>
          <a:noFill/>
          <a:ln w="76200">
            <a:solidFill>
              <a:srgbClr val="FF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37" name="Text Box 21">
            <a:extLst>
              <a:ext uri="{FF2B5EF4-FFF2-40B4-BE49-F238E27FC236}">
                <a16:creationId xmlns:a16="http://schemas.microsoft.com/office/drawing/2014/main" id="{A553E7D1-101A-1A1C-BDC2-F6C3D7CDD063}"/>
              </a:ext>
            </a:extLst>
          </p:cNvPr>
          <p:cNvSpPr txBox="1">
            <a:spLocks noChangeArrowheads="1"/>
          </p:cNvSpPr>
          <p:nvPr/>
        </p:nvSpPr>
        <p:spPr bwMode="auto">
          <a:xfrm>
            <a:off x="3159125" y="3763963"/>
            <a:ext cx="1722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楷体_GB2312" pitchFamily="49" charset="-122"/>
              </a:rPr>
              <a:t>两边平方</a:t>
            </a:r>
          </a:p>
        </p:txBody>
      </p:sp>
      <p:graphicFrame>
        <p:nvGraphicFramePr>
          <p:cNvPr id="214038" name="Object 11">
            <a:extLst>
              <a:ext uri="{FF2B5EF4-FFF2-40B4-BE49-F238E27FC236}">
                <a16:creationId xmlns:a16="http://schemas.microsoft.com/office/drawing/2014/main" id="{86DC055D-3531-9926-278D-F4631DE7C871}"/>
              </a:ext>
            </a:extLst>
          </p:cNvPr>
          <p:cNvGraphicFramePr>
            <a:graphicFrameLocks/>
          </p:cNvGraphicFramePr>
          <p:nvPr/>
        </p:nvGraphicFramePr>
        <p:xfrm>
          <a:off x="4735513" y="3963988"/>
          <a:ext cx="2543175" cy="444500"/>
        </p:xfrm>
        <a:graphic>
          <a:graphicData uri="http://schemas.openxmlformats.org/presentationml/2006/ole">
            <mc:AlternateContent xmlns:mc="http://schemas.openxmlformats.org/markup-compatibility/2006">
              <mc:Choice xmlns:v="urn:schemas-microsoft-com:vml" Requires="v">
                <p:oleObj name="公式" r:id="rId20" imgW="2527200" imgH="444240" progId="Equation.3">
                  <p:embed/>
                </p:oleObj>
              </mc:Choice>
              <mc:Fallback>
                <p:oleObj name="公式" r:id="rId20" imgW="2527200" imgH="444240" progId="Equation.3">
                  <p:embed/>
                  <p:pic>
                    <p:nvPicPr>
                      <p:cNvPr id="214038" name="Object 11">
                        <a:extLst>
                          <a:ext uri="{FF2B5EF4-FFF2-40B4-BE49-F238E27FC236}">
                            <a16:creationId xmlns:a16="http://schemas.microsoft.com/office/drawing/2014/main" id="{86DC055D-3531-9926-278D-F4631DE7C871}"/>
                          </a:ext>
                        </a:extLst>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35513" y="3963988"/>
                        <a:ext cx="2543175" cy="4445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39" name="Line 23">
            <a:extLst>
              <a:ext uri="{FF2B5EF4-FFF2-40B4-BE49-F238E27FC236}">
                <a16:creationId xmlns:a16="http://schemas.microsoft.com/office/drawing/2014/main" id="{8EC71784-86A8-E5B4-5C5B-71030A3C824C}"/>
              </a:ext>
            </a:extLst>
          </p:cNvPr>
          <p:cNvSpPr>
            <a:spLocks noChangeShapeType="1"/>
          </p:cNvSpPr>
          <p:nvPr/>
        </p:nvSpPr>
        <p:spPr bwMode="auto">
          <a:xfrm rot="-5400000">
            <a:off x="5929313" y="4689475"/>
            <a:ext cx="647700" cy="0"/>
          </a:xfrm>
          <a:prstGeom prst="line">
            <a:avLst/>
          </a:prstGeom>
          <a:noFill/>
          <a:ln w="76200">
            <a:solidFill>
              <a:srgbClr val="FFCCFF"/>
            </a:solidFill>
            <a:round/>
            <a:headEnd type="triangle" w="med" len="me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0" name="Text Box 24">
            <a:extLst>
              <a:ext uri="{FF2B5EF4-FFF2-40B4-BE49-F238E27FC236}">
                <a16:creationId xmlns:a16="http://schemas.microsoft.com/office/drawing/2014/main" id="{4E6DA24F-BDEB-2B97-65B9-DE0B8BEF21F2}"/>
              </a:ext>
            </a:extLst>
          </p:cNvPr>
          <p:cNvSpPr txBox="1">
            <a:spLocks noChangeArrowheads="1"/>
          </p:cNvSpPr>
          <p:nvPr/>
        </p:nvSpPr>
        <p:spPr bwMode="auto">
          <a:xfrm>
            <a:off x="4672013" y="4437063"/>
            <a:ext cx="158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楷体_GB2312" pitchFamily="49" charset="-122"/>
              </a:rPr>
              <a:t>两边微分</a:t>
            </a:r>
          </a:p>
        </p:txBody>
      </p:sp>
      <p:graphicFrame>
        <p:nvGraphicFramePr>
          <p:cNvPr id="214041" name="Object 12">
            <a:extLst>
              <a:ext uri="{FF2B5EF4-FFF2-40B4-BE49-F238E27FC236}">
                <a16:creationId xmlns:a16="http://schemas.microsoft.com/office/drawing/2014/main" id="{94ABF2EC-BB8A-B20B-7279-68DC773FBA20}"/>
              </a:ext>
            </a:extLst>
          </p:cNvPr>
          <p:cNvGraphicFramePr>
            <a:graphicFrameLocks/>
          </p:cNvGraphicFramePr>
          <p:nvPr/>
        </p:nvGraphicFramePr>
        <p:xfrm>
          <a:off x="5173663" y="5143500"/>
          <a:ext cx="2633662" cy="342900"/>
        </p:xfrm>
        <a:graphic>
          <a:graphicData uri="http://schemas.openxmlformats.org/presentationml/2006/ole">
            <mc:AlternateContent xmlns:mc="http://schemas.openxmlformats.org/markup-compatibility/2006">
              <mc:Choice xmlns:v="urn:schemas-microsoft-com:vml" Requires="v">
                <p:oleObj name="公式" r:id="rId22" imgW="2616120" imgH="342720" progId="Equation.3">
                  <p:embed/>
                </p:oleObj>
              </mc:Choice>
              <mc:Fallback>
                <p:oleObj name="公式" r:id="rId22" imgW="2616120" imgH="342720" progId="Equation.3">
                  <p:embed/>
                  <p:pic>
                    <p:nvPicPr>
                      <p:cNvPr id="214041" name="Object 12">
                        <a:extLst>
                          <a:ext uri="{FF2B5EF4-FFF2-40B4-BE49-F238E27FC236}">
                            <a16:creationId xmlns:a16="http://schemas.microsoft.com/office/drawing/2014/main" id="{94ABF2EC-BB8A-B20B-7279-68DC773FBA20}"/>
                          </a:ext>
                        </a:extLst>
                      </p:cNvPr>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73663" y="5143500"/>
                        <a:ext cx="2633662" cy="3429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42" name="AutoShape 26">
            <a:extLst>
              <a:ext uri="{FF2B5EF4-FFF2-40B4-BE49-F238E27FC236}">
                <a16:creationId xmlns:a16="http://schemas.microsoft.com/office/drawing/2014/main" id="{054FF7F6-09A1-48B8-FF83-D2D843C759E7}"/>
              </a:ext>
            </a:extLst>
          </p:cNvPr>
          <p:cNvSpPr>
            <a:spLocks noChangeArrowheads="1"/>
          </p:cNvSpPr>
          <p:nvPr/>
        </p:nvSpPr>
        <p:spPr bwMode="auto">
          <a:xfrm>
            <a:off x="4140200" y="6426200"/>
            <a:ext cx="2303463" cy="315913"/>
          </a:xfrm>
          <a:prstGeom prst="wedgeRectCallout">
            <a:avLst>
              <a:gd name="adj1" fmla="val -62958"/>
              <a:gd name="adj2" fmla="val -118343"/>
            </a:avLst>
          </a:prstGeom>
          <a:solidFill>
            <a:srgbClr val="FFCCFF">
              <a:alpha val="49019"/>
            </a:srgbClr>
          </a:solidFill>
          <a:ln w="9525">
            <a:solidFill>
              <a:srgbClr val="B2B2B2">
                <a:alpha val="45097"/>
              </a:srgbClr>
            </a:solidFill>
            <a:miter lim="800000"/>
            <a:headEnd/>
            <a:tailEnd/>
          </a:ln>
        </p:spPr>
        <p:txBody>
          <a:bodyPr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sz="2000">
                <a:latin typeface="Times New Roman" panose="02020603050405020304" pitchFamily="18" charset="0"/>
                <a:ea typeface="楷体_GB2312" pitchFamily="49" charset="-122"/>
              </a:rPr>
              <a:t>粒子内部的能量</a:t>
            </a:r>
          </a:p>
        </p:txBody>
      </p:sp>
      <p:sp>
        <p:nvSpPr>
          <p:cNvPr id="214043" name="Text Box 27">
            <a:extLst>
              <a:ext uri="{FF2B5EF4-FFF2-40B4-BE49-F238E27FC236}">
                <a16:creationId xmlns:a16="http://schemas.microsoft.com/office/drawing/2014/main" id="{91B69FC1-F010-5993-66BD-A6DF7EA7E894}"/>
              </a:ext>
            </a:extLst>
          </p:cNvPr>
          <p:cNvSpPr txBox="1">
            <a:spLocks noChangeArrowheads="1"/>
          </p:cNvSpPr>
          <p:nvPr/>
        </p:nvSpPr>
        <p:spPr bwMode="auto">
          <a:xfrm>
            <a:off x="752475" y="735013"/>
            <a:ext cx="3816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solidFill>
                  <a:srgbClr val="00FFFF"/>
                </a:solidFill>
                <a:latin typeface="宋体" panose="02010600030101010101" pitchFamily="2" charset="-122"/>
                <a:ea typeface="华文中宋" panose="02010600040101010101" pitchFamily="2" charset="-122"/>
              </a:rPr>
              <a:t>相对论中的动能</a:t>
            </a:r>
            <a:endParaRPr kumimoji="1" lang="zh-CN" altLang="en-US" b="0">
              <a:solidFill>
                <a:srgbClr val="00FFFF"/>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140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140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iterate type="wd">
                                    <p:tmPct val="100000"/>
                                  </p:iterate>
                                  <p:childTnLst>
                                    <p:set>
                                      <p:cBhvr>
                                        <p:cTn id="14" dur="1" fill="hold">
                                          <p:stCondLst>
                                            <p:cond delay="0"/>
                                          </p:stCondLst>
                                        </p:cTn>
                                        <p:tgtEl>
                                          <p:spTgt spid="214019"/>
                                        </p:tgtEl>
                                        <p:attrNameLst>
                                          <p:attrName>style.visibility</p:attrName>
                                        </p:attrNameLst>
                                      </p:cBhvr>
                                      <p:to>
                                        <p:strVal val="visible"/>
                                      </p:to>
                                    </p:set>
                                    <p:animEffect transition="in" filter="blinds(horizontal)">
                                      <p:cBhvr>
                                        <p:cTn id="15" dur="300"/>
                                        <p:tgtEl>
                                          <p:spTgt spid="2140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14020"/>
                                        </p:tgtEl>
                                        <p:attrNameLst>
                                          <p:attrName>style.visibility</p:attrName>
                                        </p:attrNameLst>
                                      </p:cBhvr>
                                      <p:to>
                                        <p:strVal val="visible"/>
                                      </p:to>
                                    </p:set>
                                    <p:animEffect transition="in" filter="wipe(left)">
                                      <p:cBhvr>
                                        <p:cTn id="20" dur="500"/>
                                        <p:tgtEl>
                                          <p:spTgt spid="2140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iterate type="wd">
                                    <p:tmPct val="100000"/>
                                  </p:iterate>
                                  <p:childTnLst>
                                    <p:set>
                                      <p:cBhvr>
                                        <p:cTn id="24" dur="1" fill="hold">
                                          <p:stCondLst>
                                            <p:cond delay="0"/>
                                          </p:stCondLst>
                                        </p:cTn>
                                        <p:tgtEl>
                                          <p:spTgt spid="214021"/>
                                        </p:tgtEl>
                                        <p:attrNameLst>
                                          <p:attrName>style.visibility</p:attrName>
                                        </p:attrNameLst>
                                      </p:cBhvr>
                                      <p:to>
                                        <p:strVal val="visible"/>
                                      </p:to>
                                    </p:set>
                                    <p:animEffect transition="in" filter="slide(fromBottom)">
                                      <p:cBhvr>
                                        <p:cTn id="25" dur="300"/>
                                        <p:tgtEl>
                                          <p:spTgt spid="21402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8" fill="hold" nodeType="clickEffect">
                                  <p:stCondLst>
                                    <p:cond delay="0"/>
                                  </p:stCondLst>
                                  <p:childTnLst>
                                    <p:set>
                                      <p:cBhvr>
                                        <p:cTn id="29" dur="1" fill="hold">
                                          <p:stCondLst>
                                            <p:cond delay="0"/>
                                          </p:stCondLst>
                                        </p:cTn>
                                        <p:tgtEl>
                                          <p:spTgt spid="214023"/>
                                        </p:tgtEl>
                                        <p:attrNameLst>
                                          <p:attrName>style.visibility</p:attrName>
                                        </p:attrNameLst>
                                      </p:cBhvr>
                                      <p:to>
                                        <p:strVal val="visible"/>
                                      </p:to>
                                    </p:set>
                                    <p:animEffect transition="in" filter="slide(fromLeft)">
                                      <p:cBhvr>
                                        <p:cTn id="30" dur="500"/>
                                        <p:tgtEl>
                                          <p:spTgt spid="2140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14022"/>
                                        </p:tgtEl>
                                        <p:attrNameLst>
                                          <p:attrName>style.visibility</p:attrName>
                                        </p:attrNameLst>
                                      </p:cBhvr>
                                      <p:to>
                                        <p:strVal val="visible"/>
                                      </p:to>
                                    </p:set>
                                    <p:animEffect transition="in" filter="wipe(left)">
                                      <p:cBhvr>
                                        <p:cTn id="35" dur="500"/>
                                        <p:tgtEl>
                                          <p:spTgt spid="2140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214024"/>
                                        </p:tgtEl>
                                        <p:attrNameLst>
                                          <p:attrName>style.visibility</p:attrName>
                                        </p:attrNameLst>
                                      </p:cBhvr>
                                      <p:to>
                                        <p:strVal val="visible"/>
                                      </p:to>
                                    </p:set>
                                    <p:animEffect transition="in" filter="wipe(down)">
                                      <p:cBhvr>
                                        <p:cTn id="40" dur="500"/>
                                        <p:tgtEl>
                                          <p:spTgt spid="214024"/>
                                        </p:tgtEl>
                                      </p:cBhvr>
                                    </p:animEffect>
                                  </p:childTnLst>
                                </p:cTn>
                              </p:par>
                              <p:par>
                                <p:cTn id="41" presetID="23" presetClass="emph" presetSubtype="0" fill="hold" nodeType="withEffect">
                                  <p:stCondLst>
                                    <p:cond delay="0"/>
                                  </p:stCondLst>
                                  <p:childTnLst>
                                    <p:animClr clrSpc="hsl" dir="cw">
                                      <p:cBhvr override="childStyle">
                                        <p:cTn id="42" dur="5000" fill="hold"/>
                                        <p:tgtEl>
                                          <p:spTgt spid="214024"/>
                                        </p:tgtEl>
                                        <p:attrNameLst>
                                          <p:attrName>style.color</p:attrName>
                                        </p:attrNameLst>
                                      </p:cBhvr>
                                      <p:by>
                                        <p:hsl h="10842353" s="0" l="0"/>
                                      </p:by>
                                    </p:animClr>
                                    <p:animClr clrSpc="hsl" dir="cw">
                                      <p:cBhvr>
                                        <p:cTn id="43" dur="5000" fill="hold"/>
                                        <p:tgtEl>
                                          <p:spTgt spid="214024"/>
                                        </p:tgtEl>
                                        <p:attrNameLst>
                                          <p:attrName>fillcolor</p:attrName>
                                        </p:attrNameLst>
                                      </p:cBhvr>
                                      <p:by>
                                        <p:hsl h="10842353" s="0" l="0"/>
                                      </p:by>
                                    </p:animClr>
                                    <p:animClr clrSpc="hsl" dir="cw">
                                      <p:cBhvr>
                                        <p:cTn id="44" dur="5000" fill="hold"/>
                                        <p:tgtEl>
                                          <p:spTgt spid="214024"/>
                                        </p:tgtEl>
                                        <p:attrNameLst>
                                          <p:attrName>stroke.color</p:attrName>
                                        </p:attrNameLst>
                                      </p:cBhvr>
                                      <p:by>
                                        <p:hsl h="10842353" s="0" l="0"/>
                                      </p:by>
                                    </p:animClr>
                                    <p:set>
                                      <p:cBhvr>
                                        <p:cTn id="45" dur="5000" fill="hold"/>
                                        <p:tgtEl>
                                          <p:spTgt spid="214024"/>
                                        </p:tgtEl>
                                        <p:attrNameLst>
                                          <p:attrName>fill.type</p:attrName>
                                        </p:attrNameLst>
                                      </p:cBhvr>
                                      <p:to>
                                        <p:strVal val="solid"/>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14030"/>
                                        </p:tgtEl>
                                        <p:attrNameLst>
                                          <p:attrName>style.visibility</p:attrName>
                                        </p:attrNameLst>
                                      </p:cBhvr>
                                      <p:to>
                                        <p:strVal val="visible"/>
                                      </p:to>
                                    </p:set>
                                    <p:animEffect transition="in" filter="wipe(left)">
                                      <p:cBhvr>
                                        <p:cTn id="50" dur="2000"/>
                                        <p:tgtEl>
                                          <p:spTgt spid="21403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14033"/>
                                        </p:tgtEl>
                                        <p:attrNameLst>
                                          <p:attrName>style.visibility</p:attrName>
                                        </p:attrNameLst>
                                      </p:cBhvr>
                                      <p:to>
                                        <p:strVal val="visible"/>
                                      </p:to>
                                    </p:set>
                                    <p:animEffect transition="in" filter="wipe(left)">
                                      <p:cBhvr>
                                        <p:cTn id="55" dur="2000"/>
                                        <p:tgtEl>
                                          <p:spTgt spid="21403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14034"/>
                                        </p:tgtEl>
                                        <p:attrNameLst>
                                          <p:attrName>style.visibility</p:attrName>
                                        </p:attrNameLst>
                                      </p:cBhvr>
                                      <p:to>
                                        <p:strVal val="visible"/>
                                      </p:to>
                                    </p:set>
                                    <p:animEffect transition="in" filter="wipe(left)">
                                      <p:cBhvr>
                                        <p:cTn id="60" dur="500"/>
                                        <p:tgtEl>
                                          <p:spTgt spid="21403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14032"/>
                                        </p:tgtEl>
                                        <p:attrNameLst>
                                          <p:attrName>style.visibility</p:attrName>
                                        </p:attrNameLst>
                                      </p:cBhvr>
                                      <p:to>
                                        <p:strVal val="visible"/>
                                      </p:to>
                                    </p:set>
                                    <p:animEffect transition="in" filter="wipe(left)">
                                      <p:cBhvr>
                                        <p:cTn id="65" dur="2000"/>
                                        <p:tgtEl>
                                          <p:spTgt spid="21403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14035"/>
                                        </p:tgtEl>
                                        <p:attrNameLst>
                                          <p:attrName>style.visibility</p:attrName>
                                        </p:attrNameLst>
                                      </p:cBhvr>
                                      <p:to>
                                        <p:strVal val="visible"/>
                                      </p:to>
                                    </p:set>
                                    <p:animEffect transition="in" filter="wipe(left)">
                                      <p:cBhvr>
                                        <p:cTn id="70" dur="500"/>
                                        <p:tgtEl>
                                          <p:spTgt spid="21403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14036"/>
                                        </p:tgtEl>
                                        <p:attrNameLst>
                                          <p:attrName>style.visibility</p:attrName>
                                        </p:attrNameLst>
                                      </p:cBhvr>
                                      <p:to>
                                        <p:strVal val="visible"/>
                                      </p:to>
                                    </p:set>
                                    <p:animEffect transition="in" filter="wipe(left)">
                                      <p:cBhvr>
                                        <p:cTn id="75" dur="500"/>
                                        <p:tgtEl>
                                          <p:spTgt spid="21403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14037"/>
                                        </p:tgtEl>
                                        <p:attrNameLst>
                                          <p:attrName>style.visibility</p:attrName>
                                        </p:attrNameLst>
                                      </p:cBhvr>
                                      <p:to>
                                        <p:strVal val="visible"/>
                                      </p:to>
                                    </p:set>
                                    <p:animEffect transition="in" filter="wipe(left)">
                                      <p:cBhvr>
                                        <p:cTn id="80" dur="2000"/>
                                        <p:tgtEl>
                                          <p:spTgt spid="21403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14038"/>
                                        </p:tgtEl>
                                        <p:attrNameLst>
                                          <p:attrName>style.visibility</p:attrName>
                                        </p:attrNameLst>
                                      </p:cBhvr>
                                      <p:to>
                                        <p:strVal val="visible"/>
                                      </p:to>
                                    </p:set>
                                    <p:animEffect transition="in" filter="wipe(left)">
                                      <p:cBhvr>
                                        <p:cTn id="85" dur="500"/>
                                        <p:tgtEl>
                                          <p:spTgt spid="21403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nodeType="clickEffect">
                                  <p:stCondLst>
                                    <p:cond delay="0"/>
                                  </p:stCondLst>
                                  <p:childTnLst>
                                    <p:set>
                                      <p:cBhvr>
                                        <p:cTn id="89" dur="1" fill="hold">
                                          <p:stCondLst>
                                            <p:cond delay="0"/>
                                          </p:stCondLst>
                                        </p:cTn>
                                        <p:tgtEl>
                                          <p:spTgt spid="214039"/>
                                        </p:tgtEl>
                                        <p:attrNameLst>
                                          <p:attrName>style.visibility</p:attrName>
                                        </p:attrNameLst>
                                      </p:cBhvr>
                                      <p:to>
                                        <p:strVal val="visible"/>
                                      </p:to>
                                    </p:set>
                                    <p:animEffect transition="in" filter="wipe(down)">
                                      <p:cBhvr>
                                        <p:cTn id="90" dur="500"/>
                                        <p:tgtEl>
                                          <p:spTgt spid="21403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4" fill="hold" nodeType="clickEffect">
                                  <p:stCondLst>
                                    <p:cond delay="0"/>
                                  </p:stCondLst>
                                  <p:childTnLst>
                                    <p:set>
                                      <p:cBhvr>
                                        <p:cTn id="94" dur="1" fill="hold">
                                          <p:stCondLst>
                                            <p:cond delay="0"/>
                                          </p:stCondLst>
                                        </p:cTn>
                                        <p:tgtEl>
                                          <p:spTgt spid="214040"/>
                                        </p:tgtEl>
                                        <p:attrNameLst>
                                          <p:attrName>style.visibility</p:attrName>
                                        </p:attrNameLst>
                                      </p:cBhvr>
                                      <p:to>
                                        <p:strVal val="visible"/>
                                      </p:to>
                                    </p:set>
                                    <p:animEffect transition="in" filter="wipe(down)">
                                      <p:cBhvr>
                                        <p:cTn id="95" dur="2000"/>
                                        <p:tgtEl>
                                          <p:spTgt spid="214040"/>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214041"/>
                                        </p:tgtEl>
                                        <p:attrNameLst>
                                          <p:attrName>style.visibility</p:attrName>
                                        </p:attrNameLst>
                                      </p:cBhvr>
                                      <p:to>
                                        <p:strVal val="visible"/>
                                      </p:to>
                                    </p:set>
                                    <p:animEffect transition="in" filter="wipe(left)">
                                      <p:cBhvr>
                                        <p:cTn id="100" dur="500"/>
                                        <p:tgtEl>
                                          <p:spTgt spid="214041"/>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nodeType="clickEffect">
                                  <p:stCondLst>
                                    <p:cond delay="0"/>
                                  </p:stCondLst>
                                  <p:childTnLst>
                                    <p:set>
                                      <p:cBhvr>
                                        <p:cTn id="104" dur="1" fill="hold">
                                          <p:stCondLst>
                                            <p:cond delay="0"/>
                                          </p:stCondLst>
                                        </p:cTn>
                                        <p:tgtEl>
                                          <p:spTgt spid="214029"/>
                                        </p:tgtEl>
                                        <p:attrNameLst>
                                          <p:attrName>style.visibility</p:attrName>
                                        </p:attrNameLst>
                                      </p:cBhvr>
                                      <p:to>
                                        <p:strVal val="visible"/>
                                      </p:to>
                                    </p:set>
                                    <p:animEffect transition="in" filter="wipe(down)">
                                      <p:cBhvr>
                                        <p:cTn id="105" dur="500"/>
                                        <p:tgtEl>
                                          <p:spTgt spid="21402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14025"/>
                                        </p:tgtEl>
                                        <p:attrNameLst>
                                          <p:attrName>style.visibility</p:attrName>
                                        </p:attrNameLst>
                                      </p:cBhvr>
                                      <p:to>
                                        <p:strVal val="visible"/>
                                      </p:to>
                                    </p:set>
                                    <p:animEffect transition="in" filter="wipe(left)">
                                      <p:cBhvr>
                                        <p:cTn id="110" dur="2000"/>
                                        <p:tgtEl>
                                          <p:spTgt spid="214025"/>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14026"/>
                                        </p:tgtEl>
                                        <p:attrNameLst>
                                          <p:attrName>style.visibility</p:attrName>
                                        </p:attrNameLst>
                                      </p:cBhvr>
                                      <p:to>
                                        <p:strVal val="visible"/>
                                      </p:to>
                                    </p:set>
                                    <p:animEffect transition="in" filter="wipe(left)">
                                      <p:cBhvr>
                                        <p:cTn id="115" dur="2000"/>
                                        <p:tgtEl>
                                          <p:spTgt spid="21402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214028"/>
                                        </p:tgtEl>
                                        <p:attrNameLst>
                                          <p:attrName>style.visibility</p:attrName>
                                        </p:attrNameLst>
                                      </p:cBhvr>
                                      <p:to>
                                        <p:strVal val="visible"/>
                                      </p:to>
                                    </p:set>
                                    <p:animEffect transition="in" filter="wipe(left)">
                                      <p:cBhvr>
                                        <p:cTn id="120" dur="500"/>
                                        <p:tgtEl>
                                          <p:spTgt spid="214028"/>
                                        </p:tgtEl>
                                      </p:cBhvr>
                                    </p:animEffect>
                                  </p:childTnLst>
                                </p:cTn>
                              </p:par>
                            </p:childTnLst>
                          </p:cTn>
                        </p:par>
                        <p:par>
                          <p:cTn id="121" fill="hold" nodeType="afterGroup">
                            <p:stCondLst>
                              <p:cond delay="500"/>
                            </p:stCondLst>
                            <p:childTnLst>
                              <p:par>
                                <p:cTn id="122" presetID="22" presetClass="entr" presetSubtype="8" fill="hold" nodeType="afterEffect">
                                  <p:stCondLst>
                                    <p:cond delay="0"/>
                                  </p:stCondLst>
                                  <p:childTnLst>
                                    <p:set>
                                      <p:cBhvr>
                                        <p:cTn id="123" dur="1" fill="hold">
                                          <p:stCondLst>
                                            <p:cond delay="0"/>
                                          </p:stCondLst>
                                        </p:cTn>
                                        <p:tgtEl>
                                          <p:spTgt spid="214027"/>
                                        </p:tgtEl>
                                        <p:attrNameLst>
                                          <p:attrName>style.visibility</p:attrName>
                                        </p:attrNameLst>
                                      </p:cBhvr>
                                      <p:to>
                                        <p:strVal val="visible"/>
                                      </p:to>
                                    </p:set>
                                    <p:animEffect transition="in" filter="wipe(left)">
                                      <p:cBhvr>
                                        <p:cTn id="124" dur="2000"/>
                                        <p:tgtEl>
                                          <p:spTgt spid="214027"/>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nodeType="clickEffect">
                                  <p:stCondLst>
                                    <p:cond delay="0"/>
                                  </p:stCondLst>
                                  <p:childTnLst>
                                    <p:set>
                                      <p:cBhvr>
                                        <p:cTn id="128" dur="1" fill="hold">
                                          <p:stCondLst>
                                            <p:cond delay="0"/>
                                          </p:stCondLst>
                                        </p:cTn>
                                        <p:tgtEl>
                                          <p:spTgt spid="214042"/>
                                        </p:tgtEl>
                                        <p:attrNameLst>
                                          <p:attrName>style.visibility</p:attrName>
                                        </p:attrNameLst>
                                      </p:cBhvr>
                                      <p:to>
                                        <p:strVal val="visible"/>
                                      </p:to>
                                    </p:set>
                                    <p:animEffect transition="in" filter="dissolve">
                                      <p:cBhvr>
                                        <p:cTn id="129" dur="1000"/>
                                        <p:tgtEl>
                                          <p:spTgt spid="214042"/>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214031"/>
                                        </p:tgtEl>
                                        <p:attrNameLst>
                                          <p:attrName>style.visibility</p:attrName>
                                        </p:attrNameLst>
                                      </p:cBhvr>
                                      <p:to>
                                        <p:strVal val="visible"/>
                                      </p:to>
                                    </p:set>
                                    <p:animEffect transition="in" filter="wipe(left)">
                                      <p:cBhvr>
                                        <p:cTn id="134" dur="500"/>
                                        <p:tgtEl>
                                          <p:spTgt spid="214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utoUpdateAnimBg="0"/>
      <p:bldP spid="214019" grpId="0" autoUpdateAnimBg="0"/>
      <p:bldP spid="214021" grpId="0" autoUpdateAnimBg="0"/>
      <p:bldP spid="214023" grpId="0" animBg="1"/>
      <p:bldP spid="214028" grpId="0" animBg="1"/>
      <p:bldP spid="214030" grpId="0" autoUpdateAnimBg="0"/>
      <p:bldP spid="214031" grpId="0" autoUpdateAnimBg="0"/>
      <p:bldP spid="214037" grpId="0"/>
      <p:bldP spid="214040" grpId="0"/>
      <p:bldP spid="214042" grpId="0" animBg="1"/>
      <p:bldP spid="21404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Text Box 2">
            <a:extLst>
              <a:ext uri="{FF2B5EF4-FFF2-40B4-BE49-F238E27FC236}">
                <a16:creationId xmlns:a16="http://schemas.microsoft.com/office/drawing/2014/main" id="{8D5AE082-40B1-99D5-CB4B-4C6233D07194}"/>
              </a:ext>
            </a:extLst>
          </p:cNvPr>
          <p:cNvSpPr txBox="1">
            <a:spLocks noChangeArrowheads="1"/>
          </p:cNvSpPr>
          <p:nvPr/>
        </p:nvSpPr>
        <p:spPr bwMode="auto">
          <a:xfrm>
            <a:off x="754063" y="1676400"/>
            <a:ext cx="4897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楷体_GB2312" pitchFamily="49" charset="-122"/>
              </a:rPr>
              <a:t>当</a:t>
            </a:r>
            <a:r>
              <a:rPr kumimoji="1" lang="en-US" altLang="zh-CN" i="1">
                <a:solidFill>
                  <a:srgbClr val="66FFFF"/>
                </a:solidFill>
                <a:latin typeface="Bookman Old Style" panose="02050604050505020204" pitchFamily="18" charset="0"/>
                <a:ea typeface="楷体_GB2312" pitchFamily="49" charset="-122"/>
              </a:rPr>
              <a:t>v</a:t>
            </a:r>
            <a:r>
              <a:rPr kumimoji="1" lang="en-US" altLang="zh-CN" i="1">
                <a:solidFill>
                  <a:srgbClr val="66FFFF"/>
                </a:solidFill>
                <a:latin typeface="Times New Roman" panose="02020603050405020304" pitchFamily="18" charset="0"/>
                <a:ea typeface="楷体_GB2312" pitchFamily="49" charset="-122"/>
              </a:rPr>
              <a:t> </a:t>
            </a:r>
            <a:r>
              <a:rPr kumimoji="1" lang="en-US" altLang="zh-CN">
                <a:solidFill>
                  <a:srgbClr val="66FFFF"/>
                </a:solidFill>
                <a:latin typeface="Times New Roman" panose="02020603050405020304" pitchFamily="18" charset="0"/>
                <a:ea typeface="楷体_GB2312" pitchFamily="49" charset="-122"/>
              </a:rPr>
              <a:t>&lt;&lt; </a:t>
            </a:r>
            <a:r>
              <a:rPr kumimoji="1" lang="en-US" altLang="zh-CN" i="1">
                <a:solidFill>
                  <a:srgbClr val="66FFFF"/>
                </a:solidFill>
                <a:latin typeface="Times New Roman" panose="02020603050405020304" pitchFamily="18" charset="0"/>
                <a:ea typeface="楷体_GB2312" pitchFamily="49" charset="-122"/>
              </a:rPr>
              <a:t>c </a:t>
            </a:r>
            <a:r>
              <a:rPr kumimoji="1" lang="zh-CN" altLang="en-US">
                <a:latin typeface="Times New Roman" panose="02020603050405020304" pitchFamily="18" charset="0"/>
                <a:ea typeface="楷体_GB2312" pitchFamily="49" charset="-122"/>
              </a:rPr>
              <a:t>时，</a:t>
            </a:r>
            <a:r>
              <a:rPr kumimoji="1" lang="zh-CN" altLang="en-US" i="1">
                <a:solidFill>
                  <a:srgbClr val="66FFFF"/>
                </a:solidFill>
                <a:latin typeface="Times New Roman" panose="02020603050405020304" pitchFamily="18" charset="0"/>
                <a:ea typeface="楷体_GB2312" pitchFamily="49" charset="-122"/>
                <a:sym typeface="Symbol" panose="05050102010706020507" pitchFamily="18" charset="2"/>
              </a:rPr>
              <a:t> </a:t>
            </a:r>
            <a:r>
              <a:rPr kumimoji="1" lang="zh-CN" altLang="en-US">
                <a:solidFill>
                  <a:srgbClr val="66FFFF"/>
                </a:solidFill>
                <a:latin typeface="Times New Roman" panose="02020603050405020304" pitchFamily="18" charset="0"/>
                <a:ea typeface="楷体_GB2312" pitchFamily="49" charset="-122"/>
                <a:sym typeface="Symbol" panose="05050102010706020507" pitchFamily="18" charset="2"/>
              </a:rPr>
              <a:t> </a:t>
            </a:r>
            <a:r>
              <a:rPr kumimoji="1" lang="en-US" altLang="zh-CN">
                <a:solidFill>
                  <a:srgbClr val="66FFFF"/>
                </a:solidFill>
                <a:latin typeface="Times New Roman" panose="02020603050405020304" pitchFamily="18" charset="0"/>
                <a:ea typeface="楷体_GB2312" pitchFamily="49" charset="-122"/>
                <a:sym typeface="Symbol" panose="05050102010706020507" pitchFamily="18" charset="2"/>
              </a:rPr>
              <a:t>0</a:t>
            </a:r>
            <a:r>
              <a:rPr kumimoji="1" lang="en-US" altLang="zh-CN">
                <a:latin typeface="Times New Roman" panose="02020603050405020304" pitchFamily="18" charset="0"/>
                <a:ea typeface="楷体_GB2312" pitchFamily="49" charset="-122"/>
                <a:sym typeface="Symbol" panose="05050102010706020507" pitchFamily="18" charset="2"/>
              </a:rPr>
              <a:t>,  </a:t>
            </a:r>
            <a:r>
              <a:rPr kumimoji="1" lang="zh-CN" altLang="en-US">
                <a:latin typeface="Times New Roman" panose="02020603050405020304" pitchFamily="18" charset="0"/>
                <a:ea typeface="楷体_GB2312" pitchFamily="49" charset="-122"/>
              </a:rPr>
              <a:t>有</a:t>
            </a:r>
            <a:endParaRPr kumimoji="1" lang="zh-CN" altLang="en-US" baseline="-25000">
              <a:latin typeface="Times New Roman" panose="02020603050405020304" pitchFamily="18" charset="0"/>
              <a:ea typeface="楷体_GB2312" pitchFamily="49" charset="-122"/>
            </a:endParaRPr>
          </a:p>
        </p:txBody>
      </p:sp>
      <p:graphicFrame>
        <p:nvGraphicFramePr>
          <p:cNvPr id="506883" name="Object 2">
            <a:extLst>
              <a:ext uri="{FF2B5EF4-FFF2-40B4-BE49-F238E27FC236}">
                <a16:creationId xmlns:a16="http://schemas.microsoft.com/office/drawing/2014/main" id="{F151466D-AB44-2338-CF51-C2F4F4BBDB0B}"/>
              </a:ext>
            </a:extLst>
          </p:cNvPr>
          <p:cNvGraphicFramePr>
            <a:graphicFrameLocks/>
          </p:cNvGraphicFramePr>
          <p:nvPr/>
        </p:nvGraphicFramePr>
        <p:xfrm>
          <a:off x="1384300" y="1995488"/>
          <a:ext cx="3692525" cy="914400"/>
        </p:xfrm>
        <a:graphic>
          <a:graphicData uri="http://schemas.openxmlformats.org/presentationml/2006/ole">
            <mc:AlternateContent xmlns:mc="http://schemas.openxmlformats.org/markup-compatibility/2006">
              <mc:Choice xmlns:v="urn:schemas-microsoft-com:vml" Requires="v">
                <p:oleObj name="公式" r:id="rId2" imgW="3695400" imgH="914400" progId="Equation.3">
                  <p:embed/>
                </p:oleObj>
              </mc:Choice>
              <mc:Fallback>
                <p:oleObj name="公式" r:id="rId2" imgW="3695400" imgH="914400" progId="Equation.3">
                  <p:embed/>
                  <p:pic>
                    <p:nvPicPr>
                      <p:cNvPr id="506883" name="Object 2">
                        <a:extLst>
                          <a:ext uri="{FF2B5EF4-FFF2-40B4-BE49-F238E27FC236}">
                            <a16:creationId xmlns:a16="http://schemas.microsoft.com/office/drawing/2014/main" id="{F151466D-AB44-2338-CF51-C2F4F4BBDB0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4300" y="1995488"/>
                        <a:ext cx="3692525" cy="9144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6884" name="Object 3">
            <a:extLst>
              <a:ext uri="{FF2B5EF4-FFF2-40B4-BE49-F238E27FC236}">
                <a16:creationId xmlns:a16="http://schemas.microsoft.com/office/drawing/2014/main" id="{E64DA90D-FEEB-23F3-67ED-4AA2E53C6AA7}"/>
              </a:ext>
            </a:extLst>
          </p:cNvPr>
          <p:cNvGraphicFramePr>
            <a:graphicFrameLocks/>
          </p:cNvGraphicFramePr>
          <p:nvPr/>
        </p:nvGraphicFramePr>
        <p:xfrm>
          <a:off x="1862138" y="3054350"/>
          <a:ext cx="4300537" cy="863600"/>
        </p:xfrm>
        <a:graphic>
          <a:graphicData uri="http://schemas.openxmlformats.org/presentationml/2006/ole">
            <mc:AlternateContent xmlns:mc="http://schemas.openxmlformats.org/markup-compatibility/2006">
              <mc:Choice xmlns:v="urn:schemas-microsoft-com:vml" Requires="v">
                <p:oleObj name="公式" r:id="rId4" imgW="4292280" imgH="863280" progId="Equation.3">
                  <p:embed/>
                </p:oleObj>
              </mc:Choice>
              <mc:Fallback>
                <p:oleObj name="公式" r:id="rId4" imgW="4292280" imgH="863280" progId="Equation.3">
                  <p:embed/>
                  <p:pic>
                    <p:nvPicPr>
                      <p:cNvPr id="506884" name="Object 3">
                        <a:extLst>
                          <a:ext uri="{FF2B5EF4-FFF2-40B4-BE49-F238E27FC236}">
                            <a16:creationId xmlns:a16="http://schemas.microsoft.com/office/drawing/2014/main" id="{E64DA90D-FEEB-23F3-67ED-4AA2E53C6AA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2138" y="3054350"/>
                        <a:ext cx="4300537" cy="863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6885" name="Object 4">
            <a:extLst>
              <a:ext uri="{FF2B5EF4-FFF2-40B4-BE49-F238E27FC236}">
                <a16:creationId xmlns:a16="http://schemas.microsoft.com/office/drawing/2014/main" id="{322FD1D1-8DA0-EBAB-F4DF-7B2712E64312}"/>
              </a:ext>
            </a:extLst>
          </p:cNvPr>
          <p:cNvGraphicFramePr>
            <a:graphicFrameLocks/>
          </p:cNvGraphicFramePr>
          <p:nvPr/>
        </p:nvGraphicFramePr>
        <p:xfrm>
          <a:off x="6326188" y="3127375"/>
          <a:ext cx="1054100" cy="877888"/>
        </p:xfrm>
        <a:graphic>
          <a:graphicData uri="http://schemas.openxmlformats.org/presentationml/2006/ole">
            <mc:AlternateContent xmlns:mc="http://schemas.openxmlformats.org/markup-compatibility/2006">
              <mc:Choice xmlns:v="urn:schemas-microsoft-com:vml" Requires="v">
                <p:oleObj name="公式" r:id="rId6" imgW="1054080" imgH="876240" progId="Equation.3">
                  <p:embed/>
                </p:oleObj>
              </mc:Choice>
              <mc:Fallback>
                <p:oleObj name="公式" r:id="rId6" imgW="1054080" imgH="876240" progId="Equation.3">
                  <p:embed/>
                  <p:pic>
                    <p:nvPicPr>
                      <p:cNvPr id="506885" name="Object 4">
                        <a:extLst>
                          <a:ext uri="{FF2B5EF4-FFF2-40B4-BE49-F238E27FC236}">
                            <a16:creationId xmlns:a16="http://schemas.microsoft.com/office/drawing/2014/main" id="{322FD1D1-8DA0-EBAB-F4DF-7B2712E6431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6188" y="3127375"/>
                        <a:ext cx="1054100" cy="8778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886" name="AutoShape 6">
            <a:extLst>
              <a:ext uri="{FF2B5EF4-FFF2-40B4-BE49-F238E27FC236}">
                <a16:creationId xmlns:a16="http://schemas.microsoft.com/office/drawing/2014/main" id="{AA10B2A8-443B-86AD-B2F1-E2683CCB00A4}"/>
              </a:ext>
            </a:extLst>
          </p:cNvPr>
          <p:cNvSpPr>
            <a:spLocks noChangeArrowheads="1"/>
          </p:cNvSpPr>
          <p:nvPr/>
        </p:nvSpPr>
        <p:spPr bwMode="auto">
          <a:xfrm>
            <a:off x="5435600" y="1770063"/>
            <a:ext cx="1981200" cy="914400"/>
          </a:xfrm>
          <a:prstGeom prst="wedgeRectCallout">
            <a:avLst>
              <a:gd name="adj1" fmla="val 27806"/>
              <a:gd name="adj2" fmla="val 100000"/>
            </a:avLst>
          </a:prstGeom>
          <a:noFill/>
          <a:ln w="222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FFFF00"/>
                </a:solidFill>
                <a:latin typeface="Times New Roman" panose="02020603050405020304" pitchFamily="18" charset="0"/>
              </a:rPr>
              <a:t>牛顿力学中的动能公式</a:t>
            </a:r>
          </a:p>
        </p:txBody>
      </p:sp>
      <p:graphicFrame>
        <p:nvGraphicFramePr>
          <p:cNvPr id="506887" name="Object 5">
            <a:extLst>
              <a:ext uri="{FF2B5EF4-FFF2-40B4-BE49-F238E27FC236}">
                <a16:creationId xmlns:a16="http://schemas.microsoft.com/office/drawing/2014/main" id="{85849A72-0588-0FF9-AC06-DCF79B40883A}"/>
              </a:ext>
            </a:extLst>
          </p:cNvPr>
          <p:cNvGraphicFramePr>
            <a:graphicFrameLocks/>
          </p:cNvGraphicFramePr>
          <p:nvPr/>
        </p:nvGraphicFramePr>
        <p:xfrm>
          <a:off x="7596188" y="1876425"/>
          <a:ext cx="931862" cy="241300"/>
        </p:xfrm>
        <a:graphic>
          <a:graphicData uri="http://schemas.openxmlformats.org/presentationml/2006/ole">
            <mc:AlternateContent xmlns:mc="http://schemas.openxmlformats.org/markup-compatibility/2006">
              <mc:Choice xmlns:v="urn:schemas-microsoft-com:vml" Requires="v">
                <p:oleObj name="公式" r:id="rId8" imgW="927000" imgH="241200" progId="Equation.3">
                  <p:embed/>
                </p:oleObj>
              </mc:Choice>
              <mc:Fallback>
                <p:oleObj name="公式" r:id="rId8" imgW="927000" imgH="241200" progId="Equation.3">
                  <p:embed/>
                  <p:pic>
                    <p:nvPicPr>
                      <p:cNvPr id="506887" name="Object 5">
                        <a:extLst>
                          <a:ext uri="{FF2B5EF4-FFF2-40B4-BE49-F238E27FC236}">
                            <a16:creationId xmlns:a16="http://schemas.microsoft.com/office/drawing/2014/main" id="{85849A72-0588-0FF9-AC06-DCF79B40883A}"/>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96188" y="1876425"/>
                        <a:ext cx="931862" cy="2413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888" name="Rectangle 8">
            <a:extLst>
              <a:ext uri="{FF2B5EF4-FFF2-40B4-BE49-F238E27FC236}">
                <a16:creationId xmlns:a16="http://schemas.microsoft.com/office/drawing/2014/main" id="{843AA746-FADD-CC75-CFA7-6A56914B8F91}"/>
              </a:ext>
            </a:extLst>
          </p:cNvPr>
          <p:cNvSpPr>
            <a:spLocks noChangeArrowheads="1"/>
          </p:cNvSpPr>
          <p:nvPr/>
        </p:nvSpPr>
        <p:spPr bwMode="auto">
          <a:xfrm>
            <a:off x="7451725" y="2151063"/>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t>出现退化</a:t>
            </a:r>
          </a:p>
        </p:txBody>
      </p:sp>
      <p:sp>
        <p:nvSpPr>
          <p:cNvPr id="506889" name="Rectangle 9">
            <a:extLst>
              <a:ext uri="{FF2B5EF4-FFF2-40B4-BE49-F238E27FC236}">
                <a16:creationId xmlns:a16="http://schemas.microsoft.com/office/drawing/2014/main" id="{ADE2BA2A-EA99-0377-8C23-93A12CB04F84}"/>
              </a:ext>
            </a:extLst>
          </p:cNvPr>
          <p:cNvSpPr>
            <a:spLocks noChangeArrowheads="1"/>
          </p:cNvSpPr>
          <p:nvPr/>
        </p:nvSpPr>
        <p:spPr bwMode="auto">
          <a:xfrm>
            <a:off x="769938" y="4006850"/>
            <a:ext cx="8194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0850" indent="-45085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kumimoji="1" lang="en-US" altLang="zh-CN">
                <a:latin typeface="Times New Roman" panose="02020603050405020304" pitchFamily="18" charset="0"/>
                <a:ea typeface="楷体_GB2312" pitchFamily="49" charset="-122"/>
              </a:rPr>
              <a:t>(2) </a:t>
            </a:r>
            <a:r>
              <a:rPr kumimoji="1" lang="zh-CN" altLang="en-US">
                <a:latin typeface="Times New Roman" panose="02020603050405020304" pitchFamily="18" charset="0"/>
                <a:ea typeface="楷体_GB2312" pitchFamily="49" charset="-122"/>
              </a:rPr>
              <a:t>当</a:t>
            </a:r>
            <a:r>
              <a:rPr kumimoji="1" lang="en-US" altLang="zh-CN" i="1">
                <a:solidFill>
                  <a:srgbClr val="66FFFF"/>
                </a:solidFill>
                <a:latin typeface="Bookman Old Style" panose="02050604050505020204" pitchFamily="18" charset="0"/>
                <a:ea typeface="华文中宋" panose="02010600040101010101" pitchFamily="2" charset="-122"/>
              </a:rPr>
              <a:t>v</a:t>
            </a:r>
            <a:r>
              <a:rPr kumimoji="1" lang="en-US" altLang="zh-CN" i="1">
                <a:solidFill>
                  <a:srgbClr val="66FFFF"/>
                </a:solidFill>
                <a:latin typeface="Times New Roman" panose="02020603050405020304" pitchFamily="18" charset="0"/>
                <a:ea typeface="华文中宋" panose="02010600040101010101" pitchFamily="2" charset="-122"/>
              </a:rPr>
              <a:t> </a:t>
            </a:r>
            <a:r>
              <a:rPr kumimoji="1" lang="en-US" altLang="zh-CN">
                <a:solidFill>
                  <a:srgbClr val="66FFFF"/>
                </a:solidFill>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a:solidFill>
                  <a:srgbClr val="66FFFF"/>
                </a:solidFill>
                <a:latin typeface="Times New Roman" panose="02020603050405020304" pitchFamily="18" charset="0"/>
                <a:ea typeface="华文中宋" panose="02010600040101010101" pitchFamily="2" charset="-122"/>
              </a:rPr>
              <a:t> </a:t>
            </a:r>
            <a:r>
              <a:rPr kumimoji="1" lang="en-US" altLang="zh-CN" i="1">
                <a:solidFill>
                  <a:srgbClr val="66FFFF"/>
                </a:solidFill>
                <a:latin typeface="Times New Roman" panose="02020603050405020304" pitchFamily="18" charset="0"/>
                <a:ea typeface="华文中宋" panose="02010600040101010101" pitchFamily="2" charset="-122"/>
              </a:rPr>
              <a:t>c</a:t>
            </a:r>
            <a:r>
              <a:rPr kumimoji="1" lang="zh-CN" altLang="en-US">
                <a:latin typeface="Times New Roman" panose="02020603050405020304" pitchFamily="18" charset="0"/>
                <a:ea typeface="华文中宋" panose="02010600040101010101" pitchFamily="2" charset="-122"/>
              </a:rPr>
              <a:t>，</a:t>
            </a:r>
            <a:r>
              <a:rPr kumimoji="1" lang="en-US" altLang="zh-CN" i="1">
                <a:solidFill>
                  <a:srgbClr val="66FFFF"/>
                </a:solidFill>
                <a:latin typeface="Times New Roman" panose="02020603050405020304" pitchFamily="18" charset="0"/>
                <a:ea typeface="华文中宋" panose="02010600040101010101" pitchFamily="2" charset="-122"/>
              </a:rPr>
              <a:t>E</a:t>
            </a:r>
            <a:r>
              <a:rPr kumimoji="1" lang="en-US" altLang="zh-CN" i="1" baseline="-25000">
                <a:solidFill>
                  <a:srgbClr val="66FFFF"/>
                </a:solidFill>
                <a:latin typeface="Times New Roman" panose="02020603050405020304" pitchFamily="18" charset="0"/>
                <a:ea typeface="华文中宋" panose="02010600040101010101" pitchFamily="2" charset="-122"/>
              </a:rPr>
              <a:t>k</a:t>
            </a:r>
            <a:r>
              <a:rPr kumimoji="1" lang="en-US" altLang="zh-CN">
                <a:solidFill>
                  <a:srgbClr val="66FFFF"/>
                </a:solidFill>
                <a:latin typeface="Times New Roman" panose="02020603050405020304" pitchFamily="18" charset="0"/>
                <a:ea typeface="华文中宋" panose="02010600040101010101" pitchFamily="2" charset="-122"/>
              </a:rPr>
              <a:t> </a:t>
            </a:r>
            <a:r>
              <a:rPr kumimoji="1" lang="en-US" altLang="zh-CN">
                <a:solidFill>
                  <a:srgbClr val="66FFFF"/>
                </a:solidFill>
                <a:latin typeface="Times New Roman" panose="02020603050405020304" pitchFamily="18" charset="0"/>
                <a:ea typeface="华文中宋" panose="02010600040101010101" pitchFamily="2" charset="-122"/>
                <a:sym typeface="Symbol" panose="05050102010706020507" pitchFamily="18" charset="2"/>
              </a:rPr>
              <a:t> </a:t>
            </a:r>
            <a:r>
              <a:rPr kumimoji="1" lang="en-US" altLang="zh-CN">
                <a:solidFill>
                  <a:srgbClr val="66FFFF"/>
                </a:solidFill>
                <a:latin typeface="Symbol" panose="05050102010706020507" pitchFamily="18" charset="2"/>
                <a:ea typeface="华文中宋" panose="02010600040101010101" pitchFamily="2" charset="-122"/>
                <a:sym typeface="Symbol" panose="05050102010706020507" pitchFamily="18" charset="2"/>
              </a:rPr>
              <a:t></a:t>
            </a:r>
            <a:r>
              <a:rPr kumimoji="1" lang="en-US" altLang="zh-CN">
                <a:latin typeface="Times New Roman" panose="02020603050405020304" pitchFamily="18" charset="0"/>
                <a:ea typeface="华文中宋" panose="02010600040101010101" pitchFamily="2" charset="-122"/>
                <a:sym typeface="Symbol" panose="05050102010706020507" pitchFamily="18" charset="2"/>
              </a:rPr>
              <a:t> </a:t>
            </a:r>
            <a:r>
              <a:rPr kumimoji="1" lang="zh-CN" altLang="en-US">
                <a:latin typeface="Times New Roman" panose="02020603050405020304" pitchFamily="18" charset="0"/>
                <a:ea typeface="华文中宋" panose="02010600040101010101" pitchFamily="2" charset="-122"/>
              </a:rPr>
              <a:t>，</a:t>
            </a:r>
            <a:r>
              <a:rPr kumimoji="1" lang="zh-CN" altLang="en-US">
                <a:latin typeface="Times New Roman" panose="02020603050405020304" pitchFamily="18" charset="0"/>
                <a:ea typeface="楷体_GB2312" pitchFamily="49" charset="-122"/>
              </a:rPr>
              <a:t>意味着将一个静止质量不为零的粒子，使其速度达到光速，是不可能的。</a:t>
            </a:r>
          </a:p>
        </p:txBody>
      </p:sp>
      <p:sp>
        <p:nvSpPr>
          <p:cNvPr id="506890" name="Rectangle 10">
            <a:extLst>
              <a:ext uri="{FF2B5EF4-FFF2-40B4-BE49-F238E27FC236}">
                <a16:creationId xmlns:a16="http://schemas.microsoft.com/office/drawing/2014/main" id="{C1670EB7-CDE3-4E17-1428-C15EC2E61C3B}"/>
              </a:ext>
            </a:extLst>
          </p:cNvPr>
          <p:cNvSpPr>
            <a:spLocks noChangeArrowheads="1"/>
          </p:cNvSpPr>
          <p:nvPr/>
        </p:nvSpPr>
        <p:spPr bwMode="auto">
          <a:xfrm>
            <a:off x="755650" y="5132388"/>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a:latin typeface="Times New Roman" panose="02020603050405020304" pitchFamily="18" charset="0"/>
                <a:ea typeface="楷体_GB2312" pitchFamily="49" charset="-122"/>
              </a:rPr>
              <a:t>(3) </a:t>
            </a:r>
            <a:r>
              <a:rPr kumimoji="1" lang="zh-CN" altLang="en-US">
                <a:latin typeface="Times New Roman" panose="02020603050405020304" pitchFamily="18" charset="0"/>
                <a:ea typeface="楷体_GB2312" pitchFamily="49" charset="-122"/>
              </a:rPr>
              <a:t>静止能量</a:t>
            </a:r>
            <a:r>
              <a:rPr kumimoji="1" lang="en-US" altLang="zh-CN">
                <a:latin typeface="宋体" panose="02010600030101010101" pitchFamily="2" charset="-122"/>
                <a:ea typeface="华文中宋" panose="02010600040101010101" pitchFamily="2" charset="-122"/>
              </a:rPr>
              <a:t>﹑</a:t>
            </a:r>
            <a:r>
              <a:rPr kumimoji="1" lang="zh-CN" altLang="en-US">
                <a:latin typeface="Times New Roman" panose="02020603050405020304" pitchFamily="18" charset="0"/>
                <a:ea typeface="楷体_GB2312" pitchFamily="49" charset="-122"/>
              </a:rPr>
              <a:t>总能量  </a:t>
            </a:r>
          </a:p>
        </p:txBody>
      </p:sp>
      <p:sp>
        <p:nvSpPr>
          <p:cNvPr id="506891" name="Text Box 11">
            <a:extLst>
              <a:ext uri="{FF2B5EF4-FFF2-40B4-BE49-F238E27FC236}">
                <a16:creationId xmlns:a16="http://schemas.microsoft.com/office/drawing/2014/main" id="{432113CA-3E14-4046-7617-88BBAFC362BA}"/>
              </a:ext>
            </a:extLst>
          </p:cNvPr>
          <p:cNvSpPr txBox="1">
            <a:spLocks noChangeArrowheads="1"/>
          </p:cNvSpPr>
          <p:nvPr/>
        </p:nvSpPr>
        <p:spPr bwMode="auto">
          <a:xfrm>
            <a:off x="3438525" y="6067425"/>
            <a:ext cx="2151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ea typeface="华文中宋" panose="02010600040101010101" pitchFamily="2" charset="-122"/>
              </a:rPr>
              <a:t>总  能  量：</a:t>
            </a:r>
          </a:p>
        </p:txBody>
      </p:sp>
      <p:graphicFrame>
        <p:nvGraphicFramePr>
          <p:cNvPr id="506892" name="Object 6">
            <a:extLst>
              <a:ext uri="{FF2B5EF4-FFF2-40B4-BE49-F238E27FC236}">
                <a16:creationId xmlns:a16="http://schemas.microsoft.com/office/drawing/2014/main" id="{CA6D51CF-60A4-449E-FAB0-BAB99533FCCF}"/>
              </a:ext>
            </a:extLst>
          </p:cNvPr>
          <p:cNvGraphicFramePr>
            <a:graphicFrameLocks/>
          </p:cNvGraphicFramePr>
          <p:nvPr/>
        </p:nvGraphicFramePr>
        <p:xfrm>
          <a:off x="4933950" y="5589588"/>
          <a:ext cx="1403350" cy="482600"/>
        </p:xfrm>
        <a:graphic>
          <a:graphicData uri="http://schemas.openxmlformats.org/presentationml/2006/ole">
            <mc:AlternateContent xmlns:mc="http://schemas.openxmlformats.org/markup-compatibility/2006">
              <mc:Choice xmlns:v="urn:schemas-microsoft-com:vml" Requires="v">
                <p:oleObj name="Equation" r:id="rId10" imgW="1409400" imgH="482400" progId="Equation.DSMT4">
                  <p:embed/>
                </p:oleObj>
              </mc:Choice>
              <mc:Fallback>
                <p:oleObj name="Equation" r:id="rId10" imgW="1409400" imgH="482400" progId="Equation.DSMT4">
                  <p:embed/>
                  <p:pic>
                    <p:nvPicPr>
                      <p:cNvPr id="506892" name="Object 6">
                        <a:extLst>
                          <a:ext uri="{FF2B5EF4-FFF2-40B4-BE49-F238E27FC236}">
                            <a16:creationId xmlns:a16="http://schemas.microsoft.com/office/drawing/2014/main" id="{CA6D51CF-60A4-449E-FAB0-BAB99533FCCF}"/>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3950" y="5589588"/>
                        <a:ext cx="14033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893" name="Text Box 13">
            <a:extLst>
              <a:ext uri="{FF2B5EF4-FFF2-40B4-BE49-F238E27FC236}">
                <a16:creationId xmlns:a16="http://schemas.microsoft.com/office/drawing/2014/main" id="{B2700348-C02B-D9F0-9F9F-73B504B00479}"/>
              </a:ext>
            </a:extLst>
          </p:cNvPr>
          <p:cNvSpPr txBox="1">
            <a:spLocks noChangeArrowheads="1"/>
          </p:cNvSpPr>
          <p:nvPr/>
        </p:nvSpPr>
        <p:spPr bwMode="auto">
          <a:xfrm>
            <a:off x="3438525" y="558958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spcBef>
                <a:spcPct val="50000"/>
              </a:spcBef>
              <a:buClrTx/>
              <a:buFontTx/>
              <a:buNone/>
            </a:pPr>
            <a:r>
              <a:rPr kumimoji="1" lang="zh-CN" altLang="en-US">
                <a:latin typeface="Times New Roman" panose="02020603050405020304" pitchFamily="18" charset="0"/>
                <a:ea typeface="华文中宋" panose="02010600040101010101" pitchFamily="2" charset="-122"/>
              </a:rPr>
              <a:t>静止能量：</a:t>
            </a:r>
          </a:p>
        </p:txBody>
      </p:sp>
      <p:graphicFrame>
        <p:nvGraphicFramePr>
          <p:cNvPr id="506894" name="Object 7">
            <a:extLst>
              <a:ext uri="{FF2B5EF4-FFF2-40B4-BE49-F238E27FC236}">
                <a16:creationId xmlns:a16="http://schemas.microsoft.com/office/drawing/2014/main" id="{39783856-1E9C-5EC6-5D41-5BD64E3C457B}"/>
              </a:ext>
            </a:extLst>
          </p:cNvPr>
          <p:cNvGraphicFramePr>
            <a:graphicFrameLocks/>
          </p:cNvGraphicFramePr>
          <p:nvPr/>
        </p:nvGraphicFramePr>
        <p:xfrm>
          <a:off x="4979988" y="6061075"/>
          <a:ext cx="1181100" cy="392113"/>
        </p:xfrm>
        <a:graphic>
          <a:graphicData uri="http://schemas.openxmlformats.org/presentationml/2006/ole">
            <mc:AlternateContent xmlns:mc="http://schemas.openxmlformats.org/markup-compatibility/2006">
              <mc:Choice xmlns:v="urn:schemas-microsoft-com:vml" Requires="v">
                <p:oleObj name="Equation" r:id="rId12" imgW="1180800" imgH="393480" progId="Equation.DSMT4">
                  <p:embed/>
                </p:oleObj>
              </mc:Choice>
              <mc:Fallback>
                <p:oleObj name="Equation" r:id="rId12" imgW="1180800" imgH="393480" progId="Equation.DSMT4">
                  <p:embed/>
                  <p:pic>
                    <p:nvPicPr>
                      <p:cNvPr id="506894" name="Object 7">
                        <a:extLst>
                          <a:ext uri="{FF2B5EF4-FFF2-40B4-BE49-F238E27FC236}">
                            <a16:creationId xmlns:a16="http://schemas.microsoft.com/office/drawing/2014/main" id="{39783856-1E9C-5EC6-5D41-5BD64E3C457B}"/>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79988" y="6061075"/>
                        <a:ext cx="11811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895" name="AutoShape 15">
            <a:extLst>
              <a:ext uri="{FF2B5EF4-FFF2-40B4-BE49-F238E27FC236}">
                <a16:creationId xmlns:a16="http://schemas.microsoft.com/office/drawing/2014/main" id="{91613C02-9304-9C6B-005B-4DD21E13AB39}"/>
              </a:ext>
            </a:extLst>
          </p:cNvPr>
          <p:cNvSpPr>
            <a:spLocks noChangeArrowheads="1"/>
          </p:cNvSpPr>
          <p:nvPr/>
        </p:nvSpPr>
        <p:spPr bwMode="auto">
          <a:xfrm>
            <a:off x="6804025" y="4581525"/>
            <a:ext cx="1944688" cy="792163"/>
          </a:xfrm>
          <a:prstGeom prst="wedgeRoundRectCallout">
            <a:avLst>
              <a:gd name="adj1" fmla="val -74162"/>
              <a:gd name="adj2" fmla="val 103907"/>
              <a:gd name="adj3" fmla="val 16667"/>
            </a:avLst>
          </a:prstGeom>
          <a:solidFill>
            <a:srgbClr val="808080"/>
          </a:solidFill>
          <a:ln w="9525">
            <a:solidFill>
              <a:srgbClr val="FFCCFF"/>
            </a:solidFill>
            <a:miter lim="800000"/>
            <a:headEnd/>
            <a:tailEnd/>
          </a:ln>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sz="2000">
                <a:solidFill>
                  <a:srgbClr val="66FFFF"/>
                </a:solidFill>
                <a:latin typeface="Times New Roman" panose="02020603050405020304" pitchFamily="18" charset="0"/>
                <a:ea typeface="华文中宋" panose="02010600040101010101" pitchFamily="2" charset="-122"/>
              </a:rPr>
              <a:t>任何宏观静止物体具有能量</a:t>
            </a:r>
          </a:p>
        </p:txBody>
      </p:sp>
      <p:sp>
        <p:nvSpPr>
          <p:cNvPr id="506896" name="AutoShape 16">
            <a:extLst>
              <a:ext uri="{FF2B5EF4-FFF2-40B4-BE49-F238E27FC236}">
                <a16:creationId xmlns:a16="http://schemas.microsoft.com/office/drawing/2014/main" id="{34F4A0E5-CA4C-50C0-6075-33118994BE79}"/>
              </a:ext>
            </a:extLst>
          </p:cNvPr>
          <p:cNvSpPr>
            <a:spLocks noChangeArrowheads="1"/>
          </p:cNvSpPr>
          <p:nvPr/>
        </p:nvSpPr>
        <p:spPr bwMode="auto">
          <a:xfrm>
            <a:off x="6804025" y="5516563"/>
            <a:ext cx="1944688" cy="792162"/>
          </a:xfrm>
          <a:prstGeom prst="wedgeRoundRectCallout">
            <a:avLst>
              <a:gd name="adj1" fmla="val -89019"/>
              <a:gd name="adj2" fmla="val 49597"/>
              <a:gd name="adj3" fmla="val 16667"/>
            </a:avLst>
          </a:prstGeom>
          <a:solidFill>
            <a:srgbClr val="808080"/>
          </a:solidFill>
          <a:ln w="9525">
            <a:solidFill>
              <a:srgbClr val="FFCCFF"/>
            </a:solidFill>
            <a:miter lim="800000"/>
            <a:headEnd/>
            <a:tailEnd/>
          </a:ln>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sz="2000">
                <a:solidFill>
                  <a:srgbClr val="66FFFF"/>
                </a:solidFill>
                <a:latin typeface="Times New Roman" panose="02020603050405020304" pitchFamily="18" charset="0"/>
                <a:ea typeface="华文中宋" panose="02010600040101010101" pitchFamily="2" charset="-122"/>
              </a:rPr>
              <a:t>相对论质量是能量的量度</a:t>
            </a:r>
          </a:p>
        </p:txBody>
      </p:sp>
      <p:graphicFrame>
        <p:nvGraphicFramePr>
          <p:cNvPr id="506897" name="Object 8">
            <a:extLst>
              <a:ext uri="{FF2B5EF4-FFF2-40B4-BE49-F238E27FC236}">
                <a16:creationId xmlns:a16="http://schemas.microsoft.com/office/drawing/2014/main" id="{6EB9A604-07C0-5046-C3BD-92407F446F32}"/>
              </a:ext>
            </a:extLst>
          </p:cNvPr>
          <p:cNvGraphicFramePr>
            <a:graphicFrameLocks/>
          </p:cNvGraphicFramePr>
          <p:nvPr/>
        </p:nvGraphicFramePr>
        <p:xfrm>
          <a:off x="971550" y="5899150"/>
          <a:ext cx="2371725" cy="482600"/>
        </p:xfrm>
        <a:graphic>
          <a:graphicData uri="http://schemas.openxmlformats.org/presentationml/2006/ole">
            <mc:AlternateContent xmlns:mc="http://schemas.openxmlformats.org/markup-compatibility/2006">
              <mc:Choice xmlns:v="urn:schemas-microsoft-com:vml" Requires="v">
                <p:oleObj name="公式" r:id="rId14" imgW="2374560" imgH="482400" progId="Equation.3">
                  <p:embed/>
                </p:oleObj>
              </mc:Choice>
              <mc:Fallback>
                <p:oleObj name="公式" r:id="rId14" imgW="2374560" imgH="482400" progId="Equation.3">
                  <p:embed/>
                  <p:pic>
                    <p:nvPicPr>
                      <p:cNvPr id="506897" name="Object 8">
                        <a:extLst>
                          <a:ext uri="{FF2B5EF4-FFF2-40B4-BE49-F238E27FC236}">
                            <a16:creationId xmlns:a16="http://schemas.microsoft.com/office/drawing/2014/main" id="{6EB9A604-07C0-5046-C3BD-92407F446F32}"/>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1550" y="5899150"/>
                        <a:ext cx="2371725" cy="482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898" name="Text Box 18">
            <a:extLst>
              <a:ext uri="{FF2B5EF4-FFF2-40B4-BE49-F238E27FC236}">
                <a16:creationId xmlns:a16="http://schemas.microsoft.com/office/drawing/2014/main" id="{AFB49CB5-B736-64FB-897B-FD4230766C73}"/>
              </a:ext>
            </a:extLst>
          </p:cNvPr>
          <p:cNvSpPr txBox="1">
            <a:spLocks noChangeArrowheads="1"/>
          </p:cNvSpPr>
          <p:nvPr/>
        </p:nvSpPr>
        <p:spPr bwMode="auto">
          <a:xfrm>
            <a:off x="754063" y="333375"/>
            <a:ext cx="1081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FFFF00"/>
                </a:solidFill>
                <a:latin typeface="Times New Roman" panose="02020603050405020304" pitchFamily="18" charset="0"/>
                <a:ea typeface="华文中宋" panose="02010600040101010101" pitchFamily="2" charset="-122"/>
              </a:rPr>
              <a:t>讨论</a:t>
            </a:r>
          </a:p>
        </p:txBody>
      </p:sp>
      <p:sp>
        <p:nvSpPr>
          <p:cNvPr id="506899" name="AutoShape 19">
            <a:extLst>
              <a:ext uri="{FF2B5EF4-FFF2-40B4-BE49-F238E27FC236}">
                <a16:creationId xmlns:a16="http://schemas.microsoft.com/office/drawing/2014/main" id="{F868A891-4F8C-9E11-FC9E-AF8C4C28387D}"/>
              </a:ext>
            </a:extLst>
          </p:cNvPr>
          <p:cNvSpPr>
            <a:spLocks noChangeArrowheads="1"/>
          </p:cNvSpPr>
          <p:nvPr/>
        </p:nvSpPr>
        <p:spPr bwMode="auto">
          <a:xfrm>
            <a:off x="374650" y="404813"/>
            <a:ext cx="381000" cy="349250"/>
          </a:xfrm>
          <a:prstGeom prst="star5">
            <a:avLst/>
          </a:prstGeom>
          <a:solidFill>
            <a:srgbClr val="FF0066"/>
          </a:solidFill>
          <a:ln w="9525">
            <a:solidFill>
              <a:schemeClr val="tx1"/>
            </a:solidFill>
            <a:miter lim="800000"/>
            <a:headEnd/>
            <a:tailEnd/>
          </a:ln>
          <a:effectLst/>
        </p:spPr>
        <p:txBody>
          <a:bodyPr wrap="none" anchor="ctr"/>
          <a:lstStyle/>
          <a:p>
            <a:pPr algn="l">
              <a:lnSpc>
                <a:spcPct val="100000"/>
              </a:lnSpc>
              <a:buClrTx/>
              <a:buFontTx/>
              <a:buNone/>
              <a:defRPr/>
            </a:pPr>
            <a:endParaRPr kumimoji="1" lang="zh-CN" altLang="en-US">
              <a:latin typeface="Times New Roman" pitchFamily="18" charset="0"/>
              <a:ea typeface="华文中宋" pitchFamily="2" charset="-122"/>
            </a:endParaRPr>
          </a:p>
        </p:txBody>
      </p:sp>
      <p:sp>
        <p:nvSpPr>
          <p:cNvPr id="506900" name="Rectangle 20">
            <a:extLst>
              <a:ext uri="{FF2B5EF4-FFF2-40B4-BE49-F238E27FC236}">
                <a16:creationId xmlns:a16="http://schemas.microsoft.com/office/drawing/2014/main" id="{E824C00B-CC9F-EAC1-65CA-CF759F9F6F6C}"/>
              </a:ext>
            </a:extLst>
          </p:cNvPr>
          <p:cNvSpPr>
            <a:spLocks noChangeArrowheads="1"/>
          </p:cNvSpPr>
          <p:nvPr/>
        </p:nvSpPr>
        <p:spPr bwMode="auto">
          <a:xfrm>
            <a:off x="755650" y="714375"/>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a:latin typeface="Times New Roman" panose="02020603050405020304" pitchFamily="18" charset="0"/>
                <a:ea typeface="华文中宋" panose="02010600040101010101" pitchFamily="2" charset="-122"/>
              </a:rPr>
              <a:t>(1) </a:t>
            </a:r>
            <a:r>
              <a:rPr kumimoji="1" lang="zh-CN" altLang="en-US">
                <a:latin typeface="楷体_GB2312" pitchFamily="49" charset="-122"/>
                <a:ea typeface="楷体_GB2312" pitchFamily="49" charset="-122"/>
              </a:rPr>
              <a:t>注意相对论动能与经典力学动能的区别和联系</a:t>
            </a:r>
          </a:p>
        </p:txBody>
      </p:sp>
      <p:graphicFrame>
        <p:nvGraphicFramePr>
          <p:cNvPr id="506901" name="Object 9">
            <a:extLst>
              <a:ext uri="{FF2B5EF4-FFF2-40B4-BE49-F238E27FC236}">
                <a16:creationId xmlns:a16="http://schemas.microsoft.com/office/drawing/2014/main" id="{39AE40A9-20A1-17F1-91D4-2BE685BFA7DA}"/>
              </a:ext>
            </a:extLst>
          </p:cNvPr>
          <p:cNvGraphicFramePr>
            <a:graphicFrameLocks/>
          </p:cNvGraphicFramePr>
          <p:nvPr/>
        </p:nvGraphicFramePr>
        <p:xfrm>
          <a:off x="1328738" y="1239838"/>
          <a:ext cx="2306637" cy="482600"/>
        </p:xfrm>
        <a:graphic>
          <a:graphicData uri="http://schemas.openxmlformats.org/presentationml/2006/ole">
            <mc:AlternateContent xmlns:mc="http://schemas.openxmlformats.org/markup-compatibility/2006">
              <mc:Choice xmlns:v="urn:schemas-microsoft-com:vml" Requires="v">
                <p:oleObj name="公式" r:id="rId16" imgW="2311200" imgH="482400" progId="Equation.3">
                  <p:embed/>
                </p:oleObj>
              </mc:Choice>
              <mc:Fallback>
                <p:oleObj name="公式" r:id="rId16" imgW="2311200" imgH="482400" progId="Equation.3">
                  <p:embed/>
                  <p:pic>
                    <p:nvPicPr>
                      <p:cNvPr id="506901" name="Object 9">
                        <a:extLst>
                          <a:ext uri="{FF2B5EF4-FFF2-40B4-BE49-F238E27FC236}">
                            <a16:creationId xmlns:a16="http://schemas.microsoft.com/office/drawing/2014/main" id="{39AE40A9-20A1-17F1-91D4-2BE685BFA7DA}"/>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28738" y="1239838"/>
                        <a:ext cx="2306637" cy="482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6902" name="Object 10">
            <a:extLst>
              <a:ext uri="{FF2B5EF4-FFF2-40B4-BE49-F238E27FC236}">
                <a16:creationId xmlns:a16="http://schemas.microsoft.com/office/drawing/2014/main" id="{ED81B9CD-D477-9B77-3736-12FEFDA27B09}"/>
              </a:ext>
            </a:extLst>
          </p:cNvPr>
          <p:cNvGraphicFramePr>
            <a:graphicFrameLocks/>
          </p:cNvGraphicFramePr>
          <p:nvPr/>
        </p:nvGraphicFramePr>
        <p:xfrm>
          <a:off x="4589463" y="1290638"/>
          <a:ext cx="1854200" cy="482600"/>
        </p:xfrm>
        <a:graphic>
          <a:graphicData uri="http://schemas.openxmlformats.org/presentationml/2006/ole">
            <mc:AlternateContent xmlns:mc="http://schemas.openxmlformats.org/markup-compatibility/2006">
              <mc:Choice xmlns:v="urn:schemas-microsoft-com:vml" Requires="v">
                <p:oleObj name="公式" r:id="rId18" imgW="1841400" imgH="482400" progId="Equation.3">
                  <p:embed/>
                </p:oleObj>
              </mc:Choice>
              <mc:Fallback>
                <p:oleObj name="公式" r:id="rId18" imgW="1841400" imgH="482400" progId="Equation.3">
                  <p:embed/>
                  <p:pic>
                    <p:nvPicPr>
                      <p:cNvPr id="506902" name="Object 10">
                        <a:extLst>
                          <a:ext uri="{FF2B5EF4-FFF2-40B4-BE49-F238E27FC236}">
                            <a16:creationId xmlns:a16="http://schemas.microsoft.com/office/drawing/2014/main" id="{ED81B9CD-D477-9B77-3736-12FEFDA27B09}"/>
                          </a:ext>
                        </a:extLst>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89463" y="1290638"/>
                        <a:ext cx="1854200" cy="482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6903" name="AutoShape 23">
            <a:extLst>
              <a:ext uri="{FF2B5EF4-FFF2-40B4-BE49-F238E27FC236}">
                <a16:creationId xmlns:a16="http://schemas.microsoft.com/office/drawing/2014/main" id="{FDD47D95-CF64-53E3-7C81-4A1C7AEC3BAE}"/>
              </a:ext>
            </a:extLst>
          </p:cNvPr>
          <p:cNvSpPr>
            <a:spLocks noChangeArrowheads="1"/>
          </p:cNvSpPr>
          <p:nvPr/>
        </p:nvSpPr>
        <p:spPr bwMode="auto">
          <a:xfrm>
            <a:off x="3738563" y="1376363"/>
            <a:ext cx="762000" cy="273050"/>
          </a:xfrm>
          <a:prstGeom prst="leftRightArrow">
            <a:avLst>
              <a:gd name="adj1" fmla="val 40065"/>
              <a:gd name="adj2" fmla="val 74419"/>
            </a:avLst>
          </a:prstGeom>
          <a:solidFill>
            <a:srgbClr val="FFCCFF"/>
          </a:solidFill>
          <a:ln w="222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06899"/>
                                        </p:tgtEl>
                                        <p:attrNameLst>
                                          <p:attrName>style.visibility</p:attrName>
                                        </p:attrNameLst>
                                      </p:cBhvr>
                                      <p:to>
                                        <p:strVal val="visible"/>
                                      </p:to>
                                    </p:set>
                                    <p:anim calcmode="lin" valueType="num">
                                      <p:cBhvr>
                                        <p:cTn id="7" dur="500" fill="hold"/>
                                        <p:tgtEl>
                                          <p:spTgt spid="506899"/>
                                        </p:tgtEl>
                                        <p:attrNameLst>
                                          <p:attrName>ppt_w</p:attrName>
                                        </p:attrNameLst>
                                      </p:cBhvr>
                                      <p:tavLst>
                                        <p:tav tm="0">
                                          <p:val>
                                            <p:fltVal val="0"/>
                                          </p:val>
                                        </p:tav>
                                        <p:tav tm="100000">
                                          <p:val>
                                            <p:strVal val="#ppt_w"/>
                                          </p:val>
                                        </p:tav>
                                      </p:tavLst>
                                    </p:anim>
                                    <p:anim calcmode="lin" valueType="num">
                                      <p:cBhvr>
                                        <p:cTn id="8" dur="500" fill="hold"/>
                                        <p:tgtEl>
                                          <p:spTgt spid="506899"/>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1" presetClass="entr" presetSubtype="0" fill="hold" nodeType="afterEffect">
                                  <p:stCondLst>
                                    <p:cond delay="0"/>
                                  </p:stCondLst>
                                  <p:childTnLst>
                                    <p:set>
                                      <p:cBhvr>
                                        <p:cTn id="11" dur="1" fill="hold">
                                          <p:stCondLst>
                                            <p:cond delay="0"/>
                                          </p:stCondLst>
                                        </p:cTn>
                                        <p:tgtEl>
                                          <p:spTgt spid="50689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06900"/>
                                        </p:tgtEl>
                                        <p:attrNameLst>
                                          <p:attrName>style.visibility</p:attrName>
                                        </p:attrNameLst>
                                      </p:cBhvr>
                                      <p:to>
                                        <p:strVal val="visible"/>
                                      </p:to>
                                    </p:set>
                                    <p:animEffect transition="in" filter="wipe(left)">
                                      <p:cBhvr>
                                        <p:cTn id="16" dur="500"/>
                                        <p:tgtEl>
                                          <p:spTgt spid="50690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06901"/>
                                        </p:tgtEl>
                                        <p:attrNameLst>
                                          <p:attrName>style.visibility</p:attrName>
                                        </p:attrNameLst>
                                      </p:cBhvr>
                                      <p:to>
                                        <p:strVal val="visible"/>
                                      </p:to>
                                    </p:set>
                                    <p:animEffect transition="in" filter="wipe(left)">
                                      <p:cBhvr>
                                        <p:cTn id="21" dur="500"/>
                                        <p:tgtEl>
                                          <p:spTgt spid="5069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528" fill="hold" nodeType="clickEffect">
                                  <p:stCondLst>
                                    <p:cond delay="0"/>
                                  </p:stCondLst>
                                  <p:childTnLst>
                                    <p:set>
                                      <p:cBhvr>
                                        <p:cTn id="25" dur="1" fill="hold">
                                          <p:stCondLst>
                                            <p:cond delay="0"/>
                                          </p:stCondLst>
                                        </p:cTn>
                                        <p:tgtEl>
                                          <p:spTgt spid="506903"/>
                                        </p:tgtEl>
                                        <p:attrNameLst>
                                          <p:attrName>style.visibility</p:attrName>
                                        </p:attrNameLst>
                                      </p:cBhvr>
                                      <p:to>
                                        <p:strVal val="visible"/>
                                      </p:to>
                                    </p:set>
                                    <p:anim calcmode="lin" valueType="num">
                                      <p:cBhvr>
                                        <p:cTn id="26" dur="500" fill="hold"/>
                                        <p:tgtEl>
                                          <p:spTgt spid="506903"/>
                                        </p:tgtEl>
                                        <p:attrNameLst>
                                          <p:attrName>ppt_w</p:attrName>
                                        </p:attrNameLst>
                                      </p:cBhvr>
                                      <p:tavLst>
                                        <p:tav tm="0">
                                          <p:val>
                                            <p:fltVal val="0"/>
                                          </p:val>
                                        </p:tav>
                                        <p:tav tm="100000">
                                          <p:val>
                                            <p:strVal val="#ppt_w"/>
                                          </p:val>
                                        </p:tav>
                                      </p:tavLst>
                                    </p:anim>
                                    <p:anim calcmode="lin" valueType="num">
                                      <p:cBhvr>
                                        <p:cTn id="27" dur="500" fill="hold"/>
                                        <p:tgtEl>
                                          <p:spTgt spid="506903"/>
                                        </p:tgtEl>
                                        <p:attrNameLst>
                                          <p:attrName>ppt_h</p:attrName>
                                        </p:attrNameLst>
                                      </p:cBhvr>
                                      <p:tavLst>
                                        <p:tav tm="0">
                                          <p:val>
                                            <p:fltVal val="0"/>
                                          </p:val>
                                        </p:tav>
                                        <p:tav tm="100000">
                                          <p:val>
                                            <p:strVal val="#ppt_h"/>
                                          </p:val>
                                        </p:tav>
                                      </p:tavLst>
                                    </p:anim>
                                    <p:anim calcmode="lin" valueType="num">
                                      <p:cBhvr>
                                        <p:cTn id="28" dur="500" fill="hold"/>
                                        <p:tgtEl>
                                          <p:spTgt spid="506903"/>
                                        </p:tgtEl>
                                        <p:attrNameLst>
                                          <p:attrName>ppt_x</p:attrName>
                                        </p:attrNameLst>
                                      </p:cBhvr>
                                      <p:tavLst>
                                        <p:tav tm="0">
                                          <p:val>
                                            <p:fltVal val="0.5"/>
                                          </p:val>
                                        </p:tav>
                                        <p:tav tm="100000">
                                          <p:val>
                                            <p:strVal val="#ppt_x"/>
                                          </p:val>
                                        </p:tav>
                                      </p:tavLst>
                                    </p:anim>
                                    <p:anim calcmode="lin" valueType="num">
                                      <p:cBhvr>
                                        <p:cTn id="29" dur="500" fill="hold"/>
                                        <p:tgtEl>
                                          <p:spTgt spid="506903"/>
                                        </p:tgtEl>
                                        <p:attrNameLst>
                                          <p:attrName>ppt_y</p:attrName>
                                        </p:attrNameLst>
                                      </p:cBhvr>
                                      <p:tavLst>
                                        <p:tav tm="0">
                                          <p:val>
                                            <p:fltVal val="0.5"/>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06902"/>
                                        </p:tgtEl>
                                        <p:attrNameLst>
                                          <p:attrName>style.visibility</p:attrName>
                                        </p:attrNameLst>
                                      </p:cBhvr>
                                      <p:to>
                                        <p:strVal val="visible"/>
                                      </p:to>
                                    </p:set>
                                    <p:animEffect transition="in" filter="wipe(left)">
                                      <p:cBhvr>
                                        <p:cTn id="34" dur="500"/>
                                        <p:tgtEl>
                                          <p:spTgt spid="50690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5068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06883"/>
                                        </p:tgtEl>
                                        <p:attrNameLst>
                                          <p:attrName>style.visibility</p:attrName>
                                        </p:attrNameLst>
                                      </p:cBhvr>
                                      <p:to>
                                        <p:strVal val="visible"/>
                                      </p:to>
                                    </p:set>
                                    <p:animEffect transition="in" filter="wipe(left)">
                                      <p:cBhvr>
                                        <p:cTn id="43" dur="500"/>
                                        <p:tgtEl>
                                          <p:spTgt spid="50688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06884"/>
                                        </p:tgtEl>
                                        <p:attrNameLst>
                                          <p:attrName>style.visibility</p:attrName>
                                        </p:attrNameLst>
                                      </p:cBhvr>
                                      <p:to>
                                        <p:strVal val="visible"/>
                                      </p:to>
                                    </p:set>
                                    <p:animEffect transition="in" filter="wipe(left)">
                                      <p:cBhvr>
                                        <p:cTn id="48" dur="500"/>
                                        <p:tgtEl>
                                          <p:spTgt spid="50688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506885"/>
                                        </p:tgtEl>
                                        <p:attrNameLst>
                                          <p:attrName>style.visibility</p:attrName>
                                        </p:attrNameLst>
                                      </p:cBhvr>
                                      <p:to>
                                        <p:strVal val="visible"/>
                                      </p:to>
                                    </p:set>
                                    <p:animEffect transition="in" filter="wipe(left)">
                                      <p:cBhvr>
                                        <p:cTn id="53" dur="500"/>
                                        <p:tgtEl>
                                          <p:spTgt spid="50688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528" fill="hold" nodeType="clickEffect">
                                  <p:stCondLst>
                                    <p:cond delay="0"/>
                                  </p:stCondLst>
                                  <p:childTnLst>
                                    <p:set>
                                      <p:cBhvr>
                                        <p:cTn id="57" dur="1" fill="hold">
                                          <p:stCondLst>
                                            <p:cond delay="0"/>
                                          </p:stCondLst>
                                        </p:cTn>
                                        <p:tgtEl>
                                          <p:spTgt spid="506886"/>
                                        </p:tgtEl>
                                        <p:attrNameLst>
                                          <p:attrName>style.visibility</p:attrName>
                                        </p:attrNameLst>
                                      </p:cBhvr>
                                      <p:to>
                                        <p:strVal val="visible"/>
                                      </p:to>
                                    </p:set>
                                    <p:anim calcmode="lin" valueType="num">
                                      <p:cBhvr>
                                        <p:cTn id="58" dur="500" fill="hold"/>
                                        <p:tgtEl>
                                          <p:spTgt spid="506886"/>
                                        </p:tgtEl>
                                        <p:attrNameLst>
                                          <p:attrName>ppt_w</p:attrName>
                                        </p:attrNameLst>
                                      </p:cBhvr>
                                      <p:tavLst>
                                        <p:tav tm="0">
                                          <p:val>
                                            <p:fltVal val="0"/>
                                          </p:val>
                                        </p:tav>
                                        <p:tav tm="100000">
                                          <p:val>
                                            <p:strVal val="#ppt_w"/>
                                          </p:val>
                                        </p:tav>
                                      </p:tavLst>
                                    </p:anim>
                                    <p:anim calcmode="lin" valueType="num">
                                      <p:cBhvr>
                                        <p:cTn id="59" dur="500" fill="hold"/>
                                        <p:tgtEl>
                                          <p:spTgt spid="506886"/>
                                        </p:tgtEl>
                                        <p:attrNameLst>
                                          <p:attrName>ppt_h</p:attrName>
                                        </p:attrNameLst>
                                      </p:cBhvr>
                                      <p:tavLst>
                                        <p:tav tm="0">
                                          <p:val>
                                            <p:fltVal val="0"/>
                                          </p:val>
                                        </p:tav>
                                        <p:tav tm="100000">
                                          <p:val>
                                            <p:strVal val="#ppt_h"/>
                                          </p:val>
                                        </p:tav>
                                      </p:tavLst>
                                    </p:anim>
                                    <p:anim calcmode="lin" valueType="num">
                                      <p:cBhvr>
                                        <p:cTn id="60" dur="500" fill="hold"/>
                                        <p:tgtEl>
                                          <p:spTgt spid="506886"/>
                                        </p:tgtEl>
                                        <p:attrNameLst>
                                          <p:attrName>ppt_x</p:attrName>
                                        </p:attrNameLst>
                                      </p:cBhvr>
                                      <p:tavLst>
                                        <p:tav tm="0">
                                          <p:val>
                                            <p:fltVal val="0.5"/>
                                          </p:val>
                                        </p:tav>
                                        <p:tav tm="100000">
                                          <p:val>
                                            <p:strVal val="#ppt_x"/>
                                          </p:val>
                                        </p:tav>
                                      </p:tavLst>
                                    </p:anim>
                                    <p:anim calcmode="lin" valueType="num">
                                      <p:cBhvr>
                                        <p:cTn id="61" dur="500" fill="hold"/>
                                        <p:tgtEl>
                                          <p:spTgt spid="506886"/>
                                        </p:tgtEl>
                                        <p:attrNameLst>
                                          <p:attrName>ppt_y</p:attrName>
                                        </p:attrNameLst>
                                      </p:cBhvr>
                                      <p:tavLst>
                                        <p:tav tm="0">
                                          <p:val>
                                            <p:fltVal val="0.5"/>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506887"/>
                                        </p:tgtEl>
                                        <p:attrNameLst>
                                          <p:attrName>style.visibility</p:attrName>
                                        </p:attrNameLst>
                                      </p:cBhvr>
                                      <p:to>
                                        <p:strVal val="visible"/>
                                      </p:to>
                                    </p:set>
                                    <p:animEffect transition="in" filter="wipe(left)">
                                      <p:cBhvr>
                                        <p:cTn id="66" dur="500"/>
                                        <p:tgtEl>
                                          <p:spTgt spid="506887"/>
                                        </p:tgtEl>
                                      </p:cBhvr>
                                    </p:animEffect>
                                  </p:childTnLst>
                                </p:cTn>
                              </p:par>
                            </p:childTnLst>
                          </p:cTn>
                        </p:par>
                        <p:par>
                          <p:cTn id="67" fill="hold" nodeType="afterGroup">
                            <p:stCondLst>
                              <p:cond delay="500"/>
                            </p:stCondLst>
                            <p:childTnLst>
                              <p:par>
                                <p:cTn id="68" presetID="23" presetClass="entr" presetSubtype="16" fill="hold" nodeType="afterEffect">
                                  <p:stCondLst>
                                    <p:cond delay="0"/>
                                  </p:stCondLst>
                                  <p:iterate type="wd">
                                    <p:tmPct val="100000"/>
                                  </p:iterate>
                                  <p:childTnLst>
                                    <p:set>
                                      <p:cBhvr>
                                        <p:cTn id="69" dur="1" fill="hold">
                                          <p:stCondLst>
                                            <p:cond delay="0"/>
                                          </p:stCondLst>
                                        </p:cTn>
                                        <p:tgtEl>
                                          <p:spTgt spid="506888"/>
                                        </p:tgtEl>
                                        <p:attrNameLst>
                                          <p:attrName>style.visibility</p:attrName>
                                        </p:attrNameLst>
                                      </p:cBhvr>
                                      <p:to>
                                        <p:strVal val="visible"/>
                                      </p:to>
                                    </p:set>
                                    <p:anim calcmode="lin" valueType="num">
                                      <p:cBhvr>
                                        <p:cTn id="70" dur="300" fill="hold"/>
                                        <p:tgtEl>
                                          <p:spTgt spid="506888"/>
                                        </p:tgtEl>
                                        <p:attrNameLst>
                                          <p:attrName>ppt_w</p:attrName>
                                        </p:attrNameLst>
                                      </p:cBhvr>
                                      <p:tavLst>
                                        <p:tav tm="0">
                                          <p:val>
                                            <p:fltVal val="0"/>
                                          </p:val>
                                        </p:tav>
                                        <p:tav tm="100000">
                                          <p:val>
                                            <p:strVal val="#ppt_w"/>
                                          </p:val>
                                        </p:tav>
                                      </p:tavLst>
                                    </p:anim>
                                    <p:anim calcmode="lin" valueType="num">
                                      <p:cBhvr>
                                        <p:cTn id="71" dur="300" fill="hold"/>
                                        <p:tgtEl>
                                          <p:spTgt spid="506888"/>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506889"/>
                                        </p:tgtEl>
                                        <p:attrNameLst>
                                          <p:attrName>style.visibility</p:attrName>
                                        </p:attrNameLst>
                                      </p:cBhvr>
                                      <p:to>
                                        <p:strVal val="visible"/>
                                      </p:to>
                                    </p:set>
                                    <p:animEffect transition="in" filter="wipe(left)">
                                      <p:cBhvr>
                                        <p:cTn id="76" dur="500"/>
                                        <p:tgtEl>
                                          <p:spTgt spid="50688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506890"/>
                                        </p:tgtEl>
                                        <p:attrNameLst>
                                          <p:attrName>style.visibility</p:attrName>
                                        </p:attrNameLst>
                                      </p:cBhvr>
                                      <p:to>
                                        <p:strVal val="visible"/>
                                      </p:to>
                                    </p:set>
                                    <p:animEffect transition="in" filter="wipe(left)">
                                      <p:cBhvr>
                                        <p:cTn id="81" dur="500"/>
                                        <p:tgtEl>
                                          <p:spTgt spid="50689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506897"/>
                                        </p:tgtEl>
                                        <p:attrNameLst>
                                          <p:attrName>style.visibility</p:attrName>
                                        </p:attrNameLst>
                                      </p:cBhvr>
                                      <p:to>
                                        <p:strVal val="visible"/>
                                      </p:to>
                                    </p:set>
                                    <p:animEffect transition="in" filter="wipe(left)">
                                      <p:cBhvr>
                                        <p:cTn id="86" dur="500"/>
                                        <p:tgtEl>
                                          <p:spTgt spid="50689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506893"/>
                                        </p:tgtEl>
                                        <p:attrNameLst>
                                          <p:attrName>style.visibility</p:attrName>
                                        </p:attrNameLst>
                                      </p:cBhvr>
                                      <p:to>
                                        <p:strVal val="visible"/>
                                      </p:to>
                                    </p:set>
                                    <p:animEffect transition="in" filter="wipe(left)">
                                      <p:cBhvr>
                                        <p:cTn id="91" dur="500"/>
                                        <p:tgtEl>
                                          <p:spTgt spid="50689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506892"/>
                                        </p:tgtEl>
                                        <p:attrNameLst>
                                          <p:attrName>style.visibility</p:attrName>
                                        </p:attrNameLst>
                                      </p:cBhvr>
                                      <p:to>
                                        <p:strVal val="visible"/>
                                      </p:to>
                                    </p:set>
                                    <p:animEffect transition="in" filter="wipe(left)">
                                      <p:cBhvr>
                                        <p:cTn id="96" dur="500"/>
                                        <p:tgtEl>
                                          <p:spTgt spid="50689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506891"/>
                                        </p:tgtEl>
                                        <p:attrNameLst>
                                          <p:attrName>style.visibility</p:attrName>
                                        </p:attrNameLst>
                                      </p:cBhvr>
                                      <p:to>
                                        <p:strVal val="visible"/>
                                      </p:to>
                                    </p:set>
                                    <p:animEffect transition="in" filter="wipe(left)">
                                      <p:cBhvr>
                                        <p:cTn id="101" dur="500"/>
                                        <p:tgtEl>
                                          <p:spTgt spid="50689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506894"/>
                                        </p:tgtEl>
                                        <p:attrNameLst>
                                          <p:attrName>style.visibility</p:attrName>
                                        </p:attrNameLst>
                                      </p:cBhvr>
                                      <p:to>
                                        <p:strVal val="visible"/>
                                      </p:to>
                                    </p:set>
                                    <p:animEffect transition="in" filter="wipe(left)">
                                      <p:cBhvr>
                                        <p:cTn id="106" dur="500"/>
                                        <p:tgtEl>
                                          <p:spTgt spid="50689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4" fill="hold" nodeType="clickEffect">
                                  <p:stCondLst>
                                    <p:cond delay="0"/>
                                  </p:stCondLst>
                                  <p:childTnLst>
                                    <p:set>
                                      <p:cBhvr>
                                        <p:cTn id="110" dur="1" fill="hold">
                                          <p:stCondLst>
                                            <p:cond delay="0"/>
                                          </p:stCondLst>
                                        </p:cTn>
                                        <p:tgtEl>
                                          <p:spTgt spid="506895"/>
                                        </p:tgtEl>
                                        <p:attrNameLst>
                                          <p:attrName>style.visibility</p:attrName>
                                        </p:attrNameLst>
                                      </p:cBhvr>
                                      <p:to>
                                        <p:strVal val="visible"/>
                                      </p:to>
                                    </p:set>
                                    <p:animEffect transition="in" filter="wipe(down)">
                                      <p:cBhvr>
                                        <p:cTn id="111" dur="500"/>
                                        <p:tgtEl>
                                          <p:spTgt spid="50689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4" fill="hold" nodeType="clickEffect">
                                  <p:stCondLst>
                                    <p:cond delay="0"/>
                                  </p:stCondLst>
                                  <p:childTnLst>
                                    <p:set>
                                      <p:cBhvr>
                                        <p:cTn id="115" dur="1" fill="hold">
                                          <p:stCondLst>
                                            <p:cond delay="0"/>
                                          </p:stCondLst>
                                        </p:cTn>
                                        <p:tgtEl>
                                          <p:spTgt spid="506896"/>
                                        </p:tgtEl>
                                        <p:attrNameLst>
                                          <p:attrName>style.visibility</p:attrName>
                                        </p:attrNameLst>
                                      </p:cBhvr>
                                      <p:to>
                                        <p:strVal val="visible"/>
                                      </p:to>
                                    </p:set>
                                    <p:animEffect transition="in" filter="wipe(down)">
                                      <p:cBhvr>
                                        <p:cTn id="116" dur="500"/>
                                        <p:tgtEl>
                                          <p:spTgt spid="506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2" grpId="0" autoUpdateAnimBg="0"/>
      <p:bldP spid="506886" grpId="0" animBg="1" autoUpdateAnimBg="0"/>
      <p:bldP spid="506888" grpId="0" autoUpdateAnimBg="0"/>
      <p:bldP spid="506889" grpId="0" autoUpdateAnimBg="0"/>
      <p:bldP spid="506890" grpId="0" autoUpdateAnimBg="0"/>
      <p:bldP spid="506891" grpId="0" autoUpdateAnimBg="0"/>
      <p:bldP spid="506893" grpId="0" autoUpdateAnimBg="0"/>
      <p:bldP spid="506895" grpId="0" animBg="1" autoUpdateAnimBg="0"/>
      <p:bldP spid="506896" grpId="0" animBg="1" autoUpdateAnimBg="0"/>
      <p:bldP spid="506898" grpId="0"/>
      <p:bldP spid="506900" grpId="0" autoUpdateAnimBg="0"/>
      <p:bldP spid="50690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C84B4563-8B45-BED3-AC7B-EC76933E592B}"/>
              </a:ext>
            </a:extLst>
          </p:cNvPr>
          <p:cNvSpPr>
            <a:spLocks noChangeArrowheads="1"/>
          </p:cNvSpPr>
          <p:nvPr/>
        </p:nvSpPr>
        <p:spPr bwMode="auto">
          <a:xfrm>
            <a:off x="755650" y="523875"/>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66FFFF"/>
                </a:solidFill>
                <a:latin typeface="Times New Roman" panose="02020603050405020304" pitchFamily="18" charset="0"/>
                <a:ea typeface="楷体_GB2312" pitchFamily="49" charset="-122"/>
              </a:rPr>
              <a:t>质能关系</a:t>
            </a:r>
          </a:p>
        </p:txBody>
      </p:sp>
      <p:graphicFrame>
        <p:nvGraphicFramePr>
          <p:cNvPr id="507907" name="Object 2">
            <a:extLst>
              <a:ext uri="{FF2B5EF4-FFF2-40B4-BE49-F238E27FC236}">
                <a16:creationId xmlns:a16="http://schemas.microsoft.com/office/drawing/2014/main" id="{0BB33BF2-A5D9-A55F-D6CD-A53D7A1BDBD0}"/>
              </a:ext>
            </a:extLst>
          </p:cNvPr>
          <p:cNvGraphicFramePr>
            <a:graphicFrameLocks/>
          </p:cNvGraphicFramePr>
          <p:nvPr/>
        </p:nvGraphicFramePr>
        <p:xfrm>
          <a:off x="1443038" y="1236663"/>
          <a:ext cx="1400175" cy="392112"/>
        </p:xfrm>
        <a:graphic>
          <a:graphicData uri="http://schemas.openxmlformats.org/presentationml/2006/ole">
            <mc:AlternateContent xmlns:mc="http://schemas.openxmlformats.org/markup-compatibility/2006">
              <mc:Choice xmlns:v="urn:schemas-microsoft-com:vml" Requires="v">
                <p:oleObj name="公式" r:id="rId2" imgW="1396800" imgH="393480" progId="Equation.3">
                  <p:embed/>
                </p:oleObj>
              </mc:Choice>
              <mc:Fallback>
                <p:oleObj name="公式" r:id="rId2" imgW="1396800" imgH="393480" progId="Equation.3">
                  <p:embed/>
                  <p:pic>
                    <p:nvPicPr>
                      <p:cNvPr id="507907" name="Object 2">
                        <a:extLst>
                          <a:ext uri="{FF2B5EF4-FFF2-40B4-BE49-F238E27FC236}">
                            <a16:creationId xmlns:a16="http://schemas.microsoft.com/office/drawing/2014/main" id="{0BB33BF2-A5D9-A55F-D6CD-A53D7A1BDBD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8" y="1236663"/>
                        <a:ext cx="1400175" cy="39211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08" name="Rectangle 4">
            <a:extLst>
              <a:ext uri="{FF2B5EF4-FFF2-40B4-BE49-F238E27FC236}">
                <a16:creationId xmlns:a16="http://schemas.microsoft.com/office/drawing/2014/main" id="{CAE0A560-F641-D03E-ACD4-73D17C89C153}"/>
              </a:ext>
            </a:extLst>
          </p:cNvPr>
          <p:cNvSpPr>
            <a:spLocks noChangeArrowheads="1"/>
          </p:cNvSpPr>
          <p:nvPr/>
        </p:nvSpPr>
        <p:spPr bwMode="auto">
          <a:xfrm>
            <a:off x="3635375" y="1022350"/>
            <a:ext cx="4968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66FFFF"/>
                </a:solidFill>
                <a:latin typeface="Times New Roman" panose="02020603050405020304" pitchFamily="18" charset="0"/>
                <a:ea typeface="楷体_GB2312" pitchFamily="49" charset="-122"/>
              </a:rPr>
              <a:t>物体的相对论总能量与物体的总质量成正比</a:t>
            </a:r>
            <a:r>
              <a:rPr kumimoji="1" lang="zh-CN" altLang="en-US">
                <a:solidFill>
                  <a:srgbClr val="FFFF00"/>
                </a:solidFill>
                <a:latin typeface="Times New Roman" panose="02020603050405020304" pitchFamily="18" charset="0"/>
                <a:ea typeface="楷体_GB2312" pitchFamily="49" charset="-122"/>
              </a:rPr>
              <a:t> </a:t>
            </a:r>
            <a:r>
              <a:rPr kumimoji="1" lang="en-US" altLang="zh-CN">
                <a:solidFill>
                  <a:srgbClr val="FFFF00"/>
                </a:solidFill>
                <a:latin typeface="Times New Roman" panose="02020603050405020304" pitchFamily="18" charset="0"/>
                <a:ea typeface="华文中宋" panose="02010600040101010101" pitchFamily="2" charset="-122"/>
              </a:rPr>
              <a:t>——</a:t>
            </a:r>
            <a:r>
              <a:rPr kumimoji="1" lang="zh-CN" altLang="en-US">
                <a:solidFill>
                  <a:srgbClr val="FFFF00"/>
                </a:solidFill>
                <a:latin typeface="Times New Roman" panose="02020603050405020304" pitchFamily="18" charset="0"/>
                <a:ea typeface="楷体_GB2312" pitchFamily="49" charset="-122"/>
              </a:rPr>
              <a:t>质量与能量不可分割</a:t>
            </a:r>
          </a:p>
        </p:txBody>
      </p:sp>
      <p:sp>
        <p:nvSpPr>
          <p:cNvPr id="507909" name="AutoShape 5">
            <a:extLst>
              <a:ext uri="{FF2B5EF4-FFF2-40B4-BE49-F238E27FC236}">
                <a16:creationId xmlns:a16="http://schemas.microsoft.com/office/drawing/2014/main" id="{4707A7D5-3174-C488-E502-EBC43EBE1499}"/>
              </a:ext>
            </a:extLst>
          </p:cNvPr>
          <p:cNvSpPr>
            <a:spLocks noChangeArrowheads="1"/>
          </p:cNvSpPr>
          <p:nvPr/>
        </p:nvSpPr>
        <p:spPr bwMode="auto">
          <a:xfrm rot="5400000">
            <a:off x="1692275" y="2060575"/>
            <a:ext cx="1079500" cy="6477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17694720 60000 65536"/>
              <a:gd name="T13" fmla="*/ 11796480 60000 65536"/>
              <a:gd name="T14" fmla="*/ 11796480 60000 65536"/>
              <a:gd name="T15" fmla="*/ 5898240 60000 65536"/>
              <a:gd name="T16" fmla="*/ 0 60000 65536"/>
              <a:gd name="T17" fmla="*/ 0 60000 65536"/>
              <a:gd name="T18" fmla="*/ 0 w 21600"/>
              <a:gd name="T19" fmla="*/ 17037 h 21600"/>
              <a:gd name="T20" fmla="*/ 1909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074" y="0"/>
                </a:moveTo>
                <a:lnTo>
                  <a:pt x="12547" y="7358"/>
                </a:lnTo>
                <a:lnTo>
                  <a:pt x="15057" y="7358"/>
                </a:lnTo>
                <a:lnTo>
                  <a:pt x="15057" y="17037"/>
                </a:lnTo>
                <a:lnTo>
                  <a:pt x="0" y="17037"/>
                </a:lnTo>
                <a:lnTo>
                  <a:pt x="0" y="21600"/>
                </a:lnTo>
                <a:lnTo>
                  <a:pt x="19090" y="21600"/>
                </a:lnTo>
                <a:lnTo>
                  <a:pt x="19090" y="7358"/>
                </a:lnTo>
                <a:lnTo>
                  <a:pt x="21600" y="7358"/>
                </a:lnTo>
                <a:close/>
              </a:path>
            </a:pathLst>
          </a:custGeom>
          <a:solidFill>
            <a:srgbClr val="FFCCFF"/>
          </a:solidFill>
          <a:ln w="22225">
            <a:solidFill>
              <a:srgbClr val="FFCCFF"/>
            </a:solidFill>
            <a:miter lim="800000"/>
            <a:headEnd/>
            <a:tailEnd/>
          </a:ln>
        </p:spPr>
        <p:txBody>
          <a:bodyPr wrap="none" anchor="ctr"/>
          <a:lstStyle/>
          <a:p>
            <a:endParaRPr lang="zh-CN" altLang="en-US"/>
          </a:p>
        </p:txBody>
      </p:sp>
      <p:graphicFrame>
        <p:nvGraphicFramePr>
          <p:cNvPr id="507910" name="Object 3">
            <a:extLst>
              <a:ext uri="{FF2B5EF4-FFF2-40B4-BE49-F238E27FC236}">
                <a16:creationId xmlns:a16="http://schemas.microsoft.com/office/drawing/2014/main" id="{2FCA6A37-747C-832C-6F92-7BCA27412645}"/>
              </a:ext>
            </a:extLst>
          </p:cNvPr>
          <p:cNvGraphicFramePr>
            <a:graphicFrameLocks/>
          </p:cNvGraphicFramePr>
          <p:nvPr/>
        </p:nvGraphicFramePr>
        <p:xfrm>
          <a:off x="2700338" y="2452688"/>
          <a:ext cx="2073275" cy="471487"/>
        </p:xfrm>
        <a:graphic>
          <a:graphicData uri="http://schemas.openxmlformats.org/presentationml/2006/ole">
            <mc:AlternateContent xmlns:mc="http://schemas.openxmlformats.org/markup-compatibility/2006">
              <mc:Choice xmlns:v="urn:schemas-microsoft-com:vml" Requires="v">
                <p:oleObj name="公式" r:id="rId4" imgW="2070000" imgH="469800" progId="Equation.3">
                  <p:embed/>
                </p:oleObj>
              </mc:Choice>
              <mc:Fallback>
                <p:oleObj name="公式" r:id="rId4" imgW="2070000" imgH="469800" progId="Equation.3">
                  <p:embed/>
                  <p:pic>
                    <p:nvPicPr>
                      <p:cNvPr id="507910" name="Object 3">
                        <a:extLst>
                          <a:ext uri="{FF2B5EF4-FFF2-40B4-BE49-F238E27FC236}">
                            <a16:creationId xmlns:a16="http://schemas.microsoft.com/office/drawing/2014/main" id="{2FCA6A37-747C-832C-6F92-7BCA2741264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2452688"/>
                        <a:ext cx="2073275" cy="47148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11" name="Rectangle 7">
            <a:extLst>
              <a:ext uri="{FF2B5EF4-FFF2-40B4-BE49-F238E27FC236}">
                <a16:creationId xmlns:a16="http://schemas.microsoft.com/office/drawing/2014/main" id="{407D4B7D-F420-BEE0-3440-8381FA31F267}"/>
              </a:ext>
            </a:extLst>
          </p:cNvPr>
          <p:cNvSpPr>
            <a:spLocks noChangeArrowheads="1"/>
          </p:cNvSpPr>
          <p:nvPr/>
        </p:nvSpPr>
        <p:spPr bwMode="auto">
          <a:xfrm>
            <a:off x="4886325" y="2492375"/>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楷体_GB2312" pitchFamily="49" charset="-122"/>
              </a:rPr>
              <a:t>物体质量与能量变化的关系</a:t>
            </a:r>
          </a:p>
        </p:txBody>
      </p:sp>
      <p:sp>
        <p:nvSpPr>
          <p:cNvPr id="507912" name="Rectangle 8">
            <a:extLst>
              <a:ext uri="{FF2B5EF4-FFF2-40B4-BE49-F238E27FC236}">
                <a16:creationId xmlns:a16="http://schemas.microsoft.com/office/drawing/2014/main" id="{4CE2D293-CEAF-7F5C-D185-D0B2FE479C75}"/>
              </a:ext>
            </a:extLst>
          </p:cNvPr>
          <p:cNvSpPr>
            <a:spLocks noChangeArrowheads="1"/>
          </p:cNvSpPr>
          <p:nvPr/>
        </p:nvSpPr>
        <p:spPr bwMode="auto">
          <a:xfrm>
            <a:off x="827088" y="3213100"/>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66FFFF"/>
                </a:solidFill>
                <a:latin typeface="Times New Roman" panose="02020603050405020304" pitchFamily="18" charset="0"/>
                <a:ea typeface="楷体_GB2312" pitchFamily="49" charset="-122"/>
              </a:rPr>
              <a:t>例如</a:t>
            </a:r>
            <a:r>
              <a:rPr kumimoji="1" lang="zh-CN" altLang="en-US">
                <a:latin typeface="Times New Roman" panose="02020603050405020304" pitchFamily="18" charset="0"/>
                <a:ea typeface="楷体_GB2312" pitchFamily="49" charset="-122"/>
              </a:rPr>
              <a:t>　</a:t>
            </a:r>
            <a:r>
              <a:rPr kumimoji="1" lang="en-US" altLang="zh-CN">
                <a:latin typeface="Times New Roman" panose="02020603050405020304" pitchFamily="18" charset="0"/>
                <a:ea typeface="楷体_GB2312" pitchFamily="49" charset="-122"/>
              </a:rPr>
              <a:t>1kg </a:t>
            </a:r>
            <a:r>
              <a:rPr kumimoji="1" lang="zh-CN" altLang="en-US">
                <a:latin typeface="Times New Roman" panose="02020603050405020304" pitchFamily="18" charset="0"/>
                <a:ea typeface="楷体_GB2312" pitchFamily="49" charset="-122"/>
              </a:rPr>
              <a:t>水由 </a:t>
            </a:r>
            <a:r>
              <a:rPr kumimoji="1" lang="en-US" altLang="zh-CN">
                <a:latin typeface="Times New Roman" panose="02020603050405020304" pitchFamily="18" charset="0"/>
                <a:ea typeface="楷体_GB2312" pitchFamily="49" charset="-122"/>
              </a:rPr>
              <a:t>0 </a:t>
            </a:r>
            <a:r>
              <a:rPr kumimoji="1" lang="zh-CN" altLang="en-US">
                <a:latin typeface="Times New Roman" panose="02020603050405020304" pitchFamily="18" charset="0"/>
                <a:ea typeface="楷体_GB2312" pitchFamily="49" charset="-122"/>
              </a:rPr>
              <a:t>度加热到 </a:t>
            </a:r>
            <a:r>
              <a:rPr kumimoji="1" lang="en-US" altLang="zh-CN">
                <a:latin typeface="Times New Roman" panose="02020603050405020304" pitchFamily="18" charset="0"/>
                <a:ea typeface="楷体_GB2312" pitchFamily="49" charset="-122"/>
              </a:rPr>
              <a:t>100 </a:t>
            </a:r>
            <a:r>
              <a:rPr kumimoji="1" lang="zh-CN" altLang="en-US">
                <a:latin typeface="Times New Roman" panose="02020603050405020304" pitchFamily="18" charset="0"/>
                <a:ea typeface="楷体_GB2312" pitchFamily="49" charset="-122"/>
              </a:rPr>
              <a:t>度，所增加的能量为</a:t>
            </a:r>
          </a:p>
        </p:txBody>
      </p:sp>
      <p:graphicFrame>
        <p:nvGraphicFramePr>
          <p:cNvPr id="507913" name="Object 4">
            <a:extLst>
              <a:ext uri="{FF2B5EF4-FFF2-40B4-BE49-F238E27FC236}">
                <a16:creationId xmlns:a16="http://schemas.microsoft.com/office/drawing/2014/main" id="{8EC40C63-A066-AA57-683D-D00057D50AFA}"/>
              </a:ext>
            </a:extLst>
          </p:cNvPr>
          <p:cNvGraphicFramePr>
            <a:graphicFrameLocks/>
          </p:cNvGraphicFramePr>
          <p:nvPr/>
        </p:nvGraphicFramePr>
        <p:xfrm>
          <a:off x="1476375" y="3898900"/>
          <a:ext cx="2425700" cy="395288"/>
        </p:xfrm>
        <a:graphic>
          <a:graphicData uri="http://schemas.openxmlformats.org/presentationml/2006/ole">
            <mc:AlternateContent xmlns:mc="http://schemas.openxmlformats.org/markup-compatibility/2006">
              <mc:Choice xmlns:v="urn:schemas-microsoft-com:vml" Requires="v">
                <p:oleObj name="公式" r:id="rId6" imgW="2425680" imgH="393480" progId="Equation.3">
                  <p:embed/>
                </p:oleObj>
              </mc:Choice>
              <mc:Fallback>
                <p:oleObj name="公式" r:id="rId6" imgW="2425680" imgH="393480" progId="Equation.3">
                  <p:embed/>
                  <p:pic>
                    <p:nvPicPr>
                      <p:cNvPr id="507913" name="Object 4">
                        <a:extLst>
                          <a:ext uri="{FF2B5EF4-FFF2-40B4-BE49-F238E27FC236}">
                            <a16:creationId xmlns:a16="http://schemas.microsoft.com/office/drawing/2014/main" id="{8EC40C63-A066-AA57-683D-D00057D50AFA}"/>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3898900"/>
                        <a:ext cx="2425700" cy="395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7914" name="Line 10">
            <a:extLst>
              <a:ext uri="{FF2B5EF4-FFF2-40B4-BE49-F238E27FC236}">
                <a16:creationId xmlns:a16="http://schemas.microsoft.com/office/drawing/2014/main" id="{D6033BA0-6A3B-D685-57B8-907715195BC7}"/>
              </a:ext>
            </a:extLst>
          </p:cNvPr>
          <p:cNvSpPr>
            <a:spLocks noChangeShapeType="1"/>
          </p:cNvSpPr>
          <p:nvPr/>
        </p:nvSpPr>
        <p:spPr bwMode="auto">
          <a:xfrm>
            <a:off x="4071938" y="4149725"/>
            <a:ext cx="1076325" cy="0"/>
          </a:xfrm>
          <a:prstGeom prst="line">
            <a:avLst/>
          </a:prstGeom>
          <a:noFill/>
          <a:ln w="76200">
            <a:solidFill>
              <a:srgbClr val="FFCC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07915" name="Object 5">
            <a:extLst>
              <a:ext uri="{FF2B5EF4-FFF2-40B4-BE49-F238E27FC236}">
                <a16:creationId xmlns:a16="http://schemas.microsoft.com/office/drawing/2014/main" id="{D9FF6A61-32E5-8C2D-75CD-C27B9318FB01}"/>
              </a:ext>
            </a:extLst>
          </p:cNvPr>
          <p:cNvGraphicFramePr>
            <a:graphicFrameLocks/>
          </p:cNvGraphicFramePr>
          <p:nvPr/>
        </p:nvGraphicFramePr>
        <p:xfrm>
          <a:off x="5364163" y="3897313"/>
          <a:ext cx="2695575" cy="468312"/>
        </p:xfrm>
        <a:graphic>
          <a:graphicData uri="http://schemas.openxmlformats.org/presentationml/2006/ole">
            <mc:AlternateContent xmlns:mc="http://schemas.openxmlformats.org/markup-compatibility/2006">
              <mc:Choice xmlns:v="urn:schemas-microsoft-com:vml" Requires="v">
                <p:oleObj name="公式" r:id="rId8" imgW="2705040" imgH="469800" progId="Equation.3">
                  <p:embed/>
                </p:oleObj>
              </mc:Choice>
              <mc:Fallback>
                <p:oleObj name="公式" r:id="rId8" imgW="2705040" imgH="469800" progId="Equation.3">
                  <p:embed/>
                  <p:pic>
                    <p:nvPicPr>
                      <p:cNvPr id="507915" name="Object 5">
                        <a:extLst>
                          <a:ext uri="{FF2B5EF4-FFF2-40B4-BE49-F238E27FC236}">
                            <a16:creationId xmlns:a16="http://schemas.microsoft.com/office/drawing/2014/main" id="{D9FF6A61-32E5-8C2D-75CD-C27B9318FB01}"/>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4163" y="3897313"/>
                        <a:ext cx="2695575" cy="4683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9">
            <a:extLst>
              <a:ext uri="{FF2B5EF4-FFF2-40B4-BE49-F238E27FC236}">
                <a16:creationId xmlns:a16="http://schemas.microsoft.com/office/drawing/2014/main" id="{D976B44B-A53F-6053-4080-2330A9071E84}"/>
              </a:ext>
            </a:extLst>
          </p:cNvPr>
          <p:cNvSpPr txBox="1">
            <a:spLocks noChangeArrowheads="1"/>
          </p:cNvSpPr>
          <p:nvPr/>
        </p:nvSpPr>
        <p:spPr bwMode="auto">
          <a:xfrm>
            <a:off x="327025" y="4549775"/>
            <a:ext cx="6192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latin typeface="Times New Roman" panose="02020603050405020304" pitchFamily="18" charset="0"/>
              </a:rPr>
              <a:t>相对论的质量变化必然伴随能量的变化</a:t>
            </a:r>
          </a:p>
        </p:txBody>
      </p:sp>
      <p:sp>
        <p:nvSpPr>
          <p:cNvPr id="13" name="Text Box 20">
            <a:extLst>
              <a:ext uri="{FF2B5EF4-FFF2-40B4-BE49-F238E27FC236}">
                <a16:creationId xmlns:a16="http://schemas.microsoft.com/office/drawing/2014/main" id="{646C4685-0B45-F2E2-1203-5652CBADC220}"/>
              </a:ext>
            </a:extLst>
          </p:cNvPr>
          <p:cNvSpPr txBox="1">
            <a:spLocks noChangeArrowheads="1"/>
          </p:cNvSpPr>
          <p:nvPr/>
        </p:nvSpPr>
        <p:spPr bwMode="auto">
          <a:xfrm>
            <a:off x="3260725" y="5103813"/>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type="none" w="sm" len="sm"/>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solidFill>
                  <a:srgbClr val="00FFFF"/>
                </a:solidFill>
                <a:latin typeface="Times New Roman" panose="02020603050405020304" pitchFamily="18" charset="0"/>
              </a:rPr>
              <a:t>——</a:t>
            </a:r>
            <a:r>
              <a:rPr kumimoji="1" lang="zh-CN" altLang="en-US">
                <a:solidFill>
                  <a:srgbClr val="00FFFF"/>
                </a:solidFill>
                <a:latin typeface="Times New Roman" panose="02020603050405020304" pitchFamily="18" charset="0"/>
              </a:rPr>
              <a:t>原子能</a:t>
            </a:r>
            <a:r>
              <a:rPr kumimoji="1" lang="en-US" altLang="zh-CN">
                <a:solidFill>
                  <a:srgbClr val="00FFFF"/>
                </a:solidFill>
                <a:latin typeface="Times New Roman" panose="02020603050405020304" pitchFamily="18" charset="0"/>
              </a:rPr>
              <a:t>(</a:t>
            </a:r>
            <a:r>
              <a:rPr kumimoji="1" lang="zh-CN" altLang="en-US">
                <a:solidFill>
                  <a:srgbClr val="00FFFF"/>
                </a:solidFill>
                <a:latin typeface="Times New Roman" panose="02020603050405020304" pitchFamily="18" charset="0"/>
              </a:rPr>
              <a:t>核能</a:t>
            </a:r>
            <a:r>
              <a:rPr kumimoji="1" lang="en-US" altLang="zh-CN">
                <a:solidFill>
                  <a:srgbClr val="00FFFF"/>
                </a:solidFill>
                <a:latin typeface="Times New Roman" panose="02020603050405020304" pitchFamily="18" charset="0"/>
              </a:rPr>
              <a:t>)</a:t>
            </a:r>
            <a:r>
              <a:rPr kumimoji="1" lang="zh-CN" altLang="en-US">
                <a:solidFill>
                  <a:srgbClr val="00FFFF"/>
                </a:solidFill>
                <a:latin typeface="Times New Roman" panose="02020603050405020304" pitchFamily="18" charset="0"/>
              </a:rPr>
              <a:t>利用的理论依据</a:t>
            </a:r>
            <a:r>
              <a:rPr kumimoji="1" lang="en-US" altLang="zh-CN">
                <a:solidFill>
                  <a:srgbClr val="00FFFF"/>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7906"/>
                                        </p:tgtEl>
                                        <p:attrNameLst>
                                          <p:attrName>style.visibility</p:attrName>
                                        </p:attrNameLst>
                                      </p:cBhvr>
                                      <p:to>
                                        <p:strVal val="visible"/>
                                      </p:to>
                                    </p:set>
                                    <p:animEffect transition="in" filter="wipe(left)">
                                      <p:cBhvr>
                                        <p:cTn id="7" dur="500"/>
                                        <p:tgtEl>
                                          <p:spTgt spid="5079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7907"/>
                                        </p:tgtEl>
                                        <p:attrNameLst>
                                          <p:attrName>style.visibility</p:attrName>
                                        </p:attrNameLst>
                                      </p:cBhvr>
                                      <p:to>
                                        <p:strVal val="visible"/>
                                      </p:to>
                                    </p:set>
                                    <p:animEffect transition="in" filter="wipe(left)">
                                      <p:cBhvr>
                                        <p:cTn id="12" dur="500"/>
                                        <p:tgtEl>
                                          <p:spTgt spid="5079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7908"/>
                                        </p:tgtEl>
                                        <p:attrNameLst>
                                          <p:attrName>style.visibility</p:attrName>
                                        </p:attrNameLst>
                                      </p:cBhvr>
                                      <p:to>
                                        <p:strVal val="visible"/>
                                      </p:to>
                                    </p:set>
                                    <p:animEffect transition="in" filter="wipe(left)">
                                      <p:cBhvr>
                                        <p:cTn id="17" dur="500"/>
                                        <p:tgtEl>
                                          <p:spTgt spid="5079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07909"/>
                                        </p:tgtEl>
                                        <p:attrNameLst>
                                          <p:attrName>style.visibility</p:attrName>
                                        </p:attrNameLst>
                                      </p:cBhvr>
                                      <p:to>
                                        <p:strVal val="visible"/>
                                      </p:to>
                                    </p:set>
                                    <p:animEffect transition="in" filter="dissolve">
                                      <p:cBhvr>
                                        <p:cTn id="22" dur="500"/>
                                        <p:tgtEl>
                                          <p:spTgt spid="5079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07910"/>
                                        </p:tgtEl>
                                        <p:attrNameLst>
                                          <p:attrName>style.visibility</p:attrName>
                                        </p:attrNameLst>
                                      </p:cBhvr>
                                      <p:to>
                                        <p:strVal val="visible"/>
                                      </p:to>
                                    </p:set>
                                    <p:animEffect transition="in" filter="wipe(left)">
                                      <p:cBhvr>
                                        <p:cTn id="27" dur="500"/>
                                        <p:tgtEl>
                                          <p:spTgt spid="5079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7911"/>
                                        </p:tgtEl>
                                        <p:attrNameLst>
                                          <p:attrName>style.visibility</p:attrName>
                                        </p:attrNameLst>
                                      </p:cBhvr>
                                      <p:to>
                                        <p:strVal val="visible"/>
                                      </p:to>
                                    </p:set>
                                    <p:animEffect transition="in" filter="wipe(left)">
                                      <p:cBhvr>
                                        <p:cTn id="32" dur="500"/>
                                        <p:tgtEl>
                                          <p:spTgt spid="5079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07912"/>
                                        </p:tgtEl>
                                        <p:attrNameLst>
                                          <p:attrName>style.visibility</p:attrName>
                                        </p:attrNameLst>
                                      </p:cBhvr>
                                      <p:to>
                                        <p:strVal val="visible"/>
                                      </p:to>
                                    </p:set>
                                    <p:animEffect transition="in" filter="wipe(left)">
                                      <p:cBhvr>
                                        <p:cTn id="37" dur="500"/>
                                        <p:tgtEl>
                                          <p:spTgt spid="5079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07913"/>
                                        </p:tgtEl>
                                        <p:attrNameLst>
                                          <p:attrName>style.visibility</p:attrName>
                                        </p:attrNameLst>
                                      </p:cBhvr>
                                      <p:to>
                                        <p:strVal val="visible"/>
                                      </p:to>
                                    </p:set>
                                    <p:animEffect transition="in" filter="wipe(left)">
                                      <p:cBhvr>
                                        <p:cTn id="42" dur="500"/>
                                        <p:tgtEl>
                                          <p:spTgt spid="5079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07914"/>
                                        </p:tgtEl>
                                        <p:attrNameLst>
                                          <p:attrName>style.visibility</p:attrName>
                                        </p:attrNameLst>
                                      </p:cBhvr>
                                      <p:to>
                                        <p:strVal val="visible"/>
                                      </p:to>
                                    </p:set>
                                    <p:animEffect transition="in" filter="wipe(left)">
                                      <p:cBhvr>
                                        <p:cTn id="47" dur="500"/>
                                        <p:tgtEl>
                                          <p:spTgt spid="5079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07915"/>
                                        </p:tgtEl>
                                        <p:attrNameLst>
                                          <p:attrName>style.visibility</p:attrName>
                                        </p:attrNameLst>
                                      </p:cBhvr>
                                      <p:to>
                                        <p:strVal val="visible"/>
                                      </p:to>
                                    </p:set>
                                    <p:animEffect transition="in" filter="wipe(left)">
                                      <p:cBhvr>
                                        <p:cTn id="52" dur="500"/>
                                        <p:tgtEl>
                                          <p:spTgt spid="50791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6" grpId="0" autoUpdateAnimBg="0"/>
      <p:bldP spid="507908" grpId="0" autoUpdateAnimBg="0"/>
      <p:bldP spid="507911" grpId="0" autoUpdateAnimBg="0"/>
      <p:bldP spid="507912" grpId="0" autoUpdateAnimBg="0"/>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Massendefekt">
            <a:extLst>
              <a:ext uri="{FF2B5EF4-FFF2-40B4-BE49-F238E27FC236}">
                <a16:creationId xmlns:a16="http://schemas.microsoft.com/office/drawing/2014/main" id="{2671FC07-1EE4-F731-17B4-80F3800F66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974725"/>
            <a:ext cx="6699250" cy="555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3">
            <a:extLst>
              <a:ext uri="{FF2B5EF4-FFF2-40B4-BE49-F238E27FC236}">
                <a16:creationId xmlns:a16="http://schemas.microsoft.com/office/drawing/2014/main" id="{0E2C91E1-879D-6C85-84C3-45891F547CBE}"/>
              </a:ext>
            </a:extLst>
          </p:cNvPr>
          <p:cNvSpPr txBox="1">
            <a:spLocks noChangeArrowheads="1"/>
          </p:cNvSpPr>
          <p:nvPr/>
        </p:nvSpPr>
        <p:spPr bwMode="auto">
          <a:xfrm>
            <a:off x="2676525" y="214313"/>
            <a:ext cx="2651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r>
              <a:rPr lang="de-DE" altLang="zh-CN" sz="4000">
                <a:solidFill>
                  <a:schemeClr val="accent1"/>
                </a:solidFill>
                <a:latin typeface="Times New Roman" panose="02020603050405020304" pitchFamily="18" charset="0"/>
              </a:rPr>
              <a:t>Mass defect</a:t>
            </a:r>
            <a:endParaRPr lang="de-DE" altLang="zh-CN" sz="4000" b="0">
              <a:solidFill>
                <a:schemeClr val="accent1"/>
              </a:solidFill>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8930" name="Object 2">
            <a:extLst>
              <a:ext uri="{FF2B5EF4-FFF2-40B4-BE49-F238E27FC236}">
                <a16:creationId xmlns:a16="http://schemas.microsoft.com/office/drawing/2014/main" id="{11F8958F-21BF-15E7-1AE9-75B4739F680E}"/>
              </a:ext>
            </a:extLst>
          </p:cNvPr>
          <p:cNvGraphicFramePr>
            <a:graphicFrameLocks noChangeAspect="1"/>
          </p:cNvGraphicFramePr>
          <p:nvPr/>
        </p:nvGraphicFramePr>
        <p:xfrm>
          <a:off x="468313" y="557213"/>
          <a:ext cx="3671887" cy="3087687"/>
        </p:xfrm>
        <a:graphic>
          <a:graphicData uri="http://schemas.openxmlformats.org/presentationml/2006/ole">
            <mc:AlternateContent xmlns:mc="http://schemas.openxmlformats.org/markup-compatibility/2006">
              <mc:Choice xmlns:v="urn:schemas-microsoft-com:vml" Requires="v">
                <p:oleObj name="BMP 图象" r:id="rId2" imgW="885949" imgH="1390844" progId="Paint.Picture">
                  <p:embed/>
                </p:oleObj>
              </mc:Choice>
              <mc:Fallback>
                <p:oleObj name="BMP 图象" r:id="rId2" imgW="885949" imgH="1390844" progId="Paint.Picture">
                  <p:embed/>
                  <p:pic>
                    <p:nvPicPr>
                      <p:cNvPr id="508930" name="Object 2">
                        <a:extLst>
                          <a:ext uri="{FF2B5EF4-FFF2-40B4-BE49-F238E27FC236}">
                            <a16:creationId xmlns:a16="http://schemas.microsoft.com/office/drawing/2014/main" id="{11F8958F-21BF-15E7-1AE9-75B4739F6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557213"/>
                        <a:ext cx="3671887" cy="3087687"/>
                      </a:xfrm>
                      <a:prstGeom prst="rect">
                        <a:avLst/>
                      </a:prstGeom>
                      <a:noFill/>
                      <a:ln w="1905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8931" name="Text Box 3">
            <a:extLst>
              <a:ext uri="{FF2B5EF4-FFF2-40B4-BE49-F238E27FC236}">
                <a16:creationId xmlns:a16="http://schemas.microsoft.com/office/drawing/2014/main" id="{25BC0B63-C9A5-0BBF-25B4-3EA16B8DD412}"/>
              </a:ext>
            </a:extLst>
          </p:cNvPr>
          <p:cNvSpPr txBox="1">
            <a:spLocks noChangeArrowheads="1"/>
          </p:cNvSpPr>
          <p:nvPr/>
        </p:nvSpPr>
        <p:spPr bwMode="auto">
          <a:xfrm>
            <a:off x="1681163" y="364490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sz="2000">
                <a:latin typeface="Times New Roman" panose="02020603050405020304" pitchFamily="18" charset="0"/>
                <a:ea typeface="楷体_GB2312" pitchFamily="49" charset="-122"/>
              </a:rPr>
              <a:t>原子弹</a:t>
            </a:r>
          </a:p>
        </p:txBody>
      </p:sp>
      <p:pic>
        <p:nvPicPr>
          <p:cNvPr id="508932" name="Picture 4" descr="lny">
            <a:extLst>
              <a:ext uri="{FF2B5EF4-FFF2-40B4-BE49-F238E27FC236}">
                <a16:creationId xmlns:a16="http://schemas.microsoft.com/office/drawing/2014/main" id="{A674ED4C-5EF7-DFEF-988B-3A11550E4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924175"/>
            <a:ext cx="4392612" cy="316230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508933" name="Text Box 5">
            <a:extLst>
              <a:ext uri="{FF2B5EF4-FFF2-40B4-BE49-F238E27FC236}">
                <a16:creationId xmlns:a16="http://schemas.microsoft.com/office/drawing/2014/main" id="{C6973467-0571-9321-A1D3-1198E252C2C3}"/>
              </a:ext>
            </a:extLst>
          </p:cNvPr>
          <p:cNvSpPr txBox="1">
            <a:spLocks noChangeArrowheads="1"/>
          </p:cNvSpPr>
          <p:nvPr/>
        </p:nvSpPr>
        <p:spPr bwMode="auto">
          <a:xfrm>
            <a:off x="4716463" y="6127750"/>
            <a:ext cx="297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sz="2000">
                <a:latin typeface="Times New Roman" panose="02020603050405020304" pitchFamily="18" charset="0"/>
                <a:ea typeface="楷体_GB2312" pitchFamily="49" charset="-122"/>
              </a:rPr>
              <a:t>氢弹爆炸时形成的冷凝云</a:t>
            </a:r>
          </a:p>
        </p:txBody>
      </p:sp>
      <p:sp>
        <p:nvSpPr>
          <p:cNvPr id="508934" name="Text Box 6">
            <a:extLst>
              <a:ext uri="{FF2B5EF4-FFF2-40B4-BE49-F238E27FC236}">
                <a16:creationId xmlns:a16="http://schemas.microsoft.com/office/drawing/2014/main" id="{1532BEE0-0732-4DE4-8826-2B84E938A7B9}"/>
              </a:ext>
            </a:extLst>
          </p:cNvPr>
          <p:cNvSpPr txBox="1">
            <a:spLocks noChangeArrowheads="1"/>
          </p:cNvSpPr>
          <p:nvPr/>
        </p:nvSpPr>
        <p:spPr bwMode="auto">
          <a:xfrm>
            <a:off x="5003800" y="669925"/>
            <a:ext cx="30241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spcBef>
                <a:spcPct val="50000"/>
              </a:spcBef>
              <a:buClrTx/>
              <a:buFontTx/>
              <a:buNone/>
            </a:pPr>
            <a:r>
              <a:rPr kumimoji="1" lang="zh-CN" altLang="en-US">
                <a:solidFill>
                  <a:srgbClr val="66FFFF"/>
                </a:solidFill>
                <a:latin typeface="宋体" panose="02010600030101010101" pitchFamily="2" charset="-122"/>
                <a:ea typeface="楷体_GB2312" pitchFamily="49" charset="-122"/>
              </a:rPr>
              <a:t>原子的</a:t>
            </a:r>
            <a:r>
              <a:rPr kumimoji="1" lang="zh-CN" altLang="en-US">
                <a:solidFill>
                  <a:srgbClr val="66FFFF"/>
                </a:solidFill>
                <a:latin typeface="Times New Roman" panose="02020603050405020304" pitchFamily="18" charset="0"/>
                <a:ea typeface="楷体_GB2312" pitchFamily="49" charset="-122"/>
              </a:rPr>
              <a:t>核裂变和核聚变是释放原子能最常见的两种方式。</a:t>
            </a:r>
            <a:endParaRPr kumimoji="1" lang="zh-CN" altLang="en-US">
              <a:solidFill>
                <a:srgbClr val="66FFFF"/>
              </a:solidFill>
              <a:latin typeface="宋体" panose="02010600030101010101" pitchFamily="2" charset="-122"/>
              <a:ea typeface="楷体_GB2312" pitchFamily="49" charset="-122"/>
            </a:endParaRPr>
          </a:p>
        </p:txBody>
      </p:sp>
      <p:graphicFrame>
        <p:nvGraphicFramePr>
          <p:cNvPr id="508935" name="Object 3">
            <a:extLst>
              <a:ext uri="{FF2B5EF4-FFF2-40B4-BE49-F238E27FC236}">
                <a16:creationId xmlns:a16="http://schemas.microsoft.com/office/drawing/2014/main" id="{18F4361D-25FF-AA5F-83FB-48685634FFFF}"/>
              </a:ext>
            </a:extLst>
          </p:cNvPr>
          <p:cNvGraphicFramePr>
            <a:graphicFrameLocks/>
          </p:cNvGraphicFramePr>
          <p:nvPr/>
        </p:nvGraphicFramePr>
        <p:xfrm>
          <a:off x="827088" y="5589588"/>
          <a:ext cx="2517775" cy="482600"/>
        </p:xfrm>
        <a:graphic>
          <a:graphicData uri="http://schemas.openxmlformats.org/presentationml/2006/ole">
            <mc:AlternateContent xmlns:mc="http://schemas.openxmlformats.org/markup-compatibility/2006">
              <mc:Choice xmlns:v="urn:schemas-microsoft-com:vml" Requires="v">
                <p:oleObj name="公式" r:id="rId5" imgW="2527200" imgH="482400" progId="Equation.3">
                  <p:embed/>
                </p:oleObj>
              </mc:Choice>
              <mc:Fallback>
                <p:oleObj name="公式" r:id="rId5" imgW="2527200" imgH="482400" progId="Equation.3">
                  <p:embed/>
                  <p:pic>
                    <p:nvPicPr>
                      <p:cNvPr id="508935" name="Object 3">
                        <a:extLst>
                          <a:ext uri="{FF2B5EF4-FFF2-40B4-BE49-F238E27FC236}">
                            <a16:creationId xmlns:a16="http://schemas.microsoft.com/office/drawing/2014/main" id="{18F4361D-25FF-AA5F-83FB-48685634FFF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5589588"/>
                        <a:ext cx="2517775" cy="482600"/>
                      </a:xfrm>
                      <a:prstGeom prst="rect">
                        <a:avLst/>
                      </a:prstGeom>
                      <a:noFill/>
                      <a:ln>
                        <a:noFill/>
                      </a:ln>
                      <a:extLst>
                        <a:ext uri="{909E8E84-426E-40DD-AFC4-6F175D3DCCD1}">
                          <a14:hiddenFill xmlns:a14="http://schemas.microsoft.com/office/drawing/2010/main">
                            <a:gradFill rotWithShape="1">
                              <a:gsLst>
                                <a:gs pos="0">
                                  <a:srgbClr val="006600"/>
                                </a:gs>
                                <a:gs pos="50000">
                                  <a:srgbClr val="006600">
                                    <a:gamma/>
                                    <a:shade val="0"/>
                                    <a:invGamma/>
                                  </a:srgbClr>
                                </a:gs>
                                <a:gs pos="100000">
                                  <a:srgbClr val="006600"/>
                                </a:gs>
                              </a:gsLst>
                              <a:lin ang="5400000" scaled="1"/>
                            </a:gradFill>
                          </a14:hiddenFill>
                        </a:ext>
                        <a:ext uri="{91240B29-F687-4F45-9708-019B960494DF}">
                          <a14:hiddenLine xmlns:a14="http://schemas.microsoft.com/office/drawing/2010/main" w="28575">
                            <a:solidFill>
                              <a:schemeClr val="bg2"/>
                            </a:solidFill>
                            <a:miter lim="800000"/>
                            <a:headEnd/>
                            <a:tailEnd/>
                          </a14:hiddenLine>
                        </a:ext>
                      </a:extLst>
                    </p:spPr>
                  </p:pic>
                </p:oleObj>
              </mc:Fallback>
            </mc:AlternateContent>
          </a:graphicData>
        </a:graphic>
      </p:graphicFrame>
      <p:graphicFrame>
        <p:nvGraphicFramePr>
          <p:cNvPr id="508936" name="Object 4">
            <a:extLst>
              <a:ext uri="{FF2B5EF4-FFF2-40B4-BE49-F238E27FC236}">
                <a16:creationId xmlns:a16="http://schemas.microsoft.com/office/drawing/2014/main" id="{E55621E7-879A-26A9-51B0-7F5A3E448711}"/>
              </a:ext>
            </a:extLst>
          </p:cNvPr>
          <p:cNvGraphicFramePr>
            <a:graphicFrameLocks/>
          </p:cNvGraphicFramePr>
          <p:nvPr/>
        </p:nvGraphicFramePr>
        <p:xfrm>
          <a:off x="519113" y="4606925"/>
          <a:ext cx="3641725" cy="431800"/>
        </p:xfrm>
        <a:graphic>
          <a:graphicData uri="http://schemas.openxmlformats.org/presentationml/2006/ole">
            <mc:AlternateContent xmlns:mc="http://schemas.openxmlformats.org/markup-compatibility/2006">
              <mc:Choice xmlns:v="urn:schemas-microsoft-com:vml" Requires="v">
                <p:oleObj name="公式" r:id="rId7" imgW="3644640" imgH="431640" progId="Equation.3">
                  <p:embed/>
                </p:oleObj>
              </mc:Choice>
              <mc:Fallback>
                <p:oleObj name="公式" r:id="rId7" imgW="3644640" imgH="431640" progId="Equation.3">
                  <p:embed/>
                  <p:pic>
                    <p:nvPicPr>
                      <p:cNvPr id="508936" name="Object 4">
                        <a:extLst>
                          <a:ext uri="{FF2B5EF4-FFF2-40B4-BE49-F238E27FC236}">
                            <a16:creationId xmlns:a16="http://schemas.microsoft.com/office/drawing/2014/main" id="{E55621E7-879A-26A9-51B0-7F5A3E448711}"/>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113" y="4606925"/>
                        <a:ext cx="3641725" cy="431800"/>
                      </a:xfrm>
                      <a:prstGeom prst="rect">
                        <a:avLst/>
                      </a:prstGeom>
                      <a:noFill/>
                      <a:ln>
                        <a:noFill/>
                      </a:ln>
                      <a:extLst>
                        <a:ext uri="{909E8E84-426E-40DD-AFC4-6F175D3DCCD1}">
                          <a14:hiddenFill xmlns:a14="http://schemas.microsoft.com/office/drawing/2010/main">
                            <a:gradFill rotWithShape="1">
                              <a:gsLst>
                                <a:gs pos="0">
                                  <a:srgbClr val="006600"/>
                                </a:gs>
                                <a:gs pos="50000">
                                  <a:srgbClr val="006600">
                                    <a:gamma/>
                                    <a:shade val="0"/>
                                    <a:invGamma/>
                                  </a:srgbClr>
                                </a:gs>
                                <a:gs pos="100000">
                                  <a:srgbClr val="006600"/>
                                </a:gs>
                              </a:gsLst>
                              <a:lin ang="5400000" scaled="1"/>
                            </a:gradFill>
                          </a14:hiddenFill>
                        </a:ext>
                        <a:ext uri="{91240B29-F687-4F45-9708-019B960494DF}">
                          <a14:hiddenLine xmlns:a14="http://schemas.microsoft.com/office/drawing/2010/main" w="28575">
                            <a:solidFill>
                              <a:schemeClr val="bg2"/>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08934"/>
                                        </p:tgtEl>
                                        <p:attrNameLst>
                                          <p:attrName>style.visibility</p:attrName>
                                        </p:attrNameLst>
                                      </p:cBhvr>
                                      <p:to>
                                        <p:strVal val="visible"/>
                                      </p:to>
                                    </p:set>
                                    <p:anim calcmode="lin" valueType="num">
                                      <p:cBhvr>
                                        <p:cTn id="7" dur="500" fill="hold"/>
                                        <p:tgtEl>
                                          <p:spTgt spid="508934"/>
                                        </p:tgtEl>
                                        <p:attrNameLst>
                                          <p:attrName>ppt_w</p:attrName>
                                        </p:attrNameLst>
                                      </p:cBhvr>
                                      <p:tavLst>
                                        <p:tav tm="0">
                                          <p:val>
                                            <p:fltVal val="0"/>
                                          </p:val>
                                        </p:tav>
                                        <p:tav tm="100000">
                                          <p:val>
                                            <p:strVal val="#ppt_w"/>
                                          </p:val>
                                        </p:tav>
                                      </p:tavLst>
                                    </p:anim>
                                    <p:anim calcmode="lin" valueType="num">
                                      <p:cBhvr>
                                        <p:cTn id="8" dur="500" fill="hold"/>
                                        <p:tgtEl>
                                          <p:spTgt spid="50893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508931"/>
                                        </p:tgtEl>
                                        <p:attrNameLst>
                                          <p:attrName>style.visibility</p:attrName>
                                        </p:attrNameLst>
                                      </p:cBhvr>
                                      <p:to>
                                        <p:strVal val="visible"/>
                                      </p:to>
                                    </p:set>
                                    <p:animEffect transition="in" filter="slide(fromBottom)">
                                      <p:cBhvr>
                                        <p:cTn id="13" dur="500"/>
                                        <p:tgtEl>
                                          <p:spTgt spid="508931"/>
                                        </p:tgtEl>
                                      </p:cBhvr>
                                    </p:animEffect>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508930"/>
                                        </p:tgtEl>
                                        <p:attrNameLst>
                                          <p:attrName>style.visibility</p:attrName>
                                        </p:attrNameLst>
                                      </p:cBhvr>
                                      <p:to>
                                        <p:strVal val="visible"/>
                                      </p:to>
                                    </p:set>
                                    <p:animEffect transition="in" filter="dissolve">
                                      <p:cBhvr>
                                        <p:cTn id="17" dur="500"/>
                                        <p:tgtEl>
                                          <p:spTgt spid="508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508933"/>
                                        </p:tgtEl>
                                        <p:attrNameLst>
                                          <p:attrName>style.visibility</p:attrName>
                                        </p:attrNameLst>
                                      </p:cBhvr>
                                      <p:to>
                                        <p:strVal val="visible"/>
                                      </p:to>
                                    </p:set>
                                    <p:animEffect transition="in" filter="slide(fromBottom)">
                                      <p:cBhvr>
                                        <p:cTn id="22" dur="500"/>
                                        <p:tgtEl>
                                          <p:spTgt spid="508933"/>
                                        </p:tgtEl>
                                      </p:cBhvr>
                                    </p:animEffect>
                                  </p:childTnLst>
                                </p:cTn>
                              </p:par>
                            </p:childTnLst>
                          </p:cTn>
                        </p:par>
                        <p:par>
                          <p:cTn id="23" fill="hold" nodeType="afterGroup">
                            <p:stCondLst>
                              <p:cond delay="500"/>
                            </p:stCondLst>
                            <p:childTnLst>
                              <p:par>
                                <p:cTn id="24" presetID="3" presetClass="entr" presetSubtype="10" fill="hold" nodeType="afterEffect">
                                  <p:stCondLst>
                                    <p:cond delay="0"/>
                                  </p:stCondLst>
                                  <p:childTnLst>
                                    <p:set>
                                      <p:cBhvr>
                                        <p:cTn id="25" dur="1" fill="hold">
                                          <p:stCondLst>
                                            <p:cond delay="0"/>
                                          </p:stCondLst>
                                        </p:cTn>
                                        <p:tgtEl>
                                          <p:spTgt spid="508932"/>
                                        </p:tgtEl>
                                        <p:attrNameLst>
                                          <p:attrName>style.visibility</p:attrName>
                                        </p:attrNameLst>
                                      </p:cBhvr>
                                      <p:to>
                                        <p:strVal val="visible"/>
                                      </p:to>
                                    </p:set>
                                    <p:animEffect transition="in" filter="blinds(horizontal)">
                                      <p:cBhvr>
                                        <p:cTn id="26" dur="500"/>
                                        <p:tgtEl>
                                          <p:spTgt spid="50893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508936"/>
                                        </p:tgtEl>
                                        <p:attrNameLst>
                                          <p:attrName>style.visibility</p:attrName>
                                        </p:attrNameLst>
                                      </p:cBhvr>
                                      <p:to>
                                        <p:strVal val="visible"/>
                                      </p:to>
                                    </p:set>
                                    <p:anim calcmode="lin" valueType="num">
                                      <p:cBhvr>
                                        <p:cTn id="31" dur="500" fill="hold"/>
                                        <p:tgtEl>
                                          <p:spTgt spid="508936"/>
                                        </p:tgtEl>
                                        <p:attrNameLst>
                                          <p:attrName>ppt_w</p:attrName>
                                        </p:attrNameLst>
                                      </p:cBhvr>
                                      <p:tavLst>
                                        <p:tav tm="0">
                                          <p:val>
                                            <p:fltVal val="0"/>
                                          </p:val>
                                        </p:tav>
                                        <p:tav tm="100000">
                                          <p:val>
                                            <p:strVal val="#ppt_w"/>
                                          </p:val>
                                        </p:tav>
                                      </p:tavLst>
                                    </p:anim>
                                    <p:anim calcmode="lin" valueType="num">
                                      <p:cBhvr>
                                        <p:cTn id="32" dur="500" fill="hold"/>
                                        <p:tgtEl>
                                          <p:spTgt spid="508936"/>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08935"/>
                                        </p:tgtEl>
                                        <p:attrNameLst>
                                          <p:attrName>style.visibility</p:attrName>
                                        </p:attrNameLst>
                                      </p:cBhvr>
                                      <p:to>
                                        <p:strVal val="visible"/>
                                      </p:to>
                                    </p:set>
                                    <p:animEffect transition="in" filter="wipe(left)">
                                      <p:cBhvr>
                                        <p:cTn id="37" dur="500"/>
                                        <p:tgtEl>
                                          <p:spTgt spid="508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p:bldP spid="508933" grpId="0" autoUpdateAnimBg="0"/>
      <p:bldP spid="5089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EFE23974-3A34-876A-F52C-4BACC19141F9}"/>
              </a:ext>
            </a:extLst>
          </p:cNvPr>
          <p:cNvSpPr>
            <a:spLocks noChangeArrowheads="1"/>
          </p:cNvSpPr>
          <p:nvPr/>
        </p:nvSpPr>
        <p:spPr bwMode="auto">
          <a:xfrm>
            <a:off x="728663" y="228600"/>
            <a:ext cx="566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宋体" panose="02010600030101010101" pitchFamily="2" charset="-122"/>
                <a:ea typeface="华文中宋" panose="02010600040101010101" pitchFamily="2" charset="-122"/>
              </a:rPr>
              <a:t>已知质子、中子、氘核的静止质量分别为</a:t>
            </a:r>
          </a:p>
        </p:txBody>
      </p:sp>
      <p:sp>
        <p:nvSpPr>
          <p:cNvPr id="509955" name="Rectangle 3">
            <a:extLst>
              <a:ext uri="{FF2B5EF4-FFF2-40B4-BE49-F238E27FC236}">
                <a16:creationId xmlns:a16="http://schemas.microsoft.com/office/drawing/2014/main" id="{14E31DF1-32A0-EAE5-4E33-31CC7AE6ADFB}"/>
              </a:ext>
            </a:extLst>
          </p:cNvPr>
          <p:cNvSpPr>
            <a:spLocks noChangeArrowheads="1"/>
          </p:cNvSpPr>
          <p:nvPr/>
        </p:nvSpPr>
        <p:spPr bwMode="auto">
          <a:xfrm>
            <a:off x="1547813" y="685800"/>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宋体" panose="02010600030101010101" pitchFamily="2" charset="-122"/>
                <a:ea typeface="华文中宋" panose="02010600040101010101" pitchFamily="2" charset="-122"/>
              </a:rPr>
              <a:t>质子</a:t>
            </a:r>
          </a:p>
        </p:txBody>
      </p:sp>
      <p:sp>
        <p:nvSpPr>
          <p:cNvPr id="509956" name="Rectangle 4">
            <a:extLst>
              <a:ext uri="{FF2B5EF4-FFF2-40B4-BE49-F238E27FC236}">
                <a16:creationId xmlns:a16="http://schemas.microsoft.com/office/drawing/2014/main" id="{FE0AC653-315D-26F3-54E6-01FE17FC90AB}"/>
              </a:ext>
            </a:extLst>
          </p:cNvPr>
          <p:cNvSpPr>
            <a:spLocks noChangeArrowheads="1"/>
          </p:cNvSpPr>
          <p:nvPr/>
        </p:nvSpPr>
        <p:spPr bwMode="auto">
          <a:xfrm>
            <a:off x="1547813" y="1143000"/>
            <a:ext cx="963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宋体" panose="02010600030101010101" pitchFamily="2" charset="-122"/>
                <a:ea typeface="华文中宋" panose="02010600040101010101" pitchFamily="2" charset="-122"/>
              </a:rPr>
              <a:t>中子</a:t>
            </a:r>
          </a:p>
        </p:txBody>
      </p:sp>
      <p:sp>
        <p:nvSpPr>
          <p:cNvPr id="509957" name="Rectangle 5">
            <a:extLst>
              <a:ext uri="{FF2B5EF4-FFF2-40B4-BE49-F238E27FC236}">
                <a16:creationId xmlns:a16="http://schemas.microsoft.com/office/drawing/2014/main" id="{E9737998-DB7D-3437-C21E-07017066944C}"/>
              </a:ext>
            </a:extLst>
          </p:cNvPr>
          <p:cNvSpPr>
            <a:spLocks noChangeArrowheads="1"/>
          </p:cNvSpPr>
          <p:nvPr/>
        </p:nvSpPr>
        <p:spPr bwMode="auto">
          <a:xfrm>
            <a:off x="1476375" y="1676400"/>
            <a:ext cx="113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宋体" panose="02010600030101010101" pitchFamily="2" charset="-122"/>
                <a:ea typeface="华文中宋" panose="02010600040101010101" pitchFamily="2" charset="-122"/>
              </a:rPr>
              <a:t>氘核</a:t>
            </a:r>
          </a:p>
        </p:txBody>
      </p:sp>
      <p:sp>
        <p:nvSpPr>
          <p:cNvPr id="509958" name="Text Box 6">
            <a:extLst>
              <a:ext uri="{FF2B5EF4-FFF2-40B4-BE49-F238E27FC236}">
                <a16:creationId xmlns:a16="http://schemas.microsoft.com/office/drawing/2014/main" id="{DD0DFBFC-0E19-2CDD-3D35-7763600A6C7B}"/>
              </a:ext>
            </a:extLst>
          </p:cNvPr>
          <p:cNvSpPr txBox="1">
            <a:spLocks noChangeArrowheads="1"/>
          </p:cNvSpPr>
          <p:nvPr/>
        </p:nvSpPr>
        <p:spPr bwMode="auto">
          <a:xfrm>
            <a:off x="757238" y="2060575"/>
            <a:ext cx="80629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kumimoji="1" lang="zh-CN" altLang="en-US">
                <a:latin typeface="Times New Roman" panose="02020603050405020304" pitchFamily="18" charset="0"/>
                <a:ea typeface="华文中宋" panose="02010600040101010101" pitchFamily="2" charset="-122"/>
              </a:rPr>
              <a:t>一个质子和一个中子结合成一个氘核时放出的能量（用焦耳和电子伏特表示）。</a:t>
            </a:r>
          </a:p>
        </p:txBody>
      </p:sp>
      <p:graphicFrame>
        <p:nvGraphicFramePr>
          <p:cNvPr id="509959" name="Object 2">
            <a:extLst>
              <a:ext uri="{FF2B5EF4-FFF2-40B4-BE49-F238E27FC236}">
                <a16:creationId xmlns:a16="http://schemas.microsoft.com/office/drawing/2014/main" id="{2EC7346E-0698-FB95-E022-7A71630F92C7}"/>
              </a:ext>
            </a:extLst>
          </p:cNvPr>
          <p:cNvGraphicFramePr>
            <a:graphicFrameLocks noChangeAspect="1"/>
          </p:cNvGraphicFramePr>
          <p:nvPr/>
        </p:nvGraphicFramePr>
        <p:xfrm>
          <a:off x="2930525" y="685800"/>
          <a:ext cx="3352800" cy="520700"/>
        </p:xfrm>
        <a:graphic>
          <a:graphicData uri="http://schemas.openxmlformats.org/presentationml/2006/ole">
            <mc:AlternateContent xmlns:mc="http://schemas.openxmlformats.org/markup-compatibility/2006">
              <mc:Choice xmlns:v="urn:schemas-microsoft-com:vml" Requires="v">
                <p:oleObj name="Equation" r:id="rId2" imgW="3352680" imgH="520560" progId="Equation.3">
                  <p:embed/>
                </p:oleObj>
              </mc:Choice>
              <mc:Fallback>
                <p:oleObj name="Equation" r:id="rId2" imgW="3352680" imgH="520560" progId="Equation.3">
                  <p:embed/>
                  <p:pic>
                    <p:nvPicPr>
                      <p:cNvPr id="509959" name="Object 2">
                        <a:extLst>
                          <a:ext uri="{FF2B5EF4-FFF2-40B4-BE49-F238E27FC236}">
                            <a16:creationId xmlns:a16="http://schemas.microsoft.com/office/drawing/2014/main" id="{2EC7346E-0698-FB95-E022-7A71630F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525" y="685800"/>
                        <a:ext cx="3352800" cy="5207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0" name="Object 3">
            <a:extLst>
              <a:ext uri="{FF2B5EF4-FFF2-40B4-BE49-F238E27FC236}">
                <a16:creationId xmlns:a16="http://schemas.microsoft.com/office/drawing/2014/main" id="{2861E6B5-6FB3-5B63-BAE6-CBD07F01FD1E}"/>
              </a:ext>
            </a:extLst>
          </p:cNvPr>
          <p:cNvGraphicFramePr>
            <a:graphicFrameLocks noChangeAspect="1"/>
          </p:cNvGraphicFramePr>
          <p:nvPr/>
        </p:nvGraphicFramePr>
        <p:xfrm>
          <a:off x="2930525" y="1219200"/>
          <a:ext cx="3314700" cy="481013"/>
        </p:xfrm>
        <a:graphic>
          <a:graphicData uri="http://schemas.openxmlformats.org/presentationml/2006/ole">
            <mc:AlternateContent xmlns:mc="http://schemas.openxmlformats.org/markup-compatibility/2006">
              <mc:Choice xmlns:v="urn:schemas-microsoft-com:vml" Requires="v">
                <p:oleObj name="Equation" r:id="rId4" imgW="3314520" imgH="482400" progId="Equation.3">
                  <p:embed/>
                </p:oleObj>
              </mc:Choice>
              <mc:Fallback>
                <p:oleObj name="Equation" r:id="rId4" imgW="3314520" imgH="482400" progId="Equation.3">
                  <p:embed/>
                  <p:pic>
                    <p:nvPicPr>
                      <p:cNvPr id="509960" name="Object 3">
                        <a:extLst>
                          <a:ext uri="{FF2B5EF4-FFF2-40B4-BE49-F238E27FC236}">
                            <a16:creationId xmlns:a16="http://schemas.microsoft.com/office/drawing/2014/main" id="{2861E6B5-6FB3-5B63-BAE6-CBD07F01FD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0525" y="1219200"/>
                        <a:ext cx="3314700" cy="4810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1" name="Object 4">
            <a:extLst>
              <a:ext uri="{FF2B5EF4-FFF2-40B4-BE49-F238E27FC236}">
                <a16:creationId xmlns:a16="http://schemas.microsoft.com/office/drawing/2014/main" id="{4414C898-9916-1A12-13D1-C0720C411FD6}"/>
              </a:ext>
            </a:extLst>
          </p:cNvPr>
          <p:cNvGraphicFramePr>
            <a:graphicFrameLocks noChangeAspect="1"/>
          </p:cNvGraphicFramePr>
          <p:nvPr/>
        </p:nvGraphicFramePr>
        <p:xfrm>
          <a:off x="2930525" y="1676400"/>
          <a:ext cx="3403600" cy="469900"/>
        </p:xfrm>
        <a:graphic>
          <a:graphicData uri="http://schemas.openxmlformats.org/presentationml/2006/ole">
            <mc:AlternateContent xmlns:mc="http://schemas.openxmlformats.org/markup-compatibility/2006">
              <mc:Choice xmlns:v="urn:schemas-microsoft-com:vml" Requires="v">
                <p:oleObj name="Equation" r:id="rId6" imgW="3403440" imgH="469800" progId="Equation.3">
                  <p:embed/>
                </p:oleObj>
              </mc:Choice>
              <mc:Fallback>
                <p:oleObj name="Equation" r:id="rId6" imgW="3403440" imgH="469800" progId="Equation.3">
                  <p:embed/>
                  <p:pic>
                    <p:nvPicPr>
                      <p:cNvPr id="509961" name="Object 4">
                        <a:extLst>
                          <a:ext uri="{FF2B5EF4-FFF2-40B4-BE49-F238E27FC236}">
                            <a16:creationId xmlns:a16="http://schemas.microsoft.com/office/drawing/2014/main" id="{4414C898-9916-1A12-13D1-C0720C411F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0525" y="1676400"/>
                        <a:ext cx="3403600" cy="4699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62" name="Text Box 10">
            <a:extLst>
              <a:ext uri="{FF2B5EF4-FFF2-40B4-BE49-F238E27FC236}">
                <a16:creationId xmlns:a16="http://schemas.microsoft.com/office/drawing/2014/main" id="{59B71B6D-3D8D-DF5D-4EC7-9927E6CE9A8B}"/>
              </a:ext>
            </a:extLst>
          </p:cNvPr>
          <p:cNvSpPr txBox="1">
            <a:spLocks noChangeArrowheads="1"/>
          </p:cNvSpPr>
          <p:nvPr/>
        </p:nvSpPr>
        <p:spPr bwMode="auto">
          <a:xfrm>
            <a:off x="760413" y="3514725"/>
            <a:ext cx="6475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华文中宋" panose="02010600040101010101" pitchFamily="2" charset="-122"/>
              </a:rPr>
              <a:t>静止的质量亏损，即为该反应中放出的能量，</a:t>
            </a:r>
            <a:endParaRPr kumimoji="1" lang="zh-CN" altLang="en-US" b="0">
              <a:latin typeface="Times New Roman" panose="02020603050405020304" pitchFamily="18" charset="0"/>
              <a:ea typeface="华文中宋" panose="02010600040101010101" pitchFamily="2" charset="-122"/>
            </a:endParaRPr>
          </a:p>
        </p:txBody>
      </p:sp>
      <p:graphicFrame>
        <p:nvGraphicFramePr>
          <p:cNvPr id="509963" name="Object 5">
            <a:extLst>
              <a:ext uri="{FF2B5EF4-FFF2-40B4-BE49-F238E27FC236}">
                <a16:creationId xmlns:a16="http://schemas.microsoft.com/office/drawing/2014/main" id="{AAC91072-E1BB-FF71-2C77-9E1903628135}"/>
              </a:ext>
            </a:extLst>
          </p:cNvPr>
          <p:cNvGraphicFramePr>
            <a:graphicFrameLocks noChangeAspect="1"/>
          </p:cNvGraphicFramePr>
          <p:nvPr/>
        </p:nvGraphicFramePr>
        <p:xfrm>
          <a:off x="2824163" y="4060825"/>
          <a:ext cx="3238500" cy="520700"/>
        </p:xfrm>
        <a:graphic>
          <a:graphicData uri="http://schemas.openxmlformats.org/presentationml/2006/ole">
            <mc:AlternateContent xmlns:mc="http://schemas.openxmlformats.org/markup-compatibility/2006">
              <mc:Choice xmlns:v="urn:schemas-microsoft-com:vml" Requires="v">
                <p:oleObj name="公式" r:id="rId8" imgW="3238200" imgH="520560" progId="Equation.3">
                  <p:embed/>
                </p:oleObj>
              </mc:Choice>
              <mc:Fallback>
                <p:oleObj name="公式" r:id="rId8" imgW="3238200" imgH="520560" progId="Equation.3">
                  <p:embed/>
                  <p:pic>
                    <p:nvPicPr>
                      <p:cNvPr id="509963" name="Object 5">
                        <a:extLst>
                          <a:ext uri="{FF2B5EF4-FFF2-40B4-BE49-F238E27FC236}">
                            <a16:creationId xmlns:a16="http://schemas.microsoft.com/office/drawing/2014/main" id="{AAC91072-E1BB-FF71-2C77-9E190362813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4163" y="4060825"/>
                        <a:ext cx="3238500" cy="5207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4" name="Object 6">
            <a:extLst>
              <a:ext uri="{FF2B5EF4-FFF2-40B4-BE49-F238E27FC236}">
                <a16:creationId xmlns:a16="http://schemas.microsoft.com/office/drawing/2014/main" id="{77208CF4-94A5-1E77-005D-5688221162A0}"/>
              </a:ext>
            </a:extLst>
          </p:cNvPr>
          <p:cNvGraphicFramePr>
            <a:graphicFrameLocks noChangeAspect="1"/>
          </p:cNvGraphicFramePr>
          <p:nvPr/>
        </p:nvGraphicFramePr>
        <p:xfrm>
          <a:off x="1252538" y="4540250"/>
          <a:ext cx="7062787" cy="544513"/>
        </p:xfrm>
        <a:graphic>
          <a:graphicData uri="http://schemas.openxmlformats.org/presentationml/2006/ole">
            <mc:AlternateContent xmlns:mc="http://schemas.openxmlformats.org/markup-compatibility/2006">
              <mc:Choice xmlns:v="urn:schemas-microsoft-com:vml" Requires="v">
                <p:oleObj name="Equation" r:id="rId10" imgW="7061040" imgH="545760" progId="Equation.3">
                  <p:embed/>
                </p:oleObj>
              </mc:Choice>
              <mc:Fallback>
                <p:oleObj name="Equation" r:id="rId10" imgW="7061040" imgH="545760" progId="Equation.3">
                  <p:embed/>
                  <p:pic>
                    <p:nvPicPr>
                      <p:cNvPr id="509964" name="Object 6">
                        <a:extLst>
                          <a:ext uri="{FF2B5EF4-FFF2-40B4-BE49-F238E27FC236}">
                            <a16:creationId xmlns:a16="http://schemas.microsoft.com/office/drawing/2014/main" id="{77208CF4-94A5-1E77-005D-5688221162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52538" y="4540250"/>
                        <a:ext cx="7062787" cy="5445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5" name="Object 7">
            <a:extLst>
              <a:ext uri="{FF2B5EF4-FFF2-40B4-BE49-F238E27FC236}">
                <a16:creationId xmlns:a16="http://schemas.microsoft.com/office/drawing/2014/main" id="{CE13F100-B593-9927-AC85-EB06AD77A7D5}"/>
              </a:ext>
            </a:extLst>
          </p:cNvPr>
          <p:cNvGraphicFramePr>
            <a:graphicFrameLocks noChangeAspect="1"/>
          </p:cNvGraphicFramePr>
          <p:nvPr/>
        </p:nvGraphicFramePr>
        <p:xfrm>
          <a:off x="1254125" y="5197475"/>
          <a:ext cx="4394200" cy="392113"/>
        </p:xfrm>
        <a:graphic>
          <a:graphicData uri="http://schemas.openxmlformats.org/presentationml/2006/ole">
            <mc:AlternateContent xmlns:mc="http://schemas.openxmlformats.org/markup-compatibility/2006">
              <mc:Choice xmlns:v="urn:schemas-microsoft-com:vml" Requires="v">
                <p:oleObj name="公式" r:id="rId12" imgW="4394160" imgH="393480" progId="Equation.3">
                  <p:embed/>
                </p:oleObj>
              </mc:Choice>
              <mc:Fallback>
                <p:oleObj name="公式" r:id="rId12" imgW="4394160" imgH="393480" progId="Equation.3">
                  <p:embed/>
                  <p:pic>
                    <p:nvPicPr>
                      <p:cNvPr id="509965" name="Object 7">
                        <a:extLst>
                          <a:ext uri="{FF2B5EF4-FFF2-40B4-BE49-F238E27FC236}">
                            <a16:creationId xmlns:a16="http://schemas.microsoft.com/office/drawing/2014/main" id="{CE13F100-B593-9927-AC85-EB06AD77A7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4125" y="5197475"/>
                        <a:ext cx="4394200" cy="39211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66" name="Rectangle 14">
            <a:extLst>
              <a:ext uri="{FF2B5EF4-FFF2-40B4-BE49-F238E27FC236}">
                <a16:creationId xmlns:a16="http://schemas.microsoft.com/office/drawing/2014/main" id="{1C7DA54F-6F13-23C9-9F77-556067CAED49}"/>
              </a:ext>
            </a:extLst>
          </p:cNvPr>
          <p:cNvSpPr>
            <a:spLocks noChangeArrowheads="1"/>
          </p:cNvSpPr>
          <p:nvPr/>
        </p:nvSpPr>
        <p:spPr bwMode="auto">
          <a:xfrm>
            <a:off x="304800" y="228600"/>
            <a:ext cx="48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66"/>
                </a:solidFill>
                <a:latin typeface="Times New Roman" panose="02020603050405020304" pitchFamily="18" charset="0"/>
                <a:ea typeface="华文中宋" panose="02010600040101010101" pitchFamily="2" charset="-122"/>
              </a:rPr>
              <a:t>例</a:t>
            </a:r>
            <a:endParaRPr lang="zh-CN" altLang="en-US">
              <a:latin typeface="Times New Roman" panose="02020603050405020304" pitchFamily="18" charset="0"/>
              <a:ea typeface="华文中宋" panose="02010600040101010101" pitchFamily="2" charset="-122"/>
            </a:endParaRPr>
          </a:p>
        </p:txBody>
      </p:sp>
      <p:sp>
        <p:nvSpPr>
          <p:cNvPr id="509967" name="Text Box 15">
            <a:extLst>
              <a:ext uri="{FF2B5EF4-FFF2-40B4-BE49-F238E27FC236}">
                <a16:creationId xmlns:a16="http://schemas.microsoft.com/office/drawing/2014/main" id="{EC8341B7-1746-8452-DEE9-69D105EFCA3D}"/>
              </a:ext>
            </a:extLst>
          </p:cNvPr>
          <p:cNvSpPr txBox="1">
            <a:spLocks noChangeArrowheads="1"/>
          </p:cNvSpPr>
          <p:nvPr/>
        </p:nvSpPr>
        <p:spPr bwMode="auto">
          <a:xfrm>
            <a:off x="349250" y="30099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FFFF66"/>
                </a:solidFill>
                <a:latin typeface="Times New Roman" panose="02020603050405020304" pitchFamily="18" charset="0"/>
                <a:ea typeface="华文中宋" panose="02010600040101010101" pitchFamily="2" charset="-122"/>
              </a:rPr>
              <a:t>解</a:t>
            </a:r>
            <a:endParaRPr kumimoji="1" lang="zh-CN" altLang="en-US" b="0">
              <a:solidFill>
                <a:srgbClr val="FFFF66"/>
              </a:solidFill>
              <a:latin typeface="Times New Roman" panose="02020603050405020304" pitchFamily="18" charset="0"/>
              <a:ea typeface="华文中宋" panose="02010600040101010101" pitchFamily="2" charset="-122"/>
            </a:endParaRPr>
          </a:p>
        </p:txBody>
      </p:sp>
      <p:sp>
        <p:nvSpPr>
          <p:cNvPr id="509968" name="Text Box 16">
            <a:extLst>
              <a:ext uri="{FF2B5EF4-FFF2-40B4-BE49-F238E27FC236}">
                <a16:creationId xmlns:a16="http://schemas.microsoft.com/office/drawing/2014/main" id="{8A26C8EE-937F-35E1-F1B5-379D50A87471}"/>
              </a:ext>
            </a:extLst>
          </p:cNvPr>
          <p:cNvSpPr txBox="1">
            <a:spLocks noChangeArrowheads="1"/>
          </p:cNvSpPr>
          <p:nvPr/>
        </p:nvSpPr>
        <p:spPr bwMode="auto">
          <a:xfrm>
            <a:off x="320675" y="21399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solidFill>
                  <a:srgbClr val="FFFF66"/>
                </a:solidFill>
                <a:latin typeface="Times New Roman" panose="02020603050405020304" pitchFamily="18" charset="0"/>
                <a:ea typeface="华文中宋" panose="02010600040101010101" pitchFamily="2" charset="-122"/>
              </a:rPr>
              <a:t>求</a:t>
            </a:r>
            <a:endParaRPr kumimoji="1" lang="zh-CN" altLang="en-US" b="0">
              <a:solidFill>
                <a:srgbClr val="FFFF66"/>
              </a:solidFill>
              <a:latin typeface="Times New Roman" panose="02020603050405020304" pitchFamily="18" charset="0"/>
              <a:ea typeface="华文中宋" panose="02010600040101010101" pitchFamily="2" charset="-122"/>
            </a:endParaRPr>
          </a:p>
        </p:txBody>
      </p:sp>
      <p:sp>
        <p:nvSpPr>
          <p:cNvPr id="509969" name="Text Box 17">
            <a:extLst>
              <a:ext uri="{FF2B5EF4-FFF2-40B4-BE49-F238E27FC236}">
                <a16:creationId xmlns:a16="http://schemas.microsoft.com/office/drawing/2014/main" id="{70C9CF34-5C0E-6100-4773-E5C0915E421A}"/>
              </a:ext>
            </a:extLst>
          </p:cNvPr>
          <p:cNvSpPr txBox="1">
            <a:spLocks noChangeArrowheads="1"/>
          </p:cNvSpPr>
          <p:nvPr/>
        </p:nvSpPr>
        <p:spPr bwMode="auto">
          <a:xfrm>
            <a:off x="6934200" y="3514725"/>
            <a:ext cx="174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华文中宋" panose="02010600040101010101" pitchFamily="2" charset="-122"/>
              </a:rPr>
              <a:t>能量为：</a:t>
            </a:r>
            <a:endParaRPr kumimoji="1" lang="zh-CN" altLang="en-US" b="0">
              <a:latin typeface="Times New Roman" panose="02020603050405020304" pitchFamily="18" charset="0"/>
              <a:ea typeface="华文中宋" panose="02010600040101010101" pitchFamily="2" charset="-122"/>
            </a:endParaRPr>
          </a:p>
        </p:txBody>
      </p:sp>
      <p:graphicFrame>
        <p:nvGraphicFramePr>
          <p:cNvPr id="509970" name="Object 8">
            <a:extLst>
              <a:ext uri="{FF2B5EF4-FFF2-40B4-BE49-F238E27FC236}">
                <a16:creationId xmlns:a16="http://schemas.microsoft.com/office/drawing/2014/main" id="{437D9BD9-5A5B-9383-5974-D23551EC2713}"/>
              </a:ext>
            </a:extLst>
          </p:cNvPr>
          <p:cNvGraphicFramePr>
            <a:graphicFrameLocks noChangeAspect="1"/>
          </p:cNvGraphicFramePr>
          <p:nvPr/>
        </p:nvGraphicFramePr>
        <p:xfrm>
          <a:off x="2936875" y="2997200"/>
          <a:ext cx="2463800" cy="469900"/>
        </p:xfrm>
        <a:graphic>
          <a:graphicData uri="http://schemas.openxmlformats.org/presentationml/2006/ole">
            <mc:AlternateContent xmlns:mc="http://schemas.openxmlformats.org/markup-compatibility/2006">
              <mc:Choice xmlns:v="urn:schemas-microsoft-com:vml" Requires="v">
                <p:oleObj name="公式" r:id="rId14" imgW="2463480" imgH="469800" progId="Equation.3">
                  <p:embed/>
                </p:oleObj>
              </mc:Choice>
              <mc:Fallback>
                <p:oleObj name="公式" r:id="rId14" imgW="2463480" imgH="469800" progId="Equation.3">
                  <p:embed/>
                  <p:pic>
                    <p:nvPicPr>
                      <p:cNvPr id="509970" name="Object 8">
                        <a:extLst>
                          <a:ext uri="{FF2B5EF4-FFF2-40B4-BE49-F238E27FC236}">
                            <a16:creationId xmlns:a16="http://schemas.microsoft.com/office/drawing/2014/main" id="{437D9BD9-5A5B-9383-5974-D23551EC271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6875" y="2997200"/>
                        <a:ext cx="2463800" cy="4699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71" name="Text Box 19">
            <a:extLst>
              <a:ext uri="{FF2B5EF4-FFF2-40B4-BE49-F238E27FC236}">
                <a16:creationId xmlns:a16="http://schemas.microsoft.com/office/drawing/2014/main" id="{E97E0C07-1F53-D25E-F415-4848BA10241A}"/>
              </a:ext>
            </a:extLst>
          </p:cNvPr>
          <p:cNvSpPr txBox="1">
            <a:spLocks noChangeArrowheads="1"/>
          </p:cNvSpPr>
          <p:nvPr/>
        </p:nvSpPr>
        <p:spPr bwMode="auto">
          <a:xfrm>
            <a:off x="684213" y="5589588"/>
            <a:ext cx="79914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latin typeface="Arial" panose="020B0604020202020204" pitchFamily="34" charset="0"/>
                <a:ea typeface="楷体_GB2312" pitchFamily="49" charset="-122"/>
              </a:rPr>
              <a:t>进一步计算表明聚合</a:t>
            </a:r>
            <a:r>
              <a:rPr lang="en-US" altLang="zh-CN">
                <a:solidFill>
                  <a:srgbClr val="66FFFF"/>
                </a:solidFill>
                <a:latin typeface="Times New Roman" panose="02020603050405020304" pitchFamily="18" charset="0"/>
                <a:ea typeface="楷体_GB2312" pitchFamily="49" charset="-122"/>
              </a:rPr>
              <a:t>1kg</a:t>
            </a:r>
            <a:r>
              <a:rPr lang="zh-CN" altLang="en-US">
                <a:latin typeface="Arial" panose="020B0604020202020204" pitchFamily="34" charset="0"/>
                <a:ea typeface="楷体_GB2312" pitchFamily="49" charset="-122"/>
              </a:rPr>
              <a:t>氘核时放出的能量相当于</a:t>
            </a:r>
            <a:r>
              <a:rPr lang="en-US" altLang="zh-CN">
                <a:solidFill>
                  <a:srgbClr val="66FFFF"/>
                </a:solidFill>
                <a:latin typeface="Times New Roman" panose="02020603050405020304" pitchFamily="18" charset="0"/>
                <a:ea typeface="楷体_GB2312" pitchFamily="49" charset="-122"/>
              </a:rPr>
              <a:t>2300</a:t>
            </a:r>
            <a:r>
              <a:rPr lang="zh-CN" altLang="en-US">
                <a:solidFill>
                  <a:srgbClr val="66FFFF"/>
                </a:solidFill>
                <a:latin typeface="Times New Roman" panose="02020603050405020304" pitchFamily="18" charset="0"/>
                <a:ea typeface="楷体_GB2312" pitchFamily="49" charset="-122"/>
              </a:rPr>
              <a:t>吨</a:t>
            </a:r>
            <a:r>
              <a:rPr lang="zh-CN" altLang="en-US">
                <a:latin typeface="Arial" panose="020B0604020202020204" pitchFamily="34" charset="0"/>
                <a:ea typeface="楷体_GB2312" pitchFamily="49" charset="-122"/>
              </a:rPr>
              <a:t>汽油燃烧放出的热量值。</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9966">
                                            <p:txEl>
                                              <p:pRg st="0" end="0"/>
                                            </p:txEl>
                                          </p:spTgt>
                                        </p:tgtEl>
                                        <p:attrNameLst>
                                          <p:attrName>style.visibility</p:attrName>
                                        </p:attrNameLst>
                                      </p:cBhvr>
                                      <p:to>
                                        <p:strVal val="visible"/>
                                      </p:to>
                                    </p:set>
                                    <p:animEffect transition="in" filter="wipe(left)">
                                      <p:cBhvr>
                                        <p:cTn id="7" dur="500"/>
                                        <p:tgtEl>
                                          <p:spTgt spid="5099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9954">
                                            <p:txEl>
                                              <p:pRg st="0" end="0"/>
                                            </p:txEl>
                                          </p:spTgt>
                                        </p:tgtEl>
                                        <p:attrNameLst>
                                          <p:attrName>style.visibility</p:attrName>
                                        </p:attrNameLst>
                                      </p:cBhvr>
                                      <p:to>
                                        <p:strVal val="visible"/>
                                      </p:to>
                                    </p:set>
                                    <p:animEffect transition="in" filter="wipe(left)">
                                      <p:cBhvr>
                                        <p:cTn id="12" dur="500"/>
                                        <p:tgtEl>
                                          <p:spTgt spid="50995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9955">
                                            <p:txEl>
                                              <p:pRg st="0" end="0"/>
                                            </p:txEl>
                                          </p:spTgt>
                                        </p:tgtEl>
                                        <p:attrNameLst>
                                          <p:attrName>style.visibility</p:attrName>
                                        </p:attrNameLst>
                                      </p:cBhvr>
                                      <p:to>
                                        <p:strVal val="visible"/>
                                      </p:to>
                                    </p:set>
                                    <p:animEffect transition="in" filter="wipe(left)">
                                      <p:cBhvr>
                                        <p:cTn id="17" dur="500"/>
                                        <p:tgtEl>
                                          <p:spTgt spid="50995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09959"/>
                                        </p:tgtEl>
                                        <p:attrNameLst>
                                          <p:attrName>style.visibility</p:attrName>
                                        </p:attrNameLst>
                                      </p:cBhvr>
                                      <p:to>
                                        <p:strVal val="visible"/>
                                      </p:to>
                                    </p:set>
                                    <p:animEffect transition="in" filter="wipe(left)">
                                      <p:cBhvr>
                                        <p:cTn id="22" dur="500"/>
                                        <p:tgtEl>
                                          <p:spTgt spid="5099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09956">
                                            <p:txEl>
                                              <p:pRg st="0" end="0"/>
                                            </p:txEl>
                                          </p:spTgt>
                                        </p:tgtEl>
                                        <p:attrNameLst>
                                          <p:attrName>style.visibility</p:attrName>
                                        </p:attrNameLst>
                                      </p:cBhvr>
                                      <p:to>
                                        <p:strVal val="visible"/>
                                      </p:to>
                                    </p:set>
                                    <p:animEffect transition="in" filter="wipe(left)">
                                      <p:cBhvr>
                                        <p:cTn id="27" dur="500"/>
                                        <p:tgtEl>
                                          <p:spTgt spid="50995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9960"/>
                                        </p:tgtEl>
                                        <p:attrNameLst>
                                          <p:attrName>style.visibility</p:attrName>
                                        </p:attrNameLst>
                                      </p:cBhvr>
                                      <p:to>
                                        <p:strVal val="visible"/>
                                      </p:to>
                                    </p:set>
                                    <p:animEffect transition="in" filter="wipe(left)">
                                      <p:cBhvr>
                                        <p:cTn id="32" dur="500"/>
                                        <p:tgtEl>
                                          <p:spTgt spid="5099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09957">
                                            <p:txEl>
                                              <p:pRg st="0" end="0"/>
                                            </p:txEl>
                                          </p:spTgt>
                                        </p:tgtEl>
                                        <p:attrNameLst>
                                          <p:attrName>style.visibility</p:attrName>
                                        </p:attrNameLst>
                                      </p:cBhvr>
                                      <p:to>
                                        <p:strVal val="visible"/>
                                      </p:to>
                                    </p:set>
                                    <p:animEffect transition="in" filter="wipe(left)">
                                      <p:cBhvr>
                                        <p:cTn id="37" dur="500"/>
                                        <p:tgtEl>
                                          <p:spTgt spid="50995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09961"/>
                                        </p:tgtEl>
                                        <p:attrNameLst>
                                          <p:attrName>style.visibility</p:attrName>
                                        </p:attrNameLst>
                                      </p:cBhvr>
                                      <p:to>
                                        <p:strVal val="visible"/>
                                      </p:to>
                                    </p:set>
                                    <p:animEffect transition="in" filter="wipe(left)">
                                      <p:cBhvr>
                                        <p:cTn id="42" dur="500"/>
                                        <p:tgtEl>
                                          <p:spTgt spid="5099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09968">
                                            <p:txEl>
                                              <p:pRg st="0" end="0"/>
                                            </p:txEl>
                                          </p:spTgt>
                                        </p:tgtEl>
                                        <p:attrNameLst>
                                          <p:attrName>style.visibility</p:attrName>
                                        </p:attrNameLst>
                                      </p:cBhvr>
                                      <p:to>
                                        <p:strVal val="visible"/>
                                      </p:to>
                                    </p:set>
                                    <p:animEffect transition="in" filter="wipe(left)">
                                      <p:cBhvr>
                                        <p:cTn id="47" dur="500"/>
                                        <p:tgtEl>
                                          <p:spTgt spid="509968">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09958">
                                            <p:txEl>
                                              <p:pRg st="0" end="0"/>
                                            </p:txEl>
                                          </p:spTgt>
                                        </p:tgtEl>
                                        <p:attrNameLst>
                                          <p:attrName>style.visibility</p:attrName>
                                        </p:attrNameLst>
                                      </p:cBhvr>
                                      <p:to>
                                        <p:strVal val="visible"/>
                                      </p:to>
                                    </p:set>
                                    <p:animEffect transition="in" filter="wipe(left)">
                                      <p:cBhvr>
                                        <p:cTn id="52" dur="500"/>
                                        <p:tgtEl>
                                          <p:spTgt spid="50995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509967">
                                            <p:txEl>
                                              <p:pRg st="0" end="0"/>
                                            </p:txEl>
                                          </p:spTgt>
                                        </p:tgtEl>
                                        <p:attrNameLst>
                                          <p:attrName>style.visibility</p:attrName>
                                        </p:attrNameLst>
                                      </p:cBhvr>
                                      <p:to>
                                        <p:strVal val="visible"/>
                                      </p:to>
                                    </p:set>
                                    <p:animEffect transition="in" filter="wipe(left)">
                                      <p:cBhvr>
                                        <p:cTn id="57" dur="500"/>
                                        <p:tgtEl>
                                          <p:spTgt spid="509967">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09970"/>
                                        </p:tgtEl>
                                        <p:attrNameLst>
                                          <p:attrName>style.visibility</p:attrName>
                                        </p:attrNameLst>
                                      </p:cBhvr>
                                      <p:to>
                                        <p:strVal val="visible"/>
                                      </p:to>
                                    </p:set>
                                    <p:animEffect transition="in" filter="wipe(left)">
                                      <p:cBhvr>
                                        <p:cTn id="62" dur="500"/>
                                        <p:tgtEl>
                                          <p:spTgt spid="50997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509962">
                                            <p:txEl>
                                              <p:pRg st="0" end="0"/>
                                            </p:txEl>
                                          </p:spTgt>
                                        </p:tgtEl>
                                        <p:attrNameLst>
                                          <p:attrName>style.visibility</p:attrName>
                                        </p:attrNameLst>
                                      </p:cBhvr>
                                      <p:to>
                                        <p:strVal val="visible"/>
                                      </p:to>
                                    </p:set>
                                    <p:animEffect transition="in" filter="wipe(left)">
                                      <p:cBhvr>
                                        <p:cTn id="67" dur="500"/>
                                        <p:tgtEl>
                                          <p:spTgt spid="509962">
                                            <p:txEl>
                                              <p:pRg st="0" end="0"/>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509969">
                                            <p:txEl>
                                              <p:pRg st="0" end="0"/>
                                            </p:txEl>
                                          </p:spTgt>
                                        </p:tgtEl>
                                        <p:attrNameLst>
                                          <p:attrName>style.visibility</p:attrName>
                                        </p:attrNameLst>
                                      </p:cBhvr>
                                      <p:to>
                                        <p:strVal val="visible"/>
                                      </p:to>
                                    </p:set>
                                    <p:animEffect transition="in" filter="wipe(left)">
                                      <p:cBhvr>
                                        <p:cTn id="72" dur="500"/>
                                        <p:tgtEl>
                                          <p:spTgt spid="509969">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509963"/>
                                        </p:tgtEl>
                                        <p:attrNameLst>
                                          <p:attrName>style.visibility</p:attrName>
                                        </p:attrNameLst>
                                      </p:cBhvr>
                                      <p:to>
                                        <p:strVal val="visible"/>
                                      </p:to>
                                    </p:set>
                                    <p:animEffect transition="in" filter="wipe(left)">
                                      <p:cBhvr>
                                        <p:cTn id="77" dur="500"/>
                                        <p:tgtEl>
                                          <p:spTgt spid="50996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509964"/>
                                        </p:tgtEl>
                                        <p:attrNameLst>
                                          <p:attrName>style.visibility</p:attrName>
                                        </p:attrNameLst>
                                      </p:cBhvr>
                                      <p:to>
                                        <p:strVal val="visible"/>
                                      </p:to>
                                    </p:set>
                                    <p:animEffect transition="in" filter="wipe(left)">
                                      <p:cBhvr>
                                        <p:cTn id="82" dur="500"/>
                                        <p:tgtEl>
                                          <p:spTgt spid="50996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509965"/>
                                        </p:tgtEl>
                                        <p:attrNameLst>
                                          <p:attrName>style.visibility</p:attrName>
                                        </p:attrNameLst>
                                      </p:cBhvr>
                                      <p:to>
                                        <p:strVal val="visible"/>
                                      </p:to>
                                    </p:set>
                                    <p:animEffect transition="in" filter="wipe(left)">
                                      <p:cBhvr>
                                        <p:cTn id="87" dur="500"/>
                                        <p:tgtEl>
                                          <p:spTgt spid="50996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509971"/>
                                        </p:tgtEl>
                                        <p:attrNameLst>
                                          <p:attrName>style.visibility</p:attrName>
                                        </p:attrNameLst>
                                      </p:cBhvr>
                                      <p:to>
                                        <p:strVal val="visible"/>
                                      </p:to>
                                    </p:set>
                                    <p:animEffect transition="in" filter="wipe(left)">
                                      <p:cBhvr>
                                        <p:cTn id="92" dur="1000"/>
                                        <p:tgtEl>
                                          <p:spTgt spid="509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4" grpId="0" build="p" autoUpdateAnimBg="0"/>
      <p:bldP spid="509955" grpId="0" build="p" autoUpdateAnimBg="0"/>
      <p:bldP spid="509956" grpId="0" build="p" autoUpdateAnimBg="0"/>
      <p:bldP spid="509957" grpId="0" build="p" autoUpdateAnimBg="0"/>
      <p:bldP spid="509958" grpId="0" build="p" autoUpdateAnimBg="0"/>
      <p:bldP spid="509962" grpId="0" build="p" autoUpdateAnimBg="0"/>
      <p:bldP spid="509966" grpId="0" build="p" autoUpdateAnimBg="0"/>
      <p:bldP spid="509967" grpId="0" build="p" autoUpdateAnimBg="0"/>
      <p:bldP spid="509968" grpId="0" build="p" autoUpdateAnimBg="0"/>
      <p:bldP spid="509969" grpId="0" build="p" autoUpdateAnimBg="0"/>
      <p:bldP spid="5099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Text Box 2">
            <a:extLst>
              <a:ext uri="{FF2B5EF4-FFF2-40B4-BE49-F238E27FC236}">
                <a16:creationId xmlns:a16="http://schemas.microsoft.com/office/drawing/2014/main" id="{AD56AC16-E1FB-A984-1660-AE6CE5802964}"/>
              </a:ext>
            </a:extLst>
          </p:cNvPr>
          <p:cNvSpPr txBox="1">
            <a:spLocks noChangeArrowheads="1"/>
          </p:cNvSpPr>
          <p:nvPr/>
        </p:nvSpPr>
        <p:spPr bwMode="auto">
          <a:xfrm>
            <a:off x="152400" y="404813"/>
            <a:ext cx="472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sz="2800">
                <a:solidFill>
                  <a:srgbClr val="FFFF00"/>
                </a:solidFill>
                <a:latin typeface="宋体" panose="02010600030101010101" pitchFamily="2" charset="-122"/>
                <a:ea typeface="宋体" panose="02010600030101010101" pitchFamily="2" charset="-122"/>
              </a:rPr>
              <a:t>四</a:t>
            </a:r>
            <a:r>
              <a:rPr kumimoji="1" lang="en-US" altLang="zh-CN" sz="2800">
                <a:solidFill>
                  <a:srgbClr val="FFFF00"/>
                </a:solidFill>
                <a:latin typeface="宋体" panose="02010600030101010101" pitchFamily="2" charset="-122"/>
                <a:ea typeface="宋体" panose="02010600030101010101" pitchFamily="2" charset="-122"/>
              </a:rPr>
              <a:t>.</a:t>
            </a:r>
            <a:r>
              <a:rPr kumimoji="1" lang="zh-CN" altLang="en-US" sz="2800">
                <a:solidFill>
                  <a:srgbClr val="FFFF00"/>
                </a:solidFill>
                <a:latin typeface="宋体" panose="02010600030101010101" pitchFamily="2" charset="-122"/>
                <a:ea typeface="宋体" panose="02010600030101010101" pitchFamily="2" charset="-122"/>
              </a:rPr>
              <a:t>相对论能量和动量的关系</a:t>
            </a:r>
          </a:p>
        </p:txBody>
      </p:sp>
      <p:sp>
        <p:nvSpPr>
          <p:cNvPr id="933891" name="Text Box 3">
            <a:extLst>
              <a:ext uri="{FF2B5EF4-FFF2-40B4-BE49-F238E27FC236}">
                <a16:creationId xmlns:a16="http://schemas.microsoft.com/office/drawing/2014/main" id="{49E10F06-1E34-8910-DFDA-EA694C026B14}"/>
              </a:ext>
            </a:extLst>
          </p:cNvPr>
          <p:cNvSpPr txBox="1">
            <a:spLocks noChangeArrowheads="1"/>
          </p:cNvSpPr>
          <p:nvPr/>
        </p:nvSpPr>
        <p:spPr bwMode="auto">
          <a:xfrm>
            <a:off x="3490913" y="1052513"/>
            <a:ext cx="161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solidFill>
                  <a:srgbClr val="66FFFF"/>
                </a:solidFill>
                <a:latin typeface="Times New Roman" panose="02020603050405020304" pitchFamily="18" charset="0"/>
              </a:rPr>
              <a:t>两边平方</a:t>
            </a:r>
          </a:p>
        </p:txBody>
      </p:sp>
      <p:graphicFrame>
        <p:nvGraphicFramePr>
          <p:cNvPr id="933892" name="Object 4">
            <a:extLst>
              <a:ext uri="{FF2B5EF4-FFF2-40B4-BE49-F238E27FC236}">
                <a16:creationId xmlns:a16="http://schemas.microsoft.com/office/drawing/2014/main" id="{5FA467D1-CD14-FD6B-E133-6C197331B8F5}"/>
              </a:ext>
            </a:extLst>
          </p:cNvPr>
          <p:cNvGraphicFramePr>
            <a:graphicFrameLocks/>
          </p:cNvGraphicFramePr>
          <p:nvPr/>
        </p:nvGraphicFramePr>
        <p:xfrm>
          <a:off x="1408113" y="1149350"/>
          <a:ext cx="1724025" cy="860425"/>
        </p:xfrm>
        <a:graphic>
          <a:graphicData uri="http://schemas.openxmlformats.org/presentationml/2006/ole">
            <mc:AlternateContent xmlns:mc="http://schemas.openxmlformats.org/markup-compatibility/2006">
              <mc:Choice xmlns:v="urn:schemas-microsoft-com:vml" Requires="v">
                <p:oleObj name="公式" r:id="rId2" imgW="1726920" imgH="863280" progId="Equation.3">
                  <p:embed/>
                </p:oleObj>
              </mc:Choice>
              <mc:Fallback>
                <p:oleObj name="公式" r:id="rId2" imgW="1726920" imgH="863280" progId="Equation.3">
                  <p:embed/>
                  <p:pic>
                    <p:nvPicPr>
                      <p:cNvPr id="933892" name="Object 4">
                        <a:extLst>
                          <a:ext uri="{FF2B5EF4-FFF2-40B4-BE49-F238E27FC236}">
                            <a16:creationId xmlns:a16="http://schemas.microsoft.com/office/drawing/2014/main" id="{5FA467D1-CD14-FD6B-E133-6C197331B8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149350"/>
                        <a:ext cx="172402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893" name="Object 5">
            <a:extLst>
              <a:ext uri="{FF2B5EF4-FFF2-40B4-BE49-F238E27FC236}">
                <a16:creationId xmlns:a16="http://schemas.microsoft.com/office/drawing/2014/main" id="{4181B877-7832-AB78-F00C-1978BA9AA5AC}"/>
              </a:ext>
            </a:extLst>
          </p:cNvPr>
          <p:cNvGraphicFramePr>
            <a:graphicFrameLocks/>
          </p:cNvGraphicFramePr>
          <p:nvPr/>
        </p:nvGraphicFramePr>
        <p:xfrm>
          <a:off x="5508625" y="1316038"/>
          <a:ext cx="2155825" cy="481012"/>
        </p:xfrm>
        <a:graphic>
          <a:graphicData uri="http://schemas.openxmlformats.org/presentationml/2006/ole">
            <mc:AlternateContent xmlns:mc="http://schemas.openxmlformats.org/markup-compatibility/2006">
              <mc:Choice xmlns:v="urn:schemas-microsoft-com:vml" Requires="v">
                <p:oleObj name="公式" r:id="rId4" imgW="2158920" imgH="482400" progId="Equation.3">
                  <p:embed/>
                </p:oleObj>
              </mc:Choice>
              <mc:Fallback>
                <p:oleObj name="公式" r:id="rId4" imgW="2158920" imgH="482400" progId="Equation.3">
                  <p:embed/>
                  <p:pic>
                    <p:nvPicPr>
                      <p:cNvPr id="933893" name="Object 5">
                        <a:extLst>
                          <a:ext uri="{FF2B5EF4-FFF2-40B4-BE49-F238E27FC236}">
                            <a16:creationId xmlns:a16="http://schemas.microsoft.com/office/drawing/2014/main" id="{4181B877-7832-AB78-F00C-1978BA9AA5A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1316038"/>
                        <a:ext cx="21558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4" name="Line 6">
            <a:extLst>
              <a:ext uri="{FF2B5EF4-FFF2-40B4-BE49-F238E27FC236}">
                <a16:creationId xmlns:a16="http://schemas.microsoft.com/office/drawing/2014/main" id="{163E7BF7-C5EA-FD96-F79D-F8E4C30F88DA}"/>
              </a:ext>
            </a:extLst>
          </p:cNvPr>
          <p:cNvSpPr>
            <a:spLocks noChangeShapeType="1"/>
          </p:cNvSpPr>
          <p:nvPr/>
        </p:nvSpPr>
        <p:spPr bwMode="auto">
          <a:xfrm>
            <a:off x="3490913" y="1581150"/>
            <a:ext cx="187325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33895" name="Object 7">
            <a:extLst>
              <a:ext uri="{FF2B5EF4-FFF2-40B4-BE49-F238E27FC236}">
                <a16:creationId xmlns:a16="http://schemas.microsoft.com/office/drawing/2014/main" id="{2C8A7B08-D6E8-E3D3-8FF3-904210C39291}"/>
              </a:ext>
            </a:extLst>
          </p:cNvPr>
          <p:cNvGraphicFramePr>
            <a:graphicFrameLocks/>
          </p:cNvGraphicFramePr>
          <p:nvPr/>
        </p:nvGraphicFramePr>
        <p:xfrm>
          <a:off x="5434013" y="2576513"/>
          <a:ext cx="3098800" cy="482600"/>
        </p:xfrm>
        <a:graphic>
          <a:graphicData uri="http://schemas.openxmlformats.org/presentationml/2006/ole">
            <mc:AlternateContent xmlns:mc="http://schemas.openxmlformats.org/markup-compatibility/2006">
              <mc:Choice xmlns:v="urn:schemas-microsoft-com:vml" Requires="v">
                <p:oleObj name="公式" r:id="rId6" imgW="3111480" imgH="482400" progId="Equation.3">
                  <p:embed/>
                </p:oleObj>
              </mc:Choice>
              <mc:Fallback>
                <p:oleObj name="公式" r:id="rId6" imgW="3111480" imgH="482400" progId="Equation.3">
                  <p:embed/>
                  <p:pic>
                    <p:nvPicPr>
                      <p:cNvPr id="933895" name="Object 7">
                        <a:extLst>
                          <a:ext uri="{FF2B5EF4-FFF2-40B4-BE49-F238E27FC236}">
                            <a16:creationId xmlns:a16="http://schemas.microsoft.com/office/drawing/2014/main" id="{2C8A7B08-D6E8-E3D3-8FF3-904210C39291}"/>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4013" y="2576513"/>
                        <a:ext cx="30988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6" name="Text Box 8">
            <a:extLst>
              <a:ext uri="{FF2B5EF4-FFF2-40B4-BE49-F238E27FC236}">
                <a16:creationId xmlns:a16="http://schemas.microsoft.com/office/drawing/2014/main" id="{14DED810-B31C-3B93-CDD5-AAA0E0869AFE}"/>
              </a:ext>
            </a:extLst>
          </p:cNvPr>
          <p:cNvSpPr txBox="1">
            <a:spLocks noChangeArrowheads="1"/>
          </p:cNvSpPr>
          <p:nvPr/>
        </p:nvSpPr>
        <p:spPr bwMode="auto">
          <a:xfrm>
            <a:off x="6826250" y="1928813"/>
            <a:ext cx="208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kumimoji="1" lang="zh-CN" altLang="en-US">
                <a:solidFill>
                  <a:srgbClr val="66FFFF"/>
                </a:solidFill>
                <a:latin typeface="Times New Roman" panose="02020603050405020304" pitchFamily="18" charset="0"/>
              </a:rPr>
              <a:t>两边乘以 </a:t>
            </a:r>
            <a:r>
              <a:rPr kumimoji="1" lang="en-US" altLang="zh-CN" i="1">
                <a:solidFill>
                  <a:srgbClr val="FFCC00"/>
                </a:solidFill>
                <a:latin typeface="Times New Roman" panose="02020603050405020304" pitchFamily="18" charset="0"/>
              </a:rPr>
              <a:t>c</a:t>
            </a:r>
            <a:r>
              <a:rPr kumimoji="1" lang="en-US" altLang="zh-CN" sz="1200" i="1">
                <a:solidFill>
                  <a:srgbClr val="FFCC00"/>
                </a:solidFill>
                <a:latin typeface="Times New Roman" panose="02020603050405020304" pitchFamily="18" charset="0"/>
              </a:rPr>
              <a:t> </a:t>
            </a:r>
            <a:r>
              <a:rPr kumimoji="1" lang="en-US" altLang="zh-CN" baseline="45000">
                <a:solidFill>
                  <a:srgbClr val="FFCC00"/>
                </a:solidFill>
                <a:latin typeface="Times New Roman" panose="02020603050405020304" pitchFamily="18" charset="0"/>
              </a:rPr>
              <a:t>4</a:t>
            </a:r>
          </a:p>
        </p:txBody>
      </p:sp>
      <p:graphicFrame>
        <p:nvGraphicFramePr>
          <p:cNvPr id="933897" name="Object 9">
            <a:extLst>
              <a:ext uri="{FF2B5EF4-FFF2-40B4-BE49-F238E27FC236}">
                <a16:creationId xmlns:a16="http://schemas.microsoft.com/office/drawing/2014/main" id="{BBB7AAE5-F284-B346-0696-A7D2B17D82D5}"/>
              </a:ext>
            </a:extLst>
          </p:cNvPr>
          <p:cNvGraphicFramePr>
            <a:graphicFrameLocks/>
          </p:cNvGraphicFramePr>
          <p:nvPr/>
        </p:nvGraphicFramePr>
        <p:xfrm>
          <a:off x="1212850" y="2471738"/>
          <a:ext cx="2363788" cy="482600"/>
        </p:xfrm>
        <a:graphic>
          <a:graphicData uri="http://schemas.openxmlformats.org/presentationml/2006/ole">
            <mc:AlternateContent xmlns:mc="http://schemas.openxmlformats.org/markup-compatibility/2006">
              <mc:Choice xmlns:v="urn:schemas-microsoft-com:vml" Requires="v">
                <p:oleObj name="公式" r:id="rId8" imgW="2374560" imgH="482400" progId="Equation.3">
                  <p:embed/>
                </p:oleObj>
              </mc:Choice>
              <mc:Fallback>
                <p:oleObj name="公式" r:id="rId8" imgW="2374560" imgH="482400" progId="Equation.3">
                  <p:embed/>
                  <p:pic>
                    <p:nvPicPr>
                      <p:cNvPr id="933897" name="Object 9">
                        <a:extLst>
                          <a:ext uri="{FF2B5EF4-FFF2-40B4-BE49-F238E27FC236}">
                            <a16:creationId xmlns:a16="http://schemas.microsoft.com/office/drawing/2014/main" id="{BBB7AAE5-F284-B346-0696-A7D2B17D82D5}"/>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2850" y="2471738"/>
                        <a:ext cx="2363788" cy="482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898" name="Line 10">
            <a:extLst>
              <a:ext uri="{FF2B5EF4-FFF2-40B4-BE49-F238E27FC236}">
                <a16:creationId xmlns:a16="http://schemas.microsoft.com/office/drawing/2014/main" id="{AEA0AA4B-A28F-20A4-9579-090EFA37C9B0}"/>
              </a:ext>
            </a:extLst>
          </p:cNvPr>
          <p:cNvSpPr>
            <a:spLocks noChangeShapeType="1"/>
          </p:cNvSpPr>
          <p:nvPr/>
        </p:nvSpPr>
        <p:spPr bwMode="auto">
          <a:xfrm rot="10800000">
            <a:off x="3709988" y="2725738"/>
            <a:ext cx="151130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899" name="Line 11">
            <a:extLst>
              <a:ext uri="{FF2B5EF4-FFF2-40B4-BE49-F238E27FC236}">
                <a16:creationId xmlns:a16="http://schemas.microsoft.com/office/drawing/2014/main" id="{A93B0639-E5CD-2692-7311-E695625A98A9}"/>
              </a:ext>
            </a:extLst>
          </p:cNvPr>
          <p:cNvSpPr>
            <a:spLocks noChangeShapeType="1"/>
          </p:cNvSpPr>
          <p:nvPr/>
        </p:nvSpPr>
        <p:spPr bwMode="auto">
          <a:xfrm rot="5400000">
            <a:off x="6098381" y="2193132"/>
            <a:ext cx="792163"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3900" name="AutoShape 12">
            <a:extLst>
              <a:ext uri="{FF2B5EF4-FFF2-40B4-BE49-F238E27FC236}">
                <a16:creationId xmlns:a16="http://schemas.microsoft.com/office/drawing/2014/main" id="{2F1B8C4B-9ECE-9CEA-6297-4E9EC7313B8B}"/>
              </a:ext>
            </a:extLst>
          </p:cNvPr>
          <p:cNvSpPr>
            <a:spLocks noChangeArrowheads="1"/>
          </p:cNvSpPr>
          <p:nvPr/>
        </p:nvSpPr>
        <p:spPr bwMode="auto">
          <a:xfrm flipH="1">
            <a:off x="5913438" y="4184650"/>
            <a:ext cx="2895600" cy="1295400"/>
          </a:xfrm>
          <a:prstGeom prst="rtTriangle">
            <a:avLst/>
          </a:prstGeom>
          <a:noFill/>
          <a:ln w="381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933901" name="Line 13">
            <a:extLst>
              <a:ext uri="{FF2B5EF4-FFF2-40B4-BE49-F238E27FC236}">
                <a16:creationId xmlns:a16="http://schemas.microsoft.com/office/drawing/2014/main" id="{A4D7E4C9-25A4-4B78-D0D3-9B5E3264EBE5}"/>
              </a:ext>
            </a:extLst>
          </p:cNvPr>
          <p:cNvSpPr>
            <a:spLocks noChangeShapeType="1"/>
          </p:cNvSpPr>
          <p:nvPr/>
        </p:nvSpPr>
        <p:spPr bwMode="auto">
          <a:xfrm>
            <a:off x="5386388" y="4651375"/>
            <a:ext cx="457200" cy="838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3902" name="Line 14">
            <a:extLst>
              <a:ext uri="{FF2B5EF4-FFF2-40B4-BE49-F238E27FC236}">
                <a16:creationId xmlns:a16="http://schemas.microsoft.com/office/drawing/2014/main" id="{C4CE48AF-68A8-2CD7-742A-4862CFA40872}"/>
              </a:ext>
            </a:extLst>
          </p:cNvPr>
          <p:cNvSpPr>
            <a:spLocks noChangeShapeType="1"/>
          </p:cNvSpPr>
          <p:nvPr/>
        </p:nvSpPr>
        <p:spPr bwMode="auto">
          <a:xfrm>
            <a:off x="8359775" y="3179763"/>
            <a:ext cx="457200" cy="9906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3903" name="Line 15">
            <a:extLst>
              <a:ext uri="{FF2B5EF4-FFF2-40B4-BE49-F238E27FC236}">
                <a16:creationId xmlns:a16="http://schemas.microsoft.com/office/drawing/2014/main" id="{AAF35129-B0C3-D12B-CDB5-264770B27D4B}"/>
              </a:ext>
            </a:extLst>
          </p:cNvPr>
          <p:cNvSpPr>
            <a:spLocks noChangeShapeType="1"/>
          </p:cNvSpPr>
          <p:nvPr/>
        </p:nvSpPr>
        <p:spPr bwMode="auto">
          <a:xfrm>
            <a:off x="8012113" y="3967163"/>
            <a:ext cx="228600" cy="457200"/>
          </a:xfrm>
          <a:prstGeom prst="line">
            <a:avLst/>
          </a:prstGeom>
          <a:noFill/>
          <a:ln w="222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4" name="Object 16">
            <a:extLst>
              <a:ext uri="{FF2B5EF4-FFF2-40B4-BE49-F238E27FC236}">
                <a16:creationId xmlns:a16="http://schemas.microsoft.com/office/drawing/2014/main" id="{12B91CAA-0279-ECF7-75E1-58C49403CFDC}"/>
              </a:ext>
            </a:extLst>
          </p:cNvPr>
          <p:cNvGraphicFramePr>
            <a:graphicFrameLocks noChangeAspect="1"/>
          </p:cNvGraphicFramePr>
          <p:nvPr/>
        </p:nvGraphicFramePr>
        <p:xfrm>
          <a:off x="6980238" y="5480050"/>
          <a:ext cx="855662" cy="620713"/>
        </p:xfrm>
        <a:graphic>
          <a:graphicData uri="http://schemas.openxmlformats.org/presentationml/2006/ole">
            <mc:AlternateContent xmlns:mc="http://schemas.openxmlformats.org/markup-compatibility/2006">
              <mc:Choice xmlns:v="urn:schemas-microsoft-com:vml" Requires="v">
                <p:oleObj name="Equation" r:id="rId10" imgW="330120" imgH="241200" progId="Equation.3">
                  <p:embed/>
                </p:oleObj>
              </mc:Choice>
              <mc:Fallback>
                <p:oleObj name="Equation" r:id="rId10" imgW="330120" imgH="241200" progId="Equation.3">
                  <p:embed/>
                  <p:pic>
                    <p:nvPicPr>
                      <p:cNvPr id="933904" name="Object 16">
                        <a:extLst>
                          <a:ext uri="{FF2B5EF4-FFF2-40B4-BE49-F238E27FC236}">
                            <a16:creationId xmlns:a16="http://schemas.microsoft.com/office/drawing/2014/main" id="{12B91CAA-0279-ECF7-75E1-58C49403CFD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0238" y="5480050"/>
                        <a:ext cx="855662" cy="6207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05" name="Line 17">
            <a:extLst>
              <a:ext uri="{FF2B5EF4-FFF2-40B4-BE49-F238E27FC236}">
                <a16:creationId xmlns:a16="http://schemas.microsoft.com/office/drawing/2014/main" id="{F6B13902-F50C-21EE-1024-A83EE6CDBD6A}"/>
              </a:ext>
            </a:extLst>
          </p:cNvPr>
          <p:cNvSpPr>
            <a:spLocks noChangeShapeType="1"/>
          </p:cNvSpPr>
          <p:nvPr/>
        </p:nvSpPr>
        <p:spPr bwMode="auto">
          <a:xfrm flipV="1">
            <a:off x="5737225" y="4186238"/>
            <a:ext cx="2373313" cy="1069975"/>
          </a:xfrm>
          <a:prstGeom prst="line">
            <a:avLst/>
          </a:prstGeom>
          <a:noFill/>
          <a:ln w="38100">
            <a:solidFill>
              <a:srgbClr val="00FF00"/>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33906" name="Line 18">
            <a:extLst>
              <a:ext uri="{FF2B5EF4-FFF2-40B4-BE49-F238E27FC236}">
                <a16:creationId xmlns:a16="http://schemas.microsoft.com/office/drawing/2014/main" id="{1730F0CB-5854-1114-DD53-6CD66AFA63C5}"/>
              </a:ext>
            </a:extLst>
          </p:cNvPr>
          <p:cNvSpPr>
            <a:spLocks noChangeShapeType="1"/>
          </p:cNvSpPr>
          <p:nvPr/>
        </p:nvSpPr>
        <p:spPr bwMode="auto">
          <a:xfrm flipV="1">
            <a:off x="5497513" y="3413125"/>
            <a:ext cx="2959100" cy="1403350"/>
          </a:xfrm>
          <a:prstGeom prst="line">
            <a:avLst/>
          </a:prstGeom>
          <a:noFill/>
          <a:ln w="38100">
            <a:solidFill>
              <a:srgbClr val="00FF00"/>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7" name="Object 19">
            <a:extLst>
              <a:ext uri="{FF2B5EF4-FFF2-40B4-BE49-F238E27FC236}">
                <a16:creationId xmlns:a16="http://schemas.microsoft.com/office/drawing/2014/main" id="{11CAF613-A8C7-29BC-BF7F-F541115A060C}"/>
              </a:ext>
            </a:extLst>
          </p:cNvPr>
          <p:cNvGraphicFramePr>
            <a:graphicFrameLocks noChangeAspect="1"/>
          </p:cNvGraphicFramePr>
          <p:nvPr/>
        </p:nvGraphicFramePr>
        <p:xfrm>
          <a:off x="8047038" y="3525838"/>
          <a:ext cx="501650" cy="493712"/>
        </p:xfrm>
        <a:graphic>
          <a:graphicData uri="http://schemas.openxmlformats.org/presentationml/2006/ole">
            <mc:AlternateContent xmlns:mc="http://schemas.openxmlformats.org/markup-compatibility/2006">
              <mc:Choice xmlns:v="urn:schemas-microsoft-com:vml" Requires="v">
                <p:oleObj name="Equation" r:id="rId12" imgW="203040" imgH="228600" progId="Equation.3">
                  <p:embed/>
                </p:oleObj>
              </mc:Choice>
              <mc:Fallback>
                <p:oleObj name="Equation" r:id="rId12" imgW="203040" imgH="228600" progId="Equation.3">
                  <p:embed/>
                  <p:pic>
                    <p:nvPicPr>
                      <p:cNvPr id="933907" name="Object 19">
                        <a:extLst>
                          <a:ext uri="{FF2B5EF4-FFF2-40B4-BE49-F238E27FC236}">
                            <a16:creationId xmlns:a16="http://schemas.microsoft.com/office/drawing/2014/main" id="{11CAF613-A8C7-29BC-BF7F-F541115A060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7038" y="3525838"/>
                        <a:ext cx="501650" cy="4937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08" name="Line 20">
            <a:extLst>
              <a:ext uri="{FF2B5EF4-FFF2-40B4-BE49-F238E27FC236}">
                <a16:creationId xmlns:a16="http://schemas.microsoft.com/office/drawing/2014/main" id="{711A6C14-C428-26B1-3A7A-E0AC92A4BA3C}"/>
              </a:ext>
            </a:extLst>
          </p:cNvPr>
          <p:cNvSpPr>
            <a:spLocks noChangeShapeType="1"/>
          </p:cNvSpPr>
          <p:nvPr/>
        </p:nvSpPr>
        <p:spPr bwMode="auto">
          <a:xfrm flipV="1">
            <a:off x="8131175" y="3873500"/>
            <a:ext cx="533400" cy="304800"/>
          </a:xfrm>
          <a:prstGeom prst="line">
            <a:avLst/>
          </a:prstGeom>
          <a:noFill/>
          <a:ln w="38100">
            <a:solidFill>
              <a:schemeClr val="bg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33909" name="Object 21">
            <a:extLst>
              <a:ext uri="{FF2B5EF4-FFF2-40B4-BE49-F238E27FC236}">
                <a16:creationId xmlns:a16="http://schemas.microsoft.com/office/drawing/2014/main" id="{AC05395E-CC0A-1489-1C15-D68ECAA0054F}"/>
              </a:ext>
            </a:extLst>
          </p:cNvPr>
          <p:cNvGraphicFramePr>
            <a:graphicFrameLocks noChangeAspect="1"/>
          </p:cNvGraphicFramePr>
          <p:nvPr/>
        </p:nvGraphicFramePr>
        <p:xfrm>
          <a:off x="6446838" y="4184650"/>
          <a:ext cx="855662" cy="620713"/>
        </p:xfrm>
        <a:graphic>
          <a:graphicData uri="http://schemas.openxmlformats.org/presentationml/2006/ole">
            <mc:AlternateContent xmlns:mc="http://schemas.openxmlformats.org/markup-compatibility/2006">
              <mc:Choice xmlns:v="urn:schemas-microsoft-com:vml" Requires="v">
                <p:oleObj name="Equation" r:id="rId10" imgW="330120" imgH="241200" progId="Equation.3">
                  <p:embed/>
                </p:oleObj>
              </mc:Choice>
              <mc:Fallback>
                <p:oleObj name="Equation" r:id="rId10" imgW="330120" imgH="241200" progId="Equation.3">
                  <p:embed/>
                  <p:pic>
                    <p:nvPicPr>
                      <p:cNvPr id="933909" name="Object 21">
                        <a:extLst>
                          <a:ext uri="{FF2B5EF4-FFF2-40B4-BE49-F238E27FC236}">
                            <a16:creationId xmlns:a16="http://schemas.microsoft.com/office/drawing/2014/main" id="{AC05395E-CC0A-1489-1C15-D68ECAA0054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46838" y="4184650"/>
                        <a:ext cx="855662" cy="6207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0" name="Object 22">
            <a:extLst>
              <a:ext uri="{FF2B5EF4-FFF2-40B4-BE49-F238E27FC236}">
                <a16:creationId xmlns:a16="http://schemas.microsoft.com/office/drawing/2014/main" id="{0876F530-6902-4112-E59E-4ABCD3EF06E0}"/>
              </a:ext>
            </a:extLst>
          </p:cNvPr>
          <p:cNvGraphicFramePr>
            <a:graphicFrameLocks noChangeAspect="1"/>
          </p:cNvGraphicFramePr>
          <p:nvPr/>
        </p:nvGraphicFramePr>
        <p:xfrm>
          <a:off x="6751638" y="3498850"/>
          <a:ext cx="723900" cy="522288"/>
        </p:xfrm>
        <a:graphic>
          <a:graphicData uri="http://schemas.openxmlformats.org/presentationml/2006/ole">
            <mc:AlternateContent xmlns:mc="http://schemas.openxmlformats.org/markup-compatibility/2006">
              <mc:Choice xmlns:v="urn:schemas-microsoft-com:vml" Requires="v">
                <p:oleObj name="Equation" r:id="rId15" imgW="279360" imgH="203040" progId="Equation.3">
                  <p:embed/>
                </p:oleObj>
              </mc:Choice>
              <mc:Fallback>
                <p:oleObj name="Equation" r:id="rId15" imgW="279360" imgH="203040" progId="Equation.3">
                  <p:embed/>
                  <p:pic>
                    <p:nvPicPr>
                      <p:cNvPr id="933910" name="Object 22">
                        <a:extLst>
                          <a:ext uri="{FF2B5EF4-FFF2-40B4-BE49-F238E27FC236}">
                            <a16:creationId xmlns:a16="http://schemas.microsoft.com/office/drawing/2014/main" id="{0876F530-6902-4112-E59E-4ABCD3EF06E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51638" y="3498850"/>
                        <a:ext cx="723900" cy="52228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1" name="Object 23">
            <a:extLst>
              <a:ext uri="{FF2B5EF4-FFF2-40B4-BE49-F238E27FC236}">
                <a16:creationId xmlns:a16="http://schemas.microsoft.com/office/drawing/2014/main" id="{476ED30B-DB52-B1B2-4B02-B64FD9B44DC6}"/>
              </a:ext>
            </a:extLst>
          </p:cNvPr>
          <p:cNvGraphicFramePr>
            <a:graphicFrameLocks noChangeAspect="1"/>
          </p:cNvGraphicFramePr>
          <p:nvPr/>
        </p:nvGraphicFramePr>
        <p:xfrm>
          <a:off x="8191500" y="4718050"/>
          <a:ext cx="560388" cy="423863"/>
        </p:xfrm>
        <a:graphic>
          <a:graphicData uri="http://schemas.openxmlformats.org/presentationml/2006/ole">
            <mc:AlternateContent xmlns:mc="http://schemas.openxmlformats.org/markup-compatibility/2006">
              <mc:Choice xmlns:v="urn:schemas-microsoft-com:vml" Requires="v">
                <p:oleObj name="Equation" r:id="rId17" imgW="215640" imgH="164880" progId="Equation.3">
                  <p:embed/>
                </p:oleObj>
              </mc:Choice>
              <mc:Fallback>
                <p:oleObj name="Equation" r:id="rId17" imgW="215640" imgH="164880" progId="Equation.3">
                  <p:embed/>
                  <p:pic>
                    <p:nvPicPr>
                      <p:cNvPr id="933911" name="Object 23">
                        <a:extLst>
                          <a:ext uri="{FF2B5EF4-FFF2-40B4-BE49-F238E27FC236}">
                            <a16:creationId xmlns:a16="http://schemas.microsoft.com/office/drawing/2014/main" id="{476ED30B-DB52-B1B2-4B02-B64FD9B44DC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91500" y="4718050"/>
                        <a:ext cx="560388" cy="4238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3912" name="Rectangle 24">
            <a:extLst>
              <a:ext uri="{FF2B5EF4-FFF2-40B4-BE49-F238E27FC236}">
                <a16:creationId xmlns:a16="http://schemas.microsoft.com/office/drawing/2014/main" id="{132E886F-72EE-98F9-AFD4-92D3B62C1688}"/>
              </a:ext>
            </a:extLst>
          </p:cNvPr>
          <p:cNvSpPr>
            <a:spLocks noChangeArrowheads="1"/>
          </p:cNvSpPr>
          <p:nvPr/>
        </p:nvSpPr>
        <p:spPr bwMode="auto">
          <a:xfrm>
            <a:off x="450850" y="3146425"/>
            <a:ext cx="57261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取极限情况考虑，对于静止质量为零的粒子，如光子，能量和动量关系为</a:t>
            </a:r>
          </a:p>
          <a:p>
            <a:pPr algn="l" eaLnBrk="1" hangingPunct="1">
              <a:lnSpc>
                <a:spcPct val="100000"/>
              </a:lnSpc>
              <a:buClrTx/>
              <a:buFontTx/>
              <a:buNone/>
            </a:pPr>
            <a:endParaRPr kumimoji="1" lang="en-US" altLang="zh-CN">
              <a:latin typeface="Times New Roman" panose="02020603050405020304" pitchFamily="18" charset="0"/>
            </a:endParaRPr>
          </a:p>
        </p:txBody>
      </p:sp>
      <p:graphicFrame>
        <p:nvGraphicFramePr>
          <p:cNvPr id="933913" name="Object 25">
            <a:extLst>
              <a:ext uri="{FF2B5EF4-FFF2-40B4-BE49-F238E27FC236}">
                <a16:creationId xmlns:a16="http://schemas.microsoft.com/office/drawing/2014/main" id="{9113DD35-7E16-44F5-48C4-6BAECA4AD51B}"/>
              </a:ext>
            </a:extLst>
          </p:cNvPr>
          <p:cNvGraphicFramePr>
            <a:graphicFrameLocks/>
          </p:cNvGraphicFramePr>
          <p:nvPr/>
        </p:nvGraphicFramePr>
        <p:xfrm>
          <a:off x="1096963" y="4318000"/>
          <a:ext cx="954087" cy="431800"/>
        </p:xfrm>
        <a:graphic>
          <a:graphicData uri="http://schemas.openxmlformats.org/presentationml/2006/ole">
            <mc:AlternateContent xmlns:mc="http://schemas.openxmlformats.org/markup-compatibility/2006">
              <mc:Choice xmlns:v="urn:schemas-microsoft-com:vml" Requires="v">
                <p:oleObj name="公式" r:id="rId19" imgW="952200" imgH="431640" progId="Equation.3">
                  <p:embed/>
                </p:oleObj>
              </mc:Choice>
              <mc:Fallback>
                <p:oleObj name="公式" r:id="rId19" imgW="952200" imgH="431640" progId="Equation.3">
                  <p:embed/>
                  <p:pic>
                    <p:nvPicPr>
                      <p:cNvPr id="933913" name="Object 25">
                        <a:extLst>
                          <a:ext uri="{FF2B5EF4-FFF2-40B4-BE49-F238E27FC236}">
                            <a16:creationId xmlns:a16="http://schemas.microsoft.com/office/drawing/2014/main" id="{9113DD35-7E16-44F5-48C4-6BAECA4AD51B}"/>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6963" y="4318000"/>
                        <a:ext cx="954087" cy="4318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4" name="Object 26">
            <a:extLst>
              <a:ext uri="{FF2B5EF4-FFF2-40B4-BE49-F238E27FC236}">
                <a16:creationId xmlns:a16="http://schemas.microsoft.com/office/drawing/2014/main" id="{3F0B26E9-789C-30B5-5659-8F2E270F82B4}"/>
              </a:ext>
            </a:extLst>
          </p:cNvPr>
          <p:cNvGraphicFramePr>
            <a:graphicFrameLocks/>
          </p:cNvGraphicFramePr>
          <p:nvPr/>
        </p:nvGraphicFramePr>
        <p:xfrm>
          <a:off x="2463800" y="4343400"/>
          <a:ext cx="1028700" cy="381000"/>
        </p:xfrm>
        <a:graphic>
          <a:graphicData uri="http://schemas.openxmlformats.org/presentationml/2006/ole">
            <mc:AlternateContent xmlns:mc="http://schemas.openxmlformats.org/markup-compatibility/2006">
              <mc:Choice xmlns:v="urn:schemas-microsoft-com:vml" Requires="v">
                <p:oleObj name="公式" r:id="rId21" imgW="1028520" imgH="380880" progId="Equation.3">
                  <p:embed/>
                </p:oleObj>
              </mc:Choice>
              <mc:Fallback>
                <p:oleObj name="公式" r:id="rId21" imgW="1028520" imgH="380880" progId="Equation.3">
                  <p:embed/>
                  <p:pic>
                    <p:nvPicPr>
                      <p:cNvPr id="933914" name="Object 26">
                        <a:extLst>
                          <a:ext uri="{FF2B5EF4-FFF2-40B4-BE49-F238E27FC236}">
                            <a16:creationId xmlns:a16="http://schemas.microsoft.com/office/drawing/2014/main" id="{3F0B26E9-789C-30B5-5659-8F2E270F82B4}"/>
                          </a:ext>
                        </a:extLst>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63800" y="4343400"/>
                        <a:ext cx="1028700" cy="3810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5" name="Object 27">
            <a:extLst>
              <a:ext uri="{FF2B5EF4-FFF2-40B4-BE49-F238E27FC236}">
                <a16:creationId xmlns:a16="http://schemas.microsoft.com/office/drawing/2014/main" id="{CBD47205-681E-11E1-9E65-20D4B071F3AF}"/>
              </a:ext>
            </a:extLst>
          </p:cNvPr>
          <p:cNvGraphicFramePr>
            <a:graphicFrameLocks/>
          </p:cNvGraphicFramePr>
          <p:nvPr/>
        </p:nvGraphicFramePr>
        <p:xfrm>
          <a:off x="3944938" y="4125913"/>
          <a:ext cx="914400" cy="815975"/>
        </p:xfrm>
        <a:graphic>
          <a:graphicData uri="http://schemas.openxmlformats.org/presentationml/2006/ole">
            <mc:AlternateContent xmlns:mc="http://schemas.openxmlformats.org/markup-compatibility/2006">
              <mc:Choice xmlns:v="urn:schemas-microsoft-com:vml" Requires="v">
                <p:oleObj name="公式" r:id="rId23" imgW="914400" imgH="812520" progId="Equation.3">
                  <p:embed/>
                </p:oleObj>
              </mc:Choice>
              <mc:Fallback>
                <p:oleObj name="公式" r:id="rId23" imgW="914400" imgH="812520" progId="Equation.3">
                  <p:embed/>
                  <p:pic>
                    <p:nvPicPr>
                      <p:cNvPr id="933915" name="Object 27">
                        <a:extLst>
                          <a:ext uri="{FF2B5EF4-FFF2-40B4-BE49-F238E27FC236}">
                            <a16:creationId xmlns:a16="http://schemas.microsoft.com/office/drawing/2014/main" id="{CBD47205-681E-11E1-9E65-20D4B071F3AF}"/>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44938" y="4125913"/>
                        <a:ext cx="914400" cy="815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6" name="Object 28">
            <a:extLst>
              <a:ext uri="{FF2B5EF4-FFF2-40B4-BE49-F238E27FC236}">
                <a16:creationId xmlns:a16="http://schemas.microsoft.com/office/drawing/2014/main" id="{85AD6CF2-54B5-A02B-6878-1A5850CDF280}"/>
              </a:ext>
            </a:extLst>
          </p:cNvPr>
          <p:cNvGraphicFramePr>
            <a:graphicFrameLocks/>
          </p:cNvGraphicFramePr>
          <p:nvPr/>
        </p:nvGraphicFramePr>
        <p:xfrm>
          <a:off x="1042988" y="5084763"/>
          <a:ext cx="1431925" cy="315912"/>
        </p:xfrm>
        <a:graphic>
          <a:graphicData uri="http://schemas.openxmlformats.org/presentationml/2006/ole">
            <mc:AlternateContent xmlns:mc="http://schemas.openxmlformats.org/markup-compatibility/2006">
              <mc:Choice xmlns:v="urn:schemas-microsoft-com:vml" Requires="v">
                <p:oleObj name="公式" r:id="rId25" imgW="1434960" imgH="317160" progId="Equation.3">
                  <p:embed/>
                </p:oleObj>
              </mc:Choice>
              <mc:Fallback>
                <p:oleObj name="公式" r:id="rId25" imgW="1434960" imgH="317160" progId="Equation.3">
                  <p:embed/>
                  <p:pic>
                    <p:nvPicPr>
                      <p:cNvPr id="933916" name="Object 28">
                        <a:extLst>
                          <a:ext uri="{FF2B5EF4-FFF2-40B4-BE49-F238E27FC236}">
                            <a16:creationId xmlns:a16="http://schemas.microsoft.com/office/drawing/2014/main" id="{85AD6CF2-54B5-A02B-6878-1A5850CDF280}"/>
                          </a:ext>
                        </a:extLst>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42988" y="5084763"/>
                        <a:ext cx="1431925" cy="3159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7" name="Object 29">
            <a:extLst>
              <a:ext uri="{FF2B5EF4-FFF2-40B4-BE49-F238E27FC236}">
                <a16:creationId xmlns:a16="http://schemas.microsoft.com/office/drawing/2014/main" id="{0B363C49-4147-274D-8C31-E60DC8E18DAE}"/>
              </a:ext>
            </a:extLst>
          </p:cNvPr>
          <p:cNvGraphicFramePr>
            <a:graphicFrameLocks/>
          </p:cNvGraphicFramePr>
          <p:nvPr/>
        </p:nvGraphicFramePr>
        <p:xfrm>
          <a:off x="1011238" y="5589588"/>
          <a:ext cx="2047875" cy="809625"/>
        </p:xfrm>
        <a:graphic>
          <a:graphicData uri="http://schemas.openxmlformats.org/presentationml/2006/ole">
            <mc:AlternateContent xmlns:mc="http://schemas.openxmlformats.org/markup-compatibility/2006">
              <mc:Choice xmlns:v="urn:schemas-microsoft-com:vml" Requires="v">
                <p:oleObj name="公式" r:id="rId27" imgW="2057400" imgH="812520" progId="Equation.3">
                  <p:embed/>
                </p:oleObj>
              </mc:Choice>
              <mc:Fallback>
                <p:oleObj name="公式" r:id="rId27" imgW="2057400" imgH="812520" progId="Equation.3">
                  <p:embed/>
                  <p:pic>
                    <p:nvPicPr>
                      <p:cNvPr id="933917" name="Object 29">
                        <a:extLst>
                          <a:ext uri="{FF2B5EF4-FFF2-40B4-BE49-F238E27FC236}">
                            <a16:creationId xmlns:a16="http://schemas.microsoft.com/office/drawing/2014/main" id="{0B363C49-4147-274D-8C31-E60DC8E18DAE}"/>
                          </a:ext>
                        </a:extLst>
                      </p:cNvPr>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11238" y="5589588"/>
                        <a:ext cx="2047875"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3918" name="Object 30">
            <a:extLst>
              <a:ext uri="{FF2B5EF4-FFF2-40B4-BE49-F238E27FC236}">
                <a16:creationId xmlns:a16="http://schemas.microsoft.com/office/drawing/2014/main" id="{F208599D-0D2B-D12C-E877-9A3719A76C15}"/>
              </a:ext>
            </a:extLst>
          </p:cNvPr>
          <p:cNvGraphicFramePr>
            <a:graphicFrameLocks/>
          </p:cNvGraphicFramePr>
          <p:nvPr/>
        </p:nvGraphicFramePr>
        <p:xfrm>
          <a:off x="3549650" y="5589588"/>
          <a:ext cx="1814513" cy="809625"/>
        </p:xfrm>
        <a:graphic>
          <a:graphicData uri="http://schemas.openxmlformats.org/presentationml/2006/ole">
            <mc:AlternateContent xmlns:mc="http://schemas.openxmlformats.org/markup-compatibility/2006">
              <mc:Choice xmlns:v="urn:schemas-microsoft-com:vml" Requires="v">
                <p:oleObj name="公式" r:id="rId29" imgW="1815840" imgH="812520" progId="Equation.3">
                  <p:embed/>
                </p:oleObj>
              </mc:Choice>
              <mc:Fallback>
                <p:oleObj name="公式" r:id="rId29" imgW="1815840" imgH="812520" progId="Equation.3">
                  <p:embed/>
                  <p:pic>
                    <p:nvPicPr>
                      <p:cNvPr id="933918" name="Object 30">
                        <a:extLst>
                          <a:ext uri="{FF2B5EF4-FFF2-40B4-BE49-F238E27FC236}">
                            <a16:creationId xmlns:a16="http://schemas.microsoft.com/office/drawing/2014/main" id="{F208599D-0D2B-D12C-E877-9A3719A76C15}"/>
                          </a:ext>
                        </a:extLst>
                      </p:cNvPr>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549650" y="5589588"/>
                        <a:ext cx="1814513" cy="8096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338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338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933891">
                                            <p:txEl>
                                              <p:pRg st="0" end="0"/>
                                            </p:txEl>
                                          </p:spTgt>
                                        </p:tgtEl>
                                        <p:attrNameLst>
                                          <p:attrName>style.visibility</p:attrName>
                                        </p:attrNameLst>
                                      </p:cBhvr>
                                      <p:to>
                                        <p:strVal val="visible"/>
                                      </p:to>
                                    </p:set>
                                    <p:animEffect transition="in" filter="blinds(horizontal)">
                                      <p:cBhvr>
                                        <p:cTn id="15" dur="500"/>
                                        <p:tgtEl>
                                          <p:spTgt spid="933891">
                                            <p:txEl>
                                              <p:pRg st="0" end="0"/>
                                            </p:txEl>
                                          </p:spTgt>
                                        </p:tgtEl>
                                      </p:cBhvr>
                                    </p:animEffect>
                                  </p:childTnLst>
                                </p:cTn>
                              </p:par>
                            </p:childTnLst>
                          </p:cTn>
                        </p:par>
                        <p:par>
                          <p:cTn id="16" fill="hold" nodeType="afterGroup">
                            <p:stCondLst>
                              <p:cond delay="500"/>
                            </p:stCondLst>
                            <p:childTnLst>
                              <p:par>
                                <p:cTn id="17" presetID="22" presetClass="entr" presetSubtype="8" fill="hold" nodeType="afterEffect">
                                  <p:stCondLst>
                                    <p:cond delay="0"/>
                                  </p:stCondLst>
                                  <p:childTnLst>
                                    <p:set>
                                      <p:cBhvr>
                                        <p:cTn id="18" dur="1" fill="hold">
                                          <p:stCondLst>
                                            <p:cond delay="0"/>
                                          </p:stCondLst>
                                        </p:cTn>
                                        <p:tgtEl>
                                          <p:spTgt spid="933894"/>
                                        </p:tgtEl>
                                        <p:attrNameLst>
                                          <p:attrName>style.visibility</p:attrName>
                                        </p:attrNameLst>
                                      </p:cBhvr>
                                      <p:to>
                                        <p:strVal val="visible"/>
                                      </p:to>
                                    </p:set>
                                    <p:animEffect transition="in" filter="wipe(left)">
                                      <p:cBhvr>
                                        <p:cTn id="19" dur="500"/>
                                        <p:tgtEl>
                                          <p:spTgt spid="9338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933893"/>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933896">
                                            <p:txEl>
                                              <p:pRg st="0" end="0"/>
                                            </p:txEl>
                                          </p:spTgt>
                                        </p:tgtEl>
                                        <p:attrNameLst>
                                          <p:attrName>style.visibility</p:attrName>
                                        </p:attrNameLst>
                                      </p:cBhvr>
                                      <p:to>
                                        <p:strVal val="visible"/>
                                      </p:to>
                                    </p:set>
                                    <p:animEffect transition="in" filter="blinds(horizontal)">
                                      <p:cBhvr>
                                        <p:cTn id="28" dur="500"/>
                                        <p:tgtEl>
                                          <p:spTgt spid="933896">
                                            <p:txEl>
                                              <p:pRg st="0" end="0"/>
                                            </p:txEl>
                                          </p:spTgt>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933899"/>
                                        </p:tgtEl>
                                        <p:attrNameLst>
                                          <p:attrName>style.visibility</p:attrName>
                                        </p:attrNameLst>
                                      </p:cBhvr>
                                      <p:to>
                                        <p:strVal val="visible"/>
                                      </p:to>
                                    </p:set>
                                    <p:animEffect transition="in" filter="wipe(up)">
                                      <p:cBhvr>
                                        <p:cTn id="32" dur="500"/>
                                        <p:tgtEl>
                                          <p:spTgt spid="9338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93389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933898"/>
                                        </p:tgtEl>
                                        <p:attrNameLst>
                                          <p:attrName>style.visibility</p:attrName>
                                        </p:attrNameLst>
                                      </p:cBhvr>
                                      <p:to>
                                        <p:strVal val="visible"/>
                                      </p:to>
                                    </p:set>
                                    <p:animEffect transition="in" filter="wipe(right)">
                                      <p:cBhvr>
                                        <p:cTn id="41" dur="500"/>
                                        <p:tgtEl>
                                          <p:spTgt spid="93389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93389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933900"/>
                                        </p:tgtEl>
                                        <p:attrNameLst>
                                          <p:attrName>style.visibility</p:attrName>
                                        </p:attrNameLst>
                                      </p:cBhvr>
                                      <p:to>
                                        <p:strVal val="visible"/>
                                      </p:to>
                                    </p:set>
                                    <p:animEffect transition="in" filter="dissolve">
                                      <p:cBhvr>
                                        <p:cTn id="50" dur="500"/>
                                        <p:tgtEl>
                                          <p:spTgt spid="93390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33904"/>
                                        </p:tgtEl>
                                        <p:attrNameLst>
                                          <p:attrName>style.visibility</p:attrName>
                                        </p:attrNameLst>
                                      </p:cBhvr>
                                      <p:to>
                                        <p:strVal val="visible"/>
                                      </p:to>
                                    </p:set>
                                    <p:animEffect transition="in" filter="wipe(left)">
                                      <p:cBhvr>
                                        <p:cTn id="55" dur="500"/>
                                        <p:tgtEl>
                                          <p:spTgt spid="93390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33911"/>
                                        </p:tgtEl>
                                        <p:attrNameLst>
                                          <p:attrName>style.visibility</p:attrName>
                                        </p:attrNameLst>
                                      </p:cBhvr>
                                      <p:to>
                                        <p:strVal val="visible"/>
                                      </p:to>
                                    </p:set>
                                    <p:animEffect transition="in" filter="wipe(left)">
                                      <p:cBhvr>
                                        <p:cTn id="60" dur="500"/>
                                        <p:tgtEl>
                                          <p:spTgt spid="93391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933901"/>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933902"/>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933906"/>
                                        </p:tgtEl>
                                        <p:attrNameLst>
                                          <p:attrName>style.visibility</p:attrName>
                                        </p:attrNameLst>
                                      </p:cBhvr>
                                      <p:to>
                                        <p:strVal val="visible"/>
                                      </p:to>
                                    </p:set>
                                    <p:animEffect transition="in" filter="dissolve">
                                      <p:cBhvr>
                                        <p:cTn id="73" dur="500"/>
                                        <p:tgtEl>
                                          <p:spTgt spid="93390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933910"/>
                                        </p:tgtEl>
                                        <p:attrNameLst>
                                          <p:attrName>style.visibility</p:attrName>
                                        </p:attrNameLst>
                                      </p:cBhvr>
                                      <p:to>
                                        <p:strVal val="visible"/>
                                      </p:to>
                                    </p:set>
                                    <p:animEffect transition="in" filter="wipe(left)">
                                      <p:cBhvr>
                                        <p:cTn id="78" dur="500"/>
                                        <p:tgtEl>
                                          <p:spTgt spid="93391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93390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93390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933909"/>
                                        </p:tgtEl>
                                        <p:attrNameLst>
                                          <p:attrName>style.visibility</p:attrName>
                                        </p:attrNameLst>
                                      </p:cBhvr>
                                      <p:to>
                                        <p:strVal val="visible"/>
                                      </p:to>
                                    </p:set>
                                    <p:animEffect transition="in" filter="wipe(left)">
                                      <p:cBhvr>
                                        <p:cTn id="91" dur="500"/>
                                        <p:tgtEl>
                                          <p:spTgt spid="93390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9" presetClass="entr" presetSubtype="0" fill="hold" nodeType="clickEffect">
                                  <p:stCondLst>
                                    <p:cond delay="0"/>
                                  </p:stCondLst>
                                  <p:childTnLst>
                                    <p:set>
                                      <p:cBhvr>
                                        <p:cTn id="95" dur="1" fill="hold">
                                          <p:stCondLst>
                                            <p:cond delay="0"/>
                                          </p:stCondLst>
                                        </p:cTn>
                                        <p:tgtEl>
                                          <p:spTgt spid="933908"/>
                                        </p:tgtEl>
                                        <p:attrNameLst>
                                          <p:attrName>style.visibility</p:attrName>
                                        </p:attrNameLst>
                                      </p:cBhvr>
                                      <p:to>
                                        <p:strVal val="visible"/>
                                      </p:to>
                                    </p:set>
                                    <p:animEffect transition="in" filter="dissolve">
                                      <p:cBhvr>
                                        <p:cTn id="96" dur="500"/>
                                        <p:tgtEl>
                                          <p:spTgt spid="93390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933907"/>
                                        </p:tgtEl>
                                        <p:attrNameLst>
                                          <p:attrName>style.visibility</p:attrName>
                                        </p:attrNameLst>
                                      </p:cBhvr>
                                      <p:to>
                                        <p:strVal val="visible"/>
                                      </p:to>
                                    </p:set>
                                    <p:animEffect transition="in" filter="wipe(left)">
                                      <p:cBhvr>
                                        <p:cTn id="101" dur="500"/>
                                        <p:tgtEl>
                                          <p:spTgt spid="93390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4" presetClass="entr" presetSubtype="10" fill="hold" nodeType="clickEffect">
                                  <p:stCondLst>
                                    <p:cond delay="0"/>
                                  </p:stCondLst>
                                  <p:childTnLst>
                                    <p:set>
                                      <p:cBhvr>
                                        <p:cTn id="105" dur="1" fill="hold">
                                          <p:stCondLst>
                                            <p:cond delay="0"/>
                                          </p:stCondLst>
                                        </p:cTn>
                                        <p:tgtEl>
                                          <p:spTgt spid="933912"/>
                                        </p:tgtEl>
                                        <p:attrNameLst>
                                          <p:attrName>style.visibility</p:attrName>
                                        </p:attrNameLst>
                                      </p:cBhvr>
                                      <p:to>
                                        <p:strVal val="visible"/>
                                      </p:to>
                                    </p:set>
                                    <p:animEffect transition="in" filter="randombar(horizontal)">
                                      <p:cBhvr>
                                        <p:cTn id="106" dur="300"/>
                                        <p:tgtEl>
                                          <p:spTgt spid="93391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933913"/>
                                        </p:tgtEl>
                                        <p:attrNameLst>
                                          <p:attrName>style.visibility</p:attrName>
                                        </p:attrNameLst>
                                      </p:cBhvr>
                                      <p:to>
                                        <p:strVal val="visible"/>
                                      </p:to>
                                    </p:set>
                                    <p:animEffect transition="in" filter="wipe(left)">
                                      <p:cBhvr>
                                        <p:cTn id="111" dur="500"/>
                                        <p:tgtEl>
                                          <p:spTgt spid="933913"/>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933914"/>
                                        </p:tgtEl>
                                        <p:attrNameLst>
                                          <p:attrName>style.visibility</p:attrName>
                                        </p:attrNameLst>
                                      </p:cBhvr>
                                      <p:to>
                                        <p:strVal val="visible"/>
                                      </p:to>
                                    </p:set>
                                    <p:animEffect transition="in" filter="wipe(left)">
                                      <p:cBhvr>
                                        <p:cTn id="116" dur="500"/>
                                        <p:tgtEl>
                                          <p:spTgt spid="933914"/>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933915"/>
                                        </p:tgtEl>
                                        <p:attrNameLst>
                                          <p:attrName>style.visibility</p:attrName>
                                        </p:attrNameLst>
                                      </p:cBhvr>
                                      <p:to>
                                        <p:strVal val="visible"/>
                                      </p:to>
                                    </p:set>
                                    <p:animEffect transition="in" filter="wipe(left)">
                                      <p:cBhvr>
                                        <p:cTn id="121" dur="500"/>
                                        <p:tgtEl>
                                          <p:spTgt spid="933915"/>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933916"/>
                                        </p:tgtEl>
                                        <p:attrNameLst>
                                          <p:attrName>style.visibility</p:attrName>
                                        </p:attrNameLst>
                                      </p:cBhvr>
                                      <p:to>
                                        <p:strVal val="visible"/>
                                      </p:to>
                                    </p:set>
                                    <p:animEffect transition="in" filter="wipe(left)">
                                      <p:cBhvr>
                                        <p:cTn id="126" dur="500"/>
                                        <p:tgtEl>
                                          <p:spTgt spid="93391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933917"/>
                                        </p:tgtEl>
                                        <p:attrNameLst>
                                          <p:attrName>style.visibility</p:attrName>
                                        </p:attrNameLst>
                                      </p:cBhvr>
                                      <p:to>
                                        <p:strVal val="visible"/>
                                      </p:to>
                                    </p:set>
                                    <p:animEffect transition="in" filter="wipe(left)">
                                      <p:cBhvr>
                                        <p:cTn id="131" dur="500"/>
                                        <p:tgtEl>
                                          <p:spTgt spid="933917"/>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933918"/>
                                        </p:tgtEl>
                                        <p:attrNameLst>
                                          <p:attrName>style.visibility</p:attrName>
                                        </p:attrNameLst>
                                      </p:cBhvr>
                                      <p:to>
                                        <p:strVal val="visible"/>
                                      </p:to>
                                    </p:set>
                                    <p:animEffect transition="in" filter="wipe(left)">
                                      <p:cBhvr>
                                        <p:cTn id="136" dur="500"/>
                                        <p:tgtEl>
                                          <p:spTgt spid="933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0" grpId="0" autoUpdateAnimBg="0"/>
      <p:bldP spid="933891" grpId="0" build="p" autoUpdateAnimBg="0"/>
      <p:bldP spid="933896" grpId="0" build="p" autoUpdateAnimBg="0"/>
      <p:bldP spid="933900" grpId="0" animBg="1"/>
      <p:bldP spid="93391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Text Box 2">
            <a:extLst>
              <a:ext uri="{FF2B5EF4-FFF2-40B4-BE49-F238E27FC236}">
                <a16:creationId xmlns:a16="http://schemas.microsoft.com/office/drawing/2014/main" id="{7AF5C4E2-C9AA-7DB3-B260-570D89BEA4CE}"/>
              </a:ext>
            </a:extLst>
          </p:cNvPr>
          <p:cNvSpPr txBox="1">
            <a:spLocks noChangeArrowheads="1"/>
          </p:cNvSpPr>
          <p:nvPr/>
        </p:nvSpPr>
        <p:spPr bwMode="auto">
          <a:xfrm>
            <a:off x="611188" y="523875"/>
            <a:ext cx="6118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对于动能是</a:t>
            </a:r>
            <a:r>
              <a:rPr lang="en-US" altLang="zh-CN" i="1">
                <a:solidFill>
                  <a:srgbClr val="FFCC66"/>
                </a:solidFill>
                <a:latin typeface="Times New Roman" panose="02020603050405020304" pitchFamily="18" charset="0"/>
              </a:rPr>
              <a:t>E</a:t>
            </a:r>
            <a:r>
              <a:rPr lang="en-US" altLang="zh-CN" baseline="-25000">
                <a:solidFill>
                  <a:srgbClr val="FFCC66"/>
                </a:solidFill>
                <a:latin typeface="Times New Roman" panose="02020603050405020304" pitchFamily="18" charset="0"/>
              </a:rPr>
              <a:t>k</a:t>
            </a:r>
            <a:r>
              <a:rPr lang="zh-CN" altLang="en-US"/>
              <a:t>的粒子，总能量为</a:t>
            </a:r>
            <a:endParaRPr lang="zh-CN" altLang="en-US" b="0"/>
          </a:p>
        </p:txBody>
      </p:sp>
      <p:graphicFrame>
        <p:nvGraphicFramePr>
          <p:cNvPr id="986115" name="Object 3">
            <a:extLst>
              <a:ext uri="{FF2B5EF4-FFF2-40B4-BE49-F238E27FC236}">
                <a16:creationId xmlns:a16="http://schemas.microsoft.com/office/drawing/2014/main" id="{B5EA0BC5-4715-DEDC-42BF-2055BDFDF4B9}"/>
              </a:ext>
            </a:extLst>
          </p:cNvPr>
          <p:cNvGraphicFramePr>
            <a:graphicFrameLocks noChangeAspect="1"/>
          </p:cNvGraphicFramePr>
          <p:nvPr/>
        </p:nvGraphicFramePr>
        <p:xfrm>
          <a:off x="1550988" y="1209675"/>
          <a:ext cx="1725612" cy="419100"/>
        </p:xfrm>
        <a:graphic>
          <a:graphicData uri="http://schemas.openxmlformats.org/presentationml/2006/ole">
            <mc:AlternateContent xmlns:mc="http://schemas.openxmlformats.org/markup-compatibility/2006">
              <mc:Choice xmlns:v="urn:schemas-microsoft-com:vml" Requires="v">
                <p:oleObj name="公式" r:id="rId2" imgW="1726920" imgH="419040" progId="Equation.3">
                  <p:embed/>
                </p:oleObj>
              </mc:Choice>
              <mc:Fallback>
                <p:oleObj name="公式" r:id="rId2" imgW="1726920" imgH="419040" progId="Equation.3">
                  <p:embed/>
                  <p:pic>
                    <p:nvPicPr>
                      <p:cNvPr id="986115" name="Object 3">
                        <a:extLst>
                          <a:ext uri="{FF2B5EF4-FFF2-40B4-BE49-F238E27FC236}">
                            <a16:creationId xmlns:a16="http://schemas.microsoft.com/office/drawing/2014/main" id="{B5EA0BC5-4715-DEDC-42BF-2055BDFDF4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1209675"/>
                        <a:ext cx="17256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6116" name="Object 4">
            <a:extLst>
              <a:ext uri="{FF2B5EF4-FFF2-40B4-BE49-F238E27FC236}">
                <a16:creationId xmlns:a16="http://schemas.microsoft.com/office/drawing/2014/main" id="{91E3E547-954B-F7BF-B3BB-18BFF706B6DB}"/>
              </a:ext>
            </a:extLst>
          </p:cNvPr>
          <p:cNvGraphicFramePr>
            <a:graphicFrameLocks noChangeAspect="1"/>
          </p:cNvGraphicFramePr>
          <p:nvPr/>
        </p:nvGraphicFramePr>
        <p:xfrm>
          <a:off x="1116013" y="1954213"/>
          <a:ext cx="2678112" cy="444500"/>
        </p:xfrm>
        <a:graphic>
          <a:graphicData uri="http://schemas.openxmlformats.org/presentationml/2006/ole">
            <mc:AlternateContent xmlns:mc="http://schemas.openxmlformats.org/markup-compatibility/2006">
              <mc:Choice xmlns:v="urn:schemas-microsoft-com:vml" Requires="v">
                <p:oleObj name="公式" r:id="rId4" imgW="2679480" imgH="444240" progId="Equation.3">
                  <p:embed/>
                </p:oleObj>
              </mc:Choice>
              <mc:Fallback>
                <p:oleObj name="公式" r:id="rId4" imgW="2679480" imgH="444240" progId="Equation.3">
                  <p:embed/>
                  <p:pic>
                    <p:nvPicPr>
                      <p:cNvPr id="986116" name="Object 4">
                        <a:extLst>
                          <a:ext uri="{FF2B5EF4-FFF2-40B4-BE49-F238E27FC236}">
                            <a16:creationId xmlns:a16="http://schemas.microsoft.com/office/drawing/2014/main" id="{91E3E547-954B-F7BF-B3BB-18BFF706B6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954213"/>
                        <a:ext cx="2678112"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6117" name="Text Box 5">
            <a:extLst>
              <a:ext uri="{FF2B5EF4-FFF2-40B4-BE49-F238E27FC236}">
                <a16:creationId xmlns:a16="http://schemas.microsoft.com/office/drawing/2014/main" id="{D3623270-1870-1658-F8ED-B825CF1E213E}"/>
              </a:ext>
            </a:extLst>
          </p:cNvPr>
          <p:cNvSpPr txBox="1">
            <a:spLocks noChangeArrowheads="1"/>
          </p:cNvSpPr>
          <p:nvPr/>
        </p:nvSpPr>
        <p:spPr bwMode="auto">
          <a:xfrm>
            <a:off x="552450" y="2708275"/>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latin typeface="Times New Roman" panose="02020603050405020304" pitchFamily="18" charset="0"/>
              </a:rPr>
              <a:t>当</a:t>
            </a:r>
            <a:r>
              <a:rPr lang="en-US" altLang="zh-CN" i="1">
                <a:solidFill>
                  <a:srgbClr val="FFCC66"/>
                </a:solidFill>
                <a:latin typeface="Bookman Old Style" panose="02050604050505020204" pitchFamily="18" charset="0"/>
              </a:rPr>
              <a:t>v</a:t>
            </a:r>
            <a:r>
              <a:rPr lang="en-US" altLang="zh-CN">
                <a:solidFill>
                  <a:srgbClr val="FFCC66"/>
                </a:solidFill>
                <a:latin typeface="Times New Roman" panose="02020603050405020304" pitchFamily="18" charset="0"/>
              </a:rPr>
              <a:t>&lt;&lt;</a:t>
            </a:r>
            <a:r>
              <a:rPr lang="en-US" altLang="zh-CN" i="1">
                <a:solidFill>
                  <a:srgbClr val="FFCC66"/>
                </a:solidFill>
                <a:latin typeface="Times New Roman" panose="02020603050405020304" pitchFamily="18" charset="0"/>
              </a:rPr>
              <a:t>c</a:t>
            </a:r>
            <a:r>
              <a:rPr lang="zh-CN" altLang="en-US">
                <a:latin typeface="Times New Roman" panose="02020603050405020304" pitchFamily="18" charset="0"/>
              </a:rPr>
              <a:t>时，</a:t>
            </a:r>
            <a:r>
              <a:rPr lang="en-US" altLang="zh-CN" i="1">
                <a:solidFill>
                  <a:srgbClr val="FFCC66"/>
                </a:solidFill>
                <a:latin typeface="Times New Roman" panose="02020603050405020304" pitchFamily="18" charset="0"/>
              </a:rPr>
              <a:t>E</a:t>
            </a:r>
            <a:r>
              <a:rPr lang="en-US" altLang="zh-CN" baseline="-25000">
                <a:solidFill>
                  <a:srgbClr val="FFCC66"/>
                </a:solidFill>
                <a:latin typeface="Times New Roman" panose="02020603050405020304" pitchFamily="18" charset="0"/>
              </a:rPr>
              <a:t>k</a:t>
            </a:r>
            <a:r>
              <a:rPr lang="en-US" altLang="zh-CN" baseline="30000">
                <a:solidFill>
                  <a:srgbClr val="FFCC66"/>
                </a:solidFill>
                <a:latin typeface="Times New Roman" panose="02020603050405020304" pitchFamily="18" charset="0"/>
              </a:rPr>
              <a:t>2</a:t>
            </a:r>
            <a:r>
              <a:rPr lang="en-US" altLang="zh-CN">
                <a:solidFill>
                  <a:srgbClr val="FFCC66"/>
                </a:solidFill>
                <a:latin typeface="Times New Roman" panose="02020603050405020304" pitchFamily="18" charset="0"/>
              </a:rPr>
              <a:t>&lt;&lt;2m</a:t>
            </a:r>
            <a:r>
              <a:rPr lang="en-US" altLang="zh-CN" baseline="-25000">
                <a:solidFill>
                  <a:srgbClr val="FFCC66"/>
                </a:solidFill>
                <a:latin typeface="Times New Roman" panose="02020603050405020304" pitchFamily="18" charset="0"/>
              </a:rPr>
              <a:t>0</a:t>
            </a:r>
            <a:r>
              <a:rPr lang="en-US" altLang="zh-CN" i="1">
                <a:solidFill>
                  <a:srgbClr val="FFCC66"/>
                </a:solidFill>
                <a:latin typeface="Times New Roman" panose="02020603050405020304" pitchFamily="18" charset="0"/>
              </a:rPr>
              <a:t>c</a:t>
            </a:r>
            <a:r>
              <a:rPr lang="en-US" altLang="zh-CN" baseline="30000">
                <a:solidFill>
                  <a:srgbClr val="FFCC66"/>
                </a:solidFill>
                <a:latin typeface="Times New Roman" panose="02020603050405020304" pitchFamily="18" charset="0"/>
              </a:rPr>
              <a:t>2</a:t>
            </a:r>
          </a:p>
        </p:txBody>
      </p:sp>
      <p:graphicFrame>
        <p:nvGraphicFramePr>
          <p:cNvPr id="986118" name="Object 6">
            <a:extLst>
              <a:ext uri="{FF2B5EF4-FFF2-40B4-BE49-F238E27FC236}">
                <a16:creationId xmlns:a16="http://schemas.microsoft.com/office/drawing/2014/main" id="{F478316E-082C-9FEC-B9FF-9CBBF29F22F6}"/>
              </a:ext>
            </a:extLst>
          </p:cNvPr>
          <p:cNvGraphicFramePr>
            <a:graphicFrameLocks noChangeAspect="1"/>
          </p:cNvGraphicFramePr>
          <p:nvPr/>
        </p:nvGraphicFramePr>
        <p:xfrm>
          <a:off x="1258888" y="5389563"/>
          <a:ext cx="1193800" cy="838200"/>
        </p:xfrm>
        <a:graphic>
          <a:graphicData uri="http://schemas.openxmlformats.org/presentationml/2006/ole">
            <mc:AlternateContent xmlns:mc="http://schemas.openxmlformats.org/markup-compatibility/2006">
              <mc:Choice xmlns:v="urn:schemas-microsoft-com:vml" Requires="v">
                <p:oleObj name="公式" r:id="rId6" imgW="1193760" imgH="838080" progId="Equation.3">
                  <p:embed/>
                </p:oleObj>
              </mc:Choice>
              <mc:Fallback>
                <p:oleObj name="公式" r:id="rId6" imgW="1193760" imgH="838080" progId="Equation.3">
                  <p:embed/>
                  <p:pic>
                    <p:nvPicPr>
                      <p:cNvPr id="986118" name="Object 6">
                        <a:extLst>
                          <a:ext uri="{FF2B5EF4-FFF2-40B4-BE49-F238E27FC236}">
                            <a16:creationId xmlns:a16="http://schemas.microsoft.com/office/drawing/2014/main" id="{F478316E-082C-9FEC-B9FF-9CBBF29F22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5389563"/>
                        <a:ext cx="1193800" cy="838200"/>
                      </a:xfrm>
                      <a:prstGeom prst="rect">
                        <a:avLst/>
                      </a:prstGeom>
                      <a:solidFill>
                        <a:srgbClr val="00FFFF">
                          <a:alpha val="20000"/>
                        </a:srgbClr>
                      </a:solidFill>
                      <a:ln w="12700" algn="ctr">
                        <a:solidFill>
                          <a:srgbClr val="DDDDDD">
                            <a:alpha val="50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a:extLst>
              <a:ext uri="{FF2B5EF4-FFF2-40B4-BE49-F238E27FC236}">
                <a16:creationId xmlns:a16="http://schemas.microsoft.com/office/drawing/2014/main" id="{63C4F25B-F6F1-BB65-E5A1-63523592CCDA}"/>
              </a:ext>
            </a:extLst>
          </p:cNvPr>
          <p:cNvGrpSpPr>
            <a:grpSpLocks/>
          </p:cNvGrpSpPr>
          <p:nvPr/>
        </p:nvGrpSpPr>
        <p:grpSpPr bwMode="auto">
          <a:xfrm>
            <a:off x="5002213" y="1700213"/>
            <a:ext cx="3673475" cy="3240087"/>
            <a:chOff x="3016" y="1207"/>
            <a:chExt cx="2314" cy="2041"/>
          </a:xfrm>
        </p:grpSpPr>
        <p:sp>
          <p:nvSpPr>
            <p:cNvPr id="16400" name="AutoShape 8">
              <a:extLst>
                <a:ext uri="{FF2B5EF4-FFF2-40B4-BE49-F238E27FC236}">
                  <a16:creationId xmlns:a16="http://schemas.microsoft.com/office/drawing/2014/main" id="{1D722CD2-6548-39E6-9F4A-7D2763706621}"/>
                </a:ext>
              </a:extLst>
            </p:cNvPr>
            <p:cNvSpPr>
              <a:spLocks noChangeAspect="1" noChangeArrowheads="1" noTextEdit="1"/>
            </p:cNvSpPr>
            <p:nvPr/>
          </p:nvSpPr>
          <p:spPr bwMode="auto">
            <a:xfrm>
              <a:off x="3016" y="1207"/>
              <a:ext cx="2314" cy="2041"/>
            </a:xfrm>
            <a:prstGeom prst="rect">
              <a:avLst/>
            </a:prstGeom>
            <a:solidFill>
              <a:srgbClr val="00FFFF">
                <a:alpha val="20000"/>
              </a:srgbClr>
            </a:solidFill>
            <a:ln w="9525">
              <a:solidFill>
                <a:srgbClr val="FFFFFF">
                  <a:alpha val="50195"/>
                </a:srgbClr>
              </a:solidFill>
              <a:miter lim="800000"/>
              <a:headEnd/>
              <a:tailEnd/>
            </a:ln>
          </p:spPr>
          <p:txBody>
            <a:bodyPr/>
            <a:lstStyle/>
            <a:p>
              <a:endParaRPr lang="zh-CN" altLang="en-US"/>
            </a:p>
          </p:txBody>
        </p:sp>
        <p:sp>
          <p:nvSpPr>
            <p:cNvPr id="16401" name="Freeform 9">
              <a:extLst>
                <a:ext uri="{FF2B5EF4-FFF2-40B4-BE49-F238E27FC236}">
                  <a16:creationId xmlns:a16="http://schemas.microsoft.com/office/drawing/2014/main" id="{E7D9F263-D3F0-9DF3-05C5-14C451783CBF}"/>
                </a:ext>
              </a:extLst>
            </p:cNvPr>
            <p:cNvSpPr>
              <a:spLocks/>
            </p:cNvSpPr>
            <p:nvPr/>
          </p:nvSpPr>
          <p:spPr bwMode="auto">
            <a:xfrm>
              <a:off x="3213" y="1389"/>
              <a:ext cx="57" cy="171"/>
            </a:xfrm>
            <a:custGeom>
              <a:avLst/>
              <a:gdLst>
                <a:gd name="T0" fmla="*/ 1 w 94"/>
                <a:gd name="T1" fmla="*/ 0 h 216"/>
                <a:gd name="T2" fmla="*/ 1 w 94"/>
                <a:gd name="T3" fmla="*/ 26 h 216"/>
                <a:gd name="T4" fmla="*/ 0 w 94"/>
                <a:gd name="T5" fmla="*/ 26 h 216"/>
                <a:gd name="T6" fmla="*/ 1 w 94"/>
                <a:gd name="T7" fmla="*/ 0 h 216"/>
                <a:gd name="T8" fmla="*/ 0 60000 65536"/>
                <a:gd name="T9" fmla="*/ 0 60000 65536"/>
                <a:gd name="T10" fmla="*/ 0 60000 65536"/>
                <a:gd name="T11" fmla="*/ 0 60000 65536"/>
                <a:gd name="T12" fmla="*/ 0 w 94"/>
                <a:gd name="T13" fmla="*/ 0 h 216"/>
                <a:gd name="T14" fmla="*/ 94 w 94"/>
                <a:gd name="T15" fmla="*/ 216 h 216"/>
              </a:gdLst>
              <a:ahLst/>
              <a:cxnLst>
                <a:cxn ang="T8">
                  <a:pos x="T0" y="T1"/>
                </a:cxn>
                <a:cxn ang="T9">
                  <a:pos x="T2" y="T3"/>
                </a:cxn>
                <a:cxn ang="T10">
                  <a:pos x="T4" y="T5"/>
                </a:cxn>
                <a:cxn ang="T11">
                  <a:pos x="T6" y="T7"/>
                </a:cxn>
              </a:cxnLst>
              <a:rect l="T12" t="T13" r="T14" b="T15"/>
              <a:pathLst>
                <a:path w="94" h="216">
                  <a:moveTo>
                    <a:pt x="54" y="0"/>
                  </a:moveTo>
                  <a:lnTo>
                    <a:pt x="94" y="216"/>
                  </a:lnTo>
                  <a:lnTo>
                    <a:pt x="0" y="216"/>
                  </a:lnTo>
                  <a:lnTo>
                    <a:pt x="5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02" name="Freeform 10">
              <a:extLst>
                <a:ext uri="{FF2B5EF4-FFF2-40B4-BE49-F238E27FC236}">
                  <a16:creationId xmlns:a16="http://schemas.microsoft.com/office/drawing/2014/main" id="{26CDB13A-3432-8AFD-70F3-CD57467FFEEB}"/>
                </a:ext>
              </a:extLst>
            </p:cNvPr>
            <p:cNvSpPr>
              <a:spLocks/>
            </p:cNvSpPr>
            <p:nvPr/>
          </p:nvSpPr>
          <p:spPr bwMode="auto">
            <a:xfrm>
              <a:off x="3232" y="2988"/>
              <a:ext cx="27" cy="13"/>
            </a:xfrm>
            <a:custGeom>
              <a:avLst/>
              <a:gdLst>
                <a:gd name="T0" fmla="*/ 27 w 27"/>
                <a:gd name="T1" fmla="*/ 13 h 13"/>
                <a:gd name="T2" fmla="*/ 0 w 27"/>
                <a:gd name="T3" fmla="*/ 13 h 13"/>
                <a:gd name="T4" fmla="*/ 0 w 27"/>
                <a:gd name="T5" fmla="*/ 0 h 13"/>
                <a:gd name="T6" fmla="*/ 27 w 27"/>
                <a:gd name="T7" fmla="*/ 13 h 13"/>
                <a:gd name="T8" fmla="*/ 0 60000 65536"/>
                <a:gd name="T9" fmla="*/ 0 60000 65536"/>
                <a:gd name="T10" fmla="*/ 0 60000 65536"/>
                <a:gd name="T11" fmla="*/ 0 60000 65536"/>
                <a:gd name="T12" fmla="*/ 0 w 27"/>
                <a:gd name="T13" fmla="*/ 0 h 13"/>
                <a:gd name="T14" fmla="*/ 27 w 27"/>
                <a:gd name="T15" fmla="*/ 13 h 13"/>
              </a:gdLst>
              <a:ahLst/>
              <a:cxnLst>
                <a:cxn ang="T8">
                  <a:pos x="T0" y="T1"/>
                </a:cxn>
                <a:cxn ang="T9">
                  <a:pos x="T2" y="T3"/>
                </a:cxn>
                <a:cxn ang="T10">
                  <a:pos x="T4" y="T5"/>
                </a:cxn>
                <a:cxn ang="T11">
                  <a:pos x="T6" y="T7"/>
                </a:cxn>
              </a:cxnLst>
              <a:rect l="T12" t="T13" r="T14" b="T15"/>
              <a:pathLst>
                <a:path w="27" h="13">
                  <a:moveTo>
                    <a:pt x="27" y="13"/>
                  </a:moveTo>
                  <a:lnTo>
                    <a:pt x="0" y="13"/>
                  </a:lnTo>
                  <a:lnTo>
                    <a:pt x="0" y="0"/>
                  </a:lnTo>
                  <a:lnTo>
                    <a:pt x="27"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03" name="Freeform 11">
              <a:extLst>
                <a:ext uri="{FF2B5EF4-FFF2-40B4-BE49-F238E27FC236}">
                  <a16:creationId xmlns:a16="http://schemas.microsoft.com/office/drawing/2014/main" id="{91225375-24EE-0BFE-74CB-61D3C73E08F0}"/>
                </a:ext>
              </a:extLst>
            </p:cNvPr>
            <p:cNvSpPr>
              <a:spLocks/>
            </p:cNvSpPr>
            <p:nvPr/>
          </p:nvSpPr>
          <p:spPr bwMode="auto">
            <a:xfrm>
              <a:off x="5042" y="2982"/>
              <a:ext cx="197" cy="61"/>
            </a:xfrm>
            <a:custGeom>
              <a:avLst/>
              <a:gdLst>
                <a:gd name="T0" fmla="*/ 25 w 256"/>
                <a:gd name="T1" fmla="*/ 1 h 94"/>
                <a:gd name="T2" fmla="*/ 0 w 256"/>
                <a:gd name="T3" fmla="*/ 0 h 94"/>
                <a:gd name="T4" fmla="*/ 0 w 256"/>
                <a:gd name="T5" fmla="*/ 2 h 94"/>
                <a:gd name="T6" fmla="*/ 25 w 256"/>
                <a:gd name="T7" fmla="*/ 1 h 94"/>
                <a:gd name="T8" fmla="*/ 0 60000 65536"/>
                <a:gd name="T9" fmla="*/ 0 60000 65536"/>
                <a:gd name="T10" fmla="*/ 0 60000 65536"/>
                <a:gd name="T11" fmla="*/ 0 60000 65536"/>
                <a:gd name="T12" fmla="*/ 0 w 256"/>
                <a:gd name="T13" fmla="*/ 0 h 94"/>
                <a:gd name="T14" fmla="*/ 256 w 256"/>
                <a:gd name="T15" fmla="*/ 94 h 94"/>
              </a:gdLst>
              <a:ahLst/>
              <a:cxnLst>
                <a:cxn ang="T8">
                  <a:pos x="T0" y="T1"/>
                </a:cxn>
                <a:cxn ang="T9">
                  <a:pos x="T2" y="T3"/>
                </a:cxn>
                <a:cxn ang="T10">
                  <a:pos x="T4" y="T5"/>
                </a:cxn>
                <a:cxn ang="T11">
                  <a:pos x="T6" y="T7"/>
                </a:cxn>
              </a:cxnLst>
              <a:rect l="T12" t="T13" r="T14" b="T15"/>
              <a:pathLst>
                <a:path w="256" h="94">
                  <a:moveTo>
                    <a:pt x="256" y="54"/>
                  </a:moveTo>
                  <a:lnTo>
                    <a:pt x="0" y="0"/>
                  </a:lnTo>
                  <a:lnTo>
                    <a:pt x="0" y="94"/>
                  </a:lnTo>
                  <a:lnTo>
                    <a:pt x="256" y="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04" name="Freeform 12">
              <a:extLst>
                <a:ext uri="{FF2B5EF4-FFF2-40B4-BE49-F238E27FC236}">
                  <a16:creationId xmlns:a16="http://schemas.microsoft.com/office/drawing/2014/main" id="{4D232BE7-BB8B-DB71-CAB0-657905515779}"/>
                </a:ext>
              </a:extLst>
            </p:cNvPr>
            <p:cNvSpPr>
              <a:spLocks/>
            </p:cNvSpPr>
            <p:nvPr/>
          </p:nvSpPr>
          <p:spPr bwMode="auto">
            <a:xfrm>
              <a:off x="3259" y="1640"/>
              <a:ext cx="957" cy="876"/>
            </a:xfrm>
            <a:custGeom>
              <a:avLst/>
              <a:gdLst>
                <a:gd name="T0" fmla="*/ 0 w 71"/>
                <a:gd name="T1" fmla="*/ 2147483647 h 65"/>
                <a:gd name="T2" fmla="*/ 2147483647 w 71"/>
                <a:gd name="T3" fmla="*/ 0 h 65"/>
                <a:gd name="T4" fmla="*/ 0 60000 65536"/>
                <a:gd name="T5" fmla="*/ 0 60000 65536"/>
                <a:gd name="T6" fmla="*/ 0 w 71"/>
                <a:gd name="T7" fmla="*/ 0 h 65"/>
                <a:gd name="T8" fmla="*/ 71 w 71"/>
                <a:gd name="T9" fmla="*/ 65 h 65"/>
              </a:gdLst>
              <a:ahLst/>
              <a:cxnLst>
                <a:cxn ang="T4">
                  <a:pos x="T0" y="T1"/>
                </a:cxn>
                <a:cxn ang="T5">
                  <a:pos x="T2" y="T3"/>
                </a:cxn>
              </a:cxnLst>
              <a:rect l="T6" t="T7" r="T8" b="T9"/>
              <a:pathLst>
                <a:path w="71" h="65">
                  <a:moveTo>
                    <a:pt x="0" y="65"/>
                  </a:moveTo>
                  <a:cubicBezTo>
                    <a:pt x="26" y="63"/>
                    <a:pt x="54" y="48"/>
                    <a:pt x="71" y="0"/>
                  </a:cubicBezTo>
                </a:path>
              </a:pathLst>
            </a:custGeom>
            <a:noFill/>
            <a:ln w="38100">
              <a:solidFill>
                <a:srgbClr val="FDFA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05" name="Freeform 13">
              <a:extLst>
                <a:ext uri="{FF2B5EF4-FFF2-40B4-BE49-F238E27FC236}">
                  <a16:creationId xmlns:a16="http://schemas.microsoft.com/office/drawing/2014/main" id="{49C5B9E5-AB44-FE84-752E-6E5356A7921F}"/>
                </a:ext>
              </a:extLst>
            </p:cNvPr>
            <p:cNvSpPr>
              <a:spLocks/>
            </p:cNvSpPr>
            <p:nvPr/>
          </p:nvSpPr>
          <p:spPr bwMode="auto">
            <a:xfrm>
              <a:off x="3259" y="1654"/>
              <a:ext cx="1711" cy="862"/>
            </a:xfrm>
            <a:custGeom>
              <a:avLst/>
              <a:gdLst>
                <a:gd name="T0" fmla="*/ 0 w 127"/>
                <a:gd name="T1" fmla="*/ 2147483647 h 64"/>
                <a:gd name="T2" fmla="*/ 2147483647 w 127"/>
                <a:gd name="T3" fmla="*/ 0 h 64"/>
                <a:gd name="T4" fmla="*/ 0 60000 65536"/>
                <a:gd name="T5" fmla="*/ 0 60000 65536"/>
                <a:gd name="T6" fmla="*/ 0 w 127"/>
                <a:gd name="T7" fmla="*/ 0 h 64"/>
                <a:gd name="T8" fmla="*/ 127 w 127"/>
                <a:gd name="T9" fmla="*/ 64 h 64"/>
              </a:gdLst>
              <a:ahLst/>
              <a:cxnLst>
                <a:cxn ang="T4">
                  <a:pos x="T0" y="T1"/>
                </a:cxn>
                <a:cxn ang="T5">
                  <a:pos x="T2" y="T3"/>
                </a:cxn>
              </a:cxnLst>
              <a:rect l="T6" t="T7" r="T8" b="T9"/>
              <a:pathLst>
                <a:path w="127" h="64">
                  <a:moveTo>
                    <a:pt x="0" y="64"/>
                  </a:moveTo>
                  <a:cubicBezTo>
                    <a:pt x="31" y="64"/>
                    <a:pt x="90" y="31"/>
                    <a:pt x="127" y="0"/>
                  </a:cubicBezTo>
                </a:path>
              </a:pathLst>
            </a:custGeom>
            <a:noFill/>
            <a:ln w="38100">
              <a:solidFill>
                <a:srgbClr val="EB3D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06" name="Line 14">
              <a:extLst>
                <a:ext uri="{FF2B5EF4-FFF2-40B4-BE49-F238E27FC236}">
                  <a16:creationId xmlns:a16="http://schemas.microsoft.com/office/drawing/2014/main" id="{3CA66AB4-1078-2429-2537-1E6AFB406C20}"/>
                </a:ext>
              </a:extLst>
            </p:cNvPr>
            <p:cNvSpPr>
              <a:spLocks noChangeShapeType="1"/>
            </p:cNvSpPr>
            <p:nvPr/>
          </p:nvSpPr>
          <p:spPr bwMode="auto">
            <a:xfrm flipV="1">
              <a:off x="3243" y="1661"/>
              <a:ext cx="1738" cy="132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7" name="Freeform 15">
              <a:extLst>
                <a:ext uri="{FF2B5EF4-FFF2-40B4-BE49-F238E27FC236}">
                  <a16:creationId xmlns:a16="http://schemas.microsoft.com/office/drawing/2014/main" id="{AF47405B-2D0E-1934-C36D-10AF7B8A5F67}"/>
                </a:ext>
              </a:extLst>
            </p:cNvPr>
            <p:cNvSpPr>
              <a:spLocks/>
            </p:cNvSpPr>
            <p:nvPr/>
          </p:nvSpPr>
          <p:spPr bwMode="auto">
            <a:xfrm>
              <a:off x="3771" y="2382"/>
              <a:ext cx="229" cy="229"/>
            </a:xfrm>
            <a:custGeom>
              <a:avLst/>
              <a:gdLst>
                <a:gd name="T0" fmla="*/ 2147483647 w 17"/>
                <a:gd name="T1" fmla="*/ 0 h 17"/>
                <a:gd name="T2" fmla="*/ 2147483647 w 17"/>
                <a:gd name="T3" fmla="*/ 2147483647 h 17"/>
                <a:gd name="T4" fmla="*/ 2147483647 w 17"/>
                <a:gd name="T5" fmla="*/ 2147483647 h 17"/>
                <a:gd name="T6" fmla="*/ 0 w 17"/>
                <a:gd name="T7" fmla="*/ 2147483647 h 17"/>
                <a:gd name="T8" fmla="*/ 2147483647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 y="0"/>
                  </a:moveTo>
                  <a:lnTo>
                    <a:pt x="17" y="16"/>
                  </a:lnTo>
                  <a:lnTo>
                    <a:pt x="16" y="17"/>
                  </a:lnTo>
                  <a:lnTo>
                    <a:pt x="0" y="1"/>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408" name="Line 16">
              <a:extLst>
                <a:ext uri="{FF2B5EF4-FFF2-40B4-BE49-F238E27FC236}">
                  <a16:creationId xmlns:a16="http://schemas.microsoft.com/office/drawing/2014/main" id="{0F8A63F1-8999-0F91-50AF-BA569CDC279F}"/>
                </a:ext>
              </a:extLst>
            </p:cNvPr>
            <p:cNvSpPr>
              <a:spLocks noChangeShapeType="1"/>
            </p:cNvSpPr>
            <p:nvPr/>
          </p:nvSpPr>
          <p:spPr bwMode="auto">
            <a:xfrm>
              <a:off x="4674" y="1910"/>
              <a:ext cx="108" cy="94"/>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9" name="Line 17">
              <a:extLst>
                <a:ext uri="{FF2B5EF4-FFF2-40B4-BE49-F238E27FC236}">
                  <a16:creationId xmlns:a16="http://schemas.microsoft.com/office/drawing/2014/main" id="{34C3CBF8-2A5D-F613-D3B8-D4FE4009A8D3}"/>
                </a:ext>
              </a:extLst>
            </p:cNvPr>
            <p:cNvSpPr>
              <a:spLocks noChangeShapeType="1"/>
            </p:cNvSpPr>
            <p:nvPr/>
          </p:nvSpPr>
          <p:spPr bwMode="auto">
            <a:xfrm flipH="1" flipV="1">
              <a:off x="3696" y="1616"/>
              <a:ext cx="273" cy="453"/>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0" name="Rectangle 18">
              <a:extLst>
                <a:ext uri="{FF2B5EF4-FFF2-40B4-BE49-F238E27FC236}">
                  <a16:creationId xmlns:a16="http://schemas.microsoft.com/office/drawing/2014/main" id="{968C9967-93C7-6BD8-0154-95A5E38343C8}"/>
                </a:ext>
              </a:extLst>
            </p:cNvPr>
            <p:cNvSpPr>
              <a:spLocks noChangeArrowheads="1"/>
            </p:cNvSpPr>
            <p:nvPr/>
          </p:nvSpPr>
          <p:spPr bwMode="auto">
            <a:xfrm>
              <a:off x="3061" y="1299"/>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2000" i="1">
                  <a:latin typeface="Times New Roman" panose="02020603050405020304" pitchFamily="18" charset="0"/>
                  <a:ea typeface="宋体" panose="02010600030101010101" pitchFamily="2" charset="-122"/>
                </a:rPr>
                <a:t>E</a:t>
              </a:r>
              <a:endParaRPr lang="en-US" altLang="zh-CN" sz="2000">
                <a:latin typeface="Arial" panose="020B0604020202020204" pitchFamily="34" charset="0"/>
                <a:ea typeface="宋体" panose="02010600030101010101" pitchFamily="2" charset="-122"/>
              </a:endParaRPr>
            </a:p>
          </p:txBody>
        </p:sp>
        <p:sp>
          <p:nvSpPr>
            <p:cNvPr id="16411" name="Rectangle 19">
              <a:extLst>
                <a:ext uri="{FF2B5EF4-FFF2-40B4-BE49-F238E27FC236}">
                  <a16:creationId xmlns:a16="http://schemas.microsoft.com/office/drawing/2014/main" id="{938E5B64-4223-207D-9FA1-F71BAC72D861}"/>
                </a:ext>
              </a:extLst>
            </p:cNvPr>
            <p:cNvSpPr>
              <a:spLocks noChangeArrowheads="1"/>
            </p:cNvSpPr>
            <p:nvPr/>
          </p:nvSpPr>
          <p:spPr bwMode="auto">
            <a:xfrm>
              <a:off x="3107" y="2985"/>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1800" b="0" i="1">
                  <a:latin typeface="Times New Roman" panose="02020603050405020304" pitchFamily="18" charset="0"/>
                  <a:ea typeface="宋体" panose="02010600030101010101" pitchFamily="2" charset="-122"/>
                </a:rPr>
                <a:t>O</a:t>
              </a:r>
            </a:p>
          </p:txBody>
        </p:sp>
        <p:sp>
          <p:nvSpPr>
            <p:cNvPr id="16412" name="Rectangle 20">
              <a:extLst>
                <a:ext uri="{FF2B5EF4-FFF2-40B4-BE49-F238E27FC236}">
                  <a16:creationId xmlns:a16="http://schemas.microsoft.com/office/drawing/2014/main" id="{AF233158-4440-CA17-5C43-7F0EAA8C5353}"/>
                </a:ext>
              </a:extLst>
            </p:cNvPr>
            <p:cNvSpPr>
              <a:spLocks noChangeArrowheads="1"/>
            </p:cNvSpPr>
            <p:nvPr/>
          </p:nvSpPr>
          <p:spPr bwMode="auto">
            <a:xfrm>
              <a:off x="5117" y="303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2000" i="1">
                  <a:latin typeface="Times New Roman" panose="02020603050405020304" pitchFamily="18" charset="0"/>
                  <a:ea typeface="宋体" panose="02010600030101010101" pitchFamily="2" charset="-122"/>
                </a:rPr>
                <a:t>p</a:t>
              </a:r>
            </a:p>
          </p:txBody>
        </p:sp>
        <p:sp>
          <p:nvSpPr>
            <p:cNvPr id="16413" name="Line 21">
              <a:extLst>
                <a:ext uri="{FF2B5EF4-FFF2-40B4-BE49-F238E27FC236}">
                  <a16:creationId xmlns:a16="http://schemas.microsoft.com/office/drawing/2014/main" id="{5D7D293C-8DE9-4490-DD28-E689D3B46F59}"/>
                </a:ext>
              </a:extLst>
            </p:cNvPr>
            <p:cNvSpPr>
              <a:spLocks noChangeShapeType="1"/>
            </p:cNvSpPr>
            <p:nvPr/>
          </p:nvSpPr>
          <p:spPr bwMode="auto">
            <a:xfrm flipV="1">
              <a:off x="3243" y="1525"/>
              <a:ext cx="0" cy="149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4" name="Line 22">
              <a:extLst>
                <a:ext uri="{FF2B5EF4-FFF2-40B4-BE49-F238E27FC236}">
                  <a16:creationId xmlns:a16="http://schemas.microsoft.com/office/drawing/2014/main" id="{6760B9F4-9B90-55E0-B1BD-68C2B97C659B}"/>
                </a:ext>
              </a:extLst>
            </p:cNvPr>
            <p:cNvSpPr>
              <a:spLocks noChangeShapeType="1"/>
            </p:cNvSpPr>
            <p:nvPr/>
          </p:nvSpPr>
          <p:spPr bwMode="auto">
            <a:xfrm>
              <a:off x="3234" y="3013"/>
              <a:ext cx="181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6391" name="Object 23">
              <a:extLst>
                <a:ext uri="{FF2B5EF4-FFF2-40B4-BE49-F238E27FC236}">
                  <a16:creationId xmlns:a16="http://schemas.microsoft.com/office/drawing/2014/main" id="{436CF6B2-FF26-2CE7-14BD-CF971037290F}"/>
                </a:ext>
              </a:extLst>
            </p:cNvPr>
            <p:cNvGraphicFramePr>
              <a:graphicFrameLocks noChangeAspect="1"/>
            </p:cNvGraphicFramePr>
            <p:nvPr/>
          </p:nvGraphicFramePr>
          <p:xfrm>
            <a:off x="4649" y="2024"/>
            <a:ext cx="499" cy="186"/>
          </p:xfrm>
          <a:graphic>
            <a:graphicData uri="http://schemas.openxmlformats.org/presentationml/2006/ole">
              <mc:AlternateContent xmlns:mc="http://schemas.openxmlformats.org/markup-compatibility/2006">
                <mc:Choice xmlns:v="urn:schemas-microsoft-com:vml" Requires="v">
                  <p:oleObj name="公式" r:id="rId8" imgW="1091880" imgH="406080" progId="Equation.3">
                    <p:embed/>
                  </p:oleObj>
                </mc:Choice>
                <mc:Fallback>
                  <p:oleObj name="公式" r:id="rId8" imgW="1091880" imgH="406080" progId="Equation.3">
                    <p:embed/>
                    <p:pic>
                      <p:nvPicPr>
                        <p:cNvPr id="16391" name="Object 23">
                          <a:extLst>
                            <a:ext uri="{FF2B5EF4-FFF2-40B4-BE49-F238E27FC236}">
                              <a16:creationId xmlns:a16="http://schemas.microsoft.com/office/drawing/2014/main" id="{436CF6B2-FF26-2CE7-14BD-CF97103729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9" y="2024"/>
                          <a:ext cx="499"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2" name="Object 24">
              <a:extLst>
                <a:ext uri="{FF2B5EF4-FFF2-40B4-BE49-F238E27FC236}">
                  <a16:creationId xmlns:a16="http://schemas.microsoft.com/office/drawing/2014/main" id="{52282B8F-E18A-CCC3-D6E6-7886FFCD3C40}"/>
                </a:ext>
              </a:extLst>
            </p:cNvPr>
            <p:cNvGraphicFramePr>
              <a:graphicFrameLocks noChangeAspect="1"/>
            </p:cNvGraphicFramePr>
            <p:nvPr/>
          </p:nvGraphicFramePr>
          <p:xfrm>
            <a:off x="3405" y="1377"/>
            <a:ext cx="628" cy="313"/>
          </p:xfrm>
          <a:graphic>
            <a:graphicData uri="http://schemas.openxmlformats.org/presentationml/2006/ole">
              <mc:AlternateContent xmlns:mc="http://schemas.openxmlformats.org/markup-compatibility/2006">
                <mc:Choice xmlns:v="urn:schemas-microsoft-com:vml" Requires="v">
                  <p:oleObj name="公式" r:id="rId10" imgW="1676160" imgH="838080" progId="Equation.3">
                    <p:embed/>
                  </p:oleObj>
                </mc:Choice>
                <mc:Fallback>
                  <p:oleObj name="公式" r:id="rId10" imgW="1676160" imgH="838080" progId="Equation.3">
                    <p:embed/>
                    <p:pic>
                      <p:nvPicPr>
                        <p:cNvPr id="16392" name="Object 24">
                          <a:extLst>
                            <a:ext uri="{FF2B5EF4-FFF2-40B4-BE49-F238E27FC236}">
                              <a16:creationId xmlns:a16="http://schemas.microsoft.com/office/drawing/2014/main" id="{52282B8F-E18A-CCC3-D6E6-7886FFCD3C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05" y="1377"/>
                          <a:ext cx="628"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3" name="Object 25">
              <a:extLst>
                <a:ext uri="{FF2B5EF4-FFF2-40B4-BE49-F238E27FC236}">
                  <a16:creationId xmlns:a16="http://schemas.microsoft.com/office/drawing/2014/main" id="{1F978025-7263-D5C3-0E33-B4D5AF8124F1}"/>
                </a:ext>
              </a:extLst>
            </p:cNvPr>
            <p:cNvGraphicFramePr>
              <a:graphicFrameLocks noChangeAspect="1"/>
            </p:cNvGraphicFramePr>
            <p:nvPr/>
          </p:nvGraphicFramePr>
          <p:xfrm>
            <a:off x="4014" y="2614"/>
            <a:ext cx="1147" cy="193"/>
          </p:xfrm>
          <a:graphic>
            <a:graphicData uri="http://schemas.openxmlformats.org/presentationml/2006/ole">
              <mc:AlternateContent xmlns:mc="http://schemas.openxmlformats.org/markup-compatibility/2006">
                <mc:Choice xmlns:v="urn:schemas-microsoft-com:vml" Requires="v">
                  <p:oleObj name="公式" r:id="rId12" imgW="3174840" imgH="533160" progId="Equation.3">
                    <p:embed/>
                  </p:oleObj>
                </mc:Choice>
                <mc:Fallback>
                  <p:oleObj name="公式" r:id="rId12" imgW="3174840" imgH="533160" progId="Equation.3">
                    <p:embed/>
                    <p:pic>
                      <p:nvPicPr>
                        <p:cNvPr id="16393" name="Object 25">
                          <a:extLst>
                            <a:ext uri="{FF2B5EF4-FFF2-40B4-BE49-F238E27FC236}">
                              <a16:creationId xmlns:a16="http://schemas.microsoft.com/office/drawing/2014/main" id="{1F978025-7263-D5C3-0E33-B4D5AF8124F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4" y="2614"/>
                          <a:ext cx="1147"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86138" name="Rectangle 26">
            <a:extLst>
              <a:ext uri="{FF2B5EF4-FFF2-40B4-BE49-F238E27FC236}">
                <a16:creationId xmlns:a16="http://schemas.microsoft.com/office/drawing/2014/main" id="{F49FCCD4-E109-FC5A-E4E4-DD661B4D7ABF}"/>
              </a:ext>
            </a:extLst>
          </p:cNvPr>
          <p:cNvSpPr>
            <a:spLocks noChangeArrowheads="1"/>
          </p:cNvSpPr>
          <p:nvPr/>
        </p:nvSpPr>
        <p:spPr bwMode="auto">
          <a:xfrm>
            <a:off x="539750" y="3357563"/>
            <a:ext cx="370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上式的第一项可以忽略</a:t>
            </a:r>
            <a:r>
              <a:rPr lang="en-US" altLang="zh-CN"/>
              <a:t>,</a:t>
            </a:r>
            <a:r>
              <a:rPr lang="zh-CN" altLang="en-US"/>
              <a:t>即</a:t>
            </a:r>
          </a:p>
        </p:txBody>
      </p:sp>
      <p:graphicFrame>
        <p:nvGraphicFramePr>
          <p:cNvPr id="986139" name="Object 27">
            <a:extLst>
              <a:ext uri="{FF2B5EF4-FFF2-40B4-BE49-F238E27FC236}">
                <a16:creationId xmlns:a16="http://schemas.microsoft.com/office/drawing/2014/main" id="{194EA82D-08CE-5050-B370-DB643DF79F42}"/>
              </a:ext>
            </a:extLst>
          </p:cNvPr>
          <p:cNvGraphicFramePr>
            <a:graphicFrameLocks noChangeAspect="1"/>
          </p:cNvGraphicFramePr>
          <p:nvPr/>
        </p:nvGraphicFramePr>
        <p:xfrm>
          <a:off x="1331913" y="4017963"/>
          <a:ext cx="1968500" cy="419100"/>
        </p:xfrm>
        <a:graphic>
          <a:graphicData uri="http://schemas.openxmlformats.org/presentationml/2006/ole">
            <mc:AlternateContent xmlns:mc="http://schemas.openxmlformats.org/markup-compatibility/2006">
              <mc:Choice xmlns:v="urn:schemas-microsoft-com:vml" Requires="v">
                <p:oleObj name="公式" r:id="rId14" imgW="1968480" imgH="419040" progId="Equation.3">
                  <p:embed/>
                </p:oleObj>
              </mc:Choice>
              <mc:Fallback>
                <p:oleObj name="公式" r:id="rId14" imgW="1968480" imgH="419040" progId="Equation.3">
                  <p:embed/>
                  <p:pic>
                    <p:nvPicPr>
                      <p:cNvPr id="986139" name="Object 27">
                        <a:extLst>
                          <a:ext uri="{FF2B5EF4-FFF2-40B4-BE49-F238E27FC236}">
                            <a16:creationId xmlns:a16="http://schemas.microsoft.com/office/drawing/2014/main" id="{194EA82D-08CE-5050-B370-DB643DF79F4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1913" y="4017963"/>
                        <a:ext cx="1968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6140" name="Rectangle 28">
            <a:extLst>
              <a:ext uri="{FF2B5EF4-FFF2-40B4-BE49-F238E27FC236}">
                <a16:creationId xmlns:a16="http://schemas.microsoft.com/office/drawing/2014/main" id="{261A96FF-93D3-B6F3-1527-FA981555B2F6}"/>
              </a:ext>
            </a:extLst>
          </p:cNvPr>
          <p:cNvSpPr>
            <a:spLocks noChangeArrowheads="1"/>
          </p:cNvSpPr>
          <p:nvPr/>
        </p:nvSpPr>
        <p:spPr bwMode="auto">
          <a:xfrm>
            <a:off x="515938" y="4581525"/>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a:t>于是有</a:t>
            </a:r>
          </a:p>
        </p:txBody>
      </p:sp>
      <p:sp>
        <p:nvSpPr>
          <p:cNvPr id="986141" name="Rectangle 29">
            <a:extLst>
              <a:ext uri="{FF2B5EF4-FFF2-40B4-BE49-F238E27FC236}">
                <a16:creationId xmlns:a16="http://schemas.microsoft.com/office/drawing/2014/main" id="{5AB87ADA-03DA-A7F7-315F-6BDF9632379F}"/>
              </a:ext>
            </a:extLst>
          </p:cNvPr>
          <p:cNvSpPr>
            <a:spLocks noChangeArrowheads="1"/>
          </p:cNvSpPr>
          <p:nvPr/>
        </p:nvSpPr>
        <p:spPr bwMode="auto">
          <a:xfrm>
            <a:off x="4572000" y="5589588"/>
            <a:ext cx="396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sz="2000">
                <a:solidFill>
                  <a:srgbClr val="FF9900"/>
                </a:solidFill>
                <a:latin typeface="楷体_GB2312" pitchFamily="49" charset="-122"/>
                <a:ea typeface="楷体_GB2312" pitchFamily="49" charset="-122"/>
              </a:rPr>
              <a:t>(</a:t>
            </a:r>
            <a:r>
              <a:rPr lang="zh-CN" altLang="en-US" sz="2000">
                <a:solidFill>
                  <a:srgbClr val="FF9900"/>
                </a:solidFill>
                <a:latin typeface="楷体_GB2312" pitchFamily="49" charset="-122"/>
                <a:ea typeface="楷体_GB2312" pitchFamily="49" charset="-122"/>
              </a:rPr>
              <a:t>物体低速运动时能量动量关系</a:t>
            </a:r>
            <a:r>
              <a:rPr lang="en-US" altLang="zh-CN" sz="2000">
                <a:solidFill>
                  <a:srgbClr val="FF9900"/>
                </a:solidFill>
                <a:latin typeface="楷体_GB2312" pitchFamily="49" charset="-122"/>
                <a:ea typeface="楷体_GB2312" pitchFamily="49" charset="-122"/>
              </a:rPr>
              <a:t>)</a:t>
            </a:r>
          </a:p>
        </p:txBody>
      </p:sp>
      <p:graphicFrame>
        <p:nvGraphicFramePr>
          <p:cNvPr id="986142" name="Object 30">
            <a:extLst>
              <a:ext uri="{FF2B5EF4-FFF2-40B4-BE49-F238E27FC236}">
                <a16:creationId xmlns:a16="http://schemas.microsoft.com/office/drawing/2014/main" id="{B4519C0E-70C1-A647-9A43-5EA8189F1110}"/>
              </a:ext>
            </a:extLst>
          </p:cNvPr>
          <p:cNvGraphicFramePr>
            <a:graphicFrameLocks noChangeAspect="1"/>
          </p:cNvGraphicFramePr>
          <p:nvPr/>
        </p:nvGraphicFramePr>
        <p:xfrm>
          <a:off x="2852738" y="5373688"/>
          <a:ext cx="1676400" cy="838200"/>
        </p:xfrm>
        <a:graphic>
          <a:graphicData uri="http://schemas.openxmlformats.org/presentationml/2006/ole">
            <mc:AlternateContent xmlns:mc="http://schemas.openxmlformats.org/markup-compatibility/2006">
              <mc:Choice xmlns:v="urn:schemas-microsoft-com:vml" Requires="v">
                <p:oleObj name="公式" r:id="rId16" imgW="1676160" imgH="838080" progId="Equation.3">
                  <p:embed/>
                </p:oleObj>
              </mc:Choice>
              <mc:Fallback>
                <p:oleObj name="公式" r:id="rId16" imgW="1676160" imgH="838080" progId="Equation.3">
                  <p:embed/>
                  <p:pic>
                    <p:nvPicPr>
                      <p:cNvPr id="986142" name="Object 30">
                        <a:extLst>
                          <a:ext uri="{FF2B5EF4-FFF2-40B4-BE49-F238E27FC236}">
                            <a16:creationId xmlns:a16="http://schemas.microsoft.com/office/drawing/2014/main" id="{B4519C0E-70C1-A647-9A43-5EA8189F111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2738" y="5373688"/>
                        <a:ext cx="1676400" cy="838200"/>
                      </a:xfrm>
                      <a:prstGeom prst="rect">
                        <a:avLst/>
                      </a:prstGeom>
                      <a:solidFill>
                        <a:srgbClr val="00FFFF">
                          <a:alpha val="20000"/>
                        </a:srgbClr>
                      </a:solidFill>
                      <a:ln w="12700" algn="ctr">
                        <a:solidFill>
                          <a:srgbClr val="DDDDDD">
                            <a:alpha val="50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86114"/>
                                        </p:tgtEl>
                                        <p:attrNameLst>
                                          <p:attrName>style.visibility</p:attrName>
                                        </p:attrNameLst>
                                      </p:cBhvr>
                                      <p:to>
                                        <p:strVal val="visible"/>
                                      </p:to>
                                    </p:set>
                                    <p:animEffect transition="in" filter="wipe(left)">
                                      <p:cBhvr>
                                        <p:cTn id="7" dur="500"/>
                                        <p:tgtEl>
                                          <p:spTgt spid="986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6115"/>
                                        </p:tgtEl>
                                        <p:attrNameLst>
                                          <p:attrName>style.visibility</p:attrName>
                                        </p:attrNameLst>
                                      </p:cBhvr>
                                      <p:to>
                                        <p:strVal val="visible"/>
                                      </p:to>
                                    </p:set>
                                    <p:animEffect transition="in" filter="wipe(left)">
                                      <p:cBhvr>
                                        <p:cTn id="12" dur="500"/>
                                        <p:tgtEl>
                                          <p:spTgt spid="9861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6116"/>
                                        </p:tgtEl>
                                        <p:attrNameLst>
                                          <p:attrName>style.visibility</p:attrName>
                                        </p:attrNameLst>
                                      </p:cBhvr>
                                      <p:to>
                                        <p:strVal val="visible"/>
                                      </p:to>
                                    </p:set>
                                    <p:animEffect transition="in" filter="wipe(left)">
                                      <p:cBhvr>
                                        <p:cTn id="17" dur="500"/>
                                        <p:tgtEl>
                                          <p:spTgt spid="9861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86117"/>
                                        </p:tgtEl>
                                        <p:attrNameLst>
                                          <p:attrName>style.visibility</p:attrName>
                                        </p:attrNameLst>
                                      </p:cBhvr>
                                      <p:to>
                                        <p:strVal val="visible"/>
                                      </p:to>
                                    </p:set>
                                    <p:animEffect transition="in" filter="wipe(left)">
                                      <p:cBhvr>
                                        <p:cTn id="22" dur="500"/>
                                        <p:tgtEl>
                                          <p:spTgt spid="986117"/>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986138"/>
                                        </p:tgtEl>
                                        <p:attrNameLst>
                                          <p:attrName>style.visibility</p:attrName>
                                        </p:attrNameLst>
                                      </p:cBhvr>
                                      <p:to>
                                        <p:strVal val="visible"/>
                                      </p:to>
                                    </p:set>
                                    <p:animEffect transition="in" filter="wipe(left)">
                                      <p:cBhvr>
                                        <p:cTn id="26" dur="500"/>
                                        <p:tgtEl>
                                          <p:spTgt spid="98613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86139"/>
                                        </p:tgtEl>
                                        <p:attrNameLst>
                                          <p:attrName>style.visibility</p:attrName>
                                        </p:attrNameLst>
                                      </p:cBhvr>
                                      <p:to>
                                        <p:strVal val="visible"/>
                                      </p:to>
                                    </p:set>
                                    <p:animEffect transition="in" filter="wipe(left)">
                                      <p:cBhvr>
                                        <p:cTn id="31" dur="500"/>
                                        <p:tgtEl>
                                          <p:spTgt spid="9861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986140"/>
                                        </p:tgtEl>
                                        <p:attrNameLst>
                                          <p:attrName>style.visibility</p:attrName>
                                        </p:attrNameLst>
                                      </p:cBhvr>
                                      <p:to>
                                        <p:strVal val="visible"/>
                                      </p:to>
                                    </p:set>
                                    <p:animEffect transition="in" filter="wipe(left)">
                                      <p:cBhvr>
                                        <p:cTn id="36" dur="500"/>
                                        <p:tgtEl>
                                          <p:spTgt spid="98614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86118"/>
                                        </p:tgtEl>
                                        <p:attrNameLst>
                                          <p:attrName>style.visibility</p:attrName>
                                        </p:attrNameLst>
                                      </p:cBhvr>
                                      <p:to>
                                        <p:strVal val="visible"/>
                                      </p:to>
                                    </p:set>
                                    <p:animEffect transition="in" filter="wipe(left)">
                                      <p:cBhvr>
                                        <p:cTn id="41" dur="500"/>
                                        <p:tgtEl>
                                          <p:spTgt spid="98611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86142"/>
                                        </p:tgtEl>
                                        <p:attrNameLst>
                                          <p:attrName>style.visibility</p:attrName>
                                        </p:attrNameLst>
                                      </p:cBhvr>
                                      <p:to>
                                        <p:strVal val="visible"/>
                                      </p:to>
                                    </p:set>
                                    <p:animEffect transition="in" filter="wipe(left)">
                                      <p:cBhvr>
                                        <p:cTn id="46" dur="500"/>
                                        <p:tgtEl>
                                          <p:spTgt spid="98614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986141"/>
                                        </p:tgtEl>
                                        <p:attrNameLst>
                                          <p:attrName>style.visibility</p:attrName>
                                        </p:attrNameLst>
                                      </p:cBhvr>
                                      <p:to>
                                        <p:strVal val="visible"/>
                                      </p:to>
                                    </p:set>
                                    <p:animEffect transition="in" filter="wipe(left)">
                                      <p:cBhvr>
                                        <p:cTn id="51" dur="500"/>
                                        <p:tgtEl>
                                          <p:spTgt spid="98614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4" presetClass="entr" presetSubtype="1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randombar(horizontal)">
                                      <p:cBhvr>
                                        <p:cTn id="5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6114" grpId="0"/>
      <p:bldP spid="986117" grpId="0"/>
      <p:bldP spid="986138" grpId="0"/>
      <p:bldP spid="986140" grpId="0"/>
      <p:bldP spid="98614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a:extLst>
              <a:ext uri="{FF2B5EF4-FFF2-40B4-BE49-F238E27FC236}">
                <a16:creationId xmlns:a16="http://schemas.microsoft.com/office/drawing/2014/main" id="{9FB56945-74AA-4A5F-5969-CF37AD4359A8}"/>
              </a:ext>
            </a:extLst>
          </p:cNvPr>
          <p:cNvSpPr>
            <a:spLocks noChangeArrowheads="1"/>
          </p:cNvSpPr>
          <p:nvPr/>
        </p:nvSpPr>
        <p:spPr bwMode="auto">
          <a:xfrm>
            <a:off x="293688" y="381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例</a:t>
            </a:r>
          </a:p>
        </p:txBody>
      </p:sp>
      <p:sp>
        <p:nvSpPr>
          <p:cNvPr id="934915" name="Rectangle 3">
            <a:extLst>
              <a:ext uri="{FF2B5EF4-FFF2-40B4-BE49-F238E27FC236}">
                <a16:creationId xmlns:a16="http://schemas.microsoft.com/office/drawing/2014/main" id="{EA405046-AAB2-D706-FB0B-084F9EB164D5}"/>
              </a:ext>
            </a:extLst>
          </p:cNvPr>
          <p:cNvSpPr>
            <a:spLocks noChangeArrowheads="1"/>
          </p:cNvSpPr>
          <p:nvPr/>
        </p:nvSpPr>
        <p:spPr bwMode="auto">
          <a:xfrm>
            <a:off x="276225" y="198913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解</a:t>
            </a:r>
          </a:p>
        </p:txBody>
      </p:sp>
      <p:sp>
        <p:nvSpPr>
          <p:cNvPr id="934916" name="Rectangle 4">
            <a:extLst>
              <a:ext uri="{FF2B5EF4-FFF2-40B4-BE49-F238E27FC236}">
                <a16:creationId xmlns:a16="http://schemas.microsoft.com/office/drawing/2014/main" id="{21522079-AE22-4B8B-60B2-01D15C6FEF9C}"/>
              </a:ext>
            </a:extLst>
          </p:cNvPr>
          <p:cNvSpPr>
            <a:spLocks noChangeArrowheads="1"/>
          </p:cNvSpPr>
          <p:nvPr/>
        </p:nvSpPr>
        <p:spPr bwMode="auto">
          <a:xfrm>
            <a:off x="277813" y="14128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求</a:t>
            </a:r>
          </a:p>
        </p:txBody>
      </p:sp>
      <p:sp>
        <p:nvSpPr>
          <p:cNvPr id="934917" name="Rectangle 5">
            <a:extLst>
              <a:ext uri="{FF2B5EF4-FFF2-40B4-BE49-F238E27FC236}">
                <a16:creationId xmlns:a16="http://schemas.microsoft.com/office/drawing/2014/main" id="{D52B6FCA-B798-D3AE-D3D4-FB8D7E51BF1C}"/>
              </a:ext>
            </a:extLst>
          </p:cNvPr>
          <p:cNvSpPr>
            <a:spLocks noChangeArrowheads="1"/>
          </p:cNvSpPr>
          <p:nvPr/>
        </p:nvSpPr>
        <p:spPr bwMode="auto">
          <a:xfrm>
            <a:off x="755650" y="333375"/>
            <a:ext cx="8208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两个静质量都为</a:t>
            </a:r>
            <a:r>
              <a:rPr kumimoji="1" lang="zh-CN" altLang="en-US">
                <a:solidFill>
                  <a:srgbClr val="66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m</a:t>
            </a:r>
            <a:r>
              <a:rPr kumimoji="1" lang="en-US" altLang="zh-CN" baseline="-25000">
                <a:solidFill>
                  <a:srgbClr val="66FFFF"/>
                </a:solidFill>
                <a:latin typeface="Times New Roman" panose="02020603050405020304" pitchFamily="18" charset="0"/>
              </a:rPr>
              <a:t>0 </a:t>
            </a:r>
            <a:r>
              <a:rPr kumimoji="1" lang="zh-CN" altLang="en-US">
                <a:latin typeface="Times New Roman" panose="02020603050405020304" pitchFamily="18" charset="0"/>
              </a:rPr>
              <a:t>的粒子，其中一个静止，另一个以</a:t>
            </a:r>
            <a:r>
              <a:rPr kumimoji="1" lang="zh-CN" altLang="en-US">
                <a:latin typeface="Times New Roman" panose="02020603050405020304" pitchFamily="18" charset="0"/>
                <a:ea typeface="宋体" panose="02010600030101010101" pitchFamily="2" charset="-122"/>
              </a:rPr>
              <a:t> </a:t>
            </a:r>
            <a:r>
              <a:rPr kumimoji="1" lang="en-US" altLang="zh-CN" i="1">
                <a:solidFill>
                  <a:srgbClr val="66FFFF"/>
                </a:solidFill>
                <a:latin typeface="Bookman Old Style" panose="02050604050505020204" pitchFamily="18" charset="0"/>
                <a:ea typeface="宋体" panose="02010600030101010101" pitchFamily="2" charset="-122"/>
              </a:rPr>
              <a:t>v</a:t>
            </a:r>
            <a:r>
              <a:rPr kumimoji="1" lang="en-US" altLang="zh-CN" baseline="-25000">
                <a:solidFill>
                  <a:srgbClr val="66FFFF"/>
                </a:solidFill>
                <a:latin typeface="Times New Roman" panose="02020603050405020304" pitchFamily="18" charset="0"/>
                <a:ea typeface="宋体" panose="02010600030101010101" pitchFamily="2" charset="-122"/>
              </a:rPr>
              <a:t>0 </a:t>
            </a:r>
            <a:r>
              <a:rPr kumimoji="1" lang="en-US" altLang="zh-CN">
                <a:solidFill>
                  <a:srgbClr val="66FFFF"/>
                </a:solidFill>
                <a:latin typeface="Times New Roman" panose="02020603050405020304" pitchFamily="18" charset="0"/>
                <a:ea typeface="宋体" panose="02010600030101010101" pitchFamily="2" charset="-122"/>
              </a:rPr>
              <a:t>= 0.8 </a:t>
            </a:r>
            <a:r>
              <a:rPr kumimoji="1" lang="en-US" altLang="zh-CN" i="1">
                <a:solidFill>
                  <a:srgbClr val="66FFFF"/>
                </a:solidFill>
                <a:latin typeface="Times New Roman" panose="02020603050405020304" pitchFamily="18" charset="0"/>
                <a:ea typeface="宋体" panose="02010600030101010101" pitchFamily="2" charset="-122"/>
              </a:rPr>
              <a:t>c </a:t>
            </a:r>
            <a:r>
              <a:rPr kumimoji="1" lang="zh-CN" altLang="en-US">
                <a:latin typeface="Times New Roman" panose="02020603050405020304" pitchFamily="18" charset="0"/>
              </a:rPr>
              <a:t>的速度运动，它们对心碰撞以后粘在一起。</a:t>
            </a:r>
          </a:p>
        </p:txBody>
      </p:sp>
      <p:sp>
        <p:nvSpPr>
          <p:cNvPr id="934918" name="Rectangle 6">
            <a:extLst>
              <a:ext uri="{FF2B5EF4-FFF2-40B4-BE49-F238E27FC236}">
                <a16:creationId xmlns:a16="http://schemas.microsoft.com/office/drawing/2014/main" id="{A0317E32-53AD-74C1-6966-F77A15395F26}"/>
              </a:ext>
            </a:extLst>
          </p:cNvPr>
          <p:cNvSpPr>
            <a:spLocks noChangeArrowheads="1"/>
          </p:cNvSpPr>
          <p:nvPr/>
        </p:nvSpPr>
        <p:spPr bwMode="auto">
          <a:xfrm>
            <a:off x="755650" y="1341438"/>
            <a:ext cx="4454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碰撞后合成粒子的静止质量。</a:t>
            </a:r>
          </a:p>
        </p:txBody>
      </p:sp>
      <p:sp>
        <p:nvSpPr>
          <p:cNvPr id="934919" name="Rectangle 7">
            <a:extLst>
              <a:ext uri="{FF2B5EF4-FFF2-40B4-BE49-F238E27FC236}">
                <a16:creationId xmlns:a16="http://schemas.microsoft.com/office/drawing/2014/main" id="{3107ED84-4DF2-281F-CD9E-D4704BB14654}"/>
              </a:ext>
            </a:extLst>
          </p:cNvPr>
          <p:cNvSpPr>
            <a:spLocks noChangeArrowheads="1"/>
          </p:cNvSpPr>
          <p:nvPr/>
        </p:nvSpPr>
        <p:spPr bwMode="auto">
          <a:xfrm>
            <a:off x="755650" y="1916113"/>
            <a:ext cx="81375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rPr>
              <a:t>取两粒子作为一个系统，碰撞前后动量、能量均守恒，设碰撞后合成粒子的静止质量为</a:t>
            </a:r>
            <a:r>
              <a:rPr kumimoji="1" lang="zh-CN" altLang="en-US">
                <a:solidFill>
                  <a:srgbClr val="66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M</a:t>
            </a:r>
            <a:r>
              <a:rPr kumimoji="1" lang="en-US" altLang="zh-CN" baseline="-25000">
                <a:solidFill>
                  <a:srgbClr val="66FFFF"/>
                </a:solidFill>
                <a:latin typeface="Times New Roman" panose="02020603050405020304" pitchFamily="18" charset="0"/>
              </a:rPr>
              <a:t>0</a:t>
            </a:r>
            <a:r>
              <a:rPr kumimoji="1" lang="en-US" altLang="zh-CN" baseline="-25000">
                <a:solidFill>
                  <a:srgbClr val="FFFF99"/>
                </a:solidFill>
                <a:latin typeface="Times New Roman" panose="02020603050405020304" pitchFamily="18" charset="0"/>
              </a:rPr>
              <a:t> </a:t>
            </a:r>
            <a:r>
              <a:rPr kumimoji="1" lang="zh-CN" altLang="en-US">
                <a:latin typeface="Times New Roman" panose="02020603050405020304" pitchFamily="18" charset="0"/>
              </a:rPr>
              <a:t>，运动质量为 </a:t>
            </a:r>
            <a:r>
              <a:rPr kumimoji="1" lang="en-US" altLang="zh-CN" i="1">
                <a:solidFill>
                  <a:srgbClr val="66FFFF"/>
                </a:solidFill>
                <a:latin typeface="Times New Roman" panose="02020603050405020304" pitchFamily="18" charset="0"/>
              </a:rPr>
              <a:t>M</a:t>
            </a:r>
            <a:r>
              <a:rPr kumimoji="1" lang="en-US" altLang="zh-CN" i="1">
                <a:solidFill>
                  <a:srgbClr val="FFFF99"/>
                </a:solidFill>
                <a:latin typeface="Times New Roman" panose="02020603050405020304" pitchFamily="18" charset="0"/>
              </a:rPr>
              <a:t> </a:t>
            </a:r>
            <a:r>
              <a:rPr kumimoji="1" lang="zh-CN" altLang="en-US">
                <a:latin typeface="Times New Roman" panose="02020603050405020304" pitchFamily="18" charset="0"/>
              </a:rPr>
              <a:t>，运动速度为 </a:t>
            </a:r>
            <a:r>
              <a:rPr kumimoji="1" lang="en-US" altLang="zh-CN" i="1">
                <a:solidFill>
                  <a:srgbClr val="66FFFF"/>
                </a:solidFill>
                <a:latin typeface="Times New Roman" panose="02020603050405020304" pitchFamily="18" charset="0"/>
              </a:rPr>
              <a:t>V</a:t>
            </a:r>
            <a:r>
              <a:rPr kumimoji="1" lang="en-US" altLang="zh-CN" i="1">
                <a:solidFill>
                  <a:srgbClr val="FFFF99"/>
                </a:solidFill>
                <a:latin typeface="Times New Roman" panose="02020603050405020304" pitchFamily="18" charset="0"/>
              </a:rPr>
              <a:t> </a:t>
            </a:r>
            <a:r>
              <a:rPr kumimoji="1" lang="zh-CN" altLang="en-US">
                <a:latin typeface="Times New Roman" panose="02020603050405020304" pitchFamily="18" charset="0"/>
              </a:rPr>
              <a:t>，则</a:t>
            </a:r>
          </a:p>
        </p:txBody>
      </p:sp>
      <p:graphicFrame>
        <p:nvGraphicFramePr>
          <p:cNvPr id="934920" name="Object 8">
            <a:extLst>
              <a:ext uri="{FF2B5EF4-FFF2-40B4-BE49-F238E27FC236}">
                <a16:creationId xmlns:a16="http://schemas.microsoft.com/office/drawing/2014/main" id="{DDCA45D1-C41E-3E08-D020-AC3E72E68E86}"/>
              </a:ext>
            </a:extLst>
          </p:cNvPr>
          <p:cNvGraphicFramePr>
            <a:graphicFrameLocks/>
          </p:cNvGraphicFramePr>
          <p:nvPr/>
        </p:nvGraphicFramePr>
        <p:xfrm>
          <a:off x="2825750" y="3235325"/>
          <a:ext cx="2076450" cy="431800"/>
        </p:xfrm>
        <a:graphic>
          <a:graphicData uri="http://schemas.openxmlformats.org/presentationml/2006/ole">
            <mc:AlternateContent xmlns:mc="http://schemas.openxmlformats.org/markup-compatibility/2006">
              <mc:Choice xmlns:v="urn:schemas-microsoft-com:vml" Requires="v">
                <p:oleObj name="公式" r:id="rId2" imgW="2070000" imgH="431640" progId="Equation.3">
                  <p:embed/>
                </p:oleObj>
              </mc:Choice>
              <mc:Fallback>
                <p:oleObj name="公式" r:id="rId2" imgW="2070000" imgH="431640" progId="Equation.3">
                  <p:embed/>
                  <p:pic>
                    <p:nvPicPr>
                      <p:cNvPr id="934920" name="Object 8">
                        <a:extLst>
                          <a:ext uri="{FF2B5EF4-FFF2-40B4-BE49-F238E27FC236}">
                            <a16:creationId xmlns:a16="http://schemas.microsoft.com/office/drawing/2014/main" id="{DDCA45D1-C41E-3E08-D020-AC3E72E68E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0" y="3235325"/>
                        <a:ext cx="20764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4921" name="Object 9">
            <a:extLst>
              <a:ext uri="{FF2B5EF4-FFF2-40B4-BE49-F238E27FC236}">
                <a16:creationId xmlns:a16="http://schemas.microsoft.com/office/drawing/2014/main" id="{E96BED0D-CB22-023E-2B20-D34EDB550503}"/>
              </a:ext>
            </a:extLst>
          </p:cNvPr>
          <p:cNvGraphicFramePr>
            <a:graphicFrameLocks/>
          </p:cNvGraphicFramePr>
          <p:nvPr/>
        </p:nvGraphicFramePr>
        <p:xfrm>
          <a:off x="5343525" y="3154363"/>
          <a:ext cx="2584450" cy="482600"/>
        </p:xfrm>
        <a:graphic>
          <a:graphicData uri="http://schemas.openxmlformats.org/presentationml/2006/ole">
            <mc:AlternateContent xmlns:mc="http://schemas.openxmlformats.org/markup-compatibility/2006">
              <mc:Choice xmlns:v="urn:schemas-microsoft-com:vml" Requires="v">
                <p:oleObj name="公式" r:id="rId4" imgW="2552400" imgH="482400" progId="Equation.3">
                  <p:embed/>
                </p:oleObj>
              </mc:Choice>
              <mc:Fallback>
                <p:oleObj name="公式" r:id="rId4" imgW="2552400" imgH="482400" progId="Equation.3">
                  <p:embed/>
                  <p:pic>
                    <p:nvPicPr>
                      <p:cNvPr id="934921" name="Object 9">
                        <a:extLst>
                          <a:ext uri="{FF2B5EF4-FFF2-40B4-BE49-F238E27FC236}">
                            <a16:creationId xmlns:a16="http://schemas.microsoft.com/office/drawing/2014/main" id="{E96BED0D-CB22-023E-2B20-D34EDB55050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3525" y="3154363"/>
                        <a:ext cx="25844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4922" name="Object 10">
            <a:extLst>
              <a:ext uri="{FF2B5EF4-FFF2-40B4-BE49-F238E27FC236}">
                <a16:creationId xmlns:a16="http://schemas.microsoft.com/office/drawing/2014/main" id="{D4770342-47A0-FEDA-4286-403785DA491C}"/>
              </a:ext>
            </a:extLst>
          </p:cNvPr>
          <p:cNvGraphicFramePr>
            <a:graphicFrameLocks/>
          </p:cNvGraphicFramePr>
          <p:nvPr/>
        </p:nvGraphicFramePr>
        <p:xfrm>
          <a:off x="931863" y="4627563"/>
          <a:ext cx="7124700" cy="717550"/>
        </p:xfrm>
        <a:graphic>
          <a:graphicData uri="http://schemas.openxmlformats.org/presentationml/2006/ole">
            <mc:AlternateContent xmlns:mc="http://schemas.openxmlformats.org/markup-compatibility/2006">
              <mc:Choice xmlns:v="urn:schemas-microsoft-com:vml" Requires="v">
                <p:oleObj name="公式" r:id="rId6" imgW="2819160" imgH="330120" progId="Equation.3">
                  <p:embed/>
                </p:oleObj>
              </mc:Choice>
              <mc:Fallback>
                <p:oleObj name="公式" r:id="rId6" imgW="2819160" imgH="330120" progId="Equation.3">
                  <p:embed/>
                  <p:pic>
                    <p:nvPicPr>
                      <p:cNvPr id="934922" name="Object 10">
                        <a:extLst>
                          <a:ext uri="{FF2B5EF4-FFF2-40B4-BE49-F238E27FC236}">
                            <a16:creationId xmlns:a16="http://schemas.microsoft.com/office/drawing/2014/main" id="{D4770342-47A0-FEDA-4286-403785DA491C}"/>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863" y="4627563"/>
                        <a:ext cx="7124700"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1">
            <a:extLst>
              <a:ext uri="{FF2B5EF4-FFF2-40B4-BE49-F238E27FC236}">
                <a16:creationId xmlns:a16="http://schemas.microsoft.com/office/drawing/2014/main" id="{74AF17B1-DEF1-462A-34B8-820CBAB3FF4C}"/>
              </a:ext>
            </a:extLst>
          </p:cNvPr>
          <p:cNvGrpSpPr>
            <a:grpSpLocks/>
          </p:cNvGrpSpPr>
          <p:nvPr/>
        </p:nvGrpSpPr>
        <p:grpSpPr bwMode="auto">
          <a:xfrm>
            <a:off x="636588" y="3676650"/>
            <a:ext cx="3311525" cy="1008063"/>
            <a:chOff x="476" y="2704"/>
            <a:chExt cx="2086" cy="635"/>
          </a:xfrm>
        </p:grpSpPr>
        <p:graphicFrame>
          <p:nvGraphicFramePr>
            <p:cNvPr id="17413" name="Object 12">
              <a:extLst>
                <a:ext uri="{FF2B5EF4-FFF2-40B4-BE49-F238E27FC236}">
                  <a16:creationId xmlns:a16="http://schemas.microsoft.com/office/drawing/2014/main" id="{174AE62E-C193-A1C2-7B27-4420D3C991E1}"/>
                </a:ext>
              </a:extLst>
            </p:cNvPr>
            <p:cNvGraphicFramePr>
              <a:graphicFrameLocks/>
            </p:cNvGraphicFramePr>
            <p:nvPr/>
          </p:nvGraphicFramePr>
          <p:xfrm>
            <a:off x="748" y="2704"/>
            <a:ext cx="1508" cy="635"/>
          </p:xfrm>
          <a:graphic>
            <a:graphicData uri="http://schemas.openxmlformats.org/presentationml/2006/ole">
              <mc:AlternateContent xmlns:mc="http://schemas.openxmlformats.org/markup-compatibility/2006">
                <mc:Choice xmlns:v="urn:schemas-microsoft-com:vml" Requires="v">
                  <p:oleObj name="公式" r:id="rId8" imgW="2374560" imgH="1002960" progId="Equation.3">
                    <p:embed/>
                  </p:oleObj>
                </mc:Choice>
                <mc:Fallback>
                  <p:oleObj name="公式" r:id="rId8" imgW="2374560" imgH="1002960" progId="Equation.3">
                    <p:embed/>
                    <p:pic>
                      <p:nvPicPr>
                        <p:cNvPr id="17413" name="Object 12">
                          <a:extLst>
                            <a:ext uri="{FF2B5EF4-FFF2-40B4-BE49-F238E27FC236}">
                              <a16:creationId xmlns:a16="http://schemas.microsoft.com/office/drawing/2014/main" id="{174AE62E-C193-A1C2-7B27-4420D3C991E1}"/>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8" y="2704"/>
                          <a:ext cx="1508" cy="6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3" name="Text Box 13">
              <a:extLst>
                <a:ext uri="{FF2B5EF4-FFF2-40B4-BE49-F238E27FC236}">
                  <a16:creationId xmlns:a16="http://schemas.microsoft.com/office/drawing/2014/main" id="{E1772DEA-8A15-44B6-3198-0D6C4E43747D}"/>
                </a:ext>
              </a:extLst>
            </p:cNvPr>
            <p:cNvSpPr txBox="1">
              <a:spLocks noChangeArrowheads="1"/>
            </p:cNvSpPr>
            <p:nvPr/>
          </p:nvSpPr>
          <p:spPr bwMode="auto">
            <a:xfrm>
              <a:off x="2252" y="2795"/>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latin typeface="Times New Roman" panose="02020603050405020304" pitchFamily="18" charset="0"/>
                </a:rPr>
                <a:t>得</a:t>
              </a:r>
            </a:p>
          </p:txBody>
        </p:sp>
        <p:sp>
          <p:nvSpPr>
            <p:cNvPr id="17424" name="Text Box 14">
              <a:extLst>
                <a:ext uri="{FF2B5EF4-FFF2-40B4-BE49-F238E27FC236}">
                  <a16:creationId xmlns:a16="http://schemas.microsoft.com/office/drawing/2014/main" id="{62564487-D763-B6C7-A6B1-31E2629FD13F}"/>
                </a:ext>
              </a:extLst>
            </p:cNvPr>
            <p:cNvSpPr txBox="1">
              <a:spLocks noChangeArrowheads="1"/>
            </p:cNvSpPr>
            <p:nvPr/>
          </p:nvSpPr>
          <p:spPr bwMode="auto">
            <a:xfrm>
              <a:off x="476" y="2795"/>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latin typeface="Times New Roman" panose="02020603050405020304" pitchFamily="18" charset="0"/>
                </a:rPr>
                <a:t>由</a:t>
              </a:r>
            </a:p>
          </p:txBody>
        </p:sp>
      </p:grpSp>
      <p:sp>
        <p:nvSpPr>
          <p:cNvPr id="18" name="Rectangle 6">
            <a:extLst>
              <a:ext uri="{FF2B5EF4-FFF2-40B4-BE49-F238E27FC236}">
                <a16:creationId xmlns:a16="http://schemas.microsoft.com/office/drawing/2014/main" id="{E9B64500-41F5-DA02-DD1B-7ACF64A3C9F7}"/>
              </a:ext>
            </a:extLst>
          </p:cNvPr>
          <p:cNvSpPr>
            <a:spLocks noChangeArrowheads="1"/>
          </p:cNvSpPr>
          <p:nvPr/>
        </p:nvSpPr>
        <p:spPr bwMode="auto">
          <a:xfrm>
            <a:off x="506413" y="5262563"/>
            <a:ext cx="7296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zh-CN" altLang="en-US">
                <a:latin typeface="Times New Roman" panose="02020603050405020304" pitchFamily="18" charset="0"/>
                <a:ea typeface="华文中宋" panose="02010600040101010101" pitchFamily="2" charset="-122"/>
              </a:rPr>
              <a:t>可以看出：</a:t>
            </a:r>
            <a:r>
              <a:rPr kumimoji="1" lang="en-US" altLang="zh-CN">
                <a:latin typeface="Times New Roman" panose="02020603050405020304" pitchFamily="18" charset="0"/>
                <a:ea typeface="华文中宋" panose="02010600040101010101" pitchFamily="2" charset="-122"/>
              </a:rPr>
              <a:t>1</a:t>
            </a:r>
            <a:r>
              <a:rPr kumimoji="1" lang="zh-CN" altLang="en-US">
                <a:latin typeface="Times New Roman" panose="02020603050405020304" pitchFamily="18" charset="0"/>
                <a:ea typeface="华文中宋" panose="02010600040101010101" pitchFamily="2" charset="-122"/>
              </a:rPr>
              <a:t>）合成粒子的静止质量不是  </a:t>
            </a:r>
            <a:r>
              <a:rPr kumimoji="1" lang="en-US" altLang="zh-CN">
                <a:solidFill>
                  <a:srgbClr val="00FFFF"/>
                </a:solidFill>
                <a:latin typeface="Times New Roman" panose="02020603050405020304" pitchFamily="18" charset="0"/>
                <a:ea typeface="华文中宋" panose="02010600040101010101" pitchFamily="2" charset="-122"/>
              </a:rPr>
              <a:t>2</a:t>
            </a:r>
            <a:r>
              <a:rPr kumimoji="1" lang="en-US" altLang="zh-CN" i="1">
                <a:solidFill>
                  <a:srgbClr val="00FFFF"/>
                </a:solidFill>
                <a:latin typeface="Times New Roman" panose="02020603050405020304" pitchFamily="18" charset="0"/>
              </a:rPr>
              <a:t> </a:t>
            </a:r>
            <a:r>
              <a:rPr kumimoji="1" lang="en-US" altLang="zh-CN" i="1">
                <a:solidFill>
                  <a:srgbClr val="66FFFF"/>
                </a:solidFill>
                <a:latin typeface="Times New Roman" panose="02020603050405020304" pitchFamily="18" charset="0"/>
              </a:rPr>
              <a:t>m</a:t>
            </a:r>
            <a:r>
              <a:rPr kumimoji="1" lang="en-US" altLang="zh-CN" baseline="-25000">
                <a:solidFill>
                  <a:srgbClr val="66FFFF"/>
                </a:solidFill>
                <a:latin typeface="Times New Roman" panose="02020603050405020304" pitchFamily="18" charset="0"/>
              </a:rPr>
              <a:t>0</a:t>
            </a:r>
            <a:r>
              <a:rPr kumimoji="1" lang="en-US" altLang="zh-CN">
                <a:latin typeface="Times New Roman" panose="02020603050405020304" pitchFamily="18" charset="0"/>
                <a:ea typeface="华文中宋" panose="02010600040101010101" pitchFamily="2" charset="-122"/>
              </a:rPr>
              <a:t> </a:t>
            </a:r>
            <a:endParaRPr kumimoji="1" lang="zh-CN" altLang="en-US">
              <a:latin typeface="Times New Roman" panose="02020603050405020304" pitchFamily="18" charset="0"/>
              <a:ea typeface="华文中宋" panose="02010600040101010101" pitchFamily="2" charset="-122"/>
            </a:endParaRPr>
          </a:p>
        </p:txBody>
      </p:sp>
      <p:sp>
        <p:nvSpPr>
          <p:cNvPr id="19" name="Rectangle 6">
            <a:extLst>
              <a:ext uri="{FF2B5EF4-FFF2-40B4-BE49-F238E27FC236}">
                <a16:creationId xmlns:a16="http://schemas.microsoft.com/office/drawing/2014/main" id="{2B5B0FFF-8692-0F2F-C12A-14854CE837A7}"/>
              </a:ext>
            </a:extLst>
          </p:cNvPr>
          <p:cNvSpPr>
            <a:spLocks noChangeArrowheads="1"/>
          </p:cNvSpPr>
          <p:nvPr/>
        </p:nvSpPr>
        <p:spPr bwMode="auto">
          <a:xfrm>
            <a:off x="685800" y="5681663"/>
            <a:ext cx="78422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en-US" altLang="zh-CN">
                <a:latin typeface="Times New Roman" panose="02020603050405020304" pitchFamily="18" charset="0"/>
                <a:ea typeface="华文中宋" panose="02010600040101010101" pitchFamily="2" charset="-122"/>
              </a:rPr>
              <a:t>2</a:t>
            </a:r>
            <a:r>
              <a:rPr kumimoji="1" lang="zh-CN" altLang="en-US">
                <a:latin typeface="Times New Roman" panose="02020603050405020304" pitchFamily="18" charset="0"/>
                <a:ea typeface="华文中宋" panose="02010600040101010101" pitchFamily="2" charset="-122"/>
              </a:rPr>
              <a:t>）在经典力学中，完全非弹性碰撞，机械能不守恒，但在相对论中，总能量总是守恒的。</a:t>
            </a:r>
            <a:endParaRPr kumimoji="1" lang="zh-CN" altLang="en-US">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34914"/>
                                        </p:tgtEl>
                                        <p:attrNameLst>
                                          <p:attrName>style.visibility</p:attrName>
                                        </p:attrNameLst>
                                      </p:cBhvr>
                                      <p:to>
                                        <p:strVal val="visible"/>
                                      </p:to>
                                    </p:set>
                                    <p:animEffect transition="in" filter="wipe(left)">
                                      <p:cBhvr>
                                        <p:cTn id="7" dur="500"/>
                                        <p:tgtEl>
                                          <p:spTgt spid="934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iterate type="wd">
                                    <p:tmPct val="100000"/>
                                  </p:iterate>
                                  <p:childTnLst>
                                    <p:set>
                                      <p:cBhvr>
                                        <p:cTn id="11" dur="1" fill="hold">
                                          <p:stCondLst>
                                            <p:cond delay="0"/>
                                          </p:stCondLst>
                                        </p:cTn>
                                        <p:tgtEl>
                                          <p:spTgt spid="934917"/>
                                        </p:tgtEl>
                                        <p:attrNameLst>
                                          <p:attrName>style.visibility</p:attrName>
                                        </p:attrNameLst>
                                      </p:cBhvr>
                                      <p:to>
                                        <p:strVal val="visible"/>
                                      </p:to>
                                    </p:set>
                                    <p:animEffect transition="in" filter="slide(fromBottom)">
                                      <p:cBhvr>
                                        <p:cTn id="12" dur="300"/>
                                        <p:tgtEl>
                                          <p:spTgt spid="934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34916"/>
                                        </p:tgtEl>
                                        <p:attrNameLst>
                                          <p:attrName>style.visibility</p:attrName>
                                        </p:attrNameLst>
                                      </p:cBhvr>
                                      <p:to>
                                        <p:strVal val="visible"/>
                                      </p:to>
                                    </p:set>
                                    <p:animEffect transition="in" filter="wipe(left)">
                                      <p:cBhvr>
                                        <p:cTn id="17" dur="500"/>
                                        <p:tgtEl>
                                          <p:spTgt spid="9349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iterate type="wd">
                                    <p:tmPct val="100000"/>
                                  </p:iterate>
                                  <p:childTnLst>
                                    <p:set>
                                      <p:cBhvr>
                                        <p:cTn id="21" dur="1" fill="hold">
                                          <p:stCondLst>
                                            <p:cond delay="0"/>
                                          </p:stCondLst>
                                        </p:cTn>
                                        <p:tgtEl>
                                          <p:spTgt spid="934918"/>
                                        </p:tgtEl>
                                        <p:attrNameLst>
                                          <p:attrName>style.visibility</p:attrName>
                                        </p:attrNameLst>
                                      </p:cBhvr>
                                      <p:to>
                                        <p:strVal val="visible"/>
                                      </p:to>
                                    </p:set>
                                    <p:animEffect transition="in" filter="slide(fromBottom)">
                                      <p:cBhvr>
                                        <p:cTn id="22" dur="300"/>
                                        <p:tgtEl>
                                          <p:spTgt spid="9349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34915"/>
                                        </p:tgtEl>
                                        <p:attrNameLst>
                                          <p:attrName>style.visibility</p:attrName>
                                        </p:attrNameLst>
                                      </p:cBhvr>
                                      <p:to>
                                        <p:strVal val="visible"/>
                                      </p:to>
                                    </p:set>
                                    <p:animEffect transition="in" filter="wipe(left)">
                                      <p:cBhvr>
                                        <p:cTn id="27" dur="500"/>
                                        <p:tgtEl>
                                          <p:spTgt spid="9349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iterate type="wd">
                                    <p:tmPct val="100000"/>
                                  </p:iterate>
                                  <p:childTnLst>
                                    <p:set>
                                      <p:cBhvr>
                                        <p:cTn id="31" dur="1" fill="hold">
                                          <p:stCondLst>
                                            <p:cond delay="0"/>
                                          </p:stCondLst>
                                        </p:cTn>
                                        <p:tgtEl>
                                          <p:spTgt spid="934919"/>
                                        </p:tgtEl>
                                        <p:attrNameLst>
                                          <p:attrName>style.visibility</p:attrName>
                                        </p:attrNameLst>
                                      </p:cBhvr>
                                      <p:to>
                                        <p:strVal val="visible"/>
                                      </p:to>
                                    </p:set>
                                    <p:animEffect transition="in" filter="slide(fromBottom)">
                                      <p:cBhvr>
                                        <p:cTn id="32" dur="300"/>
                                        <p:tgtEl>
                                          <p:spTgt spid="9349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34920"/>
                                        </p:tgtEl>
                                        <p:attrNameLst>
                                          <p:attrName>style.visibility</p:attrName>
                                        </p:attrNameLst>
                                      </p:cBhvr>
                                      <p:to>
                                        <p:strVal val="visible"/>
                                      </p:to>
                                    </p:set>
                                    <p:animEffect transition="in" filter="wipe(left)">
                                      <p:cBhvr>
                                        <p:cTn id="37" dur="2000"/>
                                        <p:tgtEl>
                                          <p:spTgt spid="9349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34921"/>
                                        </p:tgtEl>
                                        <p:attrNameLst>
                                          <p:attrName>style.visibility</p:attrName>
                                        </p:attrNameLst>
                                      </p:cBhvr>
                                      <p:to>
                                        <p:strVal val="visible"/>
                                      </p:to>
                                    </p:set>
                                    <p:animEffect transition="in" filter="wipe(left)">
                                      <p:cBhvr>
                                        <p:cTn id="42" dur="2000"/>
                                        <p:tgtEl>
                                          <p:spTgt spid="9349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34922"/>
                                        </p:tgtEl>
                                        <p:attrNameLst>
                                          <p:attrName>style.visibility</p:attrName>
                                        </p:attrNameLst>
                                      </p:cBhvr>
                                      <p:to>
                                        <p:strVal val="visible"/>
                                      </p:to>
                                    </p:set>
                                    <p:animEffect transition="in" filter="wipe(left)">
                                      <p:cBhvr>
                                        <p:cTn id="52" dur="2000"/>
                                        <p:tgtEl>
                                          <p:spTgt spid="9349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iterate type="wd">
                                    <p:tmPct val="100000"/>
                                  </p:iterate>
                                  <p:childTnLst>
                                    <p:set>
                                      <p:cBhvr>
                                        <p:cTn id="56" dur="1" fill="hold">
                                          <p:stCondLst>
                                            <p:cond delay="0"/>
                                          </p:stCondLst>
                                        </p:cTn>
                                        <p:tgtEl>
                                          <p:spTgt spid="18"/>
                                        </p:tgtEl>
                                        <p:attrNameLst>
                                          <p:attrName>style.visibility</p:attrName>
                                        </p:attrNameLst>
                                      </p:cBhvr>
                                      <p:to>
                                        <p:strVal val="visible"/>
                                      </p:to>
                                    </p:set>
                                    <p:animEffect transition="in" filter="slide(fromBottom)">
                                      <p:cBhvr>
                                        <p:cTn id="57" dur="300"/>
                                        <p:tgtEl>
                                          <p:spTgt spid="1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iterate type="wd">
                                    <p:tmPct val="100000"/>
                                  </p:iterate>
                                  <p:childTnLst>
                                    <p:set>
                                      <p:cBhvr>
                                        <p:cTn id="61" dur="1" fill="hold">
                                          <p:stCondLst>
                                            <p:cond delay="0"/>
                                          </p:stCondLst>
                                        </p:cTn>
                                        <p:tgtEl>
                                          <p:spTgt spid="19"/>
                                        </p:tgtEl>
                                        <p:attrNameLst>
                                          <p:attrName>style.visibility</p:attrName>
                                        </p:attrNameLst>
                                      </p:cBhvr>
                                      <p:to>
                                        <p:strVal val="visible"/>
                                      </p:to>
                                    </p:set>
                                    <p:animEffect transition="in" filter="slide(fromBottom)">
                                      <p:cBhvr>
                                        <p:cTn id="62"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14" grpId="0" autoUpdateAnimBg="0"/>
      <p:bldP spid="934915" grpId="0" autoUpdateAnimBg="0"/>
      <p:bldP spid="934916" grpId="0" autoUpdateAnimBg="0"/>
      <p:bldP spid="934917" grpId="0"/>
      <p:bldP spid="934918" grpId="0"/>
      <p:bldP spid="934919" grpId="0"/>
      <p:bldP spid="18" grpId="0"/>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a:extLst>
              <a:ext uri="{FF2B5EF4-FFF2-40B4-BE49-F238E27FC236}">
                <a16:creationId xmlns:a16="http://schemas.microsoft.com/office/drawing/2014/main" id="{FB7F5B24-D280-80DB-DBF6-E93A37EEC373}"/>
              </a:ext>
            </a:extLst>
          </p:cNvPr>
          <p:cNvSpPr>
            <a:spLocks noChangeArrowheads="1"/>
          </p:cNvSpPr>
          <p:nvPr/>
        </p:nvSpPr>
        <p:spPr bwMode="auto">
          <a:xfrm>
            <a:off x="293688" y="5254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例</a:t>
            </a:r>
          </a:p>
        </p:txBody>
      </p:sp>
      <p:sp>
        <p:nvSpPr>
          <p:cNvPr id="935939" name="Rectangle 3">
            <a:extLst>
              <a:ext uri="{FF2B5EF4-FFF2-40B4-BE49-F238E27FC236}">
                <a16:creationId xmlns:a16="http://schemas.microsoft.com/office/drawing/2014/main" id="{E8D075DA-7F6F-7043-6A0F-2CE2C8605F06}"/>
              </a:ext>
            </a:extLst>
          </p:cNvPr>
          <p:cNvSpPr>
            <a:spLocks noChangeArrowheads="1"/>
          </p:cNvSpPr>
          <p:nvPr/>
        </p:nvSpPr>
        <p:spPr bwMode="auto">
          <a:xfrm>
            <a:off x="276225" y="18557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解</a:t>
            </a:r>
          </a:p>
        </p:txBody>
      </p:sp>
      <p:sp>
        <p:nvSpPr>
          <p:cNvPr id="935940" name="Rectangle 4">
            <a:extLst>
              <a:ext uri="{FF2B5EF4-FFF2-40B4-BE49-F238E27FC236}">
                <a16:creationId xmlns:a16="http://schemas.microsoft.com/office/drawing/2014/main" id="{1BEE719B-A6DA-83EA-2642-A232FBB1D0CB}"/>
              </a:ext>
            </a:extLst>
          </p:cNvPr>
          <p:cNvSpPr>
            <a:spLocks noChangeArrowheads="1"/>
          </p:cNvSpPr>
          <p:nvPr/>
        </p:nvSpPr>
        <p:spPr bwMode="auto">
          <a:xfrm>
            <a:off x="277813" y="12446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求</a:t>
            </a:r>
          </a:p>
        </p:txBody>
      </p:sp>
      <p:sp>
        <p:nvSpPr>
          <p:cNvPr id="935941" name="Rectangle 5">
            <a:extLst>
              <a:ext uri="{FF2B5EF4-FFF2-40B4-BE49-F238E27FC236}">
                <a16:creationId xmlns:a16="http://schemas.microsoft.com/office/drawing/2014/main" id="{AB29DF44-0B11-A5BE-12F3-B03AD8D9ED94}"/>
              </a:ext>
            </a:extLst>
          </p:cNvPr>
          <p:cNvSpPr>
            <a:spLocks noChangeArrowheads="1"/>
          </p:cNvSpPr>
          <p:nvPr/>
        </p:nvSpPr>
        <p:spPr bwMode="auto">
          <a:xfrm>
            <a:off x="755650" y="492125"/>
            <a:ext cx="8208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某粒子的静止质量为</a:t>
            </a:r>
            <a:r>
              <a:rPr kumimoji="1" lang="zh-CN" altLang="en-US">
                <a:solidFill>
                  <a:srgbClr val="FFFF00"/>
                </a:solidFill>
                <a:latin typeface="Times New Roman" panose="02020603050405020304" pitchFamily="18" charset="0"/>
              </a:rPr>
              <a:t> </a:t>
            </a:r>
            <a:r>
              <a:rPr kumimoji="1" lang="en-US" altLang="zh-CN" i="1">
                <a:solidFill>
                  <a:srgbClr val="66FFFF"/>
                </a:solidFill>
                <a:latin typeface="Times New Roman" panose="02020603050405020304" pitchFamily="18" charset="0"/>
              </a:rPr>
              <a:t>m</a:t>
            </a:r>
            <a:r>
              <a:rPr kumimoji="1" lang="en-US" altLang="zh-CN" baseline="-25000">
                <a:solidFill>
                  <a:srgbClr val="66FFFF"/>
                </a:solidFill>
                <a:latin typeface="Times New Roman" panose="02020603050405020304" pitchFamily="18" charset="0"/>
              </a:rPr>
              <a:t>0</a:t>
            </a:r>
            <a:r>
              <a:rPr kumimoji="1" lang="en-US" altLang="zh-CN" baseline="-25000">
                <a:solidFill>
                  <a:srgbClr val="FFFF99"/>
                </a:solidFill>
                <a:latin typeface="Times New Roman" panose="02020603050405020304" pitchFamily="18" charset="0"/>
              </a:rPr>
              <a:t>  </a:t>
            </a:r>
            <a:r>
              <a:rPr kumimoji="1" lang="zh-CN" altLang="en-US">
                <a:latin typeface="Times New Roman" panose="02020603050405020304" pitchFamily="18" charset="0"/>
              </a:rPr>
              <a:t>，当其动能等于其静能时，</a:t>
            </a:r>
          </a:p>
        </p:txBody>
      </p:sp>
      <p:sp>
        <p:nvSpPr>
          <p:cNvPr id="935942" name="Text Box 6">
            <a:extLst>
              <a:ext uri="{FF2B5EF4-FFF2-40B4-BE49-F238E27FC236}">
                <a16:creationId xmlns:a16="http://schemas.microsoft.com/office/drawing/2014/main" id="{F26C12CA-1308-12DA-4AE6-73B6AED52519}"/>
              </a:ext>
            </a:extLst>
          </p:cNvPr>
          <p:cNvSpPr txBox="1">
            <a:spLocks noChangeArrowheads="1"/>
          </p:cNvSpPr>
          <p:nvPr/>
        </p:nvSpPr>
        <p:spPr bwMode="auto">
          <a:xfrm>
            <a:off x="755650" y="1244600"/>
            <a:ext cx="498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其质量和动量各等于多少？</a:t>
            </a:r>
          </a:p>
        </p:txBody>
      </p:sp>
      <p:graphicFrame>
        <p:nvGraphicFramePr>
          <p:cNvPr id="935943" name="Object 7">
            <a:extLst>
              <a:ext uri="{FF2B5EF4-FFF2-40B4-BE49-F238E27FC236}">
                <a16:creationId xmlns:a16="http://schemas.microsoft.com/office/drawing/2014/main" id="{4EDA04CB-A6D1-F292-6219-F27150A48B64}"/>
              </a:ext>
            </a:extLst>
          </p:cNvPr>
          <p:cNvGraphicFramePr>
            <a:graphicFrameLocks/>
          </p:cNvGraphicFramePr>
          <p:nvPr/>
        </p:nvGraphicFramePr>
        <p:xfrm>
          <a:off x="1692275" y="1866900"/>
          <a:ext cx="2311400" cy="482600"/>
        </p:xfrm>
        <a:graphic>
          <a:graphicData uri="http://schemas.openxmlformats.org/presentationml/2006/ole">
            <mc:AlternateContent xmlns:mc="http://schemas.openxmlformats.org/markup-compatibility/2006">
              <mc:Choice xmlns:v="urn:schemas-microsoft-com:vml" Requires="v">
                <p:oleObj name="公式" r:id="rId2" imgW="2311200" imgH="482400" progId="Equation.3">
                  <p:embed/>
                </p:oleObj>
              </mc:Choice>
              <mc:Fallback>
                <p:oleObj name="公式" r:id="rId2" imgW="2311200" imgH="482400" progId="Equation.3">
                  <p:embed/>
                  <p:pic>
                    <p:nvPicPr>
                      <p:cNvPr id="935943" name="Object 7">
                        <a:extLst>
                          <a:ext uri="{FF2B5EF4-FFF2-40B4-BE49-F238E27FC236}">
                            <a16:creationId xmlns:a16="http://schemas.microsoft.com/office/drawing/2014/main" id="{4EDA04CB-A6D1-F292-6219-F27150A48B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866900"/>
                        <a:ext cx="23114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5944" name="Text Box 8">
            <a:extLst>
              <a:ext uri="{FF2B5EF4-FFF2-40B4-BE49-F238E27FC236}">
                <a16:creationId xmlns:a16="http://schemas.microsoft.com/office/drawing/2014/main" id="{A15AA64E-5BD8-E6EB-BA2B-F8D5E22A0A38}"/>
              </a:ext>
            </a:extLst>
          </p:cNvPr>
          <p:cNvSpPr txBox="1">
            <a:spLocks noChangeArrowheads="1"/>
          </p:cNvSpPr>
          <p:nvPr/>
        </p:nvSpPr>
        <p:spPr bwMode="auto">
          <a:xfrm>
            <a:off x="755650" y="1855788"/>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动能：</a:t>
            </a:r>
          </a:p>
        </p:txBody>
      </p:sp>
      <p:sp>
        <p:nvSpPr>
          <p:cNvPr id="935945" name="Rectangle 9">
            <a:extLst>
              <a:ext uri="{FF2B5EF4-FFF2-40B4-BE49-F238E27FC236}">
                <a16:creationId xmlns:a16="http://schemas.microsoft.com/office/drawing/2014/main" id="{1EA5E561-434D-980E-9115-7B71C25F0A1D}"/>
              </a:ext>
            </a:extLst>
          </p:cNvPr>
          <p:cNvSpPr>
            <a:spLocks noChangeArrowheads="1"/>
          </p:cNvSpPr>
          <p:nvPr/>
        </p:nvSpPr>
        <p:spPr bwMode="auto">
          <a:xfrm>
            <a:off x="755650" y="448468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kumimoji="1" lang="zh-CN" altLang="en-US">
                <a:latin typeface="Times New Roman" panose="02020603050405020304" pitchFamily="18" charset="0"/>
              </a:rPr>
              <a:t>由此得，动量</a:t>
            </a:r>
          </a:p>
        </p:txBody>
      </p:sp>
      <p:graphicFrame>
        <p:nvGraphicFramePr>
          <p:cNvPr id="935946" name="Object 10">
            <a:extLst>
              <a:ext uri="{FF2B5EF4-FFF2-40B4-BE49-F238E27FC236}">
                <a16:creationId xmlns:a16="http://schemas.microsoft.com/office/drawing/2014/main" id="{814292E9-082D-A512-33FF-FEEC2067080E}"/>
              </a:ext>
            </a:extLst>
          </p:cNvPr>
          <p:cNvGraphicFramePr>
            <a:graphicFrameLocks/>
          </p:cNvGraphicFramePr>
          <p:nvPr/>
        </p:nvGraphicFramePr>
        <p:xfrm>
          <a:off x="2301875" y="5026025"/>
          <a:ext cx="4070350" cy="1355725"/>
        </p:xfrm>
        <a:graphic>
          <a:graphicData uri="http://schemas.openxmlformats.org/presentationml/2006/ole">
            <mc:AlternateContent xmlns:mc="http://schemas.openxmlformats.org/markup-compatibility/2006">
              <mc:Choice xmlns:v="urn:schemas-microsoft-com:vml" Requires="v">
                <p:oleObj name="公式" r:id="rId4" imgW="4076640" imgH="1358640" progId="Equation.3">
                  <p:embed/>
                </p:oleObj>
              </mc:Choice>
              <mc:Fallback>
                <p:oleObj name="公式" r:id="rId4" imgW="4076640" imgH="1358640" progId="Equation.3">
                  <p:embed/>
                  <p:pic>
                    <p:nvPicPr>
                      <p:cNvPr id="935946" name="Object 10">
                        <a:extLst>
                          <a:ext uri="{FF2B5EF4-FFF2-40B4-BE49-F238E27FC236}">
                            <a16:creationId xmlns:a16="http://schemas.microsoft.com/office/drawing/2014/main" id="{814292E9-082D-A512-33FF-FEEC2067080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875" y="5026025"/>
                        <a:ext cx="4070350" cy="1355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5947" name="Object 11">
            <a:extLst>
              <a:ext uri="{FF2B5EF4-FFF2-40B4-BE49-F238E27FC236}">
                <a16:creationId xmlns:a16="http://schemas.microsoft.com/office/drawing/2014/main" id="{30B53B0E-9791-F916-4FA7-A5B89AF4A6B6}"/>
              </a:ext>
            </a:extLst>
          </p:cNvPr>
          <p:cNvGraphicFramePr>
            <a:graphicFrameLocks/>
          </p:cNvGraphicFramePr>
          <p:nvPr/>
        </p:nvGraphicFramePr>
        <p:xfrm>
          <a:off x="6451600" y="3573463"/>
          <a:ext cx="1216025" cy="723900"/>
        </p:xfrm>
        <a:graphic>
          <a:graphicData uri="http://schemas.openxmlformats.org/presentationml/2006/ole">
            <mc:AlternateContent xmlns:mc="http://schemas.openxmlformats.org/markup-compatibility/2006">
              <mc:Choice xmlns:v="urn:schemas-microsoft-com:vml" Requires="v">
                <p:oleObj name="公式" r:id="rId6" imgW="1218960" imgH="723600" progId="Equation.3">
                  <p:embed/>
                </p:oleObj>
              </mc:Choice>
              <mc:Fallback>
                <p:oleObj name="公式" r:id="rId6" imgW="1218960" imgH="723600" progId="Equation.3">
                  <p:embed/>
                  <p:pic>
                    <p:nvPicPr>
                      <p:cNvPr id="935947" name="Object 11">
                        <a:extLst>
                          <a:ext uri="{FF2B5EF4-FFF2-40B4-BE49-F238E27FC236}">
                            <a16:creationId xmlns:a16="http://schemas.microsoft.com/office/drawing/2014/main" id="{30B53B0E-9791-F916-4FA7-A5B89AF4A6B6}"/>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1600" y="3573463"/>
                        <a:ext cx="1216025"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5948" name="Rectangle 12">
            <a:extLst>
              <a:ext uri="{FF2B5EF4-FFF2-40B4-BE49-F238E27FC236}">
                <a16:creationId xmlns:a16="http://schemas.microsoft.com/office/drawing/2014/main" id="{2AC4C141-9434-0C75-AC5A-D99F87D77AF5}"/>
              </a:ext>
            </a:extLst>
          </p:cNvPr>
          <p:cNvSpPr>
            <a:spLocks noChangeArrowheads="1"/>
          </p:cNvSpPr>
          <p:nvPr/>
        </p:nvSpPr>
        <p:spPr bwMode="auto">
          <a:xfrm>
            <a:off x="684213" y="3603625"/>
            <a:ext cx="2087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由质速关系</a:t>
            </a:r>
          </a:p>
        </p:txBody>
      </p:sp>
      <p:graphicFrame>
        <p:nvGraphicFramePr>
          <p:cNvPr id="935949" name="Object 13">
            <a:extLst>
              <a:ext uri="{FF2B5EF4-FFF2-40B4-BE49-F238E27FC236}">
                <a16:creationId xmlns:a16="http://schemas.microsoft.com/office/drawing/2014/main" id="{98384527-DF33-2FF8-5A7A-535DEA401253}"/>
              </a:ext>
            </a:extLst>
          </p:cNvPr>
          <p:cNvGraphicFramePr>
            <a:graphicFrameLocks/>
          </p:cNvGraphicFramePr>
          <p:nvPr/>
        </p:nvGraphicFramePr>
        <p:xfrm>
          <a:off x="2509838" y="3505200"/>
          <a:ext cx="1724025" cy="860425"/>
        </p:xfrm>
        <a:graphic>
          <a:graphicData uri="http://schemas.openxmlformats.org/presentationml/2006/ole">
            <mc:AlternateContent xmlns:mc="http://schemas.openxmlformats.org/markup-compatibility/2006">
              <mc:Choice xmlns:v="urn:schemas-microsoft-com:vml" Requires="v">
                <p:oleObj name="公式" r:id="rId8" imgW="1726920" imgH="863280" progId="Equation.3">
                  <p:embed/>
                </p:oleObj>
              </mc:Choice>
              <mc:Fallback>
                <p:oleObj name="公式" r:id="rId8" imgW="1726920" imgH="863280" progId="Equation.3">
                  <p:embed/>
                  <p:pic>
                    <p:nvPicPr>
                      <p:cNvPr id="935949" name="Object 13">
                        <a:extLst>
                          <a:ext uri="{FF2B5EF4-FFF2-40B4-BE49-F238E27FC236}">
                            <a16:creationId xmlns:a16="http://schemas.microsoft.com/office/drawing/2014/main" id="{98384527-DF33-2FF8-5A7A-535DEA401253}"/>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9838" y="3505200"/>
                        <a:ext cx="172402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5950" name="Line 14">
            <a:extLst>
              <a:ext uri="{FF2B5EF4-FFF2-40B4-BE49-F238E27FC236}">
                <a16:creationId xmlns:a16="http://schemas.microsoft.com/office/drawing/2014/main" id="{E93FFF76-C0AE-D2FE-9207-D109046A51AB}"/>
              </a:ext>
            </a:extLst>
          </p:cNvPr>
          <p:cNvSpPr>
            <a:spLocks noChangeShapeType="1"/>
          </p:cNvSpPr>
          <p:nvPr/>
        </p:nvSpPr>
        <p:spPr bwMode="auto">
          <a:xfrm>
            <a:off x="4097338" y="2900363"/>
            <a:ext cx="1873250"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35951" name="Object 15">
            <a:extLst>
              <a:ext uri="{FF2B5EF4-FFF2-40B4-BE49-F238E27FC236}">
                <a16:creationId xmlns:a16="http://schemas.microsoft.com/office/drawing/2014/main" id="{2B7B749B-625E-DDDE-A8CE-1A3E4F8D88F0}"/>
              </a:ext>
            </a:extLst>
          </p:cNvPr>
          <p:cNvGraphicFramePr>
            <a:graphicFrameLocks/>
          </p:cNvGraphicFramePr>
          <p:nvPr/>
        </p:nvGraphicFramePr>
        <p:xfrm>
          <a:off x="2370138" y="2659063"/>
          <a:ext cx="1422400" cy="482600"/>
        </p:xfrm>
        <a:graphic>
          <a:graphicData uri="http://schemas.openxmlformats.org/presentationml/2006/ole">
            <mc:AlternateContent xmlns:mc="http://schemas.openxmlformats.org/markup-compatibility/2006">
              <mc:Choice xmlns:v="urn:schemas-microsoft-com:vml" Requires="v">
                <p:oleObj name="公式" r:id="rId10" imgW="1422360" imgH="482400" progId="Equation.3">
                  <p:embed/>
                </p:oleObj>
              </mc:Choice>
              <mc:Fallback>
                <p:oleObj name="公式" r:id="rId10" imgW="1422360" imgH="482400" progId="Equation.3">
                  <p:embed/>
                  <p:pic>
                    <p:nvPicPr>
                      <p:cNvPr id="935951" name="Object 15">
                        <a:extLst>
                          <a:ext uri="{FF2B5EF4-FFF2-40B4-BE49-F238E27FC236}">
                            <a16:creationId xmlns:a16="http://schemas.microsoft.com/office/drawing/2014/main" id="{2B7B749B-625E-DDDE-A8CE-1A3E4F8D88F0}"/>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70138" y="2659063"/>
                        <a:ext cx="14224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5952" name="Object 16">
            <a:extLst>
              <a:ext uri="{FF2B5EF4-FFF2-40B4-BE49-F238E27FC236}">
                <a16:creationId xmlns:a16="http://schemas.microsoft.com/office/drawing/2014/main" id="{285937D3-A842-4B31-DB2B-BAD1B2B45186}"/>
              </a:ext>
            </a:extLst>
          </p:cNvPr>
          <p:cNvGraphicFramePr>
            <a:graphicFrameLocks/>
          </p:cNvGraphicFramePr>
          <p:nvPr/>
        </p:nvGraphicFramePr>
        <p:xfrm>
          <a:off x="6257925" y="2684463"/>
          <a:ext cx="1193800" cy="431800"/>
        </p:xfrm>
        <a:graphic>
          <a:graphicData uri="http://schemas.openxmlformats.org/presentationml/2006/ole">
            <mc:AlternateContent xmlns:mc="http://schemas.openxmlformats.org/markup-compatibility/2006">
              <mc:Choice xmlns:v="urn:schemas-microsoft-com:vml" Requires="v">
                <p:oleObj name="公式" r:id="rId12" imgW="1193760" imgH="431640" progId="Equation.3">
                  <p:embed/>
                </p:oleObj>
              </mc:Choice>
              <mc:Fallback>
                <p:oleObj name="公式" r:id="rId12" imgW="1193760" imgH="431640" progId="Equation.3">
                  <p:embed/>
                  <p:pic>
                    <p:nvPicPr>
                      <p:cNvPr id="935952" name="Object 16">
                        <a:extLst>
                          <a:ext uri="{FF2B5EF4-FFF2-40B4-BE49-F238E27FC236}">
                            <a16:creationId xmlns:a16="http://schemas.microsoft.com/office/drawing/2014/main" id="{285937D3-A842-4B31-DB2B-BAD1B2B45186}"/>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57925" y="2684463"/>
                        <a:ext cx="1193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5953" name="Line 17">
            <a:extLst>
              <a:ext uri="{FF2B5EF4-FFF2-40B4-BE49-F238E27FC236}">
                <a16:creationId xmlns:a16="http://schemas.microsoft.com/office/drawing/2014/main" id="{54698A58-42B0-9313-EBF8-BABFAD742D54}"/>
              </a:ext>
            </a:extLst>
          </p:cNvPr>
          <p:cNvSpPr>
            <a:spLocks noChangeShapeType="1"/>
          </p:cNvSpPr>
          <p:nvPr/>
        </p:nvSpPr>
        <p:spPr bwMode="auto">
          <a:xfrm>
            <a:off x="4716463" y="3933825"/>
            <a:ext cx="1439862" cy="0"/>
          </a:xfrm>
          <a:prstGeom prst="line">
            <a:avLst/>
          </a:prstGeom>
          <a:noFill/>
          <a:ln w="76200">
            <a:solidFill>
              <a:srgbClr val="FFCC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35938"/>
                                        </p:tgtEl>
                                        <p:attrNameLst>
                                          <p:attrName>style.visibility</p:attrName>
                                        </p:attrNameLst>
                                      </p:cBhvr>
                                      <p:to>
                                        <p:strVal val="visible"/>
                                      </p:to>
                                    </p:set>
                                    <p:animEffect transition="in" filter="wipe(left)">
                                      <p:cBhvr>
                                        <p:cTn id="7" dur="500"/>
                                        <p:tgtEl>
                                          <p:spTgt spid="9359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100000"/>
                                  </p:iterate>
                                  <p:childTnLst>
                                    <p:set>
                                      <p:cBhvr>
                                        <p:cTn id="11" dur="1" fill="hold">
                                          <p:stCondLst>
                                            <p:cond delay="0"/>
                                          </p:stCondLst>
                                        </p:cTn>
                                        <p:tgtEl>
                                          <p:spTgt spid="935941"/>
                                        </p:tgtEl>
                                        <p:attrNameLst>
                                          <p:attrName>style.visibility</p:attrName>
                                        </p:attrNameLst>
                                      </p:cBhvr>
                                      <p:to>
                                        <p:strVal val="visible"/>
                                      </p:to>
                                    </p:set>
                                    <p:animEffect transition="in" filter="wipe(left)">
                                      <p:cBhvr>
                                        <p:cTn id="12" dur="300"/>
                                        <p:tgtEl>
                                          <p:spTgt spid="9359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35940"/>
                                        </p:tgtEl>
                                        <p:attrNameLst>
                                          <p:attrName>style.visibility</p:attrName>
                                        </p:attrNameLst>
                                      </p:cBhvr>
                                      <p:to>
                                        <p:strVal val="visible"/>
                                      </p:to>
                                    </p:set>
                                    <p:animEffect transition="in" filter="wipe(left)">
                                      <p:cBhvr>
                                        <p:cTn id="17" dur="500"/>
                                        <p:tgtEl>
                                          <p:spTgt spid="9359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iterate type="wd">
                                    <p:tmPct val="100000"/>
                                  </p:iterate>
                                  <p:childTnLst>
                                    <p:set>
                                      <p:cBhvr>
                                        <p:cTn id="21" dur="1" fill="hold">
                                          <p:stCondLst>
                                            <p:cond delay="0"/>
                                          </p:stCondLst>
                                        </p:cTn>
                                        <p:tgtEl>
                                          <p:spTgt spid="935942"/>
                                        </p:tgtEl>
                                        <p:attrNameLst>
                                          <p:attrName>style.visibility</p:attrName>
                                        </p:attrNameLst>
                                      </p:cBhvr>
                                      <p:to>
                                        <p:strVal val="visible"/>
                                      </p:to>
                                    </p:set>
                                    <p:animEffect transition="in" filter="wipe(left)">
                                      <p:cBhvr>
                                        <p:cTn id="22" dur="300"/>
                                        <p:tgtEl>
                                          <p:spTgt spid="9359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35939"/>
                                        </p:tgtEl>
                                        <p:attrNameLst>
                                          <p:attrName>style.visibility</p:attrName>
                                        </p:attrNameLst>
                                      </p:cBhvr>
                                      <p:to>
                                        <p:strVal val="visible"/>
                                      </p:to>
                                    </p:set>
                                    <p:animEffect transition="in" filter="wipe(left)">
                                      <p:cBhvr>
                                        <p:cTn id="27" dur="500"/>
                                        <p:tgtEl>
                                          <p:spTgt spid="9359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35944"/>
                                        </p:tgtEl>
                                        <p:attrNameLst>
                                          <p:attrName>style.visibility</p:attrName>
                                        </p:attrNameLst>
                                      </p:cBhvr>
                                      <p:to>
                                        <p:strVal val="visible"/>
                                      </p:to>
                                    </p:set>
                                    <p:animEffect transition="in" filter="wipe(left)">
                                      <p:cBhvr>
                                        <p:cTn id="32" dur="500"/>
                                        <p:tgtEl>
                                          <p:spTgt spid="935944"/>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935943"/>
                                        </p:tgtEl>
                                        <p:attrNameLst>
                                          <p:attrName>style.visibility</p:attrName>
                                        </p:attrNameLst>
                                      </p:cBhvr>
                                      <p:to>
                                        <p:strVal val="visible"/>
                                      </p:to>
                                    </p:set>
                                    <p:animEffect transition="in" filter="wipe(left)">
                                      <p:cBhvr>
                                        <p:cTn id="36" dur="500"/>
                                        <p:tgtEl>
                                          <p:spTgt spid="9359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935951"/>
                                        </p:tgtEl>
                                        <p:attrNameLst>
                                          <p:attrName>style.visibility</p:attrName>
                                        </p:attrNameLst>
                                      </p:cBhvr>
                                      <p:to>
                                        <p:strVal val="visible"/>
                                      </p:to>
                                    </p:set>
                                    <p:animEffect transition="in" filter="wipe(left)">
                                      <p:cBhvr>
                                        <p:cTn id="41" dur="500"/>
                                        <p:tgtEl>
                                          <p:spTgt spid="93595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35950"/>
                                        </p:tgtEl>
                                        <p:attrNameLst>
                                          <p:attrName>style.visibility</p:attrName>
                                        </p:attrNameLst>
                                      </p:cBhvr>
                                      <p:to>
                                        <p:strVal val="visible"/>
                                      </p:to>
                                    </p:set>
                                    <p:animEffect transition="in" filter="wipe(left)">
                                      <p:cBhvr>
                                        <p:cTn id="46" dur="500"/>
                                        <p:tgtEl>
                                          <p:spTgt spid="935950"/>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935952"/>
                                        </p:tgtEl>
                                        <p:attrNameLst>
                                          <p:attrName>style.visibility</p:attrName>
                                        </p:attrNameLst>
                                      </p:cBhvr>
                                      <p:to>
                                        <p:strVal val="visible"/>
                                      </p:to>
                                    </p:set>
                                    <p:animEffect transition="in" filter="wipe(left)">
                                      <p:cBhvr>
                                        <p:cTn id="50" dur="500"/>
                                        <p:tgtEl>
                                          <p:spTgt spid="93595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35948"/>
                                        </p:tgtEl>
                                        <p:attrNameLst>
                                          <p:attrName>style.visibility</p:attrName>
                                        </p:attrNameLst>
                                      </p:cBhvr>
                                      <p:to>
                                        <p:strVal val="visible"/>
                                      </p:to>
                                    </p:set>
                                    <p:animEffect transition="in" filter="wipe(left)">
                                      <p:cBhvr>
                                        <p:cTn id="55" dur="500"/>
                                        <p:tgtEl>
                                          <p:spTgt spid="935948"/>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935949"/>
                                        </p:tgtEl>
                                        <p:attrNameLst>
                                          <p:attrName>style.visibility</p:attrName>
                                        </p:attrNameLst>
                                      </p:cBhvr>
                                      <p:to>
                                        <p:strVal val="visible"/>
                                      </p:to>
                                    </p:set>
                                    <p:animEffect transition="in" filter="wipe(left)">
                                      <p:cBhvr>
                                        <p:cTn id="59" dur="500"/>
                                        <p:tgtEl>
                                          <p:spTgt spid="93594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935953"/>
                                        </p:tgtEl>
                                        <p:attrNameLst>
                                          <p:attrName>style.visibility</p:attrName>
                                        </p:attrNameLst>
                                      </p:cBhvr>
                                      <p:to>
                                        <p:strVal val="visible"/>
                                      </p:to>
                                    </p:set>
                                    <p:animEffect transition="in" filter="wipe(left)">
                                      <p:cBhvr>
                                        <p:cTn id="64" dur="500"/>
                                        <p:tgtEl>
                                          <p:spTgt spid="935953"/>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935947"/>
                                        </p:tgtEl>
                                        <p:attrNameLst>
                                          <p:attrName>style.visibility</p:attrName>
                                        </p:attrNameLst>
                                      </p:cBhvr>
                                      <p:to>
                                        <p:strVal val="visible"/>
                                      </p:to>
                                    </p:set>
                                    <p:animEffect transition="in" filter="wipe(left)">
                                      <p:cBhvr>
                                        <p:cTn id="68" dur="500"/>
                                        <p:tgtEl>
                                          <p:spTgt spid="9359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935945"/>
                                        </p:tgtEl>
                                        <p:attrNameLst>
                                          <p:attrName>style.visibility</p:attrName>
                                        </p:attrNameLst>
                                      </p:cBhvr>
                                      <p:to>
                                        <p:strVal val="visible"/>
                                      </p:to>
                                    </p:set>
                                    <p:animEffect transition="in" filter="wipe(left)">
                                      <p:cBhvr>
                                        <p:cTn id="73" dur="500"/>
                                        <p:tgtEl>
                                          <p:spTgt spid="93594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935946"/>
                                        </p:tgtEl>
                                        <p:attrNameLst>
                                          <p:attrName>style.visibility</p:attrName>
                                        </p:attrNameLst>
                                      </p:cBhvr>
                                      <p:to>
                                        <p:strVal val="visible"/>
                                      </p:to>
                                    </p:set>
                                    <p:animEffect transition="in" filter="wipe(left)">
                                      <p:cBhvr>
                                        <p:cTn id="78" dur="500"/>
                                        <p:tgtEl>
                                          <p:spTgt spid="935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38" grpId="0" autoUpdateAnimBg="0"/>
      <p:bldP spid="935939" grpId="0" autoUpdateAnimBg="0"/>
      <p:bldP spid="935940" grpId="0" autoUpdateAnimBg="0"/>
      <p:bldP spid="935941" grpId="0"/>
      <p:bldP spid="935942" grpId="0"/>
      <p:bldP spid="935944" grpId="0"/>
      <p:bldP spid="935945" grpId="0"/>
      <p:bldP spid="93594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a:extLst>
              <a:ext uri="{FF2B5EF4-FFF2-40B4-BE49-F238E27FC236}">
                <a16:creationId xmlns:a16="http://schemas.microsoft.com/office/drawing/2014/main" id="{FD86BD84-9BDD-CA4B-7979-BCFD85B3EE41}"/>
              </a:ext>
            </a:extLst>
          </p:cNvPr>
          <p:cNvSpPr>
            <a:spLocks noChangeArrowheads="1"/>
          </p:cNvSpPr>
          <p:nvPr/>
        </p:nvSpPr>
        <p:spPr bwMode="auto">
          <a:xfrm>
            <a:off x="293688" y="381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例</a:t>
            </a:r>
          </a:p>
        </p:txBody>
      </p:sp>
      <p:sp>
        <p:nvSpPr>
          <p:cNvPr id="936963" name="Rectangle 3">
            <a:extLst>
              <a:ext uri="{FF2B5EF4-FFF2-40B4-BE49-F238E27FC236}">
                <a16:creationId xmlns:a16="http://schemas.microsoft.com/office/drawing/2014/main" id="{6068A5D5-A902-FE67-7B7D-AC3B1C093664}"/>
              </a:ext>
            </a:extLst>
          </p:cNvPr>
          <p:cNvSpPr>
            <a:spLocks noChangeArrowheads="1"/>
          </p:cNvSpPr>
          <p:nvPr/>
        </p:nvSpPr>
        <p:spPr bwMode="auto">
          <a:xfrm>
            <a:off x="276225" y="15557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解</a:t>
            </a:r>
          </a:p>
        </p:txBody>
      </p:sp>
      <p:sp>
        <p:nvSpPr>
          <p:cNvPr id="936964" name="Rectangle 4">
            <a:extLst>
              <a:ext uri="{FF2B5EF4-FFF2-40B4-BE49-F238E27FC236}">
                <a16:creationId xmlns:a16="http://schemas.microsoft.com/office/drawing/2014/main" id="{1A5A36D7-B3A4-2861-7ACB-89F36BA8A285}"/>
              </a:ext>
            </a:extLst>
          </p:cNvPr>
          <p:cNvSpPr>
            <a:spLocks noChangeArrowheads="1"/>
          </p:cNvSpPr>
          <p:nvPr/>
        </p:nvSpPr>
        <p:spPr bwMode="auto">
          <a:xfrm>
            <a:off x="277813" y="9794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求</a:t>
            </a:r>
          </a:p>
        </p:txBody>
      </p:sp>
      <p:sp>
        <p:nvSpPr>
          <p:cNvPr id="936965" name="Rectangle 5">
            <a:extLst>
              <a:ext uri="{FF2B5EF4-FFF2-40B4-BE49-F238E27FC236}">
                <a16:creationId xmlns:a16="http://schemas.microsoft.com/office/drawing/2014/main" id="{506A979D-647B-A0E0-ABD6-DFD54336F050}"/>
              </a:ext>
            </a:extLst>
          </p:cNvPr>
          <p:cNvSpPr>
            <a:spLocks noChangeArrowheads="1"/>
          </p:cNvSpPr>
          <p:nvPr/>
        </p:nvSpPr>
        <p:spPr bwMode="auto">
          <a:xfrm>
            <a:off x="755650" y="333375"/>
            <a:ext cx="8208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设火箭的静止质量为 </a:t>
            </a:r>
            <a:r>
              <a:rPr kumimoji="1" lang="en-US" altLang="zh-CN">
                <a:solidFill>
                  <a:srgbClr val="66FFFF"/>
                </a:solidFill>
                <a:latin typeface="Times New Roman" panose="02020603050405020304" pitchFamily="18" charset="0"/>
              </a:rPr>
              <a:t>100 t</a:t>
            </a:r>
            <a:r>
              <a:rPr kumimoji="1" lang="en-US" altLang="zh-CN" baseline="-25000">
                <a:solidFill>
                  <a:srgbClr val="FFFF99"/>
                </a:solidFill>
                <a:latin typeface="Times New Roman" panose="02020603050405020304" pitchFamily="18" charset="0"/>
              </a:rPr>
              <a:t>  </a:t>
            </a:r>
            <a:r>
              <a:rPr kumimoji="1" lang="zh-CN" altLang="en-US">
                <a:latin typeface="Times New Roman" panose="02020603050405020304" pitchFamily="18" charset="0"/>
              </a:rPr>
              <a:t>，当它以第二宇宙速度飞行时，</a:t>
            </a:r>
          </a:p>
        </p:txBody>
      </p:sp>
      <p:sp>
        <p:nvSpPr>
          <p:cNvPr id="936966" name="Rectangle 6">
            <a:extLst>
              <a:ext uri="{FF2B5EF4-FFF2-40B4-BE49-F238E27FC236}">
                <a16:creationId xmlns:a16="http://schemas.microsoft.com/office/drawing/2014/main" id="{FE56E338-744D-90F8-CE35-45A5CB99F526}"/>
              </a:ext>
            </a:extLst>
          </p:cNvPr>
          <p:cNvSpPr>
            <a:spLocks noChangeArrowheads="1"/>
          </p:cNvSpPr>
          <p:nvPr/>
        </p:nvSpPr>
        <p:spPr bwMode="auto">
          <a:xfrm>
            <a:off x="755650" y="935038"/>
            <a:ext cx="4454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tabLst>
                <a:tab pos="1733550" algn="l"/>
              </a:tabLst>
              <a:defRPr sz="2400" b="1">
                <a:solidFill>
                  <a:schemeClr val="bg1"/>
                </a:solidFill>
                <a:latin typeface="仿宋_GB2312" pitchFamily="49" charset="-122"/>
                <a:ea typeface="仿宋_GB2312" pitchFamily="49" charset="-122"/>
              </a:defRPr>
            </a:lvl1pPr>
            <a:lvl2pPr marL="742950" indent="-285750">
              <a:tabLst>
                <a:tab pos="1733550" algn="l"/>
              </a:tabLst>
              <a:defRPr sz="2400" b="1">
                <a:solidFill>
                  <a:schemeClr val="bg1"/>
                </a:solidFill>
                <a:latin typeface="仿宋_GB2312" pitchFamily="49" charset="-122"/>
                <a:ea typeface="仿宋_GB2312" pitchFamily="49" charset="-122"/>
              </a:defRPr>
            </a:lvl2pPr>
            <a:lvl3pPr marL="1143000" indent="-228600">
              <a:tabLst>
                <a:tab pos="1733550" algn="l"/>
              </a:tabLst>
              <a:defRPr sz="2400" b="1">
                <a:solidFill>
                  <a:schemeClr val="bg1"/>
                </a:solidFill>
                <a:latin typeface="仿宋_GB2312" pitchFamily="49" charset="-122"/>
                <a:ea typeface="仿宋_GB2312" pitchFamily="49" charset="-122"/>
              </a:defRPr>
            </a:lvl3pPr>
            <a:lvl4pPr marL="1600200" indent="-228600">
              <a:tabLst>
                <a:tab pos="1733550" algn="l"/>
              </a:tabLst>
              <a:defRPr sz="2400" b="1">
                <a:solidFill>
                  <a:schemeClr val="bg1"/>
                </a:solidFill>
                <a:latin typeface="仿宋_GB2312" pitchFamily="49" charset="-122"/>
                <a:ea typeface="仿宋_GB2312" pitchFamily="49" charset="-122"/>
              </a:defRPr>
            </a:lvl4pPr>
            <a:lvl5pPr marL="2057400" indent="-228600">
              <a:tabLst>
                <a:tab pos="1733550" algn="l"/>
              </a:tabLst>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tabLst>
                <a:tab pos="1733550" algn="l"/>
              </a:tabLst>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kumimoji="1" lang="zh-CN" altLang="en-US">
                <a:latin typeface="Times New Roman" panose="02020603050405020304" pitchFamily="18" charset="0"/>
              </a:rPr>
              <a:t>其质量增加了多少？ </a:t>
            </a:r>
          </a:p>
        </p:txBody>
      </p:sp>
      <p:graphicFrame>
        <p:nvGraphicFramePr>
          <p:cNvPr id="936967" name="Object 7">
            <a:extLst>
              <a:ext uri="{FF2B5EF4-FFF2-40B4-BE49-F238E27FC236}">
                <a16:creationId xmlns:a16="http://schemas.microsoft.com/office/drawing/2014/main" id="{5416093A-9E20-4007-A02D-0EFE8FE3BA39}"/>
              </a:ext>
            </a:extLst>
          </p:cNvPr>
          <p:cNvGraphicFramePr>
            <a:graphicFrameLocks/>
          </p:cNvGraphicFramePr>
          <p:nvPr/>
        </p:nvGraphicFramePr>
        <p:xfrm>
          <a:off x="2611438" y="2598738"/>
          <a:ext cx="3616325" cy="685800"/>
        </p:xfrm>
        <a:graphic>
          <a:graphicData uri="http://schemas.openxmlformats.org/presentationml/2006/ole">
            <mc:AlternateContent xmlns:mc="http://schemas.openxmlformats.org/markup-compatibility/2006">
              <mc:Choice xmlns:v="urn:schemas-microsoft-com:vml" Requires="v">
                <p:oleObj name="公式" r:id="rId2" imgW="3619440" imgH="685800" progId="Equation.3">
                  <p:embed/>
                </p:oleObj>
              </mc:Choice>
              <mc:Fallback>
                <p:oleObj name="公式" r:id="rId2" imgW="3619440" imgH="685800" progId="Equation.3">
                  <p:embed/>
                  <p:pic>
                    <p:nvPicPr>
                      <p:cNvPr id="936967" name="Object 7">
                        <a:extLst>
                          <a:ext uri="{FF2B5EF4-FFF2-40B4-BE49-F238E27FC236}">
                            <a16:creationId xmlns:a16="http://schemas.microsoft.com/office/drawing/2014/main" id="{5416093A-9E20-4007-A02D-0EFE8FE3BA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1438" y="2598738"/>
                        <a:ext cx="36163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6968" name="Object 8">
            <a:extLst>
              <a:ext uri="{FF2B5EF4-FFF2-40B4-BE49-F238E27FC236}">
                <a16:creationId xmlns:a16="http://schemas.microsoft.com/office/drawing/2014/main" id="{10006675-089D-91F3-F040-0F7C55B00444}"/>
              </a:ext>
            </a:extLst>
          </p:cNvPr>
          <p:cNvGraphicFramePr>
            <a:graphicFrameLocks/>
          </p:cNvGraphicFramePr>
          <p:nvPr/>
        </p:nvGraphicFramePr>
        <p:xfrm>
          <a:off x="1403350" y="3892550"/>
          <a:ext cx="4860925" cy="688975"/>
        </p:xfrm>
        <a:graphic>
          <a:graphicData uri="http://schemas.openxmlformats.org/presentationml/2006/ole">
            <mc:AlternateContent xmlns:mc="http://schemas.openxmlformats.org/markup-compatibility/2006">
              <mc:Choice xmlns:v="urn:schemas-microsoft-com:vml" Requires="v">
                <p:oleObj name="公式" r:id="rId4" imgW="4851360" imgH="685800" progId="Equation.3">
                  <p:embed/>
                </p:oleObj>
              </mc:Choice>
              <mc:Fallback>
                <p:oleObj name="公式" r:id="rId4" imgW="4851360" imgH="685800" progId="Equation.3">
                  <p:embed/>
                  <p:pic>
                    <p:nvPicPr>
                      <p:cNvPr id="936968" name="Object 8">
                        <a:extLst>
                          <a:ext uri="{FF2B5EF4-FFF2-40B4-BE49-F238E27FC236}">
                            <a16:creationId xmlns:a16="http://schemas.microsoft.com/office/drawing/2014/main" id="{10006675-089D-91F3-F040-0F7C55B0044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892550"/>
                        <a:ext cx="4860925"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36969" name="Object 9">
            <a:extLst>
              <a:ext uri="{FF2B5EF4-FFF2-40B4-BE49-F238E27FC236}">
                <a16:creationId xmlns:a16="http://schemas.microsoft.com/office/drawing/2014/main" id="{52533B95-B43A-70E2-D1DE-2A723E39ABD0}"/>
              </a:ext>
            </a:extLst>
          </p:cNvPr>
          <p:cNvGraphicFramePr>
            <a:graphicFrameLocks/>
          </p:cNvGraphicFramePr>
          <p:nvPr/>
        </p:nvGraphicFramePr>
        <p:xfrm>
          <a:off x="1914525" y="4810125"/>
          <a:ext cx="6186488" cy="1066800"/>
        </p:xfrm>
        <a:graphic>
          <a:graphicData uri="http://schemas.openxmlformats.org/presentationml/2006/ole">
            <mc:AlternateContent xmlns:mc="http://schemas.openxmlformats.org/markup-compatibility/2006">
              <mc:Choice xmlns:v="urn:schemas-microsoft-com:vml" Requires="v">
                <p:oleObj name="公式" r:id="rId6" imgW="6197400" imgH="1066680" progId="Equation.3">
                  <p:embed/>
                </p:oleObj>
              </mc:Choice>
              <mc:Fallback>
                <p:oleObj name="公式" r:id="rId6" imgW="6197400" imgH="1066680" progId="Equation.3">
                  <p:embed/>
                  <p:pic>
                    <p:nvPicPr>
                      <p:cNvPr id="936969" name="Object 9">
                        <a:extLst>
                          <a:ext uri="{FF2B5EF4-FFF2-40B4-BE49-F238E27FC236}">
                            <a16:creationId xmlns:a16="http://schemas.microsoft.com/office/drawing/2014/main" id="{52533B95-B43A-70E2-D1DE-2A723E39ABD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4525" y="4810125"/>
                        <a:ext cx="6186488"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6970" name="Text Box 10">
            <a:extLst>
              <a:ext uri="{FF2B5EF4-FFF2-40B4-BE49-F238E27FC236}">
                <a16:creationId xmlns:a16="http://schemas.microsoft.com/office/drawing/2014/main" id="{C8DC5305-0410-800A-B3FD-F070BFA72883}"/>
              </a:ext>
            </a:extLst>
          </p:cNvPr>
          <p:cNvSpPr txBox="1">
            <a:spLocks noChangeArrowheads="1"/>
          </p:cNvSpPr>
          <p:nvPr/>
        </p:nvSpPr>
        <p:spPr bwMode="auto">
          <a:xfrm>
            <a:off x="755650" y="1484313"/>
            <a:ext cx="8208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kumimoji="1" lang="zh-CN" altLang="en-US">
                <a:latin typeface="Times New Roman" panose="02020603050405020304" pitchFamily="18" charset="0"/>
              </a:rPr>
              <a:t>火箭的第二宇宙速度 </a:t>
            </a:r>
            <a:r>
              <a:rPr kumimoji="1" lang="en-US" altLang="zh-CN" i="1">
                <a:solidFill>
                  <a:srgbClr val="66FFFF"/>
                </a:solidFill>
                <a:latin typeface="Bookman Old Style" panose="02050604050505020204" pitchFamily="18" charset="0"/>
              </a:rPr>
              <a:t>v</a:t>
            </a:r>
            <a:r>
              <a:rPr kumimoji="1" lang="en-US" altLang="zh-CN" i="1">
                <a:solidFill>
                  <a:srgbClr val="66FFFF"/>
                </a:solidFill>
                <a:latin typeface="Times New Roman" panose="02020603050405020304" pitchFamily="18" charset="0"/>
              </a:rPr>
              <a:t> </a:t>
            </a:r>
            <a:r>
              <a:rPr kumimoji="1" lang="en-US" altLang="zh-CN">
                <a:solidFill>
                  <a:srgbClr val="66FFFF"/>
                </a:solidFill>
                <a:latin typeface="Times New Roman" panose="02020603050405020304" pitchFamily="18" charset="0"/>
              </a:rPr>
              <a:t>= 11. 2 </a:t>
            </a:r>
            <a:r>
              <a:rPr kumimoji="1" lang="en-US" altLang="zh-CN">
                <a:solidFill>
                  <a:srgbClr val="66FFFF"/>
                </a:solidFill>
                <a:latin typeface="Times New Roman" panose="02020603050405020304" pitchFamily="18" charset="0"/>
                <a:sym typeface="Symbol" panose="05050102010706020507" pitchFamily="18" charset="2"/>
              </a:rPr>
              <a:t>10</a:t>
            </a:r>
            <a:r>
              <a:rPr kumimoji="1" lang="en-US" altLang="zh-CN" sz="1200">
                <a:solidFill>
                  <a:srgbClr val="66FFFF"/>
                </a:solidFill>
                <a:latin typeface="Times New Roman" panose="02020603050405020304" pitchFamily="18" charset="0"/>
                <a:sym typeface="Symbol" panose="05050102010706020507" pitchFamily="18" charset="2"/>
              </a:rPr>
              <a:t> </a:t>
            </a:r>
            <a:r>
              <a:rPr kumimoji="1" lang="en-US" altLang="zh-CN" baseline="45000">
                <a:solidFill>
                  <a:srgbClr val="66FFFF"/>
                </a:solidFill>
                <a:latin typeface="Times New Roman" panose="02020603050405020304" pitchFamily="18" charset="0"/>
                <a:sym typeface="Symbol" panose="05050102010706020507" pitchFamily="18" charset="2"/>
              </a:rPr>
              <a:t>3</a:t>
            </a:r>
            <a:r>
              <a:rPr kumimoji="1" lang="en-US" altLang="zh-CN">
                <a:solidFill>
                  <a:srgbClr val="66FFFF"/>
                </a:solidFill>
                <a:latin typeface="Times New Roman" panose="02020603050405020304" pitchFamily="18" charset="0"/>
                <a:sym typeface="Symbol" panose="05050102010706020507" pitchFamily="18" charset="2"/>
              </a:rPr>
              <a:t> m/s</a:t>
            </a:r>
            <a:r>
              <a:rPr kumimoji="1" lang="en-US" altLang="zh-CN">
                <a:latin typeface="Times New Roman" panose="02020603050405020304" pitchFamily="18" charset="0"/>
                <a:sym typeface="Symbol" panose="05050102010706020507" pitchFamily="18" charset="2"/>
              </a:rPr>
              <a:t> </a:t>
            </a:r>
            <a:r>
              <a:rPr kumimoji="1" lang="zh-CN" altLang="en-US">
                <a:latin typeface="Times New Roman" panose="02020603050405020304" pitchFamily="18" charset="0"/>
              </a:rPr>
              <a:t>，因此 </a:t>
            </a:r>
            <a:r>
              <a:rPr kumimoji="1" lang="en-US" altLang="zh-CN" i="1">
                <a:solidFill>
                  <a:srgbClr val="66FFFF"/>
                </a:solidFill>
                <a:latin typeface="Bookman Old Style" panose="02050604050505020204" pitchFamily="18" charset="0"/>
              </a:rPr>
              <a:t>v</a:t>
            </a:r>
            <a:r>
              <a:rPr kumimoji="1" lang="en-US" altLang="zh-CN" i="1">
                <a:solidFill>
                  <a:srgbClr val="66FFFF"/>
                </a:solidFill>
                <a:latin typeface="Times New Roman" panose="02020603050405020304" pitchFamily="18" charset="0"/>
              </a:rPr>
              <a:t> </a:t>
            </a:r>
            <a:r>
              <a:rPr kumimoji="1" lang="en-US" altLang="zh-CN">
                <a:solidFill>
                  <a:srgbClr val="66FFFF"/>
                </a:solidFill>
                <a:latin typeface="Times New Roman" panose="02020603050405020304" pitchFamily="18" charset="0"/>
              </a:rPr>
              <a:t>&lt;&lt;</a:t>
            </a:r>
            <a:r>
              <a:rPr kumimoji="1" lang="en-US" altLang="zh-CN" i="1">
                <a:solidFill>
                  <a:srgbClr val="66FFFF"/>
                </a:solidFill>
                <a:latin typeface="Times New Roman" panose="02020603050405020304" pitchFamily="18" charset="0"/>
              </a:rPr>
              <a:t>c</a:t>
            </a:r>
            <a:r>
              <a:rPr kumimoji="1" lang="en-US" altLang="zh-CN">
                <a:latin typeface="Times New Roman" panose="02020603050405020304" pitchFamily="18" charset="0"/>
              </a:rPr>
              <a:t> </a:t>
            </a:r>
            <a:r>
              <a:rPr kumimoji="1" lang="zh-CN" altLang="en-US">
                <a:latin typeface="Times New Roman" panose="02020603050405020304" pitchFamily="18" charset="0"/>
              </a:rPr>
              <a:t>，所以火箭的动能为</a:t>
            </a:r>
          </a:p>
        </p:txBody>
      </p:sp>
      <p:sp>
        <p:nvSpPr>
          <p:cNvPr id="936971" name="Text Box 11">
            <a:extLst>
              <a:ext uri="{FF2B5EF4-FFF2-40B4-BE49-F238E27FC236}">
                <a16:creationId xmlns:a16="http://schemas.microsoft.com/office/drawing/2014/main" id="{9B9DD333-213B-3231-8E99-2D83B41C1791}"/>
              </a:ext>
            </a:extLst>
          </p:cNvPr>
          <p:cNvSpPr txBox="1">
            <a:spLocks noChangeArrowheads="1"/>
          </p:cNvSpPr>
          <p:nvPr/>
        </p:nvSpPr>
        <p:spPr bwMode="auto">
          <a:xfrm>
            <a:off x="468313" y="6140450"/>
            <a:ext cx="450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FFFF00"/>
              </a:buClr>
              <a:buFont typeface="Wingdings" panose="05000000000000000000" pitchFamily="2" charset="2"/>
              <a:buChar char="Ø"/>
            </a:pPr>
            <a:r>
              <a:rPr kumimoji="1" lang="en-US" altLang="zh-CN">
                <a:solidFill>
                  <a:srgbClr val="66FFFF"/>
                </a:solidFill>
                <a:latin typeface="Times New Roman" panose="02020603050405020304" pitchFamily="18" charset="0"/>
              </a:rPr>
              <a:t> </a:t>
            </a:r>
            <a:r>
              <a:rPr kumimoji="1" lang="zh-CN" altLang="en-US">
                <a:solidFill>
                  <a:srgbClr val="66FFFF"/>
                </a:solidFill>
                <a:latin typeface="Times New Roman" panose="02020603050405020304" pitchFamily="18" charset="0"/>
              </a:rPr>
              <a:t>火箭质量可近视为不变</a:t>
            </a:r>
            <a:r>
              <a:rPr kumimoji="1" lang="zh-CN" altLang="en-US" b="0">
                <a:solidFill>
                  <a:srgbClr val="66FFFF"/>
                </a:solidFill>
                <a:latin typeface="Times New Roman" panose="02020603050405020304" pitchFamily="18" charset="0"/>
              </a:rPr>
              <a:t>。</a:t>
            </a:r>
          </a:p>
        </p:txBody>
      </p:sp>
      <p:sp>
        <p:nvSpPr>
          <p:cNvPr id="936972" name="Text Box 12">
            <a:extLst>
              <a:ext uri="{FF2B5EF4-FFF2-40B4-BE49-F238E27FC236}">
                <a16:creationId xmlns:a16="http://schemas.microsoft.com/office/drawing/2014/main" id="{19828847-BBF5-25BF-F782-AB0A5B9FC20D}"/>
              </a:ext>
            </a:extLst>
          </p:cNvPr>
          <p:cNvSpPr txBox="1">
            <a:spLocks noChangeArrowheads="1"/>
          </p:cNvSpPr>
          <p:nvPr/>
        </p:nvSpPr>
        <p:spPr bwMode="auto">
          <a:xfrm>
            <a:off x="755650" y="3403600"/>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rPr>
              <a:t>火箭的质量的增加量为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36962"/>
                                        </p:tgtEl>
                                        <p:attrNameLst>
                                          <p:attrName>style.visibility</p:attrName>
                                        </p:attrNameLst>
                                      </p:cBhvr>
                                      <p:to>
                                        <p:strVal val="visible"/>
                                      </p:to>
                                    </p:set>
                                    <p:animEffect transition="in" filter="wipe(left)">
                                      <p:cBhvr>
                                        <p:cTn id="7" dur="500"/>
                                        <p:tgtEl>
                                          <p:spTgt spid="936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iterate type="wd">
                                    <p:tmPct val="100000"/>
                                  </p:iterate>
                                  <p:childTnLst>
                                    <p:set>
                                      <p:cBhvr>
                                        <p:cTn id="11" dur="1" fill="hold">
                                          <p:stCondLst>
                                            <p:cond delay="0"/>
                                          </p:stCondLst>
                                        </p:cTn>
                                        <p:tgtEl>
                                          <p:spTgt spid="936965"/>
                                        </p:tgtEl>
                                        <p:attrNameLst>
                                          <p:attrName>style.visibility</p:attrName>
                                        </p:attrNameLst>
                                      </p:cBhvr>
                                      <p:to>
                                        <p:strVal val="visible"/>
                                      </p:to>
                                    </p:set>
                                    <p:animEffect transition="in" filter="wipe(left)">
                                      <p:cBhvr>
                                        <p:cTn id="12" dur="300"/>
                                        <p:tgtEl>
                                          <p:spTgt spid="936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36964"/>
                                        </p:tgtEl>
                                        <p:attrNameLst>
                                          <p:attrName>style.visibility</p:attrName>
                                        </p:attrNameLst>
                                      </p:cBhvr>
                                      <p:to>
                                        <p:strVal val="visible"/>
                                      </p:to>
                                    </p:set>
                                    <p:animEffect transition="in" filter="wipe(left)">
                                      <p:cBhvr>
                                        <p:cTn id="17" dur="500"/>
                                        <p:tgtEl>
                                          <p:spTgt spid="936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iterate type="wd">
                                    <p:tmPct val="100000"/>
                                  </p:iterate>
                                  <p:childTnLst>
                                    <p:set>
                                      <p:cBhvr>
                                        <p:cTn id="21" dur="1" fill="hold">
                                          <p:stCondLst>
                                            <p:cond delay="0"/>
                                          </p:stCondLst>
                                        </p:cTn>
                                        <p:tgtEl>
                                          <p:spTgt spid="936966"/>
                                        </p:tgtEl>
                                        <p:attrNameLst>
                                          <p:attrName>style.visibility</p:attrName>
                                        </p:attrNameLst>
                                      </p:cBhvr>
                                      <p:to>
                                        <p:strVal val="visible"/>
                                      </p:to>
                                    </p:set>
                                    <p:animEffect transition="in" filter="wipe(left)">
                                      <p:cBhvr>
                                        <p:cTn id="22" dur="300"/>
                                        <p:tgtEl>
                                          <p:spTgt spid="9369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36963"/>
                                        </p:tgtEl>
                                        <p:attrNameLst>
                                          <p:attrName>style.visibility</p:attrName>
                                        </p:attrNameLst>
                                      </p:cBhvr>
                                      <p:to>
                                        <p:strVal val="visible"/>
                                      </p:to>
                                    </p:set>
                                    <p:animEffect transition="in" filter="wipe(left)">
                                      <p:cBhvr>
                                        <p:cTn id="27" dur="500"/>
                                        <p:tgtEl>
                                          <p:spTgt spid="9369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iterate type="wd">
                                    <p:tmPct val="100000"/>
                                  </p:iterate>
                                  <p:childTnLst>
                                    <p:set>
                                      <p:cBhvr>
                                        <p:cTn id="31" dur="1" fill="hold">
                                          <p:stCondLst>
                                            <p:cond delay="0"/>
                                          </p:stCondLst>
                                        </p:cTn>
                                        <p:tgtEl>
                                          <p:spTgt spid="936970"/>
                                        </p:tgtEl>
                                        <p:attrNameLst>
                                          <p:attrName>style.visibility</p:attrName>
                                        </p:attrNameLst>
                                      </p:cBhvr>
                                      <p:to>
                                        <p:strVal val="visible"/>
                                      </p:to>
                                    </p:set>
                                    <p:animEffect transition="in" filter="wipe(left)">
                                      <p:cBhvr>
                                        <p:cTn id="32" dur="300"/>
                                        <p:tgtEl>
                                          <p:spTgt spid="9369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36967"/>
                                        </p:tgtEl>
                                        <p:attrNameLst>
                                          <p:attrName>style.visibility</p:attrName>
                                        </p:attrNameLst>
                                      </p:cBhvr>
                                      <p:to>
                                        <p:strVal val="visible"/>
                                      </p:to>
                                    </p:set>
                                    <p:animEffect transition="in" filter="wipe(left)">
                                      <p:cBhvr>
                                        <p:cTn id="37" dur="500"/>
                                        <p:tgtEl>
                                          <p:spTgt spid="9369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iterate type="lt">
                                    <p:tmPct val="100000"/>
                                  </p:iterate>
                                  <p:childTnLst>
                                    <p:set>
                                      <p:cBhvr>
                                        <p:cTn id="41" dur="1" fill="hold">
                                          <p:stCondLst>
                                            <p:cond delay="0"/>
                                          </p:stCondLst>
                                        </p:cTn>
                                        <p:tgtEl>
                                          <p:spTgt spid="936972"/>
                                        </p:tgtEl>
                                        <p:attrNameLst>
                                          <p:attrName>style.visibility</p:attrName>
                                        </p:attrNameLst>
                                      </p:cBhvr>
                                      <p:to>
                                        <p:strVal val="visible"/>
                                      </p:to>
                                    </p:set>
                                    <p:animEffect transition="in" filter="wipe(left)">
                                      <p:cBhvr>
                                        <p:cTn id="42" dur="200"/>
                                        <p:tgtEl>
                                          <p:spTgt spid="9369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36968"/>
                                        </p:tgtEl>
                                        <p:attrNameLst>
                                          <p:attrName>style.visibility</p:attrName>
                                        </p:attrNameLst>
                                      </p:cBhvr>
                                      <p:to>
                                        <p:strVal val="visible"/>
                                      </p:to>
                                    </p:set>
                                    <p:animEffect transition="in" filter="wipe(left)">
                                      <p:cBhvr>
                                        <p:cTn id="47" dur="500"/>
                                        <p:tgtEl>
                                          <p:spTgt spid="9369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36969"/>
                                        </p:tgtEl>
                                        <p:attrNameLst>
                                          <p:attrName>style.visibility</p:attrName>
                                        </p:attrNameLst>
                                      </p:cBhvr>
                                      <p:to>
                                        <p:strVal val="visible"/>
                                      </p:to>
                                    </p:set>
                                    <p:animEffect transition="in" filter="wipe(left)">
                                      <p:cBhvr>
                                        <p:cTn id="52" dur="500"/>
                                        <p:tgtEl>
                                          <p:spTgt spid="93696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iterate type="lt">
                                    <p:tmPct val="100000"/>
                                  </p:iterate>
                                  <p:childTnLst>
                                    <p:set>
                                      <p:cBhvr>
                                        <p:cTn id="56" dur="1" fill="hold">
                                          <p:stCondLst>
                                            <p:cond delay="0"/>
                                          </p:stCondLst>
                                        </p:cTn>
                                        <p:tgtEl>
                                          <p:spTgt spid="936971"/>
                                        </p:tgtEl>
                                        <p:attrNameLst>
                                          <p:attrName>style.visibility</p:attrName>
                                        </p:attrNameLst>
                                      </p:cBhvr>
                                      <p:to>
                                        <p:strVal val="visible"/>
                                      </p:to>
                                    </p:set>
                                    <p:animEffect transition="in" filter="wipe(left)">
                                      <p:cBhvr>
                                        <p:cTn id="57" dur="200"/>
                                        <p:tgtEl>
                                          <p:spTgt spid="936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2" grpId="0" autoUpdateAnimBg="0"/>
      <p:bldP spid="936963" grpId="0" autoUpdateAnimBg="0"/>
      <p:bldP spid="936964" grpId="0" autoUpdateAnimBg="0"/>
      <p:bldP spid="936965" grpId="0"/>
      <p:bldP spid="936966" grpId="0"/>
      <p:bldP spid="936970" grpId="0"/>
      <p:bldP spid="936971" grpId="0"/>
      <p:bldP spid="936972"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0994" name="Text Box 2">
            <a:extLst>
              <a:ext uri="{FF2B5EF4-FFF2-40B4-BE49-F238E27FC236}">
                <a16:creationId xmlns:a16="http://schemas.microsoft.com/office/drawing/2014/main" id="{FAACB195-F7AB-A54D-F32E-11E28187B216}"/>
              </a:ext>
            </a:extLst>
          </p:cNvPr>
          <p:cNvSpPr txBox="1">
            <a:spLocks noChangeArrowheads="1"/>
          </p:cNvSpPr>
          <p:nvPr/>
        </p:nvSpPr>
        <p:spPr bwMode="auto">
          <a:xfrm>
            <a:off x="250825" y="379413"/>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med" len="lg"/>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a:solidFill>
                  <a:srgbClr val="00FF00"/>
                </a:solidFill>
                <a:sym typeface="Wingdings" panose="05000000000000000000" pitchFamily="2" charset="2"/>
              </a:rPr>
              <a:t></a:t>
            </a:r>
            <a:r>
              <a:rPr lang="en-US" altLang="zh-CN">
                <a:solidFill>
                  <a:srgbClr val="00FF00"/>
                </a:solidFill>
                <a:latin typeface="Times New Roman" panose="02020603050405020304" pitchFamily="18" charset="0"/>
                <a:sym typeface="Wingdings" panose="05000000000000000000" pitchFamily="2" charset="2"/>
              </a:rPr>
              <a:t> </a:t>
            </a:r>
            <a:r>
              <a:rPr lang="zh-CN" altLang="en-US">
                <a:solidFill>
                  <a:srgbClr val="FFFF00"/>
                </a:solidFill>
                <a:latin typeface="宋体" panose="02010600030101010101" pitchFamily="2" charset="-122"/>
                <a:ea typeface="宋体" panose="02010600030101010101" pitchFamily="2" charset="-122"/>
              </a:rPr>
              <a:t>解题思路</a:t>
            </a:r>
          </a:p>
        </p:txBody>
      </p:sp>
      <p:sp>
        <p:nvSpPr>
          <p:cNvPr id="980995" name="Rectangle 3">
            <a:extLst>
              <a:ext uri="{FF2B5EF4-FFF2-40B4-BE49-F238E27FC236}">
                <a16:creationId xmlns:a16="http://schemas.microsoft.com/office/drawing/2014/main" id="{9E1F27D7-6B6D-BED0-291C-A3D63EE530AF}"/>
              </a:ext>
            </a:extLst>
          </p:cNvPr>
          <p:cNvSpPr>
            <a:spLocks noChangeArrowheads="1"/>
          </p:cNvSpPr>
          <p:nvPr/>
        </p:nvSpPr>
        <p:spPr bwMode="auto">
          <a:xfrm>
            <a:off x="684213" y="801688"/>
            <a:ext cx="828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t>实际问题中当物体作趋近于光速的高速运动时，一定要用相对论动力学的公式，</a:t>
            </a:r>
            <a:r>
              <a:rPr lang="zh-CN" altLang="en-US">
                <a:latin typeface="楷体_GB2312" pitchFamily="49" charset="-122"/>
                <a:ea typeface="楷体_GB2312" pitchFamily="49" charset="-122"/>
              </a:rPr>
              <a:t>求解相对论动力学问题的关键在于理解和掌握下列几个最重要的结论：</a:t>
            </a:r>
            <a:r>
              <a:rPr lang="zh-CN" altLang="en-US" sz="1800" b="0">
                <a:solidFill>
                  <a:schemeClr val="tx1"/>
                </a:solidFill>
                <a:latin typeface="Arial" panose="020B0604020202020204" pitchFamily="34" charset="0"/>
                <a:ea typeface="宋体" panose="02010600030101010101" pitchFamily="2" charset="-122"/>
              </a:rPr>
              <a:t> </a:t>
            </a:r>
          </a:p>
        </p:txBody>
      </p:sp>
      <p:sp>
        <p:nvSpPr>
          <p:cNvPr id="980996" name="Rectangle 4">
            <a:extLst>
              <a:ext uri="{FF2B5EF4-FFF2-40B4-BE49-F238E27FC236}">
                <a16:creationId xmlns:a16="http://schemas.microsoft.com/office/drawing/2014/main" id="{F093EF5F-1641-AFC4-4E08-63872B6C7430}"/>
              </a:ext>
            </a:extLst>
          </p:cNvPr>
          <p:cNvSpPr>
            <a:spLocks noChangeArrowheads="1"/>
          </p:cNvSpPr>
          <p:nvPr/>
        </p:nvSpPr>
        <p:spPr bwMode="auto">
          <a:xfrm>
            <a:off x="827088" y="2181225"/>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相对论质量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0997" name="Object 5">
            <a:extLst>
              <a:ext uri="{FF2B5EF4-FFF2-40B4-BE49-F238E27FC236}">
                <a16:creationId xmlns:a16="http://schemas.microsoft.com/office/drawing/2014/main" id="{0C6E122F-DA5A-581C-B3E0-D52E3D3252A6}"/>
              </a:ext>
            </a:extLst>
          </p:cNvPr>
          <p:cNvGraphicFramePr>
            <a:graphicFrameLocks noChangeAspect="1"/>
          </p:cNvGraphicFramePr>
          <p:nvPr/>
        </p:nvGraphicFramePr>
        <p:xfrm>
          <a:off x="4319588" y="2046288"/>
          <a:ext cx="1347787" cy="1074737"/>
        </p:xfrm>
        <a:graphic>
          <a:graphicData uri="http://schemas.openxmlformats.org/presentationml/2006/ole">
            <mc:AlternateContent xmlns:mc="http://schemas.openxmlformats.org/markup-compatibility/2006">
              <mc:Choice xmlns:v="urn:schemas-microsoft-com:vml" Requires="v">
                <p:oleObj name="公式" r:id="rId2" imgW="812520" imgH="647640" progId="Equation.3">
                  <p:embed/>
                </p:oleObj>
              </mc:Choice>
              <mc:Fallback>
                <p:oleObj name="公式" r:id="rId2" imgW="812520" imgH="647640" progId="Equation.3">
                  <p:embed/>
                  <p:pic>
                    <p:nvPicPr>
                      <p:cNvPr id="980997" name="Object 5">
                        <a:extLst>
                          <a:ext uri="{FF2B5EF4-FFF2-40B4-BE49-F238E27FC236}">
                            <a16:creationId xmlns:a16="http://schemas.microsoft.com/office/drawing/2014/main" id="{0C6E122F-DA5A-581C-B3E0-D52E3D325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9588" y="2046288"/>
                        <a:ext cx="1347787"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0998" name="Rectangle 6">
            <a:extLst>
              <a:ext uri="{FF2B5EF4-FFF2-40B4-BE49-F238E27FC236}">
                <a16:creationId xmlns:a16="http://schemas.microsoft.com/office/drawing/2014/main" id="{258E7661-7B81-782E-C245-83EFC54CFB92}"/>
              </a:ext>
            </a:extLst>
          </p:cNvPr>
          <p:cNvSpPr>
            <a:spLocks noChangeArrowheads="1"/>
          </p:cNvSpPr>
          <p:nvPr/>
        </p:nvSpPr>
        <p:spPr bwMode="auto">
          <a:xfrm>
            <a:off x="827088" y="3387725"/>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相对论动量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0999" name="Object 7">
            <a:extLst>
              <a:ext uri="{FF2B5EF4-FFF2-40B4-BE49-F238E27FC236}">
                <a16:creationId xmlns:a16="http://schemas.microsoft.com/office/drawing/2014/main" id="{7543DD70-434F-4BD2-533A-6E68D37A2696}"/>
              </a:ext>
            </a:extLst>
          </p:cNvPr>
          <p:cNvGraphicFramePr>
            <a:graphicFrameLocks noChangeAspect="1"/>
          </p:cNvGraphicFramePr>
          <p:nvPr/>
        </p:nvGraphicFramePr>
        <p:xfrm>
          <a:off x="4013200" y="3205163"/>
          <a:ext cx="2046288" cy="1144587"/>
        </p:xfrm>
        <a:graphic>
          <a:graphicData uri="http://schemas.openxmlformats.org/presentationml/2006/ole">
            <mc:AlternateContent xmlns:mc="http://schemas.openxmlformats.org/markup-compatibility/2006">
              <mc:Choice xmlns:v="urn:schemas-microsoft-com:vml" Requires="v">
                <p:oleObj name="公式" r:id="rId4" imgW="1155600" imgH="647640" progId="Equation.3">
                  <p:embed/>
                </p:oleObj>
              </mc:Choice>
              <mc:Fallback>
                <p:oleObj name="公式" r:id="rId4" imgW="1155600" imgH="647640" progId="Equation.3">
                  <p:embed/>
                  <p:pic>
                    <p:nvPicPr>
                      <p:cNvPr id="980999" name="Object 7">
                        <a:extLst>
                          <a:ext uri="{FF2B5EF4-FFF2-40B4-BE49-F238E27FC236}">
                            <a16:creationId xmlns:a16="http://schemas.microsoft.com/office/drawing/2014/main" id="{7543DD70-434F-4BD2-533A-6E68D37A26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3200" y="3205163"/>
                        <a:ext cx="2046288"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1000" name="Rectangle 8">
            <a:extLst>
              <a:ext uri="{FF2B5EF4-FFF2-40B4-BE49-F238E27FC236}">
                <a16:creationId xmlns:a16="http://schemas.microsoft.com/office/drawing/2014/main" id="{5B3D66AE-A3A9-5BF4-7DD6-28C3D56EF0EF}"/>
              </a:ext>
            </a:extLst>
          </p:cNvPr>
          <p:cNvSpPr>
            <a:spLocks noChangeArrowheads="1"/>
          </p:cNvSpPr>
          <p:nvPr/>
        </p:nvSpPr>
        <p:spPr bwMode="auto">
          <a:xfrm>
            <a:off x="827088" y="4508500"/>
            <a:ext cx="1958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相对论能量</a:t>
            </a:r>
            <a:r>
              <a:rPr lang="zh-CN" altLang="en-US" sz="1800" b="0">
                <a:solidFill>
                  <a:schemeClr val="tx1"/>
                </a:solidFill>
                <a:latin typeface="Arial" panose="020B0604020202020204" pitchFamily="34" charset="0"/>
                <a:ea typeface="宋体" panose="02010600030101010101" pitchFamily="2" charset="-122"/>
              </a:rPr>
              <a:t> </a:t>
            </a:r>
          </a:p>
        </p:txBody>
      </p:sp>
      <p:graphicFrame>
        <p:nvGraphicFramePr>
          <p:cNvPr id="981001" name="Object 9">
            <a:extLst>
              <a:ext uri="{FF2B5EF4-FFF2-40B4-BE49-F238E27FC236}">
                <a16:creationId xmlns:a16="http://schemas.microsoft.com/office/drawing/2014/main" id="{23EAB5AB-080D-9861-118D-B5DB425376D7}"/>
              </a:ext>
            </a:extLst>
          </p:cNvPr>
          <p:cNvGraphicFramePr>
            <a:graphicFrameLocks noChangeAspect="1"/>
          </p:cNvGraphicFramePr>
          <p:nvPr/>
        </p:nvGraphicFramePr>
        <p:xfrm>
          <a:off x="4511675" y="4511675"/>
          <a:ext cx="1028700" cy="342900"/>
        </p:xfrm>
        <a:graphic>
          <a:graphicData uri="http://schemas.openxmlformats.org/presentationml/2006/ole">
            <mc:AlternateContent xmlns:mc="http://schemas.openxmlformats.org/markup-compatibility/2006">
              <mc:Choice xmlns:v="urn:schemas-microsoft-com:vml" Requires="v">
                <p:oleObj name="公式" r:id="rId6" imgW="1028520" imgH="342720" progId="Equation.3">
                  <p:embed/>
                </p:oleObj>
              </mc:Choice>
              <mc:Fallback>
                <p:oleObj name="公式" r:id="rId6" imgW="1028520" imgH="342720" progId="Equation.3">
                  <p:embed/>
                  <p:pic>
                    <p:nvPicPr>
                      <p:cNvPr id="981001" name="Object 9">
                        <a:extLst>
                          <a:ext uri="{FF2B5EF4-FFF2-40B4-BE49-F238E27FC236}">
                            <a16:creationId xmlns:a16="http://schemas.microsoft.com/office/drawing/2014/main" id="{23EAB5AB-080D-9861-118D-B5DB425376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675" y="4511675"/>
                        <a:ext cx="10287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1002" name="Rectangle 10">
            <a:extLst>
              <a:ext uri="{FF2B5EF4-FFF2-40B4-BE49-F238E27FC236}">
                <a16:creationId xmlns:a16="http://schemas.microsoft.com/office/drawing/2014/main" id="{6232B53B-7B64-8E60-59F9-E2C39DF38342}"/>
              </a:ext>
            </a:extLst>
          </p:cNvPr>
          <p:cNvSpPr>
            <a:spLocks noChangeArrowheads="1"/>
          </p:cNvSpPr>
          <p:nvPr/>
        </p:nvSpPr>
        <p:spPr bwMode="auto">
          <a:xfrm>
            <a:off x="827088" y="5229225"/>
            <a:ext cx="204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相对论动能 </a:t>
            </a:r>
          </a:p>
        </p:txBody>
      </p:sp>
      <p:graphicFrame>
        <p:nvGraphicFramePr>
          <p:cNvPr id="981003" name="Object 11">
            <a:extLst>
              <a:ext uri="{FF2B5EF4-FFF2-40B4-BE49-F238E27FC236}">
                <a16:creationId xmlns:a16="http://schemas.microsoft.com/office/drawing/2014/main" id="{DF175D1D-958F-A389-EAD7-C7F6EA660739}"/>
              </a:ext>
            </a:extLst>
          </p:cNvPr>
          <p:cNvGraphicFramePr>
            <a:graphicFrameLocks noChangeAspect="1"/>
          </p:cNvGraphicFramePr>
          <p:nvPr/>
        </p:nvGraphicFramePr>
        <p:xfrm>
          <a:off x="4511675" y="5237163"/>
          <a:ext cx="2005013" cy="419100"/>
        </p:xfrm>
        <a:graphic>
          <a:graphicData uri="http://schemas.openxmlformats.org/presentationml/2006/ole">
            <mc:AlternateContent xmlns:mc="http://schemas.openxmlformats.org/markup-compatibility/2006">
              <mc:Choice xmlns:v="urn:schemas-microsoft-com:vml" Requires="v">
                <p:oleObj name="公式" r:id="rId8" imgW="2006280" imgH="419040" progId="Equation.3">
                  <p:embed/>
                </p:oleObj>
              </mc:Choice>
              <mc:Fallback>
                <p:oleObj name="公式" r:id="rId8" imgW="2006280" imgH="419040" progId="Equation.3">
                  <p:embed/>
                  <p:pic>
                    <p:nvPicPr>
                      <p:cNvPr id="981003" name="Object 11">
                        <a:extLst>
                          <a:ext uri="{FF2B5EF4-FFF2-40B4-BE49-F238E27FC236}">
                            <a16:creationId xmlns:a16="http://schemas.microsoft.com/office/drawing/2014/main" id="{DF175D1D-958F-A389-EAD7-C7F6EA66073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11675" y="5237163"/>
                        <a:ext cx="200501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1004" name="Rectangle 12">
            <a:extLst>
              <a:ext uri="{FF2B5EF4-FFF2-40B4-BE49-F238E27FC236}">
                <a16:creationId xmlns:a16="http://schemas.microsoft.com/office/drawing/2014/main" id="{D455B0BF-5501-4555-C771-F056328A9CE2}"/>
              </a:ext>
            </a:extLst>
          </p:cNvPr>
          <p:cNvSpPr>
            <a:spLocks noChangeArrowheads="1"/>
          </p:cNvSpPr>
          <p:nvPr/>
        </p:nvSpPr>
        <p:spPr bwMode="auto">
          <a:xfrm>
            <a:off x="827088" y="5935663"/>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00FFFF"/>
              </a:buClr>
              <a:buSzPct val="80000"/>
              <a:buFont typeface="Wingdings" panose="05000000000000000000" pitchFamily="2" charset="2"/>
              <a:buChar char="l"/>
            </a:pPr>
            <a:r>
              <a:rPr lang="zh-CN" altLang="en-US">
                <a:latin typeface="楷体_GB2312" pitchFamily="49" charset="-122"/>
                <a:ea typeface="楷体_GB2312" pitchFamily="49" charset="-122"/>
              </a:rPr>
              <a:t>相对论能量和动量的关系 </a:t>
            </a:r>
          </a:p>
        </p:txBody>
      </p:sp>
      <p:graphicFrame>
        <p:nvGraphicFramePr>
          <p:cNvPr id="981005" name="Object 13">
            <a:extLst>
              <a:ext uri="{FF2B5EF4-FFF2-40B4-BE49-F238E27FC236}">
                <a16:creationId xmlns:a16="http://schemas.microsoft.com/office/drawing/2014/main" id="{63E68474-576C-FB90-673A-6A6982A120A8}"/>
              </a:ext>
            </a:extLst>
          </p:cNvPr>
          <p:cNvGraphicFramePr>
            <a:graphicFrameLocks noChangeAspect="1"/>
          </p:cNvGraphicFramePr>
          <p:nvPr/>
        </p:nvGraphicFramePr>
        <p:xfrm>
          <a:off x="4792663" y="6034088"/>
          <a:ext cx="1866900" cy="419100"/>
        </p:xfrm>
        <a:graphic>
          <a:graphicData uri="http://schemas.openxmlformats.org/presentationml/2006/ole">
            <mc:AlternateContent xmlns:mc="http://schemas.openxmlformats.org/markup-compatibility/2006">
              <mc:Choice xmlns:v="urn:schemas-microsoft-com:vml" Requires="v">
                <p:oleObj name="公式" r:id="rId10" imgW="1866600" imgH="419040" progId="Equation.3">
                  <p:embed/>
                </p:oleObj>
              </mc:Choice>
              <mc:Fallback>
                <p:oleObj name="公式" r:id="rId10" imgW="1866600" imgH="419040" progId="Equation.3">
                  <p:embed/>
                  <p:pic>
                    <p:nvPicPr>
                      <p:cNvPr id="981005" name="Object 13">
                        <a:extLst>
                          <a:ext uri="{FF2B5EF4-FFF2-40B4-BE49-F238E27FC236}">
                            <a16:creationId xmlns:a16="http://schemas.microsoft.com/office/drawing/2014/main" id="{63E68474-576C-FB90-673A-6A6982A120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92663" y="6034088"/>
                        <a:ext cx="18669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80994"/>
                                        </p:tgtEl>
                                        <p:attrNameLst>
                                          <p:attrName>style.visibility</p:attrName>
                                        </p:attrNameLst>
                                      </p:cBhvr>
                                      <p:to>
                                        <p:strVal val="visible"/>
                                      </p:to>
                                    </p:set>
                                    <p:animEffect transition="in" filter="wipe(left)">
                                      <p:cBhvr>
                                        <p:cTn id="7" dur="500"/>
                                        <p:tgtEl>
                                          <p:spTgt spid="9809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80995"/>
                                        </p:tgtEl>
                                        <p:attrNameLst>
                                          <p:attrName>style.visibility</p:attrName>
                                        </p:attrNameLst>
                                      </p:cBhvr>
                                      <p:to>
                                        <p:strVal val="visible"/>
                                      </p:to>
                                    </p:set>
                                    <p:animEffect transition="in" filter="wipe(left)">
                                      <p:cBhvr>
                                        <p:cTn id="12" dur="500"/>
                                        <p:tgtEl>
                                          <p:spTgt spid="9809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0996"/>
                                        </p:tgtEl>
                                        <p:attrNameLst>
                                          <p:attrName>style.visibility</p:attrName>
                                        </p:attrNameLst>
                                      </p:cBhvr>
                                      <p:to>
                                        <p:strVal val="visible"/>
                                      </p:to>
                                    </p:set>
                                    <p:animEffect transition="in" filter="wipe(left)">
                                      <p:cBhvr>
                                        <p:cTn id="17" dur="500"/>
                                        <p:tgtEl>
                                          <p:spTgt spid="9809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80997"/>
                                        </p:tgtEl>
                                        <p:attrNameLst>
                                          <p:attrName>style.visibility</p:attrName>
                                        </p:attrNameLst>
                                      </p:cBhvr>
                                      <p:to>
                                        <p:strVal val="visible"/>
                                      </p:to>
                                    </p:set>
                                    <p:animEffect transition="in" filter="wipe(left)">
                                      <p:cBhvr>
                                        <p:cTn id="22" dur="500"/>
                                        <p:tgtEl>
                                          <p:spTgt spid="9809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80998"/>
                                        </p:tgtEl>
                                        <p:attrNameLst>
                                          <p:attrName>style.visibility</p:attrName>
                                        </p:attrNameLst>
                                      </p:cBhvr>
                                      <p:to>
                                        <p:strVal val="visible"/>
                                      </p:to>
                                    </p:set>
                                    <p:animEffect transition="in" filter="wipe(left)">
                                      <p:cBhvr>
                                        <p:cTn id="27" dur="500"/>
                                        <p:tgtEl>
                                          <p:spTgt spid="9809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80999"/>
                                        </p:tgtEl>
                                        <p:attrNameLst>
                                          <p:attrName>style.visibility</p:attrName>
                                        </p:attrNameLst>
                                      </p:cBhvr>
                                      <p:to>
                                        <p:strVal val="visible"/>
                                      </p:to>
                                    </p:set>
                                    <p:animEffect transition="in" filter="wipe(left)">
                                      <p:cBhvr>
                                        <p:cTn id="32" dur="500"/>
                                        <p:tgtEl>
                                          <p:spTgt spid="9809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81000"/>
                                        </p:tgtEl>
                                        <p:attrNameLst>
                                          <p:attrName>style.visibility</p:attrName>
                                        </p:attrNameLst>
                                      </p:cBhvr>
                                      <p:to>
                                        <p:strVal val="visible"/>
                                      </p:to>
                                    </p:set>
                                    <p:animEffect transition="in" filter="wipe(left)">
                                      <p:cBhvr>
                                        <p:cTn id="37" dur="500"/>
                                        <p:tgtEl>
                                          <p:spTgt spid="9810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81001"/>
                                        </p:tgtEl>
                                        <p:attrNameLst>
                                          <p:attrName>style.visibility</p:attrName>
                                        </p:attrNameLst>
                                      </p:cBhvr>
                                      <p:to>
                                        <p:strVal val="visible"/>
                                      </p:to>
                                    </p:set>
                                    <p:animEffect transition="in" filter="wipe(left)">
                                      <p:cBhvr>
                                        <p:cTn id="42" dur="500"/>
                                        <p:tgtEl>
                                          <p:spTgt spid="9810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81002"/>
                                        </p:tgtEl>
                                        <p:attrNameLst>
                                          <p:attrName>style.visibility</p:attrName>
                                        </p:attrNameLst>
                                      </p:cBhvr>
                                      <p:to>
                                        <p:strVal val="visible"/>
                                      </p:to>
                                    </p:set>
                                    <p:animEffect transition="in" filter="wipe(left)">
                                      <p:cBhvr>
                                        <p:cTn id="47" dur="500"/>
                                        <p:tgtEl>
                                          <p:spTgt spid="9810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81003"/>
                                        </p:tgtEl>
                                        <p:attrNameLst>
                                          <p:attrName>style.visibility</p:attrName>
                                        </p:attrNameLst>
                                      </p:cBhvr>
                                      <p:to>
                                        <p:strVal val="visible"/>
                                      </p:to>
                                    </p:set>
                                    <p:animEffect transition="in" filter="wipe(left)">
                                      <p:cBhvr>
                                        <p:cTn id="52" dur="500"/>
                                        <p:tgtEl>
                                          <p:spTgt spid="9810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81004"/>
                                        </p:tgtEl>
                                        <p:attrNameLst>
                                          <p:attrName>style.visibility</p:attrName>
                                        </p:attrNameLst>
                                      </p:cBhvr>
                                      <p:to>
                                        <p:strVal val="visible"/>
                                      </p:to>
                                    </p:set>
                                    <p:animEffect transition="in" filter="wipe(left)">
                                      <p:cBhvr>
                                        <p:cTn id="57" dur="500"/>
                                        <p:tgtEl>
                                          <p:spTgt spid="98100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81005"/>
                                        </p:tgtEl>
                                        <p:attrNameLst>
                                          <p:attrName>style.visibility</p:attrName>
                                        </p:attrNameLst>
                                      </p:cBhvr>
                                      <p:to>
                                        <p:strVal val="visible"/>
                                      </p:to>
                                    </p:set>
                                    <p:animEffect transition="in" filter="wipe(left)">
                                      <p:cBhvr>
                                        <p:cTn id="62" dur="500"/>
                                        <p:tgtEl>
                                          <p:spTgt spid="981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0994" grpId="0"/>
      <p:bldP spid="980995" grpId="0"/>
      <p:bldP spid="980996" grpId="0"/>
      <p:bldP spid="980998" grpId="0"/>
      <p:bldP spid="981000" grpId="0"/>
      <p:bldP spid="981002" grpId="0"/>
      <p:bldP spid="981004"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15" name="Text Box 2">
            <a:extLst>
              <a:ext uri="{FF2B5EF4-FFF2-40B4-BE49-F238E27FC236}">
                <a16:creationId xmlns:a16="http://schemas.microsoft.com/office/drawing/2014/main" id="{3F8543F3-41AC-0284-7B62-F567E6A61946}"/>
              </a:ext>
            </a:extLst>
          </p:cNvPr>
          <p:cNvSpPr txBox="1">
            <a:spLocks noChangeArrowheads="1"/>
          </p:cNvSpPr>
          <p:nvPr/>
        </p:nvSpPr>
        <p:spPr bwMode="auto">
          <a:xfrm>
            <a:off x="3348038" y="266700"/>
            <a:ext cx="2593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sz="3600">
                <a:latin typeface="隶书" pitchFamily="49" charset="-122"/>
                <a:ea typeface="隶书" pitchFamily="49" charset="-122"/>
              </a:rPr>
              <a:t>本章小结</a:t>
            </a:r>
          </a:p>
        </p:txBody>
      </p:sp>
      <p:sp>
        <p:nvSpPr>
          <p:cNvPr id="977923" name="Text Box 3">
            <a:extLst>
              <a:ext uri="{FF2B5EF4-FFF2-40B4-BE49-F238E27FC236}">
                <a16:creationId xmlns:a16="http://schemas.microsoft.com/office/drawing/2014/main" id="{4D648BC5-81E9-5A5C-3E19-07D181814EA0}"/>
              </a:ext>
            </a:extLst>
          </p:cNvPr>
          <p:cNvSpPr txBox="1">
            <a:spLocks noChangeArrowheads="1"/>
          </p:cNvSpPr>
          <p:nvPr/>
        </p:nvSpPr>
        <p:spPr bwMode="auto">
          <a:xfrm>
            <a:off x="250825" y="955675"/>
            <a:ext cx="3870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a:solidFill>
                  <a:srgbClr val="00FFFF"/>
                </a:solidFill>
                <a:latin typeface="Times New Roman" panose="02020603050405020304" pitchFamily="18" charset="0"/>
              </a:rPr>
              <a:t>1. </a:t>
            </a:r>
            <a:r>
              <a:rPr lang="zh-CN" altLang="en-US">
                <a:solidFill>
                  <a:srgbClr val="00FFFF"/>
                </a:solidFill>
                <a:latin typeface="Times New Roman" panose="02020603050405020304" pitchFamily="18" charset="0"/>
              </a:rPr>
              <a:t>狭义相对论的基本假设</a:t>
            </a:r>
          </a:p>
        </p:txBody>
      </p:sp>
      <p:sp>
        <p:nvSpPr>
          <p:cNvPr id="977924" name="Text Box 4">
            <a:extLst>
              <a:ext uri="{FF2B5EF4-FFF2-40B4-BE49-F238E27FC236}">
                <a16:creationId xmlns:a16="http://schemas.microsoft.com/office/drawing/2014/main" id="{FC2D5271-9E96-804B-7A35-046C072225E5}"/>
              </a:ext>
            </a:extLst>
          </p:cNvPr>
          <p:cNvSpPr txBox="1">
            <a:spLocks noChangeArrowheads="1"/>
          </p:cNvSpPr>
          <p:nvPr/>
        </p:nvSpPr>
        <p:spPr bwMode="auto">
          <a:xfrm>
            <a:off x="250825" y="3043238"/>
            <a:ext cx="282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a:solidFill>
                  <a:srgbClr val="00FFFF"/>
                </a:solidFill>
                <a:latin typeface="Times New Roman" panose="02020603050405020304" pitchFamily="18" charset="0"/>
              </a:rPr>
              <a:t>2. </a:t>
            </a:r>
            <a:r>
              <a:rPr lang="zh-CN" altLang="en-US">
                <a:solidFill>
                  <a:srgbClr val="00FFFF"/>
                </a:solidFill>
                <a:latin typeface="Times New Roman" panose="02020603050405020304" pitchFamily="18" charset="0"/>
              </a:rPr>
              <a:t>洛伦兹变换</a:t>
            </a:r>
          </a:p>
        </p:txBody>
      </p:sp>
      <p:sp>
        <p:nvSpPr>
          <p:cNvPr id="977925" name="Text Box 5">
            <a:extLst>
              <a:ext uri="{FF2B5EF4-FFF2-40B4-BE49-F238E27FC236}">
                <a16:creationId xmlns:a16="http://schemas.microsoft.com/office/drawing/2014/main" id="{40CFF75F-910D-18C9-FD28-7065274F71FE}"/>
              </a:ext>
            </a:extLst>
          </p:cNvPr>
          <p:cNvSpPr txBox="1">
            <a:spLocks noChangeArrowheads="1"/>
          </p:cNvSpPr>
          <p:nvPr/>
        </p:nvSpPr>
        <p:spPr bwMode="auto">
          <a:xfrm>
            <a:off x="722313" y="1531938"/>
            <a:ext cx="8421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solidFill>
                  <a:srgbClr val="00CC66"/>
                </a:solidFill>
                <a:latin typeface="Times New Roman" panose="02020603050405020304" pitchFamily="18" charset="0"/>
              </a:rPr>
              <a:t>(1) </a:t>
            </a:r>
            <a:r>
              <a:rPr kumimoji="1" lang="zh-CN" altLang="en-US">
                <a:solidFill>
                  <a:srgbClr val="00CC66"/>
                </a:solidFill>
                <a:latin typeface="Times New Roman" panose="02020603050405020304" pitchFamily="18" charset="0"/>
              </a:rPr>
              <a:t>相对性原理</a:t>
            </a:r>
            <a:r>
              <a:rPr kumimoji="1" lang="en-US" altLang="zh-CN">
                <a:solidFill>
                  <a:srgbClr val="66FFFF"/>
                </a:solidFill>
                <a:latin typeface="Times New Roman" panose="02020603050405020304" pitchFamily="18" charset="0"/>
              </a:rPr>
              <a:t>: </a:t>
            </a:r>
            <a:r>
              <a:rPr lang="zh-CN" altLang="en-US">
                <a:latin typeface="Times New Roman" panose="02020603050405020304" pitchFamily="18" charset="0"/>
              </a:rPr>
              <a:t>物理定律在所有惯性系中具有相同的形式。</a:t>
            </a:r>
            <a:endParaRPr kumimoji="1" lang="zh-CN" altLang="en-US" i="1">
              <a:solidFill>
                <a:srgbClr val="FFCC00"/>
              </a:solidFill>
              <a:latin typeface="Times New Roman" panose="02020603050405020304" pitchFamily="18" charset="0"/>
            </a:endParaRPr>
          </a:p>
        </p:txBody>
      </p:sp>
      <p:sp>
        <p:nvSpPr>
          <p:cNvPr id="977926" name="Text Box 6">
            <a:extLst>
              <a:ext uri="{FF2B5EF4-FFF2-40B4-BE49-F238E27FC236}">
                <a16:creationId xmlns:a16="http://schemas.microsoft.com/office/drawing/2014/main" id="{8B6696B3-66D4-A058-70F6-A09EDF3E0F29}"/>
              </a:ext>
            </a:extLst>
          </p:cNvPr>
          <p:cNvSpPr txBox="1">
            <a:spLocks noChangeArrowheads="1"/>
          </p:cNvSpPr>
          <p:nvPr/>
        </p:nvSpPr>
        <p:spPr bwMode="auto">
          <a:xfrm>
            <a:off x="636588" y="2058988"/>
            <a:ext cx="77041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0225" indent="-530225">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10000"/>
              </a:lnSpc>
              <a:buClrTx/>
              <a:buFontTx/>
              <a:buNone/>
            </a:pPr>
            <a:r>
              <a:rPr kumimoji="1" lang="en-US" altLang="zh-CN">
                <a:solidFill>
                  <a:srgbClr val="66FFFF"/>
                </a:solidFill>
                <a:latin typeface="Times New Roman" panose="02020603050405020304" pitchFamily="18" charset="0"/>
              </a:rPr>
              <a:t> </a:t>
            </a:r>
            <a:r>
              <a:rPr kumimoji="1" lang="en-US" altLang="zh-CN">
                <a:solidFill>
                  <a:srgbClr val="00CC66"/>
                </a:solidFill>
                <a:latin typeface="Times New Roman" panose="02020603050405020304" pitchFamily="18" charset="0"/>
              </a:rPr>
              <a:t>(2) </a:t>
            </a:r>
            <a:r>
              <a:rPr kumimoji="1" lang="zh-CN" altLang="en-US">
                <a:solidFill>
                  <a:srgbClr val="00CC66"/>
                </a:solidFill>
                <a:latin typeface="Times New Roman" panose="02020603050405020304" pitchFamily="18" charset="0"/>
              </a:rPr>
              <a:t>光速不变原理</a:t>
            </a:r>
            <a:r>
              <a:rPr kumimoji="1" lang="en-US" altLang="zh-CN">
                <a:solidFill>
                  <a:srgbClr val="00CC66"/>
                </a:solidFill>
                <a:latin typeface="Times New Roman" panose="02020603050405020304" pitchFamily="18" charset="0"/>
              </a:rPr>
              <a:t>:</a:t>
            </a:r>
            <a:endParaRPr lang="en-US" altLang="zh-CN">
              <a:solidFill>
                <a:srgbClr val="00CC66"/>
              </a:solidFill>
              <a:latin typeface="Times New Roman" panose="02020603050405020304" pitchFamily="18" charset="0"/>
            </a:endParaRPr>
          </a:p>
        </p:txBody>
      </p:sp>
      <p:graphicFrame>
        <p:nvGraphicFramePr>
          <p:cNvPr id="977927" name="Object 7">
            <a:extLst>
              <a:ext uri="{FF2B5EF4-FFF2-40B4-BE49-F238E27FC236}">
                <a16:creationId xmlns:a16="http://schemas.microsoft.com/office/drawing/2014/main" id="{96305D28-C7CE-B336-0422-DEF2BCBCB096}"/>
              </a:ext>
            </a:extLst>
          </p:cNvPr>
          <p:cNvGraphicFramePr>
            <a:graphicFrameLocks noChangeAspect="1"/>
          </p:cNvGraphicFramePr>
          <p:nvPr/>
        </p:nvGraphicFramePr>
        <p:xfrm>
          <a:off x="5699125" y="5888038"/>
          <a:ext cx="571500" cy="368300"/>
        </p:xfrm>
        <a:graphic>
          <a:graphicData uri="http://schemas.openxmlformats.org/presentationml/2006/ole">
            <mc:AlternateContent xmlns:mc="http://schemas.openxmlformats.org/markup-compatibility/2006">
              <mc:Choice xmlns:v="urn:schemas-microsoft-com:vml" Requires="v">
                <p:oleObj name="公式" r:id="rId2" imgW="571320" imgH="368280" progId="Equation.3">
                  <p:embed/>
                </p:oleObj>
              </mc:Choice>
              <mc:Fallback>
                <p:oleObj name="公式" r:id="rId2" imgW="571320" imgH="368280" progId="Equation.3">
                  <p:embed/>
                  <p:pic>
                    <p:nvPicPr>
                      <p:cNvPr id="977927" name="Object 7">
                        <a:extLst>
                          <a:ext uri="{FF2B5EF4-FFF2-40B4-BE49-F238E27FC236}">
                            <a16:creationId xmlns:a16="http://schemas.microsoft.com/office/drawing/2014/main" id="{96305D28-C7CE-B336-0422-DEF2BCBCB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125" y="5888038"/>
                        <a:ext cx="5715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28" name="Object 8">
            <a:extLst>
              <a:ext uri="{FF2B5EF4-FFF2-40B4-BE49-F238E27FC236}">
                <a16:creationId xmlns:a16="http://schemas.microsoft.com/office/drawing/2014/main" id="{160B83A7-D5C0-D1C7-F044-3F336204F8A7}"/>
              </a:ext>
            </a:extLst>
          </p:cNvPr>
          <p:cNvGraphicFramePr>
            <a:graphicFrameLocks noChangeAspect="1"/>
          </p:cNvGraphicFramePr>
          <p:nvPr/>
        </p:nvGraphicFramePr>
        <p:xfrm>
          <a:off x="6410325" y="5648325"/>
          <a:ext cx="1612900" cy="876300"/>
        </p:xfrm>
        <a:graphic>
          <a:graphicData uri="http://schemas.openxmlformats.org/presentationml/2006/ole">
            <mc:AlternateContent xmlns:mc="http://schemas.openxmlformats.org/markup-compatibility/2006">
              <mc:Choice xmlns:v="urn:schemas-microsoft-com:vml" Requires="v">
                <p:oleObj name="公式" r:id="rId4" imgW="1612800" imgH="876240" progId="Equation.3">
                  <p:embed/>
                </p:oleObj>
              </mc:Choice>
              <mc:Fallback>
                <p:oleObj name="公式" r:id="rId4" imgW="1612800" imgH="876240" progId="Equation.3">
                  <p:embed/>
                  <p:pic>
                    <p:nvPicPr>
                      <p:cNvPr id="977928" name="Object 8">
                        <a:extLst>
                          <a:ext uri="{FF2B5EF4-FFF2-40B4-BE49-F238E27FC236}">
                            <a16:creationId xmlns:a16="http://schemas.microsoft.com/office/drawing/2014/main" id="{160B83A7-D5C0-D1C7-F044-3F336204F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0325" y="5648325"/>
                        <a:ext cx="16129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7929" name="Object 9">
            <a:extLst>
              <a:ext uri="{FF2B5EF4-FFF2-40B4-BE49-F238E27FC236}">
                <a16:creationId xmlns:a16="http://schemas.microsoft.com/office/drawing/2014/main" id="{7EB8A3E2-A186-6B1A-A9BD-A8213B65DAC7}"/>
              </a:ext>
            </a:extLst>
          </p:cNvPr>
          <p:cNvGraphicFramePr>
            <a:graphicFrameLocks noChangeAspect="1"/>
          </p:cNvGraphicFramePr>
          <p:nvPr/>
        </p:nvGraphicFramePr>
        <p:xfrm>
          <a:off x="5699125" y="4857750"/>
          <a:ext cx="584200" cy="419100"/>
        </p:xfrm>
        <a:graphic>
          <a:graphicData uri="http://schemas.openxmlformats.org/presentationml/2006/ole">
            <mc:AlternateContent xmlns:mc="http://schemas.openxmlformats.org/markup-compatibility/2006">
              <mc:Choice xmlns:v="urn:schemas-microsoft-com:vml" Requires="v">
                <p:oleObj name="公式" r:id="rId6" imgW="583920" imgH="419040" progId="Equation.3">
                  <p:embed/>
                </p:oleObj>
              </mc:Choice>
              <mc:Fallback>
                <p:oleObj name="公式" r:id="rId6" imgW="583920" imgH="419040" progId="Equation.3">
                  <p:embed/>
                  <p:pic>
                    <p:nvPicPr>
                      <p:cNvPr id="977929" name="Object 9">
                        <a:extLst>
                          <a:ext uri="{FF2B5EF4-FFF2-40B4-BE49-F238E27FC236}">
                            <a16:creationId xmlns:a16="http://schemas.microsoft.com/office/drawing/2014/main" id="{7EB8A3E2-A186-6B1A-A9BD-A8213B65DA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9125" y="4857750"/>
                        <a:ext cx="584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0" name="Object 10">
            <a:extLst>
              <a:ext uri="{FF2B5EF4-FFF2-40B4-BE49-F238E27FC236}">
                <a16:creationId xmlns:a16="http://schemas.microsoft.com/office/drawing/2014/main" id="{049A38EB-0E48-47D9-48C6-AC29A0455091}"/>
              </a:ext>
            </a:extLst>
          </p:cNvPr>
          <p:cNvGraphicFramePr>
            <a:graphicFrameLocks noChangeAspect="1"/>
          </p:cNvGraphicFramePr>
          <p:nvPr/>
        </p:nvGraphicFramePr>
        <p:xfrm>
          <a:off x="6337300" y="4543425"/>
          <a:ext cx="1625600" cy="901700"/>
        </p:xfrm>
        <a:graphic>
          <a:graphicData uri="http://schemas.openxmlformats.org/presentationml/2006/ole">
            <mc:AlternateContent xmlns:mc="http://schemas.openxmlformats.org/markup-compatibility/2006">
              <mc:Choice xmlns:v="urn:schemas-microsoft-com:vml" Requires="v">
                <p:oleObj name="公式" r:id="rId8" imgW="1625400" imgH="901440" progId="Equation.3">
                  <p:embed/>
                </p:oleObj>
              </mc:Choice>
              <mc:Fallback>
                <p:oleObj name="公式" r:id="rId8" imgW="1625400" imgH="901440" progId="Equation.3">
                  <p:embed/>
                  <p:pic>
                    <p:nvPicPr>
                      <p:cNvPr id="977930" name="Object 10">
                        <a:extLst>
                          <a:ext uri="{FF2B5EF4-FFF2-40B4-BE49-F238E27FC236}">
                            <a16:creationId xmlns:a16="http://schemas.microsoft.com/office/drawing/2014/main" id="{049A38EB-0E48-47D9-48C6-AC29A045509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37300" y="4543425"/>
                        <a:ext cx="162560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7931" name="Object 11">
            <a:extLst>
              <a:ext uri="{FF2B5EF4-FFF2-40B4-BE49-F238E27FC236}">
                <a16:creationId xmlns:a16="http://schemas.microsoft.com/office/drawing/2014/main" id="{202375AE-9FB0-772F-035B-277229904E55}"/>
              </a:ext>
            </a:extLst>
          </p:cNvPr>
          <p:cNvGraphicFramePr>
            <a:graphicFrameLocks noChangeAspect="1"/>
          </p:cNvGraphicFramePr>
          <p:nvPr/>
        </p:nvGraphicFramePr>
        <p:xfrm>
          <a:off x="1873250" y="3500438"/>
          <a:ext cx="1814513" cy="838200"/>
        </p:xfrm>
        <a:graphic>
          <a:graphicData uri="http://schemas.openxmlformats.org/presentationml/2006/ole">
            <mc:AlternateContent xmlns:mc="http://schemas.openxmlformats.org/markup-compatibility/2006">
              <mc:Choice xmlns:v="urn:schemas-microsoft-com:vml" Requires="v">
                <p:oleObj name="公式" r:id="rId10" imgW="1815840" imgH="838080" progId="Equation.3">
                  <p:embed/>
                </p:oleObj>
              </mc:Choice>
              <mc:Fallback>
                <p:oleObj name="公式" r:id="rId10" imgW="1815840" imgH="838080" progId="Equation.3">
                  <p:embed/>
                  <p:pic>
                    <p:nvPicPr>
                      <p:cNvPr id="977931" name="Object 11">
                        <a:extLst>
                          <a:ext uri="{FF2B5EF4-FFF2-40B4-BE49-F238E27FC236}">
                            <a16:creationId xmlns:a16="http://schemas.microsoft.com/office/drawing/2014/main" id="{202375AE-9FB0-772F-035B-277229904E5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3250" y="3500438"/>
                        <a:ext cx="18145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2" name="Object 12">
            <a:extLst>
              <a:ext uri="{FF2B5EF4-FFF2-40B4-BE49-F238E27FC236}">
                <a16:creationId xmlns:a16="http://schemas.microsoft.com/office/drawing/2014/main" id="{DABE7FA7-D86F-5D0E-DF46-78A2020BD17C}"/>
              </a:ext>
            </a:extLst>
          </p:cNvPr>
          <p:cNvGraphicFramePr>
            <a:graphicFrameLocks noChangeAspect="1"/>
          </p:cNvGraphicFramePr>
          <p:nvPr/>
        </p:nvGraphicFramePr>
        <p:xfrm>
          <a:off x="1873250" y="4437063"/>
          <a:ext cx="711200" cy="342900"/>
        </p:xfrm>
        <a:graphic>
          <a:graphicData uri="http://schemas.openxmlformats.org/presentationml/2006/ole">
            <mc:AlternateContent xmlns:mc="http://schemas.openxmlformats.org/markup-compatibility/2006">
              <mc:Choice xmlns:v="urn:schemas-microsoft-com:vml" Requires="v">
                <p:oleObj name="公式" r:id="rId12" imgW="711000" imgH="342720" progId="Equation.3">
                  <p:embed/>
                </p:oleObj>
              </mc:Choice>
              <mc:Fallback>
                <p:oleObj name="公式" r:id="rId12" imgW="711000" imgH="342720" progId="Equation.3">
                  <p:embed/>
                  <p:pic>
                    <p:nvPicPr>
                      <p:cNvPr id="977932" name="Object 12">
                        <a:extLst>
                          <a:ext uri="{FF2B5EF4-FFF2-40B4-BE49-F238E27FC236}">
                            <a16:creationId xmlns:a16="http://schemas.microsoft.com/office/drawing/2014/main" id="{DABE7FA7-D86F-5D0E-DF46-78A2020BD17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73250" y="4437063"/>
                        <a:ext cx="7112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3" name="Object 13">
            <a:extLst>
              <a:ext uri="{FF2B5EF4-FFF2-40B4-BE49-F238E27FC236}">
                <a16:creationId xmlns:a16="http://schemas.microsoft.com/office/drawing/2014/main" id="{5C8BA107-931B-3215-142D-F8CA6304E0D3}"/>
              </a:ext>
            </a:extLst>
          </p:cNvPr>
          <p:cNvGraphicFramePr>
            <a:graphicFrameLocks noChangeAspect="1"/>
          </p:cNvGraphicFramePr>
          <p:nvPr/>
        </p:nvGraphicFramePr>
        <p:xfrm>
          <a:off x="1873250" y="5013325"/>
          <a:ext cx="660400" cy="266700"/>
        </p:xfrm>
        <a:graphic>
          <a:graphicData uri="http://schemas.openxmlformats.org/presentationml/2006/ole">
            <mc:AlternateContent xmlns:mc="http://schemas.openxmlformats.org/markup-compatibility/2006">
              <mc:Choice xmlns:v="urn:schemas-microsoft-com:vml" Requires="v">
                <p:oleObj name="公式" r:id="rId14" imgW="660240" imgH="266400" progId="Equation.3">
                  <p:embed/>
                </p:oleObj>
              </mc:Choice>
              <mc:Fallback>
                <p:oleObj name="公式" r:id="rId14" imgW="660240" imgH="266400" progId="Equation.3">
                  <p:embed/>
                  <p:pic>
                    <p:nvPicPr>
                      <p:cNvPr id="977933" name="Object 13">
                        <a:extLst>
                          <a:ext uri="{FF2B5EF4-FFF2-40B4-BE49-F238E27FC236}">
                            <a16:creationId xmlns:a16="http://schemas.microsoft.com/office/drawing/2014/main" id="{5C8BA107-931B-3215-142D-F8CA6304E0D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3250" y="5013325"/>
                        <a:ext cx="6604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4" name="Object 14">
            <a:extLst>
              <a:ext uri="{FF2B5EF4-FFF2-40B4-BE49-F238E27FC236}">
                <a16:creationId xmlns:a16="http://schemas.microsoft.com/office/drawing/2014/main" id="{BC93D415-8BA8-CCBA-84B8-C8A1CFF44740}"/>
              </a:ext>
            </a:extLst>
          </p:cNvPr>
          <p:cNvGraphicFramePr>
            <a:graphicFrameLocks noChangeAspect="1"/>
          </p:cNvGraphicFramePr>
          <p:nvPr/>
        </p:nvGraphicFramePr>
        <p:xfrm>
          <a:off x="1873250" y="5229225"/>
          <a:ext cx="1752600" cy="1181100"/>
        </p:xfrm>
        <a:graphic>
          <a:graphicData uri="http://schemas.openxmlformats.org/presentationml/2006/ole">
            <mc:AlternateContent xmlns:mc="http://schemas.openxmlformats.org/markup-compatibility/2006">
              <mc:Choice xmlns:v="urn:schemas-microsoft-com:vml" Requires="v">
                <p:oleObj name="公式" r:id="rId16" imgW="1752480" imgH="1180800" progId="Equation.3">
                  <p:embed/>
                </p:oleObj>
              </mc:Choice>
              <mc:Fallback>
                <p:oleObj name="公式" r:id="rId16" imgW="1752480" imgH="1180800" progId="Equation.3">
                  <p:embed/>
                  <p:pic>
                    <p:nvPicPr>
                      <p:cNvPr id="977934" name="Object 14">
                        <a:extLst>
                          <a:ext uri="{FF2B5EF4-FFF2-40B4-BE49-F238E27FC236}">
                            <a16:creationId xmlns:a16="http://schemas.microsoft.com/office/drawing/2014/main" id="{BC93D415-8BA8-CCBA-84B8-C8A1CFF4474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73250" y="5229225"/>
                        <a:ext cx="1752600"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7935" name="Object 15">
            <a:extLst>
              <a:ext uri="{FF2B5EF4-FFF2-40B4-BE49-F238E27FC236}">
                <a16:creationId xmlns:a16="http://schemas.microsoft.com/office/drawing/2014/main" id="{A1505AD9-C8A9-1071-4B0B-5122EC598B6D}"/>
              </a:ext>
            </a:extLst>
          </p:cNvPr>
          <p:cNvGraphicFramePr>
            <a:graphicFrameLocks noChangeAspect="1"/>
          </p:cNvGraphicFramePr>
          <p:nvPr/>
        </p:nvGraphicFramePr>
        <p:xfrm>
          <a:off x="5699125" y="3500438"/>
          <a:ext cx="1892300" cy="800100"/>
        </p:xfrm>
        <a:graphic>
          <a:graphicData uri="http://schemas.openxmlformats.org/presentationml/2006/ole">
            <mc:AlternateContent xmlns:mc="http://schemas.openxmlformats.org/markup-compatibility/2006">
              <mc:Choice xmlns:v="urn:schemas-microsoft-com:vml" Requires="v">
                <p:oleObj name="公式" r:id="rId18" imgW="1892160" imgH="799920" progId="Equation.3">
                  <p:embed/>
                </p:oleObj>
              </mc:Choice>
              <mc:Fallback>
                <p:oleObj name="公式" r:id="rId18" imgW="1892160" imgH="799920" progId="Equation.3">
                  <p:embed/>
                  <p:pic>
                    <p:nvPicPr>
                      <p:cNvPr id="977935" name="Object 15">
                        <a:extLst>
                          <a:ext uri="{FF2B5EF4-FFF2-40B4-BE49-F238E27FC236}">
                            <a16:creationId xmlns:a16="http://schemas.microsoft.com/office/drawing/2014/main" id="{A1505AD9-C8A9-1071-4B0B-5122EC598B6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99125" y="3500438"/>
                        <a:ext cx="18923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7936" name="Rectangle 16">
            <a:extLst>
              <a:ext uri="{FF2B5EF4-FFF2-40B4-BE49-F238E27FC236}">
                <a16:creationId xmlns:a16="http://schemas.microsoft.com/office/drawing/2014/main" id="{832BED46-33E6-D513-F5F8-6CC64694E0D7}"/>
              </a:ext>
            </a:extLst>
          </p:cNvPr>
          <p:cNvSpPr>
            <a:spLocks noChangeArrowheads="1"/>
          </p:cNvSpPr>
          <p:nvPr/>
        </p:nvSpPr>
        <p:spPr bwMode="auto">
          <a:xfrm>
            <a:off x="1009650" y="4003675"/>
            <a:ext cx="5064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sz="2000">
                <a:latin typeface="Times New Roman" panose="02020603050405020304" pitchFamily="18" charset="0"/>
                <a:ea typeface="楷体_GB2312" pitchFamily="49" charset="-122"/>
              </a:rPr>
              <a:t>时空坐标变换</a:t>
            </a:r>
          </a:p>
        </p:txBody>
      </p:sp>
      <p:sp>
        <p:nvSpPr>
          <p:cNvPr id="977937" name="Rectangle 17">
            <a:extLst>
              <a:ext uri="{FF2B5EF4-FFF2-40B4-BE49-F238E27FC236}">
                <a16:creationId xmlns:a16="http://schemas.microsoft.com/office/drawing/2014/main" id="{F8BD54ED-75B4-A35D-B60F-826A6D0AC20C}"/>
              </a:ext>
            </a:extLst>
          </p:cNvPr>
          <p:cNvSpPr>
            <a:spLocks noChangeArrowheads="1"/>
          </p:cNvSpPr>
          <p:nvPr/>
        </p:nvSpPr>
        <p:spPr bwMode="auto">
          <a:xfrm>
            <a:off x="4897438" y="4349750"/>
            <a:ext cx="50641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zh-CN" altLang="en-US" sz="2000">
                <a:latin typeface="Times New Roman" panose="02020603050405020304" pitchFamily="18" charset="0"/>
                <a:ea typeface="楷体_GB2312" pitchFamily="49" charset="-122"/>
              </a:rPr>
              <a:t>速度变换</a:t>
            </a:r>
          </a:p>
        </p:txBody>
      </p:sp>
      <p:sp>
        <p:nvSpPr>
          <p:cNvPr id="977938" name="AutoShape 18">
            <a:extLst>
              <a:ext uri="{FF2B5EF4-FFF2-40B4-BE49-F238E27FC236}">
                <a16:creationId xmlns:a16="http://schemas.microsoft.com/office/drawing/2014/main" id="{A1EC2279-01CB-33B6-1F1C-16C47BBA8E7C}"/>
              </a:ext>
            </a:extLst>
          </p:cNvPr>
          <p:cNvSpPr>
            <a:spLocks/>
          </p:cNvSpPr>
          <p:nvPr/>
        </p:nvSpPr>
        <p:spPr bwMode="auto">
          <a:xfrm>
            <a:off x="1585913" y="3860800"/>
            <a:ext cx="215900" cy="2089150"/>
          </a:xfrm>
          <a:prstGeom prst="leftBrace">
            <a:avLst>
              <a:gd name="adj1" fmla="val 80637"/>
              <a:gd name="adj2" fmla="val 50000"/>
            </a:avLst>
          </a:prstGeom>
          <a:noFill/>
          <a:ln w="28575">
            <a:solidFill>
              <a:srgbClr val="FFCC66"/>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
        <p:nvSpPr>
          <p:cNvPr id="977939" name="Text Box 19">
            <a:extLst>
              <a:ext uri="{FF2B5EF4-FFF2-40B4-BE49-F238E27FC236}">
                <a16:creationId xmlns:a16="http://schemas.microsoft.com/office/drawing/2014/main" id="{FF5ED296-831E-64F0-FBDA-38077FC1B225}"/>
              </a:ext>
            </a:extLst>
          </p:cNvPr>
          <p:cNvSpPr txBox="1">
            <a:spLocks noChangeArrowheads="1"/>
          </p:cNvSpPr>
          <p:nvPr/>
        </p:nvSpPr>
        <p:spPr bwMode="auto">
          <a:xfrm>
            <a:off x="3144838" y="2003425"/>
            <a:ext cx="54737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10000"/>
              </a:lnSpc>
              <a:buClrTx/>
              <a:buFontTx/>
              <a:buNone/>
            </a:pPr>
            <a:r>
              <a:rPr lang="zh-CN" altLang="en-US">
                <a:latin typeface="Times New Roman" panose="02020603050405020304" pitchFamily="18" charset="0"/>
              </a:rPr>
              <a:t>在所有惯性系中，光在真空中的传播速率具有相同的值</a:t>
            </a:r>
            <a:r>
              <a:rPr lang="en-US" altLang="zh-CN" i="1">
                <a:solidFill>
                  <a:srgbClr val="FF9900"/>
                </a:solidFill>
                <a:latin typeface="Times New Roman" panose="02020603050405020304" pitchFamily="18" charset="0"/>
              </a:rPr>
              <a:t>c</a:t>
            </a:r>
            <a:r>
              <a:rPr lang="en-US" altLang="zh-CN">
                <a:latin typeface="Times New Roman" panose="02020603050405020304" pitchFamily="18" charset="0"/>
              </a:rPr>
              <a:t>.</a:t>
            </a:r>
          </a:p>
        </p:txBody>
      </p:sp>
      <p:sp>
        <p:nvSpPr>
          <p:cNvPr id="977940" name="AutoShape 20">
            <a:extLst>
              <a:ext uri="{FF2B5EF4-FFF2-40B4-BE49-F238E27FC236}">
                <a16:creationId xmlns:a16="http://schemas.microsoft.com/office/drawing/2014/main" id="{6748D9C9-5E40-CCDA-214B-83D03B591F0E}"/>
              </a:ext>
            </a:extLst>
          </p:cNvPr>
          <p:cNvSpPr>
            <a:spLocks/>
          </p:cNvSpPr>
          <p:nvPr/>
        </p:nvSpPr>
        <p:spPr bwMode="auto">
          <a:xfrm>
            <a:off x="5402263" y="3933825"/>
            <a:ext cx="215900" cy="2089150"/>
          </a:xfrm>
          <a:prstGeom prst="leftBrace">
            <a:avLst>
              <a:gd name="adj1" fmla="val 80637"/>
              <a:gd name="adj2" fmla="val 50000"/>
            </a:avLst>
          </a:prstGeom>
          <a:noFill/>
          <a:ln w="28575">
            <a:solidFill>
              <a:srgbClr val="FFCC66"/>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endParaRPr kumimoji="1" lang="zh-CN" altLang="en-US">
              <a:latin typeface="Times New Roman" panose="02020603050405020304" pitchFamily="18"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77923"/>
                                        </p:tgtEl>
                                        <p:attrNameLst>
                                          <p:attrName>style.visibility</p:attrName>
                                        </p:attrNameLst>
                                      </p:cBhvr>
                                      <p:to>
                                        <p:strVal val="visible"/>
                                      </p:to>
                                    </p:set>
                                    <p:animEffect transition="in" filter="wipe(left)">
                                      <p:cBhvr>
                                        <p:cTn id="7" dur="500"/>
                                        <p:tgtEl>
                                          <p:spTgt spid="9779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7925"/>
                                        </p:tgtEl>
                                        <p:attrNameLst>
                                          <p:attrName>style.visibility</p:attrName>
                                        </p:attrNameLst>
                                      </p:cBhvr>
                                      <p:to>
                                        <p:strVal val="visible"/>
                                      </p:to>
                                    </p:set>
                                    <p:animEffect transition="in" filter="wipe(left)">
                                      <p:cBhvr>
                                        <p:cTn id="12" dur="500"/>
                                        <p:tgtEl>
                                          <p:spTgt spid="9779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77926"/>
                                        </p:tgtEl>
                                        <p:attrNameLst>
                                          <p:attrName>style.visibility</p:attrName>
                                        </p:attrNameLst>
                                      </p:cBhvr>
                                      <p:to>
                                        <p:strVal val="visible"/>
                                      </p:to>
                                    </p:set>
                                    <p:animEffect transition="in" filter="wipe(left)">
                                      <p:cBhvr>
                                        <p:cTn id="17" dur="500"/>
                                        <p:tgtEl>
                                          <p:spTgt spid="9779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77939"/>
                                        </p:tgtEl>
                                        <p:attrNameLst>
                                          <p:attrName>style.visibility</p:attrName>
                                        </p:attrNameLst>
                                      </p:cBhvr>
                                      <p:to>
                                        <p:strVal val="visible"/>
                                      </p:to>
                                    </p:set>
                                    <p:animEffect transition="in" filter="wipe(left)">
                                      <p:cBhvr>
                                        <p:cTn id="22" dur="500"/>
                                        <p:tgtEl>
                                          <p:spTgt spid="9779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7924"/>
                                        </p:tgtEl>
                                        <p:attrNameLst>
                                          <p:attrName>style.visibility</p:attrName>
                                        </p:attrNameLst>
                                      </p:cBhvr>
                                      <p:to>
                                        <p:strVal val="visible"/>
                                      </p:to>
                                    </p:set>
                                    <p:animEffect transition="in" filter="wipe(left)">
                                      <p:cBhvr>
                                        <p:cTn id="27" dur="500"/>
                                        <p:tgtEl>
                                          <p:spTgt spid="9779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7931"/>
                                        </p:tgtEl>
                                        <p:attrNameLst>
                                          <p:attrName>style.visibility</p:attrName>
                                        </p:attrNameLst>
                                      </p:cBhvr>
                                      <p:to>
                                        <p:strVal val="visible"/>
                                      </p:to>
                                    </p:set>
                                    <p:animEffect transition="in" filter="wipe(left)">
                                      <p:cBhvr>
                                        <p:cTn id="32" dur="500"/>
                                        <p:tgtEl>
                                          <p:spTgt spid="9779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7932"/>
                                        </p:tgtEl>
                                        <p:attrNameLst>
                                          <p:attrName>style.visibility</p:attrName>
                                        </p:attrNameLst>
                                      </p:cBhvr>
                                      <p:to>
                                        <p:strVal val="visible"/>
                                      </p:to>
                                    </p:set>
                                    <p:animEffect transition="in" filter="wipe(left)">
                                      <p:cBhvr>
                                        <p:cTn id="37" dur="500"/>
                                        <p:tgtEl>
                                          <p:spTgt spid="9779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77933"/>
                                        </p:tgtEl>
                                        <p:attrNameLst>
                                          <p:attrName>style.visibility</p:attrName>
                                        </p:attrNameLst>
                                      </p:cBhvr>
                                      <p:to>
                                        <p:strVal val="visible"/>
                                      </p:to>
                                    </p:set>
                                    <p:animEffect transition="in" filter="wipe(left)">
                                      <p:cBhvr>
                                        <p:cTn id="42" dur="500"/>
                                        <p:tgtEl>
                                          <p:spTgt spid="9779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7934"/>
                                        </p:tgtEl>
                                        <p:attrNameLst>
                                          <p:attrName>style.visibility</p:attrName>
                                        </p:attrNameLst>
                                      </p:cBhvr>
                                      <p:to>
                                        <p:strVal val="visible"/>
                                      </p:to>
                                    </p:set>
                                    <p:animEffect transition="in" filter="wipe(left)">
                                      <p:cBhvr>
                                        <p:cTn id="47" dur="500"/>
                                        <p:tgtEl>
                                          <p:spTgt spid="97793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77938"/>
                                        </p:tgtEl>
                                        <p:attrNameLst>
                                          <p:attrName>style.visibility</p:attrName>
                                        </p:attrNameLst>
                                      </p:cBhvr>
                                      <p:to>
                                        <p:strVal val="visible"/>
                                      </p:to>
                                    </p:set>
                                    <p:animEffect transition="in" filter="wipe(up)">
                                      <p:cBhvr>
                                        <p:cTn id="52" dur="500"/>
                                        <p:tgtEl>
                                          <p:spTgt spid="977938"/>
                                        </p:tgtEl>
                                      </p:cBhvr>
                                    </p:animEffect>
                                  </p:childTnLst>
                                </p:cTn>
                              </p:par>
                            </p:childTnLst>
                          </p:cTn>
                        </p:par>
                        <p:par>
                          <p:cTn id="53" fill="hold" nodeType="afterGroup">
                            <p:stCondLst>
                              <p:cond delay="500"/>
                            </p:stCondLst>
                            <p:childTnLst>
                              <p:par>
                                <p:cTn id="54" presetID="22" presetClass="entr" presetSubtype="1" fill="hold" nodeType="afterEffect">
                                  <p:stCondLst>
                                    <p:cond delay="0"/>
                                  </p:stCondLst>
                                  <p:childTnLst>
                                    <p:set>
                                      <p:cBhvr>
                                        <p:cTn id="55" dur="1" fill="hold">
                                          <p:stCondLst>
                                            <p:cond delay="0"/>
                                          </p:stCondLst>
                                        </p:cTn>
                                        <p:tgtEl>
                                          <p:spTgt spid="977936"/>
                                        </p:tgtEl>
                                        <p:attrNameLst>
                                          <p:attrName>style.visibility</p:attrName>
                                        </p:attrNameLst>
                                      </p:cBhvr>
                                      <p:to>
                                        <p:strVal val="visible"/>
                                      </p:to>
                                    </p:set>
                                    <p:animEffect transition="in" filter="wipe(up)">
                                      <p:cBhvr>
                                        <p:cTn id="56" dur="500"/>
                                        <p:tgtEl>
                                          <p:spTgt spid="9779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977935"/>
                                        </p:tgtEl>
                                        <p:attrNameLst>
                                          <p:attrName>style.visibility</p:attrName>
                                        </p:attrNameLst>
                                      </p:cBhvr>
                                      <p:to>
                                        <p:strVal val="visible"/>
                                      </p:to>
                                    </p:set>
                                    <p:animEffect transition="in" filter="wipe(left)">
                                      <p:cBhvr>
                                        <p:cTn id="61" dur="500"/>
                                        <p:tgtEl>
                                          <p:spTgt spid="97793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977929"/>
                                        </p:tgtEl>
                                        <p:attrNameLst>
                                          <p:attrName>style.visibility</p:attrName>
                                        </p:attrNameLst>
                                      </p:cBhvr>
                                      <p:to>
                                        <p:strVal val="visible"/>
                                      </p:to>
                                    </p:set>
                                    <p:animEffect transition="in" filter="wipe(left)">
                                      <p:cBhvr>
                                        <p:cTn id="66" dur="500"/>
                                        <p:tgtEl>
                                          <p:spTgt spid="977929"/>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977930"/>
                                        </p:tgtEl>
                                        <p:attrNameLst>
                                          <p:attrName>style.visibility</p:attrName>
                                        </p:attrNameLst>
                                      </p:cBhvr>
                                      <p:to>
                                        <p:strVal val="visible"/>
                                      </p:to>
                                    </p:set>
                                    <p:animEffect transition="in" filter="wipe(left)">
                                      <p:cBhvr>
                                        <p:cTn id="70" dur="500"/>
                                        <p:tgtEl>
                                          <p:spTgt spid="97793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977927"/>
                                        </p:tgtEl>
                                        <p:attrNameLst>
                                          <p:attrName>style.visibility</p:attrName>
                                        </p:attrNameLst>
                                      </p:cBhvr>
                                      <p:to>
                                        <p:strVal val="visible"/>
                                      </p:to>
                                    </p:set>
                                    <p:animEffect transition="in" filter="wipe(left)">
                                      <p:cBhvr>
                                        <p:cTn id="75" dur="500"/>
                                        <p:tgtEl>
                                          <p:spTgt spid="977927"/>
                                        </p:tgtEl>
                                      </p:cBhvr>
                                    </p:animEffect>
                                  </p:childTnLst>
                                </p:cTn>
                              </p:par>
                            </p:childTnLst>
                          </p:cTn>
                        </p:par>
                        <p:par>
                          <p:cTn id="76" fill="hold" nodeType="afterGroup">
                            <p:stCondLst>
                              <p:cond delay="500"/>
                            </p:stCondLst>
                            <p:childTnLst>
                              <p:par>
                                <p:cTn id="77" presetID="22" presetClass="entr" presetSubtype="8" fill="hold" nodeType="afterEffect">
                                  <p:stCondLst>
                                    <p:cond delay="0"/>
                                  </p:stCondLst>
                                  <p:childTnLst>
                                    <p:set>
                                      <p:cBhvr>
                                        <p:cTn id="78" dur="1" fill="hold">
                                          <p:stCondLst>
                                            <p:cond delay="0"/>
                                          </p:stCondLst>
                                        </p:cTn>
                                        <p:tgtEl>
                                          <p:spTgt spid="977928"/>
                                        </p:tgtEl>
                                        <p:attrNameLst>
                                          <p:attrName>style.visibility</p:attrName>
                                        </p:attrNameLst>
                                      </p:cBhvr>
                                      <p:to>
                                        <p:strVal val="visible"/>
                                      </p:to>
                                    </p:set>
                                    <p:animEffect transition="in" filter="wipe(left)">
                                      <p:cBhvr>
                                        <p:cTn id="79" dur="500"/>
                                        <p:tgtEl>
                                          <p:spTgt spid="97792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977940"/>
                                        </p:tgtEl>
                                        <p:attrNameLst>
                                          <p:attrName>style.visibility</p:attrName>
                                        </p:attrNameLst>
                                      </p:cBhvr>
                                      <p:to>
                                        <p:strVal val="visible"/>
                                      </p:to>
                                    </p:set>
                                    <p:animEffect transition="in" filter="wipe(up)">
                                      <p:cBhvr>
                                        <p:cTn id="84" dur="500"/>
                                        <p:tgtEl>
                                          <p:spTgt spid="977940"/>
                                        </p:tgtEl>
                                      </p:cBhvr>
                                    </p:animEffect>
                                  </p:childTnLst>
                                </p:cTn>
                              </p:par>
                            </p:childTnLst>
                          </p:cTn>
                        </p:par>
                        <p:par>
                          <p:cTn id="85" fill="hold" nodeType="afterGroup">
                            <p:stCondLst>
                              <p:cond delay="500"/>
                            </p:stCondLst>
                            <p:childTnLst>
                              <p:par>
                                <p:cTn id="86" presetID="22" presetClass="entr" presetSubtype="1" fill="hold" nodeType="afterEffect">
                                  <p:stCondLst>
                                    <p:cond delay="0"/>
                                  </p:stCondLst>
                                  <p:childTnLst>
                                    <p:set>
                                      <p:cBhvr>
                                        <p:cTn id="87" dur="1" fill="hold">
                                          <p:stCondLst>
                                            <p:cond delay="0"/>
                                          </p:stCondLst>
                                        </p:cTn>
                                        <p:tgtEl>
                                          <p:spTgt spid="977937"/>
                                        </p:tgtEl>
                                        <p:attrNameLst>
                                          <p:attrName>style.visibility</p:attrName>
                                        </p:attrNameLst>
                                      </p:cBhvr>
                                      <p:to>
                                        <p:strVal val="visible"/>
                                      </p:to>
                                    </p:set>
                                    <p:animEffect transition="in" filter="wipe(up)">
                                      <p:cBhvr>
                                        <p:cTn id="88" dur="500"/>
                                        <p:tgtEl>
                                          <p:spTgt spid="977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3" grpId="0"/>
      <p:bldP spid="977924" grpId="0"/>
      <p:bldP spid="977925" grpId="0"/>
      <p:bldP spid="977926" grpId="0"/>
      <p:bldP spid="977936" grpId="0"/>
      <p:bldP spid="977937" grpId="0"/>
      <p:bldP spid="977938" grpId="0" animBg="1"/>
      <p:bldP spid="977939" grpId="0"/>
      <p:bldP spid="977940"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8946" name="Text Box 2">
            <a:extLst>
              <a:ext uri="{FF2B5EF4-FFF2-40B4-BE49-F238E27FC236}">
                <a16:creationId xmlns:a16="http://schemas.microsoft.com/office/drawing/2014/main" id="{13DA935C-8A27-BF89-9F0A-8343A68AC6ED}"/>
              </a:ext>
            </a:extLst>
          </p:cNvPr>
          <p:cNvSpPr txBox="1">
            <a:spLocks noChangeArrowheads="1"/>
          </p:cNvSpPr>
          <p:nvPr/>
        </p:nvSpPr>
        <p:spPr bwMode="auto">
          <a:xfrm>
            <a:off x="250825" y="404813"/>
            <a:ext cx="4056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a:solidFill>
                  <a:srgbClr val="00FFFF"/>
                </a:solidFill>
                <a:latin typeface="Times New Roman" panose="02020603050405020304" pitchFamily="18" charset="0"/>
              </a:rPr>
              <a:t>3. </a:t>
            </a:r>
            <a:r>
              <a:rPr lang="zh-CN" altLang="en-US">
                <a:solidFill>
                  <a:srgbClr val="00FFFF"/>
                </a:solidFill>
                <a:latin typeface="Times New Roman" panose="02020603050405020304" pitchFamily="18" charset="0"/>
              </a:rPr>
              <a:t>狭义相对论的时空观</a:t>
            </a:r>
          </a:p>
        </p:txBody>
      </p:sp>
      <p:sp>
        <p:nvSpPr>
          <p:cNvPr id="978947" name="Text Box 3">
            <a:extLst>
              <a:ext uri="{FF2B5EF4-FFF2-40B4-BE49-F238E27FC236}">
                <a16:creationId xmlns:a16="http://schemas.microsoft.com/office/drawing/2014/main" id="{AFDD490F-AD01-EA35-E92C-8E6CD1DAFD01}"/>
              </a:ext>
            </a:extLst>
          </p:cNvPr>
          <p:cNvSpPr txBox="1">
            <a:spLocks noChangeArrowheads="1"/>
          </p:cNvSpPr>
          <p:nvPr/>
        </p:nvSpPr>
        <p:spPr bwMode="auto">
          <a:xfrm>
            <a:off x="739775" y="1022350"/>
            <a:ext cx="684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0363" indent="-36036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(1) </a:t>
            </a:r>
            <a:r>
              <a:rPr kumimoji="1" lang="zh-CN" altLang="en-US">
                <a:latin typeface="Times New Roman" panose="02020603050405020304" pitchFamily="18" charset="0"/>
              </a:rPr>
              <a:t>同时性的相对性</a:t>
            </a:r>
            <a:endParaRPr lang="zh-CN" altLang="en-US">
              <a:latin typeface="Times New Roman" panose="02020603050405020304" pitchFamily="18" charset="0"/>
            </a:endParaRPr>
          </a:p>
        </p:txBody>
      </p:sp>
      <p:sp>
        <p:nvSpPr>
          <p:cNvPr id="978948" name="Text Box 4">
            <a:extLst>
              <a:ext uri="{FF2B5EF4-FFF2-40B4-BE49-F238E27FC236}">
                <a16:creationId xmlns:a16="http://schemas.microsoft.com/office/drawing/2014/main" id="{7664606D-304A-4BBE-590C-5F621D36805E}"/>
              </a:ext>
            </a:extLst>
          </p:cNvPr>
          <p:cNvSpPr txBox="1">
            <a:spLocks noChangeArrowheads="1"/>
          </p:cNvSpPr>
          <p:nvPr/>
        </p:nvSpPr>
        <p:spPr bwMode="auto">
          <a:xfrm>
            <a:off x="739775" y="2179638"/>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(2) </a:t>
            </a:r>
            <a:r>
              <a:rPr kumimoji="1" lang="zh-CN" altLang="en-US">
                <a:latin typeface="Times New Roman" panose="02020603050405020304" pitchFamily="18" charset="0"/>
              </a:rPr>
              <a:t>时间膨胀</a:t>
            </a:r>
          </a:p>
        </p:txBody>
      </p:sp>
      <p:sp>
        <p:nvSpPr>
          <p:cNvPr id="978949" name="Text Box 5">
            <a:extLst>
              <a:ext uri="{FF2B5EF4-FFF2-40B4-BE49-F238E27FC236}">
                <a16:creationId xmlns:a16="http://schemas.microsoft.com/office/drawing/2014/main" id="{19918229-E86A-5830-E392-0B43FCAB7A61}"/>
              </a:ext>
            </a:extLst>
          </p:cNvPr>
          <p:cNvSpPr txBox="1">
            <a:spLocks noChangeArrowheads="1"/>
          </p:cNvSpPr>
          <p:nvPr/>
        </p:nvSpPr>
        <p:spPr bwMode="auto">
          <a:xfrm>
            <a:off x="739775" y="3284538"/>
            <a:ext cx="208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(3)  </a:t>
            </a:r>
            <a:r>
              <a:rPr kumimoji="1" lang="zh-CN" altLang="en-US">
                <a:latin typeface="Times New Roman" panose="02020603050405020304" pitchFamily="18" charset="0"/>
              </a:rPr>
              <a:t>长度收缩</a:t>
            </a:r>
          </a:p>
        </p:txBody>
      </p:sp>
      <p:graphicFrame>
        <p:nvGraphicFramePr>
          <p:cNvPr id="978950" name="Object 6">
            <a:extLst>
              <a:ext uri="{FF2B5EF4-FFF2-40B4-BE49-F238E27FC236}">
                <a16:creationId xmlns:a16="http://schemas.microsoft.com/office/drawing/2014/main" id="{038D4A06-24C4-2100-3775-EC5736D78ECA}"/>
              </a:ext>
            </a:extLst>
          </p:cNvPr>
          <p:cNvGraphicFramePr>
            <a:graphicFrameLocks noChangeAspect="1"/>
          </p:cNvGraphicFramePr>
          <p:nvPr/>
        </p:nvGraphicFramePr>
        <p:xfrm>
          <a:off x="2900363" y="2233613"/>
          <a:ext cx="1117600" cy="368300"/>
        </p:xfrm>
        <a:graphic>
          <a:graphicData uri="http://schemas.openxmlformats.org/presentationml/2006/ole">
            <mc:AlternateContent xmlns:mc="http://schemas.openxmlformats.org/markup-compatibility/2006">
              <mc:Choice xmlns:v="urn:schemas-microsoft-com:vml" Requires="v">
                <p:oleObj name="公式" r:id="rId2" imgW="1117440" imgH="368280" progId="Equation.3">
                  <p:embed/>
                </p:oleObj>
              </mc:Choice>
              <mc:Fallback>
                <p:oleObj name="公式" r:id="rId2" imgW="1117440" imgH="368280" progId="Equation.3">
                  <p:embed/>
                  <p:pic>
                    <p:nvPicPr>
                      <p:cNvPr id="978950" name="Object 6">
                        <a:extLst>
                          <a:ext uri="{FF2B5EF4-FFF2-40B4-BE49-F238E27FC236}">
                            <a16:creationId xmlns:a16="http://schemas.microsoft.com/office/drawing/2014/main" id="{038D4A06-24C4-2100-3775-EC5736D78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363" y="2233613"/>
                        <a:ext cx="11176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8951" name="Object 7">
            <a:extLst>
              <a:ext uri="{FF2B5EF4-FFF2-40B4-BE49-F238E27FC236}">
                <a16:creationId xmlns:a16="http://schemas.microsoft.com/office/drawing/2014/main" id="{1F1050A3-ADA6-3321-48CC-73F878663104}"/>
              </a:ext>
            </a:extLst>
          </p:cNvPr>
          <p:cNvGraphicFramePr>
            <a:graphicFrameLocks noChangeAspect="1"/>
          </p:cNvGraphicFramePr>
          <p:nvPr/>
        </p:nvGraphicFramePr>
        <p:xfrm>
          <a:off x="4044950" y="2060575"/>
          <a:ext cx="1574800" cy="838200"/>
        </p:xfrm>
        <a:graphic>
          <a:graphicData uri="http://schemas.openxmlformats.org/presentationml/2006/ole">
            <mc:AlternateContent xmlns:mc="http://schemas.openxmlformats.org/markup-compatibility/2006">
              <mc:Choice xmlns:v="urn:schemas-microsoft-com:vml" Requires="v">
                <p:oleObj name="公式" r:id="rId4" imgW="1574640" imgH="838080" progId="Equation.3">
                  <p:embed/>
                </p:oleObj>
              </mc:Choice>
              <mc:Fallback>
                <p:oleObj name="公式" r:id="rId4" imgW="1574640" imgH="838080" progId="Equation.3">
                  <p:embed/>
                  <p:pic>
                    <p:nvPicPr>
                      <p:cNvPr id="978951" name="Object 7">
                        <a:extLst>
                          <a:ext uri="{FF2B5EF4-FFF2-40B4-BE49-F238E27FC236}">
                            <a16:creationId xmlns:a16="http://schemas.microsoft.com/office/drawing/2014/main" id="{1F1050A3-ADA6-3321-48CC-73F8786631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4950" y="2060575"/>
                        <a:ext cx="1574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8952" name="Object 8">
            <a:extLst>
              <a:ext uri="{FF2B5EF4-FFF2-40B4-BE49-F238E27FC236}">
                <a16:creationId xmlns:a16="http://schemas.microsoft.com/office/drawing/2014/main" id="{FFA417DF-EE6F-17AF-39B7-8D36659013D2}"/>
              </a:ext>
            </a:extLst>
          </p:cNvPr>
          <p:cNvGraphicFramePr>
            <a:graphicFrameLocks noChangeAspect="1"/>
          </p:cNvGraphicFramePr>
          <p:nvPr/>
        </p:nvGraphicFramePr>
        <p:xfrm>
          <a:off x="5673725" y="2284413"/>
          <a:ext cx="508000" cy="381000"/>
        </p:xfrm>
        <a:graphic>
          <a:graphicData uri="http://schemas.openxmlformats.org/presentationml/2006/ole">
            <mc:AlternateContent xmlns:mc="http://schemas.openxmlformats.org/markup-compatibility/2006">
              <mc:Choice xmlns:v="urn:schemas-microsoft-com:vml" Requires="v">
                <p:oleObj name="公式" r:id="rId6" imgW="507960" imgH="380880" progId="Equation.3">
                  <p:embed/>
                </p:oleObj>
              </mc:Choice>
              <mc:Fallback>
                <p:oleObj name="公式" r:id="rId6" imgW="507960" imgH="380880" progId="Equation.3">
                  <p:embed/>
                  <p:pic>
                    <p:nvPicPr>
                      <p:cNvPr id="978952" name="Object 8">
                        <a:extLst>
                          <a:ext uri="{FF2B5EF4-FFF2-40B4-BE49-F238E27FC236}">
                            <a16:creationId xmlns:a16="http://schemas.microsoft.com/office/drawing/2014/main" id="{FFA417DF-EE6F-17AF-39B7-8D36659013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3725" y="2284413"/>
                        <a:ext cx="5080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8953" name="Text Box 9">
            <a:extLst>
              <a:ext uri="{FF2B5EF4-FFF2-40B4-BE49-F238E27FC236}">
                <a16:creationId xmlns:a16="http://schemas.microsoft.com/office/drawing/2014/main" id="{4DBDF530-2C8C-B564-ABE6-BE0FCE6695C2}"/>
              </a:ext>
            </a:extLst>
          </p:cNvPr>
          <p:cNvSpPr txBox="1">
            <a:spLocks noChangeArrowheads="1"/>
          </p:cNvSpPr>
          <p:nvPr/>
        </p:nvSpPr>
        <p:spPr bwMode="auto">
          <a:xfrm>
            <a:off x="250825" y="4076700"/>
            <a:ext cx="5030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a:solidFill>
                  <a:srgbClr val="00FFFF"/>
                </a:solidFill>
                <a:latin typeface="Times New Roman" panose="02020603050405020304" pitchFamily="18" charset="0"/>
              </a:rPr>
              <a:t>4. </a:t>
            </a:r>
            <a:r>
              <a:rPr lang="zh-CN" altLang="en-US">
                <a:solidFill>
                  <a:srgbClr val="00FFFF"/>
                </a:solidFill>
                <a:latin typeface="Times New Roman" panose="02020603050405020304" pitchFamily="18" charset="0"/>
              </a:rPr>
              <a:t>狭义相对论的动力学基础</a:t>
            </a:r>
          </a:p>
        </p:txBody>
      </p:sp>
      <p:sp>
        <p:nvSpPr>
          <p:cNvPr id="978954" name="Text Box 10">
            <a:extLst>
              <a:ext uri="{FF2B5EF4-FFF2-40B4-BE49-F238E27FC236}">
                <a16:creationId xmlns:a16="http://schemas.microsoft.com/office/drawing/2014/main" id="{A9566A2C-C9C8-2CD1-934C-D00966079288}"/>
              </a:ext>
            </a:extLst>
          </p:cNvPr>
          <p:cNvSpPr txBox="1">
            <a:spLocks noChangeArrowheads="1"/>
          </p:cNvSpPr>
          <p:nvPr/>
        </p:nvSpPr>
        <p:spPr bwMode="auto">
          <a:xfrm>
            <a:off x="739775" y="4749800"/>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(1) </a:t>
            </a:r>
            <a:r>
              <a:rPr kumimoji="1" lang="zh-CN" altLang="en-US">
                <a:latin typeface="Times New Roman" panose="02020603050405020304" pitchFamily="18" charset="0"/>
              </a:rPr>
              <a:t>相对论质量</a:t>
            </a:r>
          </a:p>
        </p:txBody>
      </p:sp>
      <p:sp>
        <p:nvSpPr>
          <p:cNvPr id="978955" name="Text Box 11">
            <a:extLst>
              <a:ext uri="{FF2B5EF4-FFF2-40B4-BE49-F238E27FC236}">
                <a16:creationId xmlns:a16="http://schemas.microsoft.com/office/drawing/2014/main" id="{A2502AFE-F702-B90F-7B07-DF1DB5D2ECE6}"/>
              </a:ext>
            </a:extLst>
          </p:cNvPr>
          <p:cNvSpPr txBox="1">
            <a:spLocks noChangeArrowheads="1"/>
          </p:cNvSpPr>
          <p:nvPr/>
        </p:nvSpPr>
        <p:spPr bwMode="auto">
          <a:xfrm>
            <a:off x="739775" y="5837238"/>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(2) </a:t>
            </a:r>
            <a:r>
              <a:rPr kumimoji="1" lang="zh-CN" altLang="en-US">
                <a:latin typeface="Times New Roman" panose="02020603050405020304" pitchFamily="18" charset="0"/>
              </a:rPr>
              <a:t>相对论动量</a:t>
            </a:r>
          </a:p>
        </p:txBody>
      </p:sp>
      <p:graphicFrame>
        <p:nvGraphicFramePr>
          <p:cNvPr id="978956" name="Object 12">
            <a:extLst>
              <a:ext uri="{FF2B5EF4-FFF2-40B4-BE49-F238E27FC236}">
                <a16:creationId xmlns:a16="http://schemas.microsoft.com/office/drawing/2014/main" id="{206014A3-407D-FACB-AE4D-14AA1E257C66}"/>
              </a:ext>
            </a:extLst>
          </p:cNvPr>
          <p:cNvGraphicFramePr>
            <a:graphicFrameLocks noChangeAspect="1"/>
          </p:cNvGraphicFramePr>
          <p:nvPr/>
        </p:nvGraphicFramePr>
        <p:xfrm>
          <a:off x="3133725" y="4581525"/>
          <a:ext cx="2247900" cy="838200"/>
        </p:xfrm>
        <a:graphic>
          <a:graphicData uri="http://schemas.openxmlformats.org/presentationml/2006/ole">
            <mc:AlternateContent xmlns:mc="http://schemas.openxmlformats.org/markup-compatibility/2006">
              <mc:Choice xmlns:v="urn:schemas-microsoft-com:vml" Requires="v">
                <p:oleObj name="公式" r:id="rId8" imgW="2247840" imgH="838080" progId="Equation.3">
                  <p:embed/>
                </p:oleObj>
              </mc:Choice>
              <mc:Fallback>
                <p:oleObj name="公式" r:id="rId8" imgW="2247840" imgH="838080" progId="Equation.3">
                  <p:embed/>
                  <p:pic>
                    <p:nvPicPr>
                      <p:cNvPr id="978956" name="Object 12">
                        <a:extLst>
                          <a:ext uri="{FF2B5EF4-FFF2-40B4-BE49-F238E27FC236}">
                            <a16:creationId xmlns:a16="http://schemas.microsoft.com/office/drawing/2014/main" id="{206014A3-407D-FACB-AE4D-14AA1E257C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3725" y="4581525"/>
                        <a:ext cx="22479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8957" name="Object 13">
            <a:extLst>
              <a:ext uri="{FF2B5EF4-FFF2-40B4-BE49-F238E27FC236}">
                <a16:creationId xmlns:a16="http://schemas.microsoft.com/office/drawing/2014/main" id="{CD77C2E2-0E31-0976-4F38-39E3DB476C27}"/>
              </a:ext>
            </a:extLst>
          </p:cNvPr>
          <p:cNvGraphicFramePr>
            <a:graphicFrameLocks noChangeAspect="1"/>
          </p:cNvGraphicFramePr>
          <p:nvPr/>
        </p:nvGraphicFramePr>
        <p:xfrm>
          <a:off x="3116263" y="3271838"/>
          <a:ext cx="2093912" cy="444500"/>
        </p:xfrm>
        <a:graphic>
          <a:graphicData uri="http://schemas.openxmlformats.org/presentationml/2006/ole">
            <mc:AlternateContent xmlns:mc="http://schemas.openxmlformats.org/markup-compatibility/2006">
              <mc:Choice xmlns:v="urn:schemas-microsoft-com:vml" Requires="v">
                <p:oleObj name="公式" r:id="rId10" imgW="2095200" imgH="444240" progId="Equation.3">
                  <p:embed/>
                </p:oleObj>
              </mc:Choice>
              <mc:Fallback>
                <p:oleObj name="公式" r:id="rId10" imgW="2095200" imgH="444240" progId="Equation.3">
                  <p:embed/>
                  <p:pic>
                    <p:nvPicPr>
                      <p:cNvPr id="978957" name="Object 13">
                        <a:extLst>
                          <a:ext uri="{FF2B5EF4-FFF2-40B4-BE49-F238E27FC236}">
                            <a16:creationId xmlns:a16="http://schemas.microsoft.com/office/drawing/2014/main" id="{CD77C2E2-0E31-0976-4F38-39E3DB476C2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6263" y="3271838"/>
                        <a:ext cx="2093912"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8958" name="Object 14">
            <a:extLst>
              <a:ext uri="{FF2B5EF4-FFF2-40B4-BE49-F238E27FC236}">
                <a16:creationId xmlns:a16="http://schemas.microsoft.com/office/drawing/2014/main" id="{90AFFBAA-9FE7-AA48-7833-EFB8133E77C3}"/>
              </a:ext>
            </a:extLst>
          </p:cNvPr>
          <p:cNvGraphicFramePr>
            <a:graphicFrameLocks noChangeAspect="1"/>
          </p:cNvGraphicFramePr>
          <p:nvPr/>
        </p:nvGraphicFramePr>
        <p:xfrm>
          <a:off x="3506788" y="5686425"/>
          <a:ext cx="1841500" cy="838200"/>
        </p:xfrm>
        <a:graphic>
          <a:graphicData uri="http://schemas.openxmlformats.org/presentationml/2006/ole">
            <mc:AlternateContent xmlns:mc="http://schemas.openxmlformats.org/markup-compatibility/2006">
              <mc:Choice xmlns:v="urn:schemas-microsoft-com:vml" Requires="v">
                <p:oleObj name="公式" r:id="rId12" imgW="1841400" imgH="838080" progId="Equation.3">
                  <p:embed/>
                </p:oleObj>
              </mc:Choice>
              <mc:Fallback>
                <p:oleObj name="公式" r:id="rId12" imgW="1841400" imgH="838080" progId="Equation.3">
                  <p:embed/>
                  <p:pic>
                    <p:nvPicPr>
                      <p:cNvPr id="978958" name="Object 14">
                        <a:extLst>
                          <a:ext uri="{FF2B5EF4-FFF2-40B4-BE49-F238E27FC236}">
                            <a16:creationId xmlns:a16="http://schemas.microsoft.com/office/drawing/2014/main" id="{90AFFBAA-9FE7-AA48-7833-EFB8133E77C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6788" y="5686425"/>
                        <a:ext cx="18415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8959" name="Text Box 15">
            <a:extLst>
              <a:ext uri="{FF2B5EF4-FFF2-40B4-BE49-F238E27FC236}">
                <a16:creationId xmlns:a16="http://schemas.microsoft.com/office/drawing/2014/main" id="{35E5E428-DBE0-AD7D-7C75-007A325FE494}"/>
              </a:ext>
            </a:extLst>
          </p:cNvPr>
          <p:cNvSpPr txBox="1">
            <a:spLocks noChangeArrowheads="1"/>
          </p:cNvSpPr>
          <p:nvPr/>
        </p:nvSpPr>
        <p:spPr bwMode="auto">
          <a:xfrm>
            <a:off x="1195388" y="1574800"/>
            <a:ext cx="7885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lang="zh-CN" altLang="en-US" sz="2000">
                <a:latin typeface="Times New Roman" panose="02020603050405020304" pitchFamily="18" charset="0"/>
              </a:rPr>
              <a:t>在一惯性系中同时而不同地发生的事件，在另一惯性系中必不同时。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78946"/>
                                        </p:tgtEl>
                                        <p:attrNameLst>
                                          <p:attrName>style.visibility</p:attrName>
                                        </p:attrNameLst>
                                      </p:cBhvr>
                                      <p:to>
                                        <p:strVal val="visible"/>
                                      </p:to>
                                    </p:set>
                                    <p:animEffect transition="in" filter="wipe(left)">
                                      <p:cBhvr>
                                        <p:cTn id="7" dur="500"/>
                                        <p:tgtEl>
                                          <p:spTgt spid="978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8947"/>
                                        </p:tgtEl>
                                        <p:attrNameLst>
                                          <p:attrName>style.visibility</p:attrName>
                                        </p:attrNameLst>
                                      </p:cBhvr>
                                      <p:to>
                                        <p:strVal val="visible"/>
                                      </p:to>
                                    </p:set>
                                    <p:animEffect transition="in" filter="wipe(left)">
                                      <p:cBhvr>
                                        <p:cTn id="12" dur="500"/>
                                        <p:tgtEl>
                                          <p:spTgt spid="9789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78959"/>
                                        </p:tgtEl>
                                        <p:attrNameLst>
                                          <p:attrName>style.visibility</p:attrName>
                                        </p:attrNameLst>
                                      </p:cBhvr>
                                      <p:to>
                                        <p:strVal val="visible"/>
                                      </p:to>
                                    </p:set>
                                    <p:animEffect transition="in" filter="wipe(left)">
                                      <p:cBhvr>
                                        <p:cTn id="17" dur="500"/>
                                        <p:tgtEl>
                                          <p:spTgt spid="97895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78948"/>
                                        </p:tgtEl>
                                        <p:attrNameLst>
                                          <p:attrName>style.visibility</p:attrName>
                                        </p:attrNameLst>
                                      </p:cBhvr>
                                      <p:to>
                                        <p:strVal val="visible"/>
                                      </p:to>
                                    </p:set>
                                    <p:animEffect transition="in" filter="wipe(left)">
                                      <p:cBhvr>
                                        <p:cTn id="22" dur="500"/>
                                        <p:tgtEl>
                                          <p:spTgt spid="9789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78950"/>
                                        </p:tgtEl>
                                        <p:attrNameLst>
                                          <p:attrName>style.visibility</p:attrName>
                                        </p:attrNameLst>
                                      </p:cBhvr>
                                      <p:to>
                                        <p:strVal val="visible"/>
                                      </p:to>
                                    </p:set>
                                    <p:animEffect transition="in" filter="wipe(left)">
                                      <p:cBhvr>
                                        <p:cTn id="27" dur="500"/>
                                        <p:tgtEl>
                                          <p:spTgt spid="9789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78951"/>
                                        </p:tgtEl>
                                        <p:attrNameLst>
                                          <p:attrName>style.visibility</p:attrName>
                                        </p:attrNameLst>
                                      </p:cBhvr>
                                      <p:to>
                                        <p:strVal val="visible"/>
                                      </p:to>
                                    </p:set>
                                    <p:animEffect transition="in" filter="wipe(left)">
                                      <p:cBhvr>
                                        <p:cTn id="32" dur="500"/>
                                        <p:tgtEl>
                                          <p:spTgt spid="9789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78952"/>
                                        </p:tgtEl>
                                        <p:attrNameLst>
                                          <p:attrName>style.visibility</p:attrName>
                                        </p:attrNameLst>
                                      </p:cBhvr>
                                      <p:to>
                                        <p:strVal val="visible"/>
                                      </p:to>
                                    </p:set>
                                    <p:animEffect transition="in" filter="wipe(left)">
                                      <p:cBhvr>
                                        <p:cTn id="37" dur="500"/>
                                        <p:tgtEl>
                                          <p:spTgt spid="9789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78949"/>
                                        </p:tgtEl>
                                        <p:attrNameLst>
                                          <p:attrName>style.visibility</p:attrName>
                                        </p:attrNameLst>
                                      </p:cBhvr>
                                      <p:to>
                                        <p:strVal val="visible"/>
                                      </p:to>
                                    </p:set>
                                    <p:animEffect transition="in" filter="wipe(left)">
                                      <p:cBhvr>
                                        <p:cTn id="42" dur="500"/>
                                        <p:tgtEl>
                                          <p:spTgt spid="9789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78957"/>
                                        </p:tgtEl>
                                        <p:attrNameLst>
                                          <p:attrName>style.visibility</p:attrName>
                                        </p:attrNameLst>
                                      </p:cBhvr>
                                      <p:to>
                                        <p:strVal val="visible"/>
                                      </p:to>
                                    </p:set>
                                    <p:animEffect transition="in" filter="wipe(left)">
                                      <p:cBhvr>
                                        <p:cTn id="47" dur="500"/>
                                        <p:tgtEl>
                                          <p:spTgt spid="9789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978953"/>
                                        </p:tgtEl>
                                        <p:attrNameLst>
                                          <p:attrName>style.visibility</p:attrName>
                                        </p:attrNameLst>
                                      </p:cBhvr>
                                      <p:to>
                                        <p:strVal val="visible"/>
                                      </p:to>
                                    </p:set>
                                    <p:animEffect transition="in" filter="wipe(left)">
                                      <p:cBhvr>
                                        <p:cTn id="52" dur="500"/>
                                        <p:tgtEl>
                                          <p:spTgt spid="97895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78954"/>
                                        </p:tgtEl>
                                        <p:attrNameLst>
                                          <p:attrName>style.visibility</p:attrName>
                                        </p:attrNameLst>
                                      </p:cBhvr>
                                      <p:to>
                                        <p:strVal val="visible"/>
                                      </p:to>
                                    </p:set>
                                    <p:animEffect transition="in" filter="wipe(left)">
                                      <p:cBhvr>
                                        <p:cTn id="57" dur="500"/>
                                        <p:tgtEl>
                                          <p:spTgt spid="97895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978956"/>
                                        </p:tgtEl>
                                        <p:attrNameLst>
                                          <p:attrName>style.visibility</p:attrName>
                                        </p:attrNameLst>
                                      </p:cBhvr>
                                      <p:to>
                                        <p:strVal val="visible"/>
                                      </p:to>
                                    </p:set>
                                    <p:animEffect transition="in" filter="wipe(left)">
                                      <p:cBhvr>
                                        <p:cTn id="62" dur="500"/>
                                        <p:tgtEl>
                                          <p:spTgt spid="97895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978955"/>
                                        </p:tgtEl>
                                        <p:attrNameLst>
                                          <p:attrName>style.visibility</p:attrName>
                                        </p:attrNameLst>
                                      </p:cBhvr>
                                      <p:to>
                                        <p:strVal val="visible"/>
                                      </p:to>
                                    </p:set>
                                    <p:animEffect transition="in" filter="wipe(left)">
                                      <p:cBhvr>
                                        <p:cTn id="67" dur="500"/>
                                        <p:tgtEl>
                                          <p:spTgt spid="97895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978958"/>
                                        </p:tgtEl>
                                        <p:attrNameLst>
                                          <p:attrName>style.visibility</p:attrName>
                                        </p:attrNameLst>
                                      </p:cBhvr>
                                      <p:to>
                                        <p:strVal val="visible"/>
                                      </p:to>
                                    </p:set>
                                    <p:animEffect transition="in" filter="wipe(left)">
                                      <p:cBhvr>
                                        <p:cTn id="72" dur="500"/>
                                        <p:tgtEl>
                                          <p:spTgt spid="978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8946" grpId="0"/>
      <p:bldP spid="978947" grpId="0"/>
      <p:bldP spid="978948" grpId="0"/>
      <p:bldP spid="978949" grpId="0"/>
      <p:bldP spid="978953" grpId="0"/>
      <p:bldP spid="978954" grpId="0"/>
      <p:bldP spid="978955" grpId="0"/>
      <p:bldP spid="978959"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9970" name="Text Box 2">
            <a:extLst>
              <a:ext uri="{FF2B5EF4-FFF2-40B4-BE49-F238E27FC236}">
                <a16:creationId xmlns:a16="http://schemas.microsoft.com/office/drawing/2014/main" id="{9BA602AC-7F00-4ADB-9870-22E9E2C2AFC7}"/>
              </a:ext>
            </a:extLst>
          </p:cNvPr>
          <p:cNvSpPr txBox="1">
            <a:spLocks noChangeArrowheads="1"/>
          </p:cNvSpPr>
          <p:nvPr/>
        </p:nvSpPr>
        <p:spPr bwMode="auto">
          <a:xfrm>
            <a:off x="539750" y="47625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(3) </a:t>
            </a:r>
            <a:r>
              <a:rPr kumimoji="1" lang="zh-CN" altLang="en-US">
                <a:latin typeface="Times New Roman" panose="02020603050405020304" pitchFamily="18" charset="0"/>
              </a:rPr>
              <a:t>相对论能量</a:t>
            </a:r>
          </a:p>
        </p:txBody>
      </p:sp>
      <p:sp>
        <p:nvSpPr>
          <p:cNvPr id="979971" name="Text Box 3">
            <a:extLst>
              <a:ext uri="{FF2B5EF4-FFF2-40B4-BE49-F238E27FC236}">
                <a16:creationId xmlns:a16="http://schemas.microsoft.com/office/drawing/2014/main" id="{452B5FFD-C639-78D0-DAEF-C683ED934637}"/>
              </a:ext>
            </a:extLst>
          </p:cNvPr>
          <p:cNvSpPr txBox="1">
            <a:spLocks noChangeArrowheads="1"/>
          </p:cNvSpPr>
          <p:nvPr/>
        </p:nvSpPr>
        <p:spPr bwMode="auto">
          <a:xfrm>
            <a:off x="539750" y="3716338"/>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(4) </a:t>
            </a:r>
            <a:r>
              <a:rPr kumimoji="1" lang="zh-CN" altLang="en-US">
                <a:latin typeface="Times New Roman" panose="02020603050405020304" pitchFamily="18" charset="0"/>
              </a:rPr>
              <a:t>相对论动力学基本方程：</a:t>
            </a:r>
          </a:p>
        </p:txBody>
      </p:sp>
      <p:sp>
        <p:nvSpPr>
          <p:cNvPr id="979972" name="Text Box 4">
            <a:extLst>
              <a:ext uri="{FF2B5EF4-FFF2-40B4-BE49-F238E27FC236}">
                <a16:creationId xmlns:a16="http://schemas.microsoft.com/office/drawing/2014/main" id="{32AC82E3-4D6B-E163-6248-5BD36D65FC13}"/>
              </a:ext>
            </a:extLst>
          </p:cNvPr>
          <p:cNvSpPr txBox="1">
            <a:spLocks noChangeArrowheads="1"/>
          </p:cNvSpPr>
          <p:nvPr/>
        </p:nvSpPr>
        <p:spPr bwMode="auto">
          <a:xfrm>
            <a:off x="539750" y="5300663"/>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en-US" altLang="zh-CN">
                <a:latin typeface="Times New Roman" panose="02020603050405020304" pitchFamily="18" charset="0"/>
              </a:rPr>
              <a:t>(5) </a:t>
            </a:r>
            <a:r>
              <a:rPr kumimoji="1" lang="zh-CN" altLang="en-US">
                <a:latin typeface="Times New Roman" panose="02020603050405020304" pitchFamily="18" charset="0"/>
              </a:rPr>
              <a:t>相对论动力学能量守恒：</a:t>
            </a:r>
          </a:p>
        </p:txBody>
      </p:sp>
      <p:sp>
        <p:nvSpPr>
          <p:cNvPr id="979973" name="Text Box 5">
            <a:extLst>
              <a:ext uri="{FF2B5EF4-FFF2-40B4-BE49-F238E27FC236}">
                <a16:creationId xmlns:a16="http://schemas.microsoft.com/office/drawing/2014/main" id="{C5BCC65C-2DFC-B6D3-C3D4-3BEBA66D2A8A}"/>
              </a:ext>
            </a:extLst>
          </p:cNvPr>
          <p:cNvSpPr txBox="1">
            <a:spLocks noChangeArrowheads="1"/>
          </p:cNvSpPr>
          <p:nvPr/>
        </p:nvSpPr>
        <p:spPr bwMode="auto">
          <a:xfrm>
            <a:off x="971550" y="1052513"/>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latin typeface="Times New Roman" panose="02020603050405020304" pitchFamily="18" charset="0"/>
              </a:rPr>
              <a:t>总能量</a:t>
            </a:r>
            <a:r>
              <a:rPr kumimoji="1" lang="en-US" altLang="zh-CN">
                <a:latin typeface="Times New Roman" panose="02020603050405020304" pitchFamily="18" charset="0"/>
              </a:rPr>
              <a:t>:</a:t>
            </a:r>
          </a:p>
        </p:txBody>
      </p:sp>
      <p:graphicFrame>
        <p:nvGraphicFramePr>
          <p:cNvPr id="979974" name="Object 6">
            <a:extLst>
              <a:ext uri="{FF2B5EF4-FFF2-40B4-BE49-F238E27FC236}">
                <a16:creationId xmlns:a16="http://schemas.microsoft.com/office/drawing/2014/main" id="{37CF84F7-D222-01C5-964C-6AA49A2AE4F8}"/>
              </a:ext>
            </a:extLst>
          </p:cNvPr>
          <p:cNvGraphicFramePr>
            <a:graphicFrameLocks noChangeAspect="1"/>
          </p:cNvGraphicFramePr>
          <p:nvPr/>
        </p:nvGraphicFramePr>
        <p:xfrm>
          <a:off x="3575050" y="1125538"/>
          <a:ext cx="1028700" cy="342900"/>
        </p:xfrm>
        <a:graphic>
          <a:graphicData uri="http://schemas.openxmlformats.org/presentationml/2006/ole">
            <mc:AlternateContent xmlns:mc="http://schemas.openxmlformats.org/markup-compatibility/2006">
              <mc:Choice xmlns:v="urn:schemas-microsoft-com:vml" Requires="v">
                <p:oleObj name="公式" r:id="rId2" imgW="1028520" imgH="342720" progId="Equation.3">
                  <p:embed/>
                </p:oleObj>
              </mc:Choice>
              <mc:Fallback>
                <p:oleObj name="公式" r:id="rId2" imgW="1028520" imgH="342720" progId="Equation.3">
                  <p:embed/>
                  <p:pic>
                    <p:nvPicPr>
                      <p:cNvPr id="979974" name="Object 6">
                        <a:extLst>
                          <a:ext uri="{FF2B5EF4-FFF2-40B4-BE49-F238E27FC236}">
                            <a16:creationId xmlns:a16="http://schemas.microsoft.com/office/drawing/2014/main" id="{37CF84F7-D222-01C5-964C-6AA49A2AE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050" y="1125538"/>
                        <a:ext cx="1028700" cy="3429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5" name="Text Box 7">
            <a:extLst>
              <a:ext uri="{FF2B5EF4-FFF2-40B4-BE49-F238E27FC236}">
                <a16:creationId xmlns:a16="http://schemas.microsoft.com/office/drawing/2014/main" id="{106DD246-195F-8C12-3D4E-F2A4A8567EF6}"/>
              </a:ext>
            </a:extLst>
          </p:cNvPr>
          <p:cNvSpPr txBox="1">
            <a:spLocks noChangeArrowheads="1"/>
          </p:cNvSpPr>
          <p:nvPr/>
        </p:nvSpPr>
        <p:spPr bwMode="auto">
          <a:xfrm>
            <a:off x="971550" y="1698625"/>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latin typeface="Times New Roman" panose="02020603050405020304" pitchFamily="18" charset="0"/>
              </a:rPr>
              <a:t>静止能量</a:t>
            </a:r>
            <a:r>
              <a:rPr kumimoji="1" lang="en-US" altLang="zh-CN">
                <a:latin typeface="Times New Roman" panose="02020603050405020304" pitchFamily="18" charset="0"/>
              </a:rPr>
              <a:t>:</a:t>
            </a:r>
          </a:p>
        </p:txBody>
      </p:sp>
      <p:graphicFrame>
        <p:nvGraphicFramePr>
          <p:cNvPr id="979976" name="Object 8">
            <a:extLst>
              <a:ext uri="{FF2B5EF4-FFF2-40B4-BE49-F238E27FC236}">
                <a16:creationId xmlns:a16="http://schemas.microsoft.com/office/drawing/2014/main" id="{E1682EA5-5280-4731-3BF4-6AD8EF58A625}"/>
              </a:ext>
            </a:extLst>
          </p:cNvPr>
          <p:cNvGraphicFramePr>
            <a:graphicFrameLocks noChangeAspect="1"/>
          </p:cNvGraphicFramePr>
          <p:nvPr/>
        </p:nvGraphicFramePr>
        <p:xfrm>
          <a:off x="3575050" y="1700213"/>
          <a:ext cx="1231900" cy="419100"/>
        </p:xfrm>
        <a:graphic>
          <a:graphicData uri="http://schemas.openxmlformats.org/presentationml/2006/ole">
            <mc:AlternateContent xmlns:mc="http://schemas.openxmlformats.org/markup-compatibility/2006">
              <mc:Choice xmlns:v="urn:schemas-microsoft-com:vml" Requires="v">
                <p:oleObj name="公式" r:id="rId4" imgW="1231560" imgH="419040" progId="Equation.3">
                  <p:embed/>
                </p:oleObj>
              </mc:Choice>
              <mc:Fallback>
                <p:oleObj name="公式" r:id="rId4" imgW="1231560" imgH="419040" progId="Equation.3">
                  <p:embed/>
                  <p:pic>
                    <p:nvPicPr>
                      <p:cNvPr id="979976" name="Object 8">
                        <a:extLst>
                          <a:ext uri="{FF2B5EF4-FFF2-40B4-BE49-F238E27FC236}">
                            <a16:creationId xmlns:a16="http://schemas.microsoft.com/office/drawing/2014/main" id="{E1682EA5-5280-4731-3BF4-6AD8EF58A6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0" y="1700213"/>
                        <a:ext cx="1231900" cy="4191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7" name="Text Box 9">
            <a:extLst>
              <a:ext uri="{FF2B5EF4-FFF2-40B4-BE49-F238E27FC236}">
                <a16:creationId xmlns:a16="http://schemas.microsoft.com/office/drawing/2014/main" id="{CEC8DE34-9C7A-A5A0-9CCA-506FD79D3D74}"/>
              </a:ext>
            </a:extLst>
          </p:cNvPr>
          <p:cNvSpPr txBox="1">
            <a:spLocks noChangeArrowheads="1"/>
          </p:cNvSpPr>
          <p:nvPr/>
        </p:nvSpPr>
        <p:spPr bwMode="auto">
          <a:xfrm>
            <a:off x="971550" y="2324100"/>
            <a:ext cx="2303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latin typeface="Times New Roman" panose="02020603050405020304" pitchFamily="18" charset="0"/>
              </a:rPr>
              <a:t>相对论动能</a:t>
            </a:r>
            <a:r>
              <a:rPr kumimoji="1" lang="en-US" altLang="zh-CN">
                <a:latin typeface="Times New Roman" panose="02020603050405020304" pitchFamily="18" charset="0"/>
              </a:rPr>
              <a:t>:</a:t>
            </a:r>
          </a:p>
        </p:txBody>
      </p:sp>
      <p:graphicFrame>
        <p:nvGraphicFramePr>
          <p:cNvPr id="979978" name="Object 10">
            <a:extLst>
              <a:ext uri="{FF2B5EF4-FFF2-40B4-BE49-F238E27FC236}">
                <a16:creationId xmlns:a16="http://schemas.microsoft.com/office/drawing/2014/main" id="{A95CFAD5-0B66-DB62-A22F-CC63FAD50EEE}"/>
              </a:ext>
            </a:extLst>
          </p:cNvPr>
          <p:cNvGraphicFramePr>
            <a:graphicFrameLocks noChangeAspect="1"/>
          </p:cNvGraphicFramePr>
          <p:nvPr/>
        </p:nvGraphicFramePr>
        <p:xfrm>
          <a:off x="3575050" y="2312988"/>
          <a:ext cx="2005013" cy="419100"/>
        </p:xfrm>
        <a:graphic>
          <a:graphicData uri="http://schemas.openxmlformats.org/presentationml/2006/ole">
            <mc:AlternateContent xmlns:mc="http://schemas.openxmlformats.org/markup-compatibility/2006">
              <mc:Choice xmlns:v="urn:schemas-microsoft-com:vml" Requires="v">
                <p:oleObj name="公式" r:id="rId6" imgW="2006280" imgH="419040" progId="Equation.3">
                  <p:embed/>
                </p:oleObj>
              </mc:Choice>
              <mc:Fallback>
                <p:oleObj name="公式" r:id="rId6" imgW="2006280" imgH="419040" progId="Equation.3">
                  <p:embed/>
                  <p:pic>
                    <p:nvPicPr>
                      <p:cNvPr id="979978" name="Object 10">
                        <a:extLst>
                          <a:ext uri="{FF2B5EF4-FFF2-40B4-BE49-F238E27FC236}">
                            <a16:creationId xmlns:a16="http://schemas.microsoft.com/office/drawing/2014/main" id="{A95CFAD5-0B66-DB62-A22F-CC63FAD50E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5050" y="2312988"/>
                        <a:ext cx="2005013" cy="4191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rgbClr val="00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9979" name="Rectangle 11">
            <a:extLst>
              <a:ext uri="{FF2B5EF4-FFF2-40B4-BE49-F238E27FC236}">
                <a16:creationId xmlns:a16="http://schemas.microsoft.com/office/drawing/2014/main" id="{2A25E235-C35D-1F10-636F-A6C2F21F0CE4}"/>
              </a:ext>
            </a:extLst>
          </p:cNvPr>
          <p:cNvSpPr>
            <a:spLocks noChangeArrowheads="1"/>
          </p:cNvSpPr>
          <p:nvPr/>
        </p:nvSpPr>
        <p:spPr bwMode="auto">
          <a:xfrm>
            <a:off x="971550" y="2997200"/>
            <a:ext cx="237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eaLnBrk="1" hangingPunct="1">
              <a:lnSpc>
                <a:spcPct val="100000"/>
              </a:lnSpc>
              <a:buClrTx/>
              <a:buFontTx/>
              <a:buNone/>
            </a:pPr>
            <a:r>
              <a:rPr kumimoji="1" lang="zh-CN" altLang="en-US">
                <a:latin typeface="Times New Roman" panose="02020603050405020304" pitchFamily="18" charset="0"/>
              </a:rPr>
              <a:t>能量和动量关系</a:t>
            </a:r>
          </a:p>
        </p:txBody>
      </p:sp>
      <p:graphicFrame>
        <p:nvGraphicFramePr>
          <p:cNvPr id="979980" name="Object 12">
            <a:extLst>
              <a:ext uri="{FF2B5EF4-FFF2-40B4-BE49-F238E27FC236}">
                <a16:creationId xmlns:a16="http://schemas.microsoft.com/office/drawing/2014/main" id="{FB8DABE2-073E-843A-2B75-158C17F8746B}"/>
              </a:ext>
            </a:extLst>
          </p:cNvPr>
          <p:cNvGraphicFramePr>
            <a:graphicFrameLocks noChangeAspect="1"/>
          </p:cNvGraphicFramePr>
          <p:nvPr/>
        </p:nvGraphicFramePr>
        <p:xfrm>
          <a:off x="3575050" y="3021013"/>
          <a:ext cx="1954213" cy="444500"/>
        </p:xfrm>
        <a:graphic>
          <a:graphicData uri="http://schemas.openxmlformats.org/presentationml/2006/ole">
            <mc:AlternateContent xmlns:mc="http://schemas.openxmlformats.org/markup-compatibility/2006">
              <mc:Choice xmlns:v="urn:schemas-microsoft-com:vml" Requires="v">
                <p:oleObj name="公式" r:id="rId8" imgW="1955520" imgH="444240" progId="Equation.3">
                  <p:embed/>
                </p:oleObj>
              </mc:Choice>
              <mc:Fallback>
                <p:oleObj name="公式" r:id="rId8" imgW="1955520" imgH="444240" progId="Equation.3">
                  <p:embed/>
                  <p:pic>
                    <p:nvPicPr>
                      <p:cNvPr id="979980" name="Object 12">
                        <a:extLst>
                          <a:ext uri="{FF2B5EF4-FFF2-40B4-BE49-F238E27FC236}">
                            <a16:creationId xmlns:a16="http://schemas.microsoft.com/office/drawing/2014/main" id="{FB8DABE2-073E-843A-2B75-158C17F874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5050" y="3021013"/>
                        <a:ext cx="1954213"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9981" name="Object 13">
            <a:extLst>
              <a:ext uri="{FF2B5EF4-FFF2-40B4-BE49-F238E27FC236}">
                <a16:creationId xmlns:a16="http://schemas.microsoft.com/office/drawing/2014/main" id="{52885891-1D3F-EA43-3BE3-09FFB102BF2B}"/>
              </a:ext>
            </a:extLst>
          </p:cNvPr>
          <p:cNvGraphicFramePr>
            <a:graphicFrameLocks noChangeAspect="1"/>
          </p:cNvGraphicFramePr>
          <p:nvPr/>
        </p:nvGraphicFramePr>
        <p:xfrm>
          <a:off x="2700338" y="4292600"/>
          <a:ext cx="3122612" cy="838200"/>
        </p:xfrm>
        <a:graphic>
          <a:graphicData uri="http://schemas.openxmlformats.org/presentationml/2006/ole">
            <mc:AlternateContent xmlns:mc="http://schemas.openxmlformats.org/markup-compatibility/2006">
              <mc:Choice xmlns:v="urn:schemas-microsoft-com:vml" Requires="v">
                <p:oleObj name="公式" r:id="rId10" imgW="3124080" imgH="838080" progId="Equation.3">
                  <p:embed/>
                </p:oleObj>
              </mc:Choice>
              <mc:Fallback>
                <p:oleObj name="公式" r:id="rId10" imgW="3124080" imgH="838080" progId="Equation.3">
                  <p:embed/>
                  <p:pic>
                    <p:nvPicPr>
                      <p:cNvPr id="979981" name="Object 13">
                        <a:extLst>
                          <a:ext uri="{FF2B5EF4-FFF2-40B4-BE49-F238E27FC236}">
                            <a16:creationId xmlns:a16="http://schemas.microsoft.com/office/drawing/2014/main" id="{52885891-1D3F-EA43-3BE3-09FFB102BF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4292600"/>
                        <a:ext cx="312261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9982" name="Object 14">
            <a:extLst>
              <a:ext uri="{FF2B5EF4-FFF2-40B4-BE49-F238E27FC236}">
                <a16:creationId xmlns:a16="http://schemas.microsoft.com/office/drawing/2014/main" id="{E6B44B97-8044-079F-14D2-AE4A0BBF5287}"/>
              </a:ext>
            </a:extLst>
          </p:cNvPr>
          <p:cNvGraphicFramePr>
            <a:graphicFrameLocks noChangeAspect="1"/>
          </p:cNvGraphicFramePr>
          <p:nvPr/>
        </p:nvGraphicFramePr>
        <p:xfrm>
          <a:off x="2771775" y="5949950"/>
          <a:ext cx="2716213" cy="444500"/>
        </p:xfrm>
        <a:graphic>
          <a:graphicData uri="http://schemas.openxmlformats.org/presentationml/2006/ole">
            <mc:AlternateContent xmlns:mc="http://schemas.openxmlformats.org/markup-compatibility/2006">
              <mc:Choice xmlns:v="urn:schemas-microsoft-com:vml" Requires="v">
                <p:oleObj name="公式" r:id="rId12" imgW="2717640" imgH="444240" progId="Equation.3">
                  <p:embed/>
                </p:oleObj>
              </mc:Choice>
              <mc:Fallback>
                <p:oleObj name="公式" r:id="rId12" imgW="2717640" imgH="444240" progId="Equation.3">
                  <p:embed/>
                  <p:pic>
                    <p:nvPicPr>
                      <p:cNvPr id="979982" name="Object 14">
                        <a:extLst>
                          <a:ext uri="{FF2B5EF4-FFF2-40B4-BE49-F238E27FC236}">
                            <a16:creationId xmlns:a16="http://schemas.microsoft.com/office/drawing/2014/main" id="{E6B44B97-8044-079F-14D2-AE4A0BBF528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71775" y="5949950"/>
                        <a:ext cx="27162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979970"/>
                                        </p:tgtEl>
                                        <p:attrNameLst>
                                          <p:attrName>style.visibility</p:attrName>
                                        </p:attrNameLst>
                                      </p:cBhvr>
                                      <p:to>
                                        <p:strVal val="visible"/>
                                      </p:to>
                                    </p:set>
                                    <p:animEffect transition="in" filter="wipe(left)">
                                      <p:cBhvr>
                                        <p:cTn id="7" dur="500"/>
                                        <p:tgtEl>
                                          <p:spTgt spid="979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9973"/>
                                        </p:tgtEl>
                                        <p:attrNameLst>
                                          <p:attrName>style.visibility</p:attrName>
                                        </p:attrNameLst>
                                      </p:cBhvr>
                                      <p:to>
                                        <p:strVal val="visible"/>
                                      </p:to>
                                    </p:set>
                                    <p:animEffect transition="in" filter="wipe(left)">
                                      <p:cBhvr>
                                        <p:cTn id="12" dur="500"/>
                                        <p:tgtEl>
                                          <p:spTgt spid="97997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979974"/>
                                        </p:tgtEl>
                                        <p:attrNameLst>
                                          <p:attrName>style.visibility</p:attrName>
                                        </p:attrNameLst>
                                      </p:cBhvr>
                                      <p:to>
                                        <p:strVal val="visible"/>
                                      </p:to>
                                    </p:set>
                                    <p:animEffect transition="in" filter="wipe(left)">
                                      <p:cBhvr>
                                        <p:cTn id="16" dur="500"/>
                                        <p:tgtEl>
                                          <p:spTgt spid="9799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979975"/>
                                        </p:tgtEl>
                                        <p:attrNameLst>
                                          <p:attrName>style.visibility</p:attrName>
                                        </p:attrNameLst>
                                      </p:cBhvr>
                                      <p:to>
                                        <p:strVal val="visible"/>
                                      </p:to>
                                    </p:set>
                                    <p:animEffect transition="in" filter="wipe(left)">
                                      <p:cBhvr>
                                        <p:cTn id="21" dur="500"/>
                                        <p:tgtEl>
                                          <p:spTgt spid="97997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979976"/>
                                        </p:tgtEl>
                                        <p:attrNameLst>
                                          <p:attrName>style.visibility</p:attrName>
                                        </p:attrNameLst>
                                      </p:cBhvr>
                                      <p:to>
                                        <p:strVal val="visible"/>
                                      </p:to>
                                    </p:set>
                                    <p:animEffect transition="in" filter="wipe(left)">
                                      <p:cBhvr>
                                        <p:cTn id="25" dur="500"/>
                                        <p:tgtEl>
                                          <p:spTgt spid="9799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79977"/>
                                        </p:tgtEl>
                                        <p:attrNameLst>
                                          <p:attrName>style.visibility</p:attrName>
                                        </p:attrNameLst>
                                      </p:cBhvr>
                                      <p:to>
                                        <p:strVal val="visible"/>
                                      </p:to>
                                    </p:set>
                                    <p:animEffect transition="in" filter="wipe(left)">
                                      <p:cBhvr>
                                        <p:cTn id="30" dur="500"/>
                                        <p:tgtEl>
                                          <p:spTgt spid="979977"/>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979978"/>
                                        </p:tgtEl>
                                        <p:attrNameLst>
                                          <p:attrName>style.visibility</p:attrName>
                                        </p:attrNameLst>
                                      </p:cBhvr>
                                      <p:to>
                                        <p:strVal val="visible"/>
                                      </p:to>
                                    </p:set>
                                    <p:animEffect transition="in" filter="wipe(left)">
                                      <p:cBhvr>
                                        <p:cTn id="34" dur="500"/>
                                        <p:tgtEl>
                                          <p:spTgt spid="97997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979979"/>
                                        </p:tgtEl>
                                        <p:attrNameLst>
                                          <p:attrName>style.visibility</p:attrName>
                                        </p:attrNameLst>
                                      </p:cBhvr>
                                      <p:to>
                                        <p:strVal val="visible"/>
                                      </p:to>
                                    </p:set>
                                    <p:animEffect transition="in" filter="wipe(left)">
                                      <p:cBhvr>
                                        <p:cTn id="39" dur="500"/>
                                        <p:tgtEl>
                                          <p:spTgt spid="979979"/>
                                        </p:tgtEl>
                                      </p:cBhvr>
                                    </p:animEffect>
                                  </p:childTnLst>
                                </p:cTn>
                              </p:par>
                            </p:childTnLst>
                          </p:cTn>
                        </p:par>
                        <p:par>
                          <p:cTn id="40" fill="hold" nodeType="afterGroup">
                            <p:stCondLst>
                              <p:cond delay="500"/>
                            </p:stCondLst>
                            <p:childTnLst>
                              <p:par>
                                <p:cTn id="41" presetID="22" presetClass="entr" presetSubtype="8" fill="hold" nodeType="afterEffect">
                                  <p:stCondLst>
                                    <p:cond delay="0"/>
                                  </p:stCondLst>
                                  <p:childTnLst>
                                    <p:set>
                                      <p:cBhvr>
                                        <p:cTn id="42" dur="1" fill="hold">
                                          <p:stCondLst>
                                            <p:cond delay="0"/>
                                          </p:stCondLst>
                                        </p:cTn>
                                        <p:tgtEl>
                                          <p:spTgt spid="979980"/>
                                        </p:tgtEl>
                                        <p:attrNameLst>
                                          <p:attrName>style.visibility</p:attrName>
                                        </p:attrNameLst>
                                      </p:cBhvr>
                                      <p:to>
                                        <p:strVal val="visible"/>
                                      </p:to>
                                    </p:set>
                                    <p:animEffect transition="in" filter="wipe(left)">
                                      <p:cBhvr>
                                        <p:cTn id="43" dur="500"/>
                                        <p:tgtEl>
                                          <p:spTgt spid="97998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979971"/>
                                        </p:tgtEl>
                                        <p:attrNameLst>
                                          <p:attrName>style.visibility</p:attrName>
                                        </p:attrNameLst>
                                      </p:cBhvr>
                                      <p:to>
                                        <p:strVal val="visible"/>
                                      </p:to>
                                    </p:set>
                                    <p:animEffect transition="in" filter="wipe(left)">
                                      <p:cBhvr>
                                        <p:cTn id="48" dur="500"/>
                                        <p:tgtEl>
                                          <p:spTgt spid="97997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979981"/>
                                        </p:tgtEl>
                                        <p:attrNameLst>
                                          <p:attrName>style.visibility</p:attrName>
                                        </p:attrNameLst>
                                      </p:cBhvr>
                                      <p:to>
                                        <p:strVal val="visible"/>
                                      </p:to>
                                    </p:set>
                                    <p:animEffect transition="in" filter="wipe(left)">
                                      <p:cBhvr>
                                        <p:cTn id="53" dur="500"/>
                                        <p:tgtEl>
                                          <p:spTgt spid="97998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979972"/>
                                        </p:tgtEl>
                                        <p:attrNameLst>
                                          <p:attrName>style.visibility</p:attrName>
                                        </p:attrNameLst>
                                      </p:cBhvr>
                                      <p:to>
                                        <p:strVal val="visible"/>
                                      </p:to>
                                    </p:set>
                                    <p:animEffect transition="in" filter="wipe(left)">
                                      <p:cBhvr>
                                        <p:cTn id="58" dur="500"/>
                                        <p:tgtEl>
                                          <p:spTgt spid="97997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979982"/>
                                        </p:tgtEl>
                                        <p:attrNameLst>
                                          <p:attrName>style.visibility</p:attrName>
                                        </p:attrNameLst>
                                      </p:cBhvr>
                                      <p:to>
                                        <p:strVal val="visible"/>
                                      </p:to>
                                    </p:set>
                                    <p:animEffect transition="in" filter="wipe(left)">
                                      <p:cBhvr>
                                        <p:cTn id="63" dur="500"/>
                                        <p:tgtEl>
                                          <p:spTgt spid="979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0" grpId="0"/>
      <p:bldP spid="979971" grpId="0"/>
      <p:bldP spid="979972" grpId="0"/>
      <p:bldP spid="979973" grpId="0"/>
      <p:bldP spid="979975" grpId="0"/>
      <p:bldP spid="979977" grpId="0"/>
      <p:bldP spid="979979"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13634</TotalTime>
  <Words>2452</Words>
  <Application>Microsoft Office PowerPoint</Application>
  <PresentationFormat>全屏显示(4:3)</PresentationFormat>
  <Paragraphs>307</Paragraphs>
  <Slides>37</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37</vt:i4>
      </vt:variant>
    </vt:vector>
  </HeadingPairs>
  <TitlesOfParts>
    <vt:vector size="52" baseType="lpstr">
      <vt:lpstr>Monotype Sorts</vt:lpstr>
      <vt:lpstr>仿宋_GB2312</vt:lpstr>
      <vt:lpstr>楷体_GB2312</vt:lpstr>
      <vt:lpstr>隶书</vt:lpstr>
      <vt:lpstr>宋体</vt:lpstr>
      <vt:lpstr>Arial</vt:lpstr>
      <vt:lpstr>Bookman Old Style</vt:lpstr>
      <vt:lpstr>Symbol</vt:lpstr>
      <vt:lpstr>Times New Roman</vt:lpstr>
      <vt:lpstr>Wingdings</vt:lpstr>
      <vt:lpstr>1_默认设计模板</vt:lpstr>
      <vt:lpstr>Equation</vt:lpstr>
      <vt:lpstr>公式</vt:lpstr>
      <vt:lpstr>Clip</vt:lpstr>
      <vt:lpstr>BMP 图象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davidly .</cp:lastModifiedBy>
  <cp:revision>886</cp:revision>
  <dcterms:created xsi:type="dcterms:W3CDTF">2004-11-16T23:52:09Z</dcterms:created>
  <dcterms:modified xsi:type="dcterms:W3CDTF">2025-04-09T11:52:48Z</dcterms:modified>
</cp:coreProperties>
</file>