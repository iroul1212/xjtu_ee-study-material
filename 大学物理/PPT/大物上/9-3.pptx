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005" r:id="rId2"/>
  </p:sldMasterIdLst>
  <p:notesMasterIdLst>
    <p:notesMasterId r:id="rId30"/>
  </p:notesMasterIdLst>
  <p:handoutMasterIdLst>
    <p:handoutMasterId r:id="rId31"/>
  </p:handoutMasterIdLst>
  <p:sldIdLst>
    <p:sldId id="521" r:id="rId3"/>
    <p:sldId id="558" r:id="rId4"/>
    <p:sldId id="572" r:id="rId5"/>
    <p:sldId id="573" r:id="rId6"/>
    <p:sldId id="574" r:id="rId7"/>
    <p:sldId id="582" r:id="rId8"/>
    <p:sldId id="575" r:id="rId9"/>
    <p:sldId id="576" r:id="rId10"/>
    <p:sldId id="577" r:id="rId11"/>
    <p:sldId id="578" r:id="rId12"/>
    <p:sldId id="579" r:id="rId13"/>
    <p:sldId id="580" r:id="rId14"/>
    <p:sldId id="581" r:id="rId15"/>
    <p:sldId id="551" r:id="rId16"/>
    <p:sldId id="552" r:id="rId17"/>
    <p:sldId id="460" r:id="rId18"/>
    <p:sldId id="458" r:id="rId19"/>
    <p:sldId id="583" r:id="rId20"/>
    <p:sldId id="448" r:id="rId21"/>
    <p:sldId id="449" r:id="rId22"/>
    <p:sldId id="450" r:id="rId23"/>
    <p:sldId id="451" r:id="rId24"/>
    <p:sldId id="452" r:id="rId25"/>
    <p:sldId id="453" r:id="rId26"/>
    <p:sldId id="454" r:id="rId27"/>
    <p:sldId id="455" r:id="rId28"/>
    <p:sldId id="456" r:id="rId2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>
          <p15:clr>
            <a:srgbClr val="A4A3A4"/>
          </p15:clr>
        </p15:guide>
        <p15:guide id="2" pos="52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FF"/>
    <a:srgbClr val="FFFF00"/>
    <a:srgbClr val="800000"/>
    <a:srgbClr val="FFCC99"/>
    <a:srgbClr val="CC6600"/>
    <a:srgbClr val="009999"/>
    <a:srgbClr val="0000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61" autoAdjust="0"/>
    <p:restoredTop sz="94830" autoAdjust="0"/>
  </p:normalViewPr>
  <p:slideViewPr>
    <p:cSldViewPr showGuides="1">
      <p:cViewPr varScale="1">
        <p:scale>
          <a:sx n="83" d="100"/>
          <a:sy n="83" d="100"/>
        </p:scale>
        <p:origin x="1718" y="62"/>
      </p:cViewPr>
      <p:guideLst>
        <p:guide orient="horz" pos="1026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2D1EC783-4823-4D2E-BE1F-D615458AE4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AE819562-32A8-4BBF-9A89-29915D346C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>
            <a:extLst>
              <a:ext uri="{FF2B5EF4-FFF2-40B4-BE49-F238E27FC236}">
                <a16:creationId xmlns:a16="http://schemas.microsoft.com/office/drawing/2014/main" id="{EBCFBB88-E79E-3937-98A7-53A72551BCA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>
            <a:extLst>
              <a:ext uri="{FF2B5EF4-FFF2-40B4-BE49-F238E27FC236}">
                <a16:creationId xmlns:a16="http://schemas.microsoft.com/office/drawing/2014/main" id="{8D91D150-8C6B-B810-BACD-2EA731D1BE7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F351B95-29F3-49BA-85CE-7F2B4D7AA9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26D2695D-DA56-D580-6133-3756FF97F3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797C5E12-0EC6-1598-C491-EA9D7025F01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B39268D-8AED-2550-3F8C-D9AAE595484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>
            <a:extLst>
              <a:ext uri="{FF2B5EF4-FFF2-40B4-BE49-F238E27FC236}">
                <a16:creationId xmlns:a16="http://schemas.microsoft.com/office/drawing/2014/main" id="{4623B8D4-E3EB-13F1-6277-1A91B90DD34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>
            <a:extLst>
              <a:ext uri="{FF2B5EF4-FFF2-40B4-BE49-F238E27FC236}">
                <a16:creationId xmlns:a16="http://schemas.microsoft.com/office/drawing/2014/main" id="{958428E7-9F46-56AC-FF3F-63F00ACD10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>
            <a:extLst>
              <a:ext uri="{FF2B5EF4-FFF2-40B4-BE49-F238E27FC236}">
                <a16:creationId xmlns:a16="http://schemas.microsoft.com/office/drawing/2014/main" id="{BBAA698E-6755-F3B5-8006-ABE6022AE9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A57C95F-F034-495A-BCB2-2178143AC8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BB90ECA7-7189-EBFF-4B4D-F06EF61E3C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1AD3E1E-28AD-4E7F-BA30-C58FA5C29294}" type="slidenum">
              <a:rPr lang="en-US" altLang="zh-CN" smtClean="0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4DF371E-74DE-56B1-B35B-49D70FB480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067A3BB7-7E4D-B77A-D76E-32B1D7DCC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728970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5087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9459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6923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0751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090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333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9870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5783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2217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29497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4771485"/>
      </p:ext>
    </p:extLst>
  </p:cSld>
  <p:clrMapOvr>
    <a:masterClrMapping/>
  </p:clrMapOvr>
  <p:transition spd="slow"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939672688"/>
      </p:ext>
    </p:extLst>
  </p:cSld>
  <p:clrMapOvr>
    <a:masterClrMapping/>
  </p:clrMapOvr>
  <p:transition spd="slow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82739496"/>
      </p:ext>
    </p:extLst>
  </p:cSld>
  <p:clrMapOvr>
    <a:masterClrMapping/>
  </p:clrMapOvr>
  <p:transition spd="slow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78079536"/>
      </p:ext>
    </p:extLst>
  </p:cSld>
  <p:clrMapOvr>
    <a:masterClrMapping/>
  </p:clrMapOvr>
  <p:transition spd="slow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36886780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71325473"/>
      </p:ext>
    </p:extLst>
  </p:cSld>
  <p:clrMapOvr>
    <a:masterClrMapping/>
  </p:clrMapOvr>
  <p:transition spd="slow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63046667"/>
      </p:ext>
    </p:extLst>
  </p:cSld>
  <p:clrMapOvr>
    <a:masterClrMapping/>
  </p:clrMapOvr>
  <p:transition spd="slow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352225"/>
      </p:ext>
    </p:extLst>
  </p:cSld>
  <p:clrMapOvr>
    <a:masterClrMapping/>
  </p:clrMapOvr>
  <p:transition spd="slow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07875200"/>
      </p:ext>
    </p:extLst>
  </p:cSld>
  <p:clrMapOvr>
    <a:masterClrMapping/>
  </p:clrMapOvr>
  <p:transition spd="slow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73114848"/>
      </p:ext>
    </p:extLst>
  </p:cSld>
  <p:clrMapOvr>
    <a:masterClrMapping/>
  </p:clrMapOvr>
  <p:transition spd="slow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08372445"/>
      </p:ext>
    </p:extLst>
  </p:cSld>
  <p:clrMapOvr>
    <a:masterClrMapping/>
  </p:clrMapOvr>
  <p:transition spd="slow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20946464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>
            <a:extLst>
              <a:ext uri="{FF2B5EF4-FFF2-40B4-BE49-F238E27FC236}">
                <a16:creationId xmlns:a16="http://schemas.microsoft.com/office/drawing/2014/main" id="{692352C7-F38A-9047-0D89-8AB44891B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5D5D86A1-7C98-5825-89FC-09D73C1E2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  <p:sldLayoutId id="2147484044" r:id="rId5"/>
    <p:sldLayoutId id="2147484045" r:id="rId6"/>
    <p:sldLayoutId id="2147484046" r:id="rId7"/>
    <p:sldLayoutId id="2147484047" r:id="rId8"/>
    <p:sldLayoutId id="2147484048" r:id="rId9"/>
    <p:sldLayoutId id="2147484049" r:id="rId10"/>
    <p:sldLayoutId id="2147484050" r:id="rId11"/>
    <p:sldLayoutId id="214748405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>
            <a:extLst>
              <a:ext uri="{FF2B5EF4-FFF2-40B4-BE49-F238E27FC236}">
                <a16:creationId xmlns:a16="http://schemas.microsoft.com/office/drawing/2014/main" id="{77149C64-51FF-B9F7-6FE7-A94D4482954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588" y="0"/>
            <a:ext cx="9237663" cy="6873875"/>
          </a:xfrm>
          <a:prstGeom prst="bevel">
            <a:avLst>
              <a:gd name="adj" fmla="val 1273"/>
            </a:avLst>
          </a:prstGeom>
          <a:solidFill>
            <a:srgbClr val="003366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75136EC-1338-2160-4C45-7E2C8C127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003366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28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B4FF2F4-CC2F-74D1-0753-BCD08E52E358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345363" y="6629400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AutoShap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9D60E00-2401-91E3-C32E-C581283EF297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7812088" y="6629400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8DAC01E-44E5-1959-7AB1-ACF33BD4FC4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280400" y="6629400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just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30" r:id="rId2"/>
    <p:sldLayoutId id="2147484031" r:id="rId3"/>
    <p:sldLayoutId id="2147484032" r:id="rId4"/>
    <p:sldLayoutId id="2147484033" r:id="rId5"/>
    <p:sldLayoutId id="2147484034" r:id="rId6"/>
    <p:sldLayoutId id="2147484035" r:id="rId7"/>
    <p:sldLayoutId id="2147484036" r:id="rId8"/>
    <p:sldLayoutId id="2147484037" r:id="rId9"/>
    <p:sldLayoutId id="2147484038" r:id="rId10"/>
    <p:sldLayoutId id="2147484039" r:id="rId11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3.emf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19.bin"/><Relationship Id="rId3" Type="http://schemas.openxmlformats.org/officeDocument/2006/relationships/image" Target="../media/image8.emf"/><Relationship Id="rId21" Type="http://schemas.openxmlformats.org/officeDocument/2006/relationships/image" Target="../media/image17.emf"/><Relationship Id="rId7" Type="http://schemas.openxmlformats.org/officeDocument/2006/relationships/image" Target="../media/image10.e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5.emf"/><Relationship Id="rId25" Type="http://schemas.openxmlformats.org/officeDocument/2006/relationships/image" Target="../media/image19.emf"/><Relationship Id="rId2" Type="http://schemas.openxmlformats.org/officeDocument/2006/relationships/oleObject" Target="../embeddings/oleObject7.bin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emf"/><Relationship Id="rId24" Type="http://schemas.openxmlformats.org/officeDocument/2006/relationships/oleObject" Target="../embeddings/oleObject18.bin"/><Relationship Id="rId5" Type="http://schemas.openxmlformats.org/officeDocument/2006/relationships/image" Target="../media/image9.emf"/><Relationship Id="rId15" Type="http://schemas.openxmlformats.org/officeDocument/2006/relationships/image" Target="../media/image14.emf"/><Relationship Id="rId23" Type="http://schemas.openxmlformats.org/officeDocument/2006/relationships/image" Target="../media/image18.emf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6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e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2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23.bin"/><Relationship Id="rId5" Type="http://schemas.openxmlformats.org/officeDocument/2006/relationships/image" Target="../media/image21.emf"/><Relationship Id="rId10" Type="http://schemas.openxmlformats.org/officeDocument/2006/relationships/image" Target="../media/image24.emf"/><Relationship Id="rId4" Type="http://schemas.openxmlformats.org/officeDocument/2006/relationships/oleObject" Target="../embeddings/oleObject20.bin"/><Relationship Id="rId9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1.emf"/><Relationship Id="rId18" Type="http://schemas.openxmlformats.org/officeDocument/2006/relationships/oleObject" Target="../embeddings/oleObject32.bin"/><Relationship Id="rId3" Type="http://schemas.openxmlformats.org/officeDocument/2006/relationships/image" Target="../media/image26.emf"/><Relationship Id="rId21" Type="http://schemas.openxmlformats.org/officeDocument/2006/relationships/image" Target="../media/image35.emf"/><Relationship Id="rId7" Type="http://schemas.openxmlformats.org/officeDocument/2006/relationships/image" Target="../media/image28.e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3.emf"/><Relationship Id="rId2" Type="http://schemas.openxmlformats.org/officeDocument/2006/relationships/oleObject" Target="../embeddings/oleObject24.bin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0.emf"/><Relationship Id="rId5" Type="http://schemas.openxmlformats.org/officeDocument/2006/relationships/image" Target="../media/image27.emf"/><Relationship Id="rId15" Type="http://schemas.openxmlformats.org/officeDocument/2006/relationships/image" Target="../media/image32.emf"/><Relationship Id="rId23" Type="http://schemas.openxmlformats.org/officeDocument/2006/relationships/image" Target="../media/image36.e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4.e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9.e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2.emf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37.emf"/><Relationship Id="rId7" Type="http://schemas.openxmlformats.org/officeDocument/2006/relationships/image" Target="../media/image39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4.e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1.emf"/><Relationship Id="rId5" Type="http://schemas.openxmlformats.org/officeDocument/2006/relationships/image" Target="../media/image38.emf"/><Relationship Id="rId15" Type="http://schemas.openxmlformats.org/officeDocument/2006/relationships/image" Target="../media/image43.e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5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0.emf"/><Relationship Id="rId14" Type="http://schemas.openxmlformats.org/officeDocument/2006/relationships/oleObject" Target="../embeddings/oleObject4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51.emf"/><Relationship Id="rId18" Type="http://schemas.openxmlformats.org/officeDocument/2006/relationships/oleObject" Target="../embeddings/oleObject52.bin"/><Relationship Id="rId26" Type="http://schemas.openxmlformats.org/officeDocument/2006/relationships/oleObject" Target="../embeddings/oleObject56.bin"/><Relationship Id="rId3" Type="http://schemas.openxmlformats.org/officeDocument/2006/relationships/image" Target="../media/image46.emf"/><Relationship Id="rId21" Type="http://schemas.openxmlformats.org/officeDocument/2006/relationships/image" Target="../media/image55.emf"/><Relationship Id="rId7" Type="http://schemas.openxmlformats.org/officeDocument/2006/relationships/image" Target="../media/image48.e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53.emf"/><Relationship Id="rId25" Type="http://schemas.openxmlformats.org/officeDocument/2006/relationships/image" Target="../media/image57.e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29" Type="http://schemas.openxmlformats.org/officeDocument/2006/relationships/image" Target="../media/image5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0.emf"/><Relationship Id="rId24" Type="http://schemas.openxmlformats.org/officeDocument/2006/relationships/oleObject" Target="../embeddings/oleObject55.bin"/><Relationship Id="rId5" Type="http://schemas.openxmlformats.org/officeDocument/2006/relationships/image" Target="../media/image47.emf"/><Relationship Id="rId15" Type="http://schemas.openxmlformats.org/officeDocument/2006/relationships/image" Target="../media/image52.emf"/><Relationship Id="rId23" Type="http://schemas.openxmlformats.org/officeDocument/2006/relationships/image" Target="../media/image56.emf"/><Relationship Id="rId28" Type="http://schemas.openxmlformats.org/officeDocument/2006/relationships/oleObject" Target="../embeddings/oleObject57.bin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54.emf"/><Relationship Id="rId31" Type="http://schemas.openxmlformats.org/officeDocument/2006/relationships/image" Target="../media/image60.e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9.emf"/><Relationship Id="rId14" Type="http://schemas.openxmlformats.org/officeDocument/2006/relationships/oleObject" Target="../embeddings/oleObject50.bin"/><Relationship Id="rId22" Type="http://schemas.openxmlformats.org/officeDocument/2006/relationships/oleObject" Target="../embeddings/oleObject54.bin"/><Relationship Id="rId27" Type="http://schemas.openxmlformats.org/officeDocument/2006/relationships/image" Target="../media/image58.emf"/><Relationship Id="rId30" Type="http://schemas.openxmlformats.org/officeDocument/2006/relationships/oleObject" Target="../embeddings/oleObject5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6.emf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71.bin"/><Relationship Id="rId3" Type="http://schemas.openxmlformats.org/officeDocument/2006/relationships/image" Target="../media/image61.emf"/><Relationship Id="rId21" Type="http://schemas.openxmlformats.org/officeDocument/2006/relationships/image" Target="../media/image70.emf"/><Relationship Id="rId34" Type="http://schemas.openxmlformats.org/officeDocument/2006/relationships/oleObject" Target="../embeddings/oleObject75.bin"/><Relationship Id="rId7" Type="http://schemas.openxmlformats.org/officeDocument/2006/relationships/image" Target="../media/image63.e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8.emf"/><Relationship Id="rId25" Type="http://schemas.openxmlformats.org/officeDocument/2006/relationships/image" Target="../media/image72.emf"/><Relationship Id="rId33" Type="http://schemas.openxmlformats.org/officeDocument/2006/relationships/image" Target="../media/image76.emf"/><Relationship Id="rId2" Type="http://schemas.openxmlformats.org/officeDocument/2006/relationships/oleObject" Target="../embeddings/oleObject59.bin"/><Relationship Id="rId16" Type="http://schemas.openxmlformats.org/officeDocument/2006/relationships/oleObject" Target="../embeddings/oleObject66.bin"/><Relationship Id="rId20" Type="http://schemas.openxmlformats.org/officeDocument/2006/relationships/oleObject" Target="../embeddings/oleObject68.bin"/><Relationship Id="rId29" Type="http://schemas.openxmlformats.org/officeDocument/2006/relationships/image" Target="../media/image7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5.emf"/><Relationship Id="rId24" Type="http://schemas.openxmlformats.org/officeDocument/2006/relationships/oleObject" Target="../embeddings/oleObject70.bin"/><Relationship Id="rId32" Type="http://schemas.openxmlformats.org/officeDocument/2006/relationships/oleObject" Target="../embeddings/oleObject74.bin"/><Relationship Id="rId37" Type="http://schemas.openxmlformats.org/officeDocument/2006/relationships/image" Target="../media/image78.emf"/><Relationship Id="rId5" Type="http://schemas.openxmlformats.org/officeDocument/2006/relationships/image" Target="../media/image62.emf"/><Relationship Id="rId15" Type="http://schemas.openxmlformats.org/officeDocument/2006/relationships/image" Target="../media/image67.emf"/><Relationship Id="rId23" Type="http://schemas.openxmlformats.org/officeDocument/2006/relationships/image" Target="../media/image71.emf"/><Relationship Id="rId28" Type="http://schemas.openxmlformats.org/officeDocument/2006/relationships/oleObject" Target="../embeddings/oleObject72.bin"/><Relationship Id="rId36" Type="http://schemas.openxmlformats.org/officeDocument/2006/relationships/oleObject" Target="../embeddings/oleObject76.bin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69.emf"/><Relationship Id="rId31" Type="http://schemas.openxmlformats.org/officeDocument/2006/relationships/image" Target="../media/image75.e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4.emf"/><Relationship Id="rId14" Type="http://schemas.openxmlformats.org/officeDocument/2006/relationships/oleObject" Target="../embeddings/oleObject65.bin"/><Relationship Id="rId22" Type="http://schemas.openxmlformats.org/officeDocument/2006/relationships/oleObject" Target="../embeddings/oleObject69.bin"/><Relationship Id="rId27" Type="http://schemas.openxmlformats.org/officeDocument/2006/relationships/image" Target="../media/image73.emf"/><Relationship Id="rId30" Type="http://schemas.openxmlformats.org/officeDocument/2006/relationships/oleObject" Target="../embeddings/oleObject73.bin"/><Relationship Id="rId35" Type="http://schemas.openxmlformats.org/officeDocument/2006/relationships/image" Target="../media/image7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84.emf"/><Relationship Id="rId18" Type="http://schemas.openxmlformats.org/officeDocument/2006/relationships/oleObject" Target="../embeddings/oleObject85.bin"/><Relationship Id="rId26" Type="http://schemas.openxmlformats.org/officeDocument/2006/relationships/image" Target="../media/image91.emf"/><Relationship Id="rId3" Type="http://schemas.openxmlformats.org/officeDocument/2006/relationships/image" Target="../media/image79.emf"/><Relationship Id="rId21" Type="http://schemas.openxmlformats.org/officeDocument/2006/relationships/image" Target="../media/image88.emf"/><Relationship Id="rId7" Type="http://schemas.openxmlformats.org/officeDocument/2006/relationships/image" Target="../media/image81.emf"/><Relationship Id="rId12" Type="http://schemas.openxmlformats.org/officeDocument/2006/relationships/oleObject" Target="../embeddings/oleObject82.bin"/><Relationship Id="rId17" Type="http://schemas.openxmlformats.org/officeDocument/2006/relationships/image" Target="../media/image86.emf"/><Relationship Id="rId25" Type="http://schemas.openxmlformats.org/officeDocument/2006/relationships/image" Target="../media/image90.emf"/><Relationship Id="rId2" Type="http://schemas.openxmlformats.org/officeDocument/2006/relationships/oleObject" Target="../embeddings/oleObject77.bin"/><Relationship Id="rId16" Type="http://schemas.openxmlformats.org/officeDocument/2006/relationships/oleObject" Target="../embeddings/oleObject84.bin"/><Relationship Id="rId20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83.emf"/><Relationship Id="rId24" Type="http://schemas.openxmlformats.org/officeDocument/2006/relationships/oleObject" Target="../embeddings/oleObject88.bin"/><Relationship Id="rId5" Type="http://schemas.openxmlformats.org/officeDocument/2006/relationships/image" Target="../media/image80.emf"/><Relationship Id="rId15" Type="http://schemas.openxmlformats.org/officeDocument/2006/relationships/image" Target="../media/image85.emf"/><Relationship Id="rId23" Type="http://schemas.openxmlformats.org/officeDocument/2006/relationships/image" Target="../media/image89.emf"/><Relationship Id="rId10" Type="http://schemas.openxmlformats.org/officeDocument/2006/relationships/oleObject" Target="../embeddings/oleObject81.bin"/><Relationship Id="rId19" Type="http://schemas.openxmlformats.org/officeDocument/2006/relationships/image" Target="../media/image87.emf"/><Relationship Id="rId4" Type="http://schemas.openxmlformats.org/officeDocument/2006/relationships/oleObject" Target="../embeddings/oleObject78.bin"/><Relationship Id="rId9" Type="http://schemas.openxmlformats.org/officeDocument/2006/relationships/image" Target="../media/image82.emf"/><Relationship Id="rId14" Type="http://schemas.openxmlformats.org/officeDocument/2006/relationships/oleObject" Target="../embeddings/oleObject83.bin"/><Relationship Id="rId22" Type="http://schemas.openxmlformats.org/officeDocument/2006/relationships/oleObject" Target="../embeddings/oleObject8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97.emf"/><Relationship Id="rId18" Type="http://schemas.openxmlformats.org/officeDocument/2006/relationships/oleObject" Target="../embeddings/oleObject97.bin"/><Relationship Id="rId26" Type="http://schemas.openxmlformats.org/officeDocument/2006/relationships/oleObject" Target="../embeddings/oleObject101.bin"/><Relationship Id="rId3" Type="http://schemas.openxmlformats.org/officeDocument/2006/relationships/image" Target="../media/image92.emf"/><Relationship Id="rId21" Type="http://schemas.openxmlformats.org/officeDocument/2006/relationships/image" Target="../media/image101.emf"/><Relationship Id="rId7" Type="http://schemas.openxmlformats.org/officeDocument/2006/relationships/image" Target="../media/image94.emf"/><Relationship Id="rId12" Type="http://schemas.openxmlformats.org/officeDocument/2006/relationships/oleObject" Target="../embeddings/oleObject94.bin"/><Relationship Id="rId17" Type="http://schemas.openxmlformats.org/officeDocument/2006/relationships/image" Target="../media/image99.emf"/><Relationship Id="rId25" Type="http://schemas.openxmlformats.org/officeDocument/2006/relationships/image" Target="../media/image103.emf"/><Relationship Id="rId2" Type="http://schemas.openxmlformats.org/officeDocument/2006/relationships/oleObject" Target="../embeddings/oleObject89.bin"/><Relationship Id="rId16" Type="http://schemas.openxmlformats.org/officeDocument/2006/relationships/oleObject" Target="../embeddings/oleObject96.bin"/><Relationship Id="rId20" Type="http://schemas.openxmlformats.org/officeDocument/2006/relationships/oleObject" Target="../embeddings/oleObject98.bin"/><Relationship Id="rId29" Type="http://schemas.openxmlformats.org/officeDocument/2006/relationships/image" Target="../media/image10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96.emf"/><Relationship Id="rId24" Type="http://schemas.openxmlformats.org/officeDocument/2006/relationships/oleObject" Target="../embeddings/oleObject100.bin"/><Relationship Id="rId5" Type="http://schemas.openxmlformats.org/officeDocument/2006/relationships/image" Target="../media/image93.emf"/><Relationship Id="rId15" Type="http://schemas.openxmlformats.org/officeDocument/2006/relationships/image" Target="../media/image98.emf"/><Relationship Id="rId23" Type="http://schemas.openxmlformats.org/officeDocument/2006/relationships/image" Target="../media/image102.emf"/><Relationship Id="rId28" Type="http://schemas.openxmlformats.org/officeDocument/2006/relationships/oleObject" Target="../embeddings/oleObject102.bin"/><Relationship Id="rId10" Type="http://schemas.openxmlformats.org/officeDocument/2006/relationships/oleObject" Target="../embeddings/oleObject93.bin"/><Relationship Id="rId19" Type="http://schemas.openxmlformats.org/officeDocument/2006/relationships/image" Target="../media/image100.emf"/><Relationship Id="rId31" Type="http://schemas.openxmlformats.org/officeDocument/2006/relationships/image" Target="../media/image106.emf"/><Relationship Id="rId4" Type="http://schemas.openxmlformats.org/officeDocument/2006/relationships/oleObject" Target="../embeddings/oleObject90.bin"/><Relationship Id="rId9" Type="http://schemas.openxmlformats.org/officeDocument/2006/relationships/image" Target="../media/image95.emf"/><Relationship Id="rId14" Type="http://schemas.openxmlformats.org/officeDocument/2006/relationships/oleObject" Target="../embeddings/oleObject95.bin"/><Relationship Id="rId22" Type="http://schemas.openxmlformats.org/officeDocument/2006/relationships/oleObject" Target="../embeddings/oleObject99.bin"/><Relationship Id="rId27" Type="http://schemas.openxmlformats.org/officeDocument/2006/relationships/image" Target="../media/image104.emf"/><Relationship Id="rId30" Type="http://schemas.openxmlformats.org/officeDocument/2006/relationships/oleObject" Target="../embeddings/oleObject10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12.emf"/><Relationship Id="rId18" Type="http://schemas.openxmlformats.org/officeDocument/2006/relationships/oleObject" Target="../embeddings/oleObject112.bin"/><Relationship Id="rId3" Type="http://schemas.openxmlformats.org/officeDocument/2006/relationships/image" Target="../media/image107.emf"/><Relationship Id="rId21" Type="http://schemas.openxmlformats.org/officeDocument/2006/relationships/image" Target="../media/image116.emf"/><Relationship Id="rId7" Type="http://schemas.openxmlformats.org/officeDocument/2006/relationships/image" Target="../media/image109.e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14.emf"/><Relationship Id="rId25" Type="http://schemas.openxmlformats.org/officeDocument/2006/relationships/image" Target="../media/image118.emf"/><Relationship Id="rId2" Type="http://schemas.openxmlformats.org/officeDocument/2006/relationships/oleObject" Target="../embeddings/oleObject104.bin"/><Relationship Id="rId16" Type="http://schemas.openxmlformats.org/officeDocument/2006/relationships/oleObject" Target="../embeddings/oleObject111.bin"/><Relationship Id="rId20" Type="http://schemas.openxmlformats.org/officeDocument/2006/relationships/oleObject" Target="../embeddings/oleObject1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11.emf"/><Relationship Id="rId24" Type="http://schemas.openxmlformats.org/officeDocument/2006/relationships/oleObject" Target="../embeddings/oleObject115.bin"/><Relationship Id="rId5" Type="http://schemas.openxmlformats.org/officeDocument/2006/relationships/image" Target="../media/image108.emf"/><Relationship Id="rId15" Type="http://schemas.openxmlformats.org/officeDocument/2006/relationships/image" Target="../media/image113.emf"/><Relationship Id="rId23" Type="http://schemas.openxmlformats.org/officeDocument/2006/relationships/image" Target="../media/image117.emf"/><Relationship Id="rId10" Type="http://schemas.openxmlformats.org/officeDocument/2006/relationships/oleObject" Target="../embeddings/oleObject108.bin"/><Relationship Id="rId19" Type="http://schemas.openxmlformats.org/officeDocument/2006/relationships/image" Target="../media/image115.e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10.emf"/><Relationship Id="rId14" Type="http://schemas.openxmlformats.org/officeDocument/2006/relationships/oleObject" Target="../embeddings/oleObject110.bin"/><Relationship Id="rId22" Type="http://schemas.openxmlformats.org/officeDocument/2006/relationships/oleObject" Target="../embeddings/oleObject11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24.emf"/><Relationship Id="rId18" Type="http://schemas.openxmlformats.org/officeDocument/2006/relationships/oleObject" Target="../embeddings/oleObject124.bin"/><Relationship Id="rId26" Type="http://schemas.openxmlformats.org/officeDocument/2006/relationships/oleObject" Target="../embeddings/oleObject128.bin"/><Relationship Id="rId39" Type="http://schemas.openxmlformats.org/officeDocument/2006/relationships/image" Target="../media/image137.emf"/><Relationship Id="rId3" Type="http://schemas.openxmlformats.org/officeDocument/2006/relationships/image" Target="../media/image119.emf"/><Relationship Id="rId21" Type="http://schemas.openxmlformats.org/officeDocument/2006/relationships/image" Target="../media/image128.emf"/><Relationship Id="rId34" Type="http://schemas.openxmlformats.org/officeDocument/2006/relationships/oleObject" Target="../embeddings/oleObject132.bin"/><Relationship Id="rId7" Type="http://schemas.openxmlformats.org/officeDocument/2006/relationships/image" Target="../media/image121.e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26.emf"/><Relationship Id="rId25" Type="http://schemas.openxmlformats.org/officeDocument/2006/relationships/image" Target="../media/image130.emf"/><Relationship Id="rId33" Type="http://schemas.openxmlformats.org/officeDocument/2006/relationships/image" Target="../media/image134.emf"/><Relationship Id="rId38" Type="http://schemas.openxmlformats.org/officeDocument/2006/relationships/oleObject" Target="../embeddings/oleObject134.bin"/><Relationship Id="rId2" Type="http://schemas.openxmlformats.org/officeDocument/2006/relationships/oleObject" Target="../embeddings/oleObject116.bin"/><Relationship Id="rId16" Type="http://schemas.openxmlformats.org/officeDocument/2006/relationships/oleObject" Target="../embeddings/oleObject123.bin"/><Relationship Id="rId20" Type="http://schemas.openxmlformats.org/officeDocument/2006/relationships/oleObject" Target="../embeddings/oleObject125.bin"/><Relationship Id="rId29" Type="http://schemas.openxmlformats.org/officeDocument/2006/relationships/image" Target="../media/image13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23.emf"/><Relationship Id="rId24" Type="http://schemas.openxmlformats.org/officeDocument/2006/relationships/oleObject" Target="../embeddings/oleObject127.bin"/><Relationship Id="rId32" Type="http://schemas.openxmlformats.org/officeDocument/2006/relationships/oleObject" Target="../embeddings/oleObject131.bin"/><Relationship Id="rId37" Type="http://schemas.openxmlformats.org/officeDocument/2006/relationships/image" Target="../media/image136.emf"/><Relationship Id="rId5" Type="http://schemas.openxmlformats.org/officeDocument/2006/relationships/image" Target="../media/image120.emf"/><Relationship Id="rId15" Type="http://schemas.openxmlformats.org/officeDocument/2006/relationships/image" Target="../media/image125.emf"/><Relationship Id="rId23" Type="http://schemas.openxmlformats.org/officeDocument/2006/relationships/image" Target="../media/image129.emf"/><Relationship Id="rId28" Type="http://schemas.openxmlformats.org/officeDocument/2006/relationships/oleObject" Target="../embeddings/oleObject129.bin"/><Relationship Id="rId36" Type="http://schemas.openxmlformats.org/officeDocument/2006/relationships/oleObject" Target="../embeddings/oleObject133.bin"/><Relationship Id="rId10" Type="http://schemas.openxmlformats.org/officeDocument/2006/relationships/oleObject" Target="../embeddings/oleObject120.bin"/><Relationship Id="rId19" Type="http://schemas.openxmlformats.org/officeDocument/2006/relationships/image" Target="../media/image127.emf"/><Relationship Id="rId31" Type="http://schemas.openxmlformats.org/officeDocument/2006/relationships/image" Target="../media/image133.e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22.emf"/><Relationship Id="rId14" Type="http://schemas.openxmlformats.org/officeDocument/2006/relationships/oleObject" Target="../embeddings/oleObject122.bin"/><Relationship Id="rId22" Type="http://schemas.openxmlformats.org/officeDocument/2006/relationships/oleObject" Target="../embeddings/oleObject126.bin"/><Relationship Id="rId27" Type="http://schemas.openxmlformats.org/officeDocument/2006/relationships/image" Target="../media/image131.emf"/><Relationship Id="rId30" Type="http://schemas.openxmlformats.org/officeDocument/2006/relationships/oleObject" Target="../embeddings/oleObject130.bin"/><Relationship Id="rId35" Type="http://schemas.openxmlformats.org/officeDocument/2006/relationships/image" Target="../media/image13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43.emf"/><Relationship Id="rId3" Type="http://schemas.openxmlformats.org/officeDocument/2006/relationships/image" Target="../media/image138.emf"/><Relationship Id="rId7" Type="http://schemas.openxmlformats.org/officeDocument/2006/relationships/image" Target="../media/image140.emf"/><Relationship Id="rId12" Type="http://schemas.openxmlformats.org/officeDocument/2006/relationships/oleObject" Target="../embeddings/oleObject140.bin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42.emf"/><Relationship Id="rId5" Type="http://schemas.openxmlformats.org/officeDocument/2006/relationships/image" Target="../media/image139.emf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41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52.emf"/><Relationship Id="rId26" Type="http://schemas.openxmlformats.org/officeDocument/2006/relationships/image" Target="../media/image156.emf"/><Relationship Id="rId39" Type="http://schemas.openxmlformats.org/officeDocument/2006/relationships/oleObject" Target="../embeddings/oleObject159.bin"/><Relationship Id="rId3" Type="http://schemas.openxmlformats.org/officeDocument/2006/relationships/image" Target="../media/image144.emf"/><Relationship Id="rId21" Type="http://schemas.openxmlformats.org/officeDocument/2006/relationships/oleObject" Target="../embeddings/oleObject150.bin"/><Relationship Id="rId34" Type="http://schemas.openxmlformats.org/officeDocument/2006/relationships/image" Target="../media/image160.emf"/><Relationship Id="rId42" Type="http://schemas.openxmlformats.org/officeDocument/2006/relationships/image" Target="../media/image164.emf"/><Relationship Id="rId7" Type="http://schemas.openxmlformats.org/officeDocument/2006/relationships/image" Target="../media/image146.emf"/><Relationship Id="rId12" Type="http://schemas.openxmlformats.org/officeDocument/2006/relationships/image" Target="../media/image149.emf"/><Relationship Id="rId17" Type="http://schemas.openxmlformats.org/officeDocument/2006/relationships/oleObject" Target="../embeddings/oleObject148.bin"/><Relationship Id="rId25" Type="http://schemas.openxmlformats.org/officeDocument/2006/relationships/oleObject" Target="../embeddings/oleObject152.bin"/><Relationship Id="rId33" Type="http://schemas.openxmlformats.org/officeDocument/2006/relationships/oleObject" Target="../embeddings/oleObject156.bin"/><Relationship Id="rId38" Type="http://schemas.openxmlformats.org/officeDocument/2006/relationships/image" Target="../media/image162.emf"/><Relationship Id="rId2" Type="http://schemas.openxmlformats.org/officeDocument/2006/relationships/oleObject" Target="../embeddings/oleObject141.bin"/><Relationship Id="rId16" Type="http://schemas.openxmlformats.org/officeDocument/2006/relationships/image" Target="../media/image151.emf"/><Relationship Id="rId20" Type="http://schemas.openxmlformats.org/officeDocument/2006/relationships/image" Target="../media/image153.emf"/><Relationship Id="rId29" Type="http://schemas.openxmlformats.org/officeDocument/2006/relationships/oleObject" Target="../embeddings/oleObject154.bin"/><Relationship Id="rId41" Type="http://schemas.openxmlformats.org/officeDocument/2006/relationships/oleObject" Target="../embeddings/oleObject1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48.emf"/><Relationship Id="rId24" Type="http://schemas.openxmlformats.org/officeDocument/2006/relationships/image" Target="../media/image155.emf"/><Relationship Id="rId32" Type="http://schemas.openxmlformats.org/officeDocument/2006/relationships/image" Target="../media/image159.emf"/><Relationship Id="rId37" Type="http://schemas.openxmlformats.org/officeDocument/2006/relationships/oleObject" Target="../embeddings/oleObject158.bin"/><Relationship Id="rId40" Type="http://schemas.openxmlformats.org/officeDocument/2006/relationships/image" Target="../media/image163.emf"/><Relationship Id="rId5" Type="http://schemas.openxmlformats.org/officeDocument/2006/relationships/image" Target="../media/image145.emf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1.bin"/><Relationship Id="rId28" Type="http://schemas.openxmlformats.org/officeDocument/2006/relationships/image" Target="../media/image157.emf"/><Relationship Id="rId36" Type="http://schemas.openxmlformats.org/officeDocument/2006/relationships/image" Target="../media/image161.emf"/><Relationship Id="rId10" Type="http://schemas.openxmlformats.org/officeDocument/2006/relationships/oleObject" Target="../embeddings/oleObject145.bin"/><Relationship Id="rId19" Type="http://schemas.openxmlformats.org/officeDocument/2006/relationships/oleObject" Target="../embeddings/oleObject149.bin"/><Relationship Id="rId31" Type="http://schemas.openxmlformats.org/officeDocument/2006/relationships/oleObject" Target="../embeddings/oleObject155.bin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47.emf"/><Relationship Id="rId14" Type="http://schemas.openxmlformats.org/officeDocument/2006/relationships/image" Target="../media/image150.emf"/><Relationship Id="rId22" Type="http://schemas.openxmlformats.org/officeDocument/2006/relationships/image" Target="../media/image154.emf"/><Relationship Id="rId27" Type="http://schemas.openxmlformats.org/officeDocument/2006/relationships/oleObject" Target="../embeddings/oleObject153.bin"/><Relationship Id="rId30" Type="http://schemas.openxmlformats.org/officeDocument/2006/relationships/image" Target="../media/image158.emf"/><Relationship Id="rId35" Type="http://schemas.openxmlformats.org/officeDocument/2006/relationships/oleObject" Target="../embeddings/oleObject157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70.emf"/><Relationship Id="rId18" Type="http://schemas.openxmlformats.org/officeDocument/2006/relationships/oleObject" Target="../embeddings/oleObject169.bin"/><Relationship Id="rId26" Type="http://schemas.openxmlformats.org/officeDocument/2006/relationships/oleObject" Target="../embeddings/oleObject173.bin"/><Relationship Id="rId39" Type="http://schemas.openxmlformats.org/officeDocument/2006/relationships/image" Target="../media/image183.emf"/><Relationship Id="rId3" Type="http://schemas.openxmlformats.org/officeDocument/2006/relationships/image" Target="../media/image165.emf"/><Relationship Id="rId21" Type="http://schemas.openxmlformats.org/officeDocument/2006/relationships/image" Target="../media/image174.emf"/><Relationship Id="rId34" Type="http://schemas.openxmlformats.org/officeDocument/2006/relationships/oleObject" Target="../embeddings/oleObject177.bin"/><Relationship Id="rId42" Type="http://schemas.openxmlformats.org/officeDocument/2006/relationships/oleObject" Target="../embeddings/oleObject181.bin"/><Relationship Id="rId47" Type="http://schemas.openxmlformats.org/officeDocument/2006/relationships/image" Target="../media/image187.emf"/><Relationship Id="rId7" Type="http://schemas.openxmlformats.org/officeDocument/2006/relationships/image" Target="../media/image167.e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172.emf"/><Relationship Id="rId25" Type="http://schemas.openxmlformats.org/officeDocument/2006/relationships/image" Target="../media/image176.emf"/><Relationship Id="rId33" Type="http://schemas.openxmlformats.org/officeDocument/2006/relationships/image" Target="../media/image180.emf"/><Relationship Id="rId38" Type="http://schemas.openxmlformats.org/officeDocument/2006/relationships/oleObject" Target="../embeddings/oleObject179.bin"/><Relationship Id="rId46" Type="http://schemas.openxmlformats.org/officeDocument/2006/relationships/oleObject" Target="../embeddings/oleObject183.bin"/><Relationship Id="rId2" Type="http://schemas.openxmlformats.org/officeDocument/2006/relationships/oleObject" Target="../embeddings/oleObject161.bin"/><Relationship Id="rId16" Type="http://schemas.openxmlformats.org/officeDocument/2006/relationships/oleObject" Target="../embeddings/oleObject168.bin"/><Relationship Id="rId20" Type="http://schemas.openxmlformats.org/officeDocument/2006/relationships/oleObject" Target="../embeddings/oleObject170.bin"/><Relationship Id="rId29" Type="http://schemas.openxmlformats.org/officeDocument/2006/relationships/image" Target="../media/image178.emf"/><Relationship Id="rId41" Type="http://schemas.openxmlformats.org/officeDocument/2006/relationships/image" Target="../media/image18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69.emf"/><Relationship Id="rId24" Type="http://schemas.openxmlformats.org/officeDocument/2006/relationships/oleObject" Target="../embeddings/oleObject172.bin"/><Relationship Id="rId32" Type="http://schemas.openxmlformats.org/officeDocument/2006/relationships/oleObject" Target="../embeddings/oleObject176.bin"/><Relationship Id="rId37" Type="http://schemas.openxmlformats.org/officeDocument/2006/relationships/image" Target="../media/image182.emf"/><Relationship Id="rId40" Type="http://schemas.openxmlformats.org/officeDocument/2006/relationships/oleObject" Target="../embeddings/oleObject180.bin"/><Relationship Id="rId45" Type="http://schemas.openxmlformats.org/officeDocument/2006/relationships/image" Target="../media/image186.emf"/><Relationship Id="rId5" Type="http://schemas.openxmlformats.org/officeDocument/2006/relationships/image" Target="../media/image166.emf"/><Relationship Id="rId15" Type="http://schemas.openxmlformats.org/officeDocument/2006/relationships/image" Target="../media/image171.emf"/><Relationship Id="rId23" Type="http://schemas.openxmlformats.org/officeDocument/2006/relationships/image" Target="../media/image175.emf"/><Relationship Id="rId28" Type="http://schemas.openxmlformats.org/officeDocument/2006/relationships/oleObject" Target="../embeddings/oleObject174.bin"/><Relationship Id="rId36" Type="http://schemas.openxmlformats.org/officeDocument/2006/relationships/oleObject" Target="../embeddings/oleObject178.bin"/><Relationship Id="rId10" Type="http://schemas.openxmlformats.org/officeDocument/2006/relationships/oleObject" Target="../embeddings/oleObject165.bin"/><Relationship Id="rId19" Type="http://schemas.openxmlformats.org/officeDocument/2006/relationships/image" Target="../media/image173.emf"/><Relationship Id="rId31" Type="http://schemas.openxmlformats.org/officeDocument/2006/relationships/image" Target="../media/image179.emf"/><Relationship Id="rId44" Type="http://schemas.openxmlformats.org/officeDocument/2006/relationships/oleObject" Target="../embeddings/oleObject182.bin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68.emf"/><Relationship Id="rId14" Type="http://schemas.openxmlformats.org/officeDocument/2006/relationships/oleObject" Target="../embeddings/oleObject167.bin"/><Relationship Id="rId22" Type="http://schemas.openxmlformats.org/officeDocument/2006/relationships/oleObject" Target="../embeddings/oleObject171.bin"/><Relationship Id="rId27" Type="http://schemas.openxmlformats.org/officeDocument/2006/relationships/image" Target="../media/image177.emf"/><Relationship Id="rId30" Type="http://schemas.openxmlformats.org/officeDocument/2006/relationships/oleObject" Target="../embeddings/oleObject175.bin"/><Relationship Id="rId35" Type="http://schemas.openxmlformats.org/officeDocument/2006/relationships/image" Target="../media/image181.wmf"/><Relationship Id="rId43" Type="http://schemas.openxmlformats.org/officeDocument/2006/relationships/image" Target="../media/image18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emf"/><Relationship Id="rId13" Type="http://schemas.openxmlformats.org/officeDocument/2006/relationships/oleObject" Target="../embeddings/oleObject189.bin"/><Relationship Id="rId18" Type="http://schemas.openxmlformats.org/officeDocument/2006/relationships/image" Target="../media/image195.emf"/><Relationship Id="rId26" Type="http://schemas.openxmlformats.org/officeDocument/2006/relationships/image" Target="../media/image199.emf"/><Relationship Id="rId3" Type="http://schemas.openxmlformats.org/officeDocument/2006/relationships/oleObject" Target="../embeddings/oleObject184.bin"/><Relationship Id="rId21" Type="http://schemas.openxmlformats.org/officeDocument/2006/relationships/oleObject" Target="../embeddings/oleObject193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192.emf"/><Relationship Id="rId17" Type="http://schemas.openxmlformats.org/officeDocument/2006/relationships/oleObject" Target="../embeddings/oleObject191.bin"/><Relationship Id="rId25" Type="http://schemas.openxmlformats.org/officeDocument/2006/relationships/oleObject" Target="../embeddings/oleObject195.bin"/><Relationship Id="rId2" Type="http://schemas.openxmlformats.org/officeDocument/2006/relationships/audio" Target="../media/audio2.wav"/><Relationship Id="rId16" Type="http://schemas.openxmlformats.org/officeDocument/2006/relationships/image" Target="../media/image194.emf"/><Relationship Id="rId20" Type="http://schemas.openxmlformats.org/officeDocument/2006/relationships/image" Target="../media/image196.em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89.emf"/><Relationship Id="rId11" Type="http://schemas.openxmlformats.org/officeDocument/2006/relationships/oleObject" Target="../embeddings/oleObject188.bin"/><Relationship Id="rId24" Type="http://schemas.openxmlformats.org/officeDocument/2006/relationships/image" Target="../media/image198.emf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23" Type="http://schemas.openxmlformats.org/officeDocument/2006/relationships/oleObject" Target="../embeddings/oleObject194.bin"/><Relationship Id="rId10" Type="http://schemas.openxmlformats.org/officeDocument/2006/relationships/image" Target="../media/image191.emf"/><Relationship Id="rId19" Type="http://schemas.openxmlformats.org/officeDocument/2006/relationships/oleObject" Target="../embeddings/oleObject192.bin"/><Relationship Id="rId4" Type="http://schemas.openxmlformats.org/officeDocument/2006/relationships/image" Target="../media/image188.e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93.emf"/><Relationship Id="rId22" Type="http://schemas.openxmlformats.org/officeDocument/2006/relationships/image" Target="../media/image197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205.emf"/><Relationship Id="rId18" Type="http://schemas.openxmlformats.org/officeDocument/2006/relationships/oleObject" Target="../embeddings/oleObject204.bin"/><Relationship Id="rId26" Type="http://schemas.openxmlformats.org/officeDocument/2006/relationships/oleObject" Target="../embeddings/oleObject208.bin"/><Relationship Id="rId3" Type="http://schemas.openxmlformats.org/officeDocument/2006/relationships/image" Target="../media/image200.emf"/><Relationship Id="rId21" Type="http://schemas.openxmlformats.org/officeDocument/2006/relationships/image" Target="../media/image209.emf"/><Relationship Id="rId34" Type="http://schemas.openxmlformats.org/officeDocument/2006/relationships/oleObject" Target="../embeddings/oleObject212.bin"/><Relationship Id="rId7" Type="http://schemas.openxmlformats.org/officeDocument/2006/relationships/image" Target="../media/image202.emf"/><Relationship Id="rId12" Type="http://schemas.openxmlformats.org/officeDocument/2006/relationships/oleObject" Target="../embeddings/oleObject201.bin"/><Relationship Id="rId17" Type="http://schemas.openxmlformats.org/officeDocument/2006/relationships/image" Target="../media/image207.emf"/><Relationship Id="rId25" Type="http://schemas.openxmlformats.org/officeDocument/2006/relationships/image" Target="../media/image211.emf"/><Relationship Id="rId33" Type="http://schemas.openxmlformats.org/officeDocument/2006/relationships/image" Target="../media/image215.emf"/><Relationship Id="rId2" Type="http://schemas.openxmlformats.org/officeDocument/2006/relationships/oleObject" Target="../embeddings/oleObject196.bin"/><Relationship Id="rId16" Type="http://schemas.openxmlformats.org/officeDocument/2006/relationships/oleObject" Target="../embeddings/oleObject203.bin"/><Relationship Id="rId20" Type="http://schemas.openxmlformats.org/officeDocument/2006/relationships/oleObject" Target="../embeddings/oleObject205.bin"/><Relationship Id="rId29" Type="http://schemas.openxmlformats.org/officeDocument/2006/relationships/image" Target="../media/image213.emf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204.emf"/><Relationship Id="rId24" Type="http://schemas.openxmlformats.org/officeDocument/2006/relationships/oleObject" Target="../embeddings/oleObject207.bin"/><Relationship Id="rId32" Type="http://schemas.openxmlformats.org/officeDocument/2006/relationships/oleObject" Target="../embeddings/oleObject211.bin"/><Relationship Id="rId5" Type="http://schemas.openxmlformats.org/officeDocument/2006/relationships/image" Target="../media/image201.emf"/><Relationship Id="rId15" Type="http://schemas.openxmlformats.org/officeDocument/2006/relationships/image" Target="../media/image206.emf"/><Relationship Id="rId23" Type="http://schemas.openxmlformats.org/officeDocument/2006/relationships/image" Target="../media/image210.emf"/><Relationship Id="rId28" Type="http://schemas.openxmlformats.org/officeDocument/2006/relationships/oleObject" Target="../embeddings/oleObject209.bin"/><Relationship Id="rId10" Type="http://schemas.openxmlformats.org/officeDocument/2006/relationships/oleObject" Target="../embeddings/oleObject200.bin"/><Relationship Id="rId19" Type="http://schemas.openxmlformats.org/officeDocument/2006/relationships/image" Target="../media/image208.emf"/><Relationship Id="rId31" Type="http://schemas.openxmlformats.org/officeDocument/2006/relationships/image" Target="../media/image214.emf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203.emf"/><Relationship Id="rId14" Type="http://schemas.openxmlformats.org/officeDocument/2006/relationships/oleObject" Target="../embeddings/oleObject202.bin"/><Relationship Id="rId22" Type="http://schemas.openxmlformats.org/officeDocument/2006/relationships/oleObject" Target="../embeddings/oleObject206.bin"/><Relationship Id="rId27" Type="http://schemas.openxmlformats.org/officeDocument/2006/relationships/image" Target="../media/image212.emf"/><Relationship Id="rId30" Type="http://schemas.openxmlformats.org/officeDocument/2006/relationships/oleObject" Target="../embeddings/oleObject210.bin"/><Relationship Id="rId35" Type="http://schemas.openxmlformats.org/officeDocument/2006/relationships/image" Target="../media/image216.e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2.emf"/><Relationship Id="rId18" Type="http://schemas.openxmlformats.org/officeDocument/2006/relationships/oleObject" Target="../embeddings/oleObject221.bin"/><Relationship Id="rId26" Type="http://schemas.openxmlformats.org/officeDocument/2006/relationships/oleObject" Target="../embeddings/oleObject224.bin"/><Relationship Id="rId39" Type="http://schemas.openxmlformats.org/officeDocument/2006/relationships/image" Target="../media/image237.emf"/><Relationship Id="rId21" Type="http://schemas.openxmlformats.org/officeDocument/2006/relationships/image" Target="../media/image227.emf"/><Relationship Id="rId34" Type="http://schemas.openxmlformats.org/officeDocument/2006/relationships/image" Target="../media/image233.emf"/><Relationship Id="rId42" Type="http://schemas.openxmlformats.org/officeDocument/2006/relationships/image" Target="../media/image240.emf"/><Relationship Id="rId47" Type="http://schemas.openxmlformats.org/officeDocument/2006/relationships/image" Target="../media/image244.emf"/><Relationship Id="rId50" Type="http://schemas.openxmlformats.org/officeDocument/2006/relationships/image" Target="../media/image247.emf"/><Relationship Id="rId55" Type="http://schemas.openxmlformats.org/officeDocument/2006/relationships/oleObject" Target="../embeddings/oleObject232.bin"/><Relationship Id="rId7" Type="http://schemas.openxmlformats.org/officeDocument/2006/relationships/image" Target="../media/image219.emf"/><Relationship Id="rId12" Type="http://schemas.openxmlformats.org/officeDocument/2006/relationships/oleObject" Target="../embeddings/oleObject218.bin"/><Relationship Id="rId17" Type="http://schemas.openxmlformats.org/officeDocument/2006/relationships/image" Target="../media/image224.emf"/><Relationship Id="rId25" Type="http://schemas.openxmlformats.org/officeDocument/2006/relationships/image" Target="../media/image229.emf"/><Relationship Id="rId33" Type="http://schemas.openxmlformats.org/officeDocument/2006/relationships/image" Target="../media/image232.emf"/><Relationship Id="rId38" Type="http://schemas.openxmlformats.org/officeDocument/2006/relationships/image" Target="../media/image236.emf"/><Relationship Id="rId46" Type="http://schemas.openxmlformats.org/officeDocument/2006/relationships/image" Target="../media/image243.emf"/><Relationship Id="rId2" Type="http://schemas.openxmlformats.org/officeDocument/2006/relationships/oleObject" Target="../embeddings/oleObject213.bin"/><Relationship Id="rId16" Type="http://schemas.openxmlformats.org/officeDocument/2006/relationships/oleObject" Target="../embeddings/oleObject220.bin"/><Relationship Id="rId20" Type="http://schemas.openxmlformats.org/officeDocument/2006/relationships/image" Target="../media/image226.emf"/><Relationship Id="rId29" Type="http://schemas.openxmlformats.org/officeDocument/2006/relationships/oleObject" Target="../embeddings/oleObject225.bin"/><Relationship Id="rId41" Type="http://schemas.openxmlformats.org/officeDocument/2006/relationships/image" Target="../media/image239.emf"/><Relationship Id="rId54" Type="http://schemas.openxmlformats.org/officeDocument/2006/relationships/image" Target="../media/image249.emf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221.emf"/><Relationship Id="rId24" Type="http://schemas.openxmlformats.org/officeDocument/2006/relationships/oleObject" Target="../embeddings/oleObject223.bin"/><Relationship Id="rId32" Type="http://schemas.openxmlformats.org/officeDocument/2006/relationships/oleObject" Target="../embeddings/oleObject227.bin"/><Relationship Id="rId37" Type="http://schemas.openxmlformats.org/officeDocument/2006/relationships/image" Target="../media/image235.emf"/><Relationship Id="rId40" Type="http://schemas.openxmlformats.org/officeDocument/2006/relationships/image" Target="../media/image238.emf"/><Relationship Id="rId45" Type="http://schemas.openxmlformats.org/officeDocument/2006/relationships/oleObject" Target="../embeddings/oleObject229.bin"/><Relationship Id="rId53" Type="http://schemas.openxmlformats.org/officeDocument/2006/relationships/oleObject" Target="../embeddings/oleObject231.bin"/><Relationship Id="rId5" Type="http://schemas.openxmlformats.org/officeDocument/2006/relationships/image" Target="../media/image218.emf"/><Relationship Id="rId15" Type="http://schemas.openxmlformats.org/officeDocument/2006/relationships/image" Target="../media/image223.emf"/><Relationship Id="rId23" Type="http://schemas.openxmlformats.org/officeDocument/2006/relationships/image" Target="../media/image228.emf"/><Relationship Id="rId28" Type="http://schemas.openxmlformats.org/officeDocument/2006/relationships/image" Target="../media/image231.emf"/><Relationship Id="rId36" Type="http://schemas.openxmlformats.org/officeDocument/2006/relationships/oleObject" Target="../embeddings/oleObject228.bin"/><Relationship Id="rId49" Type="http://schemas.openxmlformats.org/officeDocument/2006/relationships/image" Target="../media/image246.emf"/><Relationship Id="rId10" Type="http://schemas.openxmlformats.org/officeDocument/2006/relationships/oleObject" Target="../embeddings/oleObject217.bin"/><Relationship Id="rId19" Type="http://schemas.openxmlformats.org/officeDocument/2006/relationships/image" Target="../media/image225.emf"/><Relationship Id="rId31" Type="http://schemas.openxmlformats.org/officeDocument/2006/relationships/oleObject" Target="../embeddings/oleObject226.bin"/><Relationship Id="rId44" Type="http://schemas.openxmlformats.org/officeDocument/2006/relationships/image" Target="../media/image242.emf"/><Relationship Id="rId52" Type="http://schemas.openxmlformats.org/officeDocument/2006/relationships/image" Target="../media/image248.e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220.emf"/><Relationship Id="rId14" Type="http://schemas.openxmlformats.org/officeDocument/2006/relationships/oleObject" Target="../embeddings/oleObject219.bin"/><Relationship Id="rId22" Type="http://schemas.openxmlformats.org/officeDocument/2006/relationships/oleObject" Target="../embeddings/oleObject222.bin"/><Relationship Id="rId27" Type="http://schemas.openxmlformats.org/officeDocument/2006/relationships/image" Target="../media/image230.emf"/><Relationship Id="rId30" Type="http://schemas.openxmlformats.org/officeDocument/2006/relationships/image" Target="../media/image181.wmf"/><Relationship Id="rId35" Type="http://schemas.openxmlformats.org/officeDocument/2006/relationships/image" Target="../media/image234.emf"/><Relationship Id="rId43" Type="http://schemas.openxmlformats.org/officeDocument/2006/relationships/image" Target="../media/image241.emf"/><Relationship Id="rId48" Type="http://schemas.openxmlformats.org/officeDocument/2006/relationships/image" Target="../media/image245.emf"/><Relationship Id="rId56" Type="http://schemas.openxmlformats.org/officeDocument/2006/relationships/image" Target="../media/image250.emf"/><Relationship Id="rId8" Type="http://schemas.openxmlformats.org/officeDocument/2006/relationships/oleObject" Target="../embeddings/oleObject216.bin"/><Relationship Id="rId51" Type="http://schemas.openxmlformats.org/officeDocument/2006/relationships/oleObject" Target="../embeddings/oleObject230.bin"/><Relationship Id="rId3" Type="http://schemas.openxmlformats.org/officeDocument/2006/relationships/image" Target="../media/image217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6.bin"/><Relationship Id="rId13" Type="http://schemas.openxmlformats.org/officeDocument/2006/relationships/image" Target="../media/image256.emf"/><Relationship Id="rId18" Type="http://schemas.openxmlformats.org/officeDocument/2006/relationships/oleObject" Target="../embeddings/oleObject241.bin"/><Relationship Id="rId26" Type="http://schemas.openxmlformats.org/officeDocument/2006/relationships/oleObject" Target="../embeddings/oleObject245.bin"/><Relationship Id="rId3" Type="http://schemas.openxmlformats.org/officeDocument/2006/relationships/image" Target="../media/image251.emf"/><Relationship Id="rId21" Type="http://schemas.openxmlformats.org/officeDocument/2006/relationships/image" Target="../media/image260.emf"/><Relationship Id="rId7" Type="http://schemas.openxmlformats.org/officeDocument/2006/relationships/image" Target="../media/image253.emf"/><Relationship Id="rId12" Type="http://schemas.openxmlformats.org/officeDocument/2006/relationships/oleObject" Target="../embeddings/oleObject238.bin"/><Relationship Id="rId17" Type="http://schemas.openxmlformats.org/officeDocument/2006/relationships/image" Target="../media/image258.emf"/><Relationship Id="rId25" Type="http://schemas.openxmlformats.org/officeDocument/2006/relationships/image" Target="../media/image262.emf"/><Relationship Id="rId2" Type="http://schemas.openxmlformats.org/officeDocument/2006/relationships/oleObject" Target="../embeddings/oleObject233.bin"/><Relationship Id="rId16" Type="http://schemas.openxmlformats.org/officeDocument/2006/relationships/oleObject" Target="../embeddings/oleObject240.bin"/><Relationship Id="rId20" Type="http://schemas.openxmlformats.org/officeDocument/2006/relationships/oleObject" Target="../embeddings/oleObject242.bin"/><Relationship Id="rId29" Type="http://schemas.openxmlformats.org/officeDocument/2006/relationships/image" Target="../media/image264.emf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235.bin"/><Relationship Id="rId11" Type="http://schemas.openxmlformats.org/officeDocument/2006/relationships/image" Target="../media/image255.emf"/><Relationship Id="rId24" Type="http://schemas.openxmlformats.org/officeDocument/2006/relationships/oleObject" Target="../embeddings/oleObject244.bin"/><Relationship Id="rId5" Type="http://schemas.openxmlformats.org/officeDocument/2006/relationships/image" Target="../media/image252.emf"/><Relationship Id="rId15" Type="http://schemas.openxmlformats.org/officeDocument/2006/relationships/image" Target="../media/image257.emf"/><Relationship Id="rId23" Type="http://schemas.openxmlformats.org/officeDocument/2006/relationships/image" Target="../media/image261.emf"/><Relationship Id="rId28" Type="http://schemas.openxmlformats.org/officeDocument/2006/relationships/oleObject" Target="../embeddings/oleObject246.bin"/><Relationship Id="rId10" Type="http://schemas.openxmlformats.org/officeDocument/2006/relationships/oleObject" Target="../embeddings/oleObject237.bin"/><Relationship Id="rId19" Type="http://schemas.openxmlformats.org/officeDocument/2006/relationships/image" Target="../media/image259.emf"/><Relationship Id="rId31" Type="http://schemas.openxmlformats.org/officeDocument/2006/relationships/image" Target="../media/image265.emf"/><Relationship Id="rId4" Type="http://schemas.openxmlformats.org/officeDocument/2006/relationships/oleObject" Target="../embeddings/oleObject234.bin"/><Relationship Id="rId9" Type="http://schemas.openxmlformats.org/officeDocument/2006/relationships/image" Target="../media/image254.emf"/><Relationship Id="rId14" Type="http://schemas.openxmlformats.org/officeDocument/2006/relationships/oleObject" Target="../embeddings/oleObject239.bin"/><Relationship Id="rId22" Type="http://schemas.openxmlformats.org/officeDocument/2006/relationships/oleObject" Target="../embeddings/oleObject243.bin"/><Relationship Id="rId27" Type="http://schemas.openxmlformats.org/officeDocument/2006/relationships/image" Target="../media/image263.emf"/><Relationship Id="rId30" Type="http://schemas.openxmlformats.org/officeDocument/2006/relationships/oleObject" Target="../embeddings/oleObject24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1.bin"/><Relationship Id="rId13" Type="http://schemas.openxmlformats.org/officeDocument/2006/relationships/image" Target="../media/image271.emf"/><Relationship Id="rId3" Type="http://schemas.openxmlformats.org/officeDocument/2006/relationships/image" Target="../media/image266.emf"/><Relationship Id="rId7" Type="http://schemas.openxmlformats.org/officeDocument/2006/relationships/image" Target="../media/image268.emf"/><Relationship Id="rId12" Type="http://schemas.openxmlformats.org/officeDocument/2006/relationships/oleObject" Target="../embeddings/oleObject253.bin"/><Relationship Id="rId2" Type="http://schemas.openxmlformats.org/officeDocument/2006/relationships/oleObject" Target="../embeddings/oleObject248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250.bin"/><Relationship Id="rId11" Type="http://schemas.openxmlformats.org/officeDocument/2006/relationships/image" Target="../media/image270.emf"/><Relationship Id="rId5" Type="http://schemas.openxmlformats.org/officeDocument/2006/relationships/image" Target="../media/image267.emf"/><Relationship Id="rId15" Type="http://schemas.openxmlformats.org/officeDocument/2006/relationships/image" Target="../media/image272.emf"/><Relationship Id="rId10" Type="http://schemas.openxmlformats.org/officeDocument/2006/relationships/oleObject" Target="../embeddings/oleObject252.bin"/><Relationship Id="rId4" Type="http://schemas.openxmlformats.org/officeDocument/2006/relationships/oleObject" Target="../embeddings/oleObject249.bin"/><Relationship Id="rId9" Type="http://schemas.openxmlformats.org/officeDocument/2006/relationships/image" Target="../media/image269.emf"/><Relationship Id="rId14" Type="http://schemas.openxmlformats.org/officeDocument/2006/relationships/oleObject" Target="../embeddings/oleObject25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8.bin"/><Relationship Id="rId13" Type="http://schemas.openxmlformats.org/officeDocument/2006/relationships/image" Target="../media/image278.emf"/><Relationship Id="rId3" Type="http://schemas.openxmlformats.org/officeDocument/2006/relationships/image" Target="../media/image273.emf"/><Relationship Id="rId7" Type="http://schemas.openxmlformats.org/officeDocument/2006/relationships/image" Target="../media/image275.emf"/><Relationship Id="rId12" Type="http://schemas.openxmlformats.org/officeDocument/2006/relationships/oleObject" Target="../embeddings/oleObject260.bin"/><Relationship Id="rId2" Type="http://schemas.openxmlformats.org/officeDocument/2006/relationships/oleObject" Target="../embeddings/oleObject255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257.bin"/><Relationship Id="rId11" Type="http://schemas.openxmlformats.org/officeDocument/2006/relationships/image" Target="../media/image277.emf"/><Relationship Id="rId5" Type="http://schemas.openxmlformats.org/officeDocument/2006/relationships/image" Target="../media/image274.emf"/><Relationship Id="rId10" Type="http://schemas.openxmlformats.org/officeDocument/2006/relationships/oleObject" Target="../embeddings/oleObject259.bin"/><Relationship Id="rId4" Type="http://schemas.openxmlformats.org/officeDocument/2006/relationships/oleObject" Target="../embeddings/oleObject256.bin"/><Relationship Id="rId9" Type="http://schemas.openxmlformats.org/officeDocument/2006/relationships/image" Target="../media/image276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9.jpe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4.bin"/><Relationship Id="rId13" Type="http://schemas.openxmlformats.org/officeDocument/2006/relationships/image" Target="../media/image285.emf"/><Relationship Id="rId18" Type="http://schemas.openxmlformats.org/officeDocument/2006/relationships/oleObject" Target="../embeddings/oleObject269.bin"/><Relationship Id="rId26" Type="http://schemas.openxmlformats.org/officeDocument/2006/relationships/oleObject" Target="../embeddings/oleObject272.bin"/><Relationship Id="rId39" Type="http://schemas.openxmlformats.org/officeDocument/2006/relationships/image" Target="../media/image299.emf"/><Relationship Id="rId3" Type="http://schemas.openxmlformats.org/officeDocument/2006/relationships/image" Target="../media/image280.emf"/><Relationship Id="rId21" Type="http://schemas.openxmlformats.org/officeDocument/2006/relationships/image" Target="../media/image289.emf"/><Relationship Id="rId34" Type="http://schemas.openxmlformats.org/officeDocument/2006/relationships/oleObject" Target="../embeddings/oleObject276.bin"/><Relationship Id="rId7" Type="http://schemas.openxmlformats.org/officeDocument/2006/relationships/image" Target="../media/image282.emf"/><Relationship Id="rId12" Type="http://schemas.openxmlformats.org/officeDocument/2006/relationships/oleObject" Target="../embeddings/oleObject266.bin"/><Relationship Id="rId17" Type="http://schemas.openxmlformats.org/officeDocument/2006/relationships/image" Target="../media/image287.emf"/><Relationship Id="rId25" Type="http://schemas.openxmlformats.org/officeDocument/2006/relationships/image" Target="../media/image292.emf"/><Relationship Id="rId33" Type="http://schemas.openxmlformats.org/officeDocument/2006/relationships/image" Target="../media/image296.emf"/><Relationship Id="rId38" Type="http://schemas.openxmlformats.org/officeDocument/2006/relationships/oleObject" Target="../embeddings/oleObject278.bin"/><Relationship Id="rId2" Type="http://schemas.openxmlformats.org/officeDocument/2006/relationships/oleObject" Target="../embeddings/oleObject261.bin"/><Relationship Id="rId16" Type="http://schemas.openxmlformats.org/officeDocument/2006/relationships/oleObject" Target="../embeddings/oleObject268.bin"/><Relationship Id="rId20" Type="http://schemas.openxmlformats.org/officeDocument/2006/relationships/oleObject" Target="../embeddings/oleObject270.bin"/><Relationship Id="rId29" Type="http://schemas.openxmlformats.org/officeDocument/2006/relationships/image" Target="../media/image294.emf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263.bin"/><Relationship Id="rId11" Type="http://schemas.openxmlformats.org/officeDocument/2006/relationships/image" Target="../media/image284.emf"/><Relationship Id="rId24" Type="http://schemas.openxmlformats.org/officeDocument/2006/relationships/image" Target="../media/image291.emf"/><Relationship Id="rId32" Type="http://schemas.openxmlformats.org/officeDocument/2006/relationships/oleObject" Target="../embeddings/oleObject275.bin"/><Relationship Id="rId37" Type="http://schemas.openxmlformats.org/officeDocument/2006/relationships/image" Target="../media/image298.emf"/><Relationship Id="rId5" Type="http://schemas.openxmlformats.org/officeDocument/2006/relationships/image" Target="../media/image281.emf"/><Relationship Id="rId15" Type="http://schemas.openxmlformats.org/officeDocument/2006/relationships/image" Target="../media/image286.emf"/><Relationship Id="rId23" Type="http://schemas.openxmlformats.org/officeDocument/2006/relationships/oleObject" Target="../embeddings/oleObject271.bin"/><Relationship Id="rId28" Type="http://schemas.openxmlformats.org/officeDocument/2006/relationships/oleObject" Target="../embeddings/oleObject273.bin"/><Relationship Id="rId36" Type="http://schemas.openxmlformats.org/officeDocument/2006/relationships/oleObject" Target="../embeddings/oleObject277.bin"/><Relationship Id="rId10" Type="http://schemas.openxmlformats.org/officeDocument/2006/relationships/oleObject" Target="../embeddings/oleObject265.bin"/><Relationship Id="rId19" Type="http://schemas.openxmlformats.org/officeDocument/2006/relationships/image" Target="../media/image288.emf"/><Relationship Id="rId31" Type="http://schemas.openxmlformats.org/officeDocument/2006/relationships/image" Target="../media/image295.emf"/><Relationship Id="rId4" Type="http://schemas.openxmlformats.org/officeDocument/2006/relationships/oleObject" Target="../embeddings/oleObject262.bin"/><Relationship Id="rId9" Type="http://schemas.openxmlformats.org/officeDocument/2006/relationships/image" Target="../media/image283.emf"/><Relationship Id="rId14" Type="http://schemas.openxmlformats.org/officeDocument/2006/relationships/oleObject" Target="../embeddings/oleObject267.bin"/><Relationship Id="rId22" Type="http://schemas.openxmlformats.org/officeDocument/2006/relationships/image" Target="../media/image290.emf"/><Relationship Id="rId27" Type="http://schemas.openxmlformats.org/officeDocument/2006/relationships/image" Target="../media/image293.emf"/><Relationship Id="rId30" Type="http://schemas.openxmlformats.org/officeDocument/2006/relationships/oleObject" Target="../embeddings/oleObject274.bin"/><Relationship Id="rId35" Type="http://schemas.openxmlformats.org/officeDocument/2006/relationships/image" Target="../media/image297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emf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02.emf"/><Relationship Id="rId5" Type="http://schemas.openxmlformats.org/officeDocument/2006/relationships/oleObject" Target="../embeddings/oleObject280.bin"/><Relationship Id="rId10" Type="http://schemas.openxmlformats.org/officeDocument/2006/relationships/image" Target="../media/image304.emf"/><Relationship Id="rId4" Type="http://schemas.openxmlformats.org/officeDocument/2006/relationships/image" Target="../media/image301.emf"/><Relationship Id="rId9" Type="http://schemas.openxmlformats.org/officeDocument/2006/relationships/oleObject" Target="../embeddings/oleObject28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emf"/><Relationship Id="rId7" Type="http://schemas.openxmlformats.org/officeDocument/2006/relationships/image" Target="../media/image307.emf"/><Relationship Id="rId2" Type="http://schemas.openxmlformats.org/officeDocument/2006/relationships/oleObject" Target="../embeddings/oleObject283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285.bin"/><Relationship Id="rId5" Type="http://schemas.openxmlformats.org/officeDocument/2006/relationships/image" Target="../media/image306.emf"/><Relationship Id="rId4" Type="http://schemas.openxmlformats.org/officeDocument/2006/relationships/oleObject" Target="../embeddings/oleObject284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emf"/><Relationship Id="rId13" Type="http://schemas.openxmlformats.org/officeDocument/2006/relationships/image" Target="../media/image314.emf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88.bin"/><Relationship Id="rId12" Type="http://schemas.openxmlformats.org/officeDocument/2006/relationships/oleObject" Target="../embeddings/oleObject290.bin"/><Relationship Id="rId17" Type="http://schemas.openxmlformats.org/officeDocument/2006/relationships/image" Target="../media/image317.emf"/><Relationship Id="rId2" Type="http://schemas.openxmlformats.org/officeDocument/2006/relationships/image" Target="../media/image308.wmf"/><Relationship Id="rId16" Type="http://schemas.openxmlformats.org/officeDocument/2006/relationships/oleObject" Target="../embeddings/oleObject291.bin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10.emf"/><Relationship Id="rId11" Type="http://schemas.openxmlformats.org/officeDocument/2006/relationships/image" Target="../media/image313.emf"/><Relationship Id="rId5" Type="http://schemas.openxmlformats.org/officeDocument/2006/relationships/oleObject" Target="../embeddings/oleObject287.bin"/><Relationship Id="rId15" Type="http://schemas.openxmlformats.org/officeDocument/2006/relationships/image" Target="../media/image316.emf"/><Relationship Id="rId10" Type="http://schemas.openxmlformats.org/officeDocument/2006/relationships/image" Target="../media/image312.emf"/><Relationship Id="rId4" Type="http://schemas.openxmlformats.org/officeDocument/2006/relationships/image" Target="../media/image309.emf"/><Relationship Id="rId9" Type="http://schemas.openxmlformats.org/officeDocument/2006/relationships/oleObject" Target="../embeddings/oleObject289.bin"/><Relationship Id="rId14" Type="http://schemas.openxmlformats.org/officeDocument/2006/relationships/image" Target="../media/image315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8.jpe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G:\PFiles\MSOffice\Clipart\photohm\j0145176.jpg">
            <a:extLst>
              <a:ext uri="{FF2B5EF4-FFF2-40B4-BE49-F238E27FC236}">
                <a16:creationId xmlns:a16="http://schemas.microsoft.com/office/drawing/2014/main" id="{8E82271A-ABCD-3D03-FF88-63BEDBA60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WordArt 11">
            <a:extLst>
              <a:ext uri="{FF2B5EF4-FFF2-40B4-BE49-F238E27FC236}">
                <a16:creationId xmlns:a16="http://schemas.microsoft.com/office/drawing/2014/main" id="{77C2DC4A-F5C2-B729-F1A0-556AADB0D45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428625"/>
            <a:ext cx="7210425" cy="92868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400" i="1" kern="1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Narrow"/>
              </a:rPr>
              <a:t>University Physics</a:t>
            </a:r>
            <a:endParaRPr lang="zh-CN" altLang="en-US" sz="4400" i="1" kern="1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latin typeface="Arial Narro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528" fill="hold" nodeType="after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5">
            <a:extLst>
              <a:ext uri="{FF2B5EF4-FFF2-40B4-BE49-F238E27FC236}">
                <a16:creationId xmlns:a16="http://schemas.microsoft.com/office/drawing/2014/main" id="{39460CA7-6CFF-436B-1631-9EEDFB4FB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109663"/>
            <a:ext cx="3838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磁场的高斯定理</a:t>
            </a:r>
            <a:endParaRPr lang="zh-CN" altLang="en-US">
              <a:solidFill>
                <a:srgbClr val="FFFF00"/>
              </a:solidFill>
            </a:endParaRPr>
          </a:p>
        </p:txBody>
      </p:sp>
      <p:graphicFrame>
        <p:nvGraphicFramePr>
          <p:cNvPr id="20" name="Object 2">
            <a:extLst>
              <a:ext uri="{FF2B5EF4-FFF2-40B4-BE49-F238E27FC236}">
                <a16:creationId xmlns:a16="http://schemas.microsoft.com/office/drawing/2014/main" id="{4116FD69-1387-36A4-5FBD-3CC1E626BDAC}"/>
              </a:ext>
            </a:extLst>
          </p:cNvPr>
          <p:cNvGraphicFramePr>
            <a:graphicFrameLocks/>
          </p:cNvGraphicFramePr>
          <p:nvPr/>
        </p:nvGraphicFramePr>
        <p:xfrm>
          <a:off x="4356100" y="1109663"/>
          <a:ext cx="2362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31907" imgH="579065" progId="Equation.3">
                  <p:embed/>
                </p:oleObj>
              </mc:Choice>
              <mc:Fallback>
                <p:oleObj name="公式" r:id="rId2" imgW="2331907" imgH="57906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109663"/>
                        <a:ext cx="2362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7">
            <a:extLst>
              <a:ext uri="{FF2B5EF4-FFF2-40B4-BE49-F238E27FC236}">
                <a16:creationId xmlns:a16="http://schemas.microsoft.com/office/drawing/2014/main" id="{F49A9954-A59B-87A8-340A-B4C3A2D18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262188"/>
            <a:ext cx="5045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磁场的安培环路定理</a:t>
            </a:r>
          </a:p>
        </p:txBody>
      </p:sp>
      <p:graphicFrame>
        <p:nvGraphicFramePr>
          <p:cNvPr id="24" name="Object 12">
            <a:extLst>
              <a:ext uri="{FF2B5EF4-FFF2-40B4-BE49-F238E27FC236}">
                <a16:creationId xmlns:a16="http://schemas.microsoft.com/office/drawing/2014/main" id="{D4EFA1EE-CB13-8077-1A2A-615CF74AF9CA}"/>
              </a:ext>
            </a:extLst>
          </p:cNvPr>
          <p:cNvGraphicFramePr>
            <a:graphicFrameLocks/>
          </p:cNvGraphicFramePr>
          <p:nvPr/>
        </p:nvGraphicFramePr>
        <p:xfrm>
          <a:off x="4500563" y="2262188"/>
          <a:ext cx="25257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99609" imgH="579065" progId="Equation.3">
                  <p:embed/>
                </p:oleObj>
              </mc:Choice>
              <mc:Fallback>
                <p:oleObj name="公式" r:id="rId4" imgW="2499609" imgH="579065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262188"/>
                        <a:ext cx="25257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2">
            <a:extLst>
              <a:ext uri="{FF2B5EF4-FFF2-40B4-BE49-F238E27FC236}">
                <a16:creationId xmlns:a16="http://schemas.microsoft.com/office/drawing/2014/main" id="{3C114735-CD83-D468-8DD1-B6AABA9EE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3752851"/>
            <a:ext cx="2159000" cy="647700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/>
          </a:p>
        </p:txBody>
      </p:sp>
      <p:sp>
        <p:nvSpPr>
          <p:cNvPr id="10" name="AutoShape 6">
            <a:extLst>
              <a:ext uri="{FF2B5EF4-FFF2-40B4-BE49-F238E27FC236}">
                <a16:creationId xmlns:a16="http://schemas.microsoft.com/office/drawing/2014/main" id="{8F52E973-4D34-C7B7-972A-FC3D7921AB81}"/>
              </a:ext>
            </a:extLst>
          </p:cNvPr>
          <p:cNvSpPr>
            <a:spLocks/>
          </p:cNvSpPr>
          <p:nvPr/>
        </p:nvSpPr>
        <p:spPr bwMode="auto">
          <a:xfrm>
            <a:off x="4543425" y="3721101"/>
            <a:ext cx="228600" cy="779462"/>
          </a:xfrm>
          <a:prstGeom prst="leftBrace">
            <a:avLst>
              <a:gd name="adj1" fmla="val 28414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C473BEF2-DC0D-681A-5FFD-264B5A04D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62" y="3581401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66FFFF"/>
                </a:solidFill>
              </a:rPr>
              <a:t>大小：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B4C825E6-C448-5BE2-4C6F-7847072CD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8225" y="4167188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66FFFF"/>
                </a:solidFill>
              </a:rPr>
              <a:t>方向：</a:t>
            </a:r>
          </a:p>
        </p:txBody>
      </p:sp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7926496D-EF5C-9BA1-B8E1-F13AB60507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97796"/>
              </p:ext>
            </p:extLst>
          </p:nvPr>
        </p:nvGraphicFramePr>
        <p:xfrm>
          <a:off x="5762625" y="3646488"/>
          <a:ext cx="21447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18422" imgH="289782" progId="Equation.3">
                  <p:embed/>
                </p:oleObj>
              </mc:Choice>
              <mc:Fallback>
                <p:oleObj name="Equation" r:id="rId6" imgW="2118422" imgH="289782" progId="Equation.3">
                  <p:embed/>
                  <p:pic>
                    <p:nvPicPr>
                      <p:cNvPr id="13" name="Object 2">
                        <a:extLst>
                          <a:ext uri="{FF2B5EF4-FFF2-40B4-BE49-F238E27FC236}">
                            <a16:creationId xmlns:a16="http://schemas.microsoft.com/office/drawing/2014/main" id="{7926496D-EF5C-9BA1-B8E1-F13AB605078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3646488"/>
                        <a:ext cx="2144712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0">
            <a:extLst>
              <a:ext uri="{FF2B5EF4-FFF2-40B4-BE49-F238E27FC236}">
                <a16:creationId xmlns:a16="http://schemas.microsoft.com/office/drawing/2014/main" id="{B31D5BF6-061B-1016-DA1F-CF749EFB8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7" y="4943476"/>
            <a:ext cx="6626225" cy="457200"/>
          </a:xfrm>
          <a:prstGeom prst="rect">
            <a:avLst/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任意形状载流导线在</a:t>
            </a:r>
            <a:r>
              <a:rPr lang="zh-CN" altLang="en-US">
                <a:solidFill>
                  <a:srgbClr val="800080"/>
                </a:solidFill>
                <a:latin typeface="宋体" panose="02010600030101010101" pitchFamily="2" charset="-122"/>
              </a:rPr>
              <a:t>外</a:t>
            </a:r>
            <a:r>
              <a:rPr lang="zh-CN" altLang="en-US">
                <a:latin typeface="宋体" panose="02010600030101010101" pitchFamily="2" charset="-122"/>
              </a:rPr>
              <a:t>磁场中受到的安培力</a:t>
            </a: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FC7736FB-EC10-8206-A8E5-A1999D07D0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9329495"/>
              </p:ext>
            </p:extLst>
          </p:nvPr>
        </p:nvGraphicFramePr>
        <p:xfrm>
          <a:off x="4033837" y="5518151"/>
          <a:ext cx="27813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50913" imgH="556121" progId="Equation.3">
                  <p:embed/>
                </p:oleObj>
              </mc:Choice>
              <mc:Fallback>
                <p:oleObj name="Equation" r:id="rId8" imgW="2750913" imgH="556121" progId="Equation.3">
                  <p:embed/>
                  <p:pic>
                    <p:nvPicPr>
                      <p:cNvPr id="15" name="Object 3">
                        <a:extLst>
                          <a:ext uri="{FF2B5EF4-FFF2-40B4-BE49-F238E27FC236}">
                            <a16:creationId xmlns:a16="http://schemas.microsoft.com/office/drawing/2014/main" id="{FC7736FB-EC10-8206-A8E5-A1999D07D0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3837" y="5518151"/>
                        <a:ext cx="27813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>
            <a:extLst>
              <a:ext uri="{FF2B5EF4-FFF2-40B4-BE49-F238E27FC236}">
                <a16:creationId xmlns:a16="http://schemas.microsoft.com/office/drawing/2014/main" id="{40CB1412-00C1-D867-72F6-BEFECEE3E1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726242"/>
              </p:ext>
            </p:extLst>
          </p:nvPr>
        </p:nvGraphicFramePr>
        <p:xfrm>
          <a:off x="2562225" y="3897313"/>
          <a:ext cx="18288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98444" imgH="335169" progId="Equation.3">
                  <p:embed/>
                </p:oleObj>
              </mc:Choice>
              <mc:Fallback>
                <p:oleObj name="Equation" r:id="rId10" imgW="1798444" imgH="335169" progId="Equation.3">
                  <p:embed/>
                  <p:pic>
                    <p:nvPicPr>
                      <p:cNvPr id="16" name="Object 8">
                        <a:extLst>
                          <a:ext uri="{FF2B5EF4-FFF2-40B4-BE49-F238E27FC236}">
                            <a16:creationId xmlns:a16="http://schemas.microsoft.com/office/drawing/2014/main" id="{40CB1412-00C1-D867-72F6-BEFECEE3E1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3897313"/>
                        <a:ext cx="18288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3">
            <a:extLst>
              <a:ext uri="{FF2B5EF4-FFF2-40B4-BE49-F238E27FC236}">
                <a16:creationId xmlns:a16="http://schemas.microsoft.com/office/drawing/2014/main" id="{30E37259-0AC8-5C18-D2E7-2A38843FA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7" y="3821113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/>
              <a:t>安培力</a:t>
            </a:r>
          </a:p>
        </p:txBody>
      </p:sp>
      <p:graphicFrame>
        <p:nvGraphicFramePr>
          <p:cNvPr id="18" name="Object 9">
            <a:extLst>
              <a:ext uri="{FF2B5EF4-FFF2-40B4-BE49-F238E27FC236}">
                <a16:creationId xmlns:a16="http://schemas.microsoft.com/office/drawing/2014/main" id="{CDE7D8C8-5FD1-D446-05B8-55E9D4E002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4787995"/>
              </p:ext>
            </p:extLst>
          </p:nvPr>
        </p:nvGraphicFramePr>
        <p:xfrm>
          <a:off x="5868987" y="4184651"/>
          <a:ext cx="10414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13678" imgH="335169" progId="Equation.3">
                  <p:embed/>
                </p:oleObj>
              </mc:Choice>
              <mc:Fallback>
                <p:oleObj name="公式" r:id="rId12" imgW="1013678" imgH="335169" progId="Equation.3">
                  <p:embed/>
                  <p:pic>
                    <p:nvPicPr>
                      <p:cNvPr id="18" name="Object 9">
                        <a:extLst>
                          <a:ext uri="{FF2B5EF4-FFF2-40B4-BE49-F238E27FC236}">
                            <a16:creationId xmlns:a16="http://schemas.microsoft.com/office/drawing/2014/main" id="{CDE7D8C8-5FD1-D446-05B8-55E9D4E0025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987" y="4184651"/>
                        <a:ext cx="10414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3" grpId="0" autoUpdateAnimBg="0"/>
      <p:bldP spid="9" grpId="0" animBg="1"/>
      <p:bldP spid="10" grpId="0" animBg="1"/>
      <p:bldP spid="11" grpId="0" autoUpdateAnimBg="0"/>
      <p:bldP spid="12" grpId="0" autoUpdateAnimBg="0"/>
      <p:bldP spid="14" grpId="0" animBg="1" autoUpdateAnimBg="0"/>
      <p:bldP spid="1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Text Box 2">
            <a:extLst>
              <a:ext uri="{FF2B5EF4-FFF2-40B4-BE49-F238E27FC236}">
                <a16:creationId xmlns:a16="http://schemas.microsoft.com/office/drawing/2014/main" id="{8F38051A-03ED-B456-E125-B092CE7E9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214313"/>
            <a:ext cx="75041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在均匀磁场中放置一半径为</a:t>
            </a:r>
            <a:r>
              <a:rPr lang="en-US" altLang="zh-CN" i="1">
                <a:solidFill>
                  <a:srgbClr val="66FFFF"/>
                </a:solidFill>
              </a:rPr>
              <a:t>R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的半圆形导线，电流强度为</a:t>
            </a:r>
            <a:r>
              <a:rPr lang="en-US" altLang="zh-CN" i="1">
                <a:solidFill>
                  <a:srgbClr val="66FFFF"/>
                </a:solidFill>
              </a:rPr>
              <a:t>I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，导线两端连线与磁感强度方向夹角</a:t>
            </a:r>
            <a:r>
              <a:rPr lang="zh-CN" altLang="en-US" i="1">
                <a:solidFill>
                  <a:srgbClr val="66FFFF"/>
                </a:solidFill>
                <a:sym typeface="Symbol" panose="05050102010706020507" pitchFamily="18" charset="2"/>
              </a:rPr>
              <a:t></a:t>
            </a:r>
            <a:r>
              <a:rPr lang="en-US" altLang="zh-CN" i="1">
                <a:solidFill>
                  <a:srgbClr val="66FFFF"/>
                </a:solidFill>
                <a:sym typeface="Symbol" panose="05050102010706020507" pitchFamily="18" charset="2"/>
              </a:rPr>
              <a:t>=</a:t>
            </a:r>
            <a:r>
              <a:rPr lang="en-US" altLang="zh-CN">
                <a:solidFill>
                  <a:srgbClr val="66FFFF"/>
                </a:solidFill>
                <a:sym typeface="Symbol" panose="05050102010706020507" pitchFamily="18" charset="2"/>
              </a:rPr>
              <a:t>30°</a:t>
            </a:r>
            <a:endParaRPr lang="en-US" altLang="zh-CN" sz="32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551D3855-02D5-085F-7469-00630AFEFE64}"/>
              </a:ext>
            </a:extLst>
          </p:cNvPr>
          <p:cNvGrpSpPr>
            <a:grpSpLocks/>
          </p:cNvGrpSpPr>
          <p:nvPr/>
        </p:nvGrpSpPr>
        <p:grpSpPr bwMode="auto">
          <a:xfrm>
            <a:off x="5591175" y="3744913"/>
            <a:ext cx="3127375" cy="914400"/>
            <a:chOff x="3216" y="1872"/>
            <a:chExt cx="1970" cy="576"/>
          </a:xfrm>
        </p:grpSpPr>
        <p:grpSp>
          <p:nvGrpSpPr>
            <p:cNvPr id="11296" name="Group 4">
              <a:extLst>
                <a:ext uri="{FF2B5EF4-FFF2-40B4-BE49-F238E27FC236}">
                  <a16:creationId xmlns:a16="http://schemas.microsoft.com/office/drawing/2014/main" id="{4AF688D0-64BF-FF71-4567-637A2BFA24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872"/>
              <a:ext cx="1750" cy="0"/>
              <a:chOff x="3504" y="1776"/>
              <a:chExt cx="1392" cy="0"/>
            </a:xfrm>
          </p:grpSpPr>
          <p:sp>
            <p:nvSpPr>
              <p:cNvPr id="11307" name="Line 5">
                <a:extLst>
                  <a:ext uri="{FF2B5EF4-FFF2-40B4-BE49-F238E27FC236}">
                    <a16:creationId xmlns:a16="http://schemas.microsoft.com/office/drawing/2014/main" id="{A838DE83-5EA6-5177-A5F6-26AC0FEC4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776"/>
                <a:ext cx="13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8" name="Line 6">
                <a:extLst>
                  <a:ext uri="{FF2B5EF4-FFF2-40B4-BE49-F238E27FC236}">
                    <a16:creationId xmlns:a16="http://schemas.microsoft.com/office/drawing/2014/main" id="{D09E262F-B594-C1F3-F176-0186B1A18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77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97" name="Group 7">
              <a:extLst>
                <a:ext uri="{FF2B5EF4-FFF2-40B4-BE49-F238E27FC236}">
                  <a16:creationId xmlns:a16="http://schemas.microsoft.com/office/drawing/2014/main" id="{61AB52A3-C52C-4144-7D3C-687748F351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064"/>
              <a:ext cx="1750" cy="0"/>
              <a:chOff x="3504" y="1776"/>
              <a:chExt cx="1392" cy="0"/>
            </a:xfrm>
          </p:grpSpPr>
          <p:sp>
            <p:nvSpPr>
              <p:cNvPr id="11305" name="Line 8">
                <a:extLst>
                  <a:ext uri="{FF2B5EF4-FFF2-40B4-BE49-F238E27FC236}">
                    <a16:creationId xmlns:a16="http://schemas.microsoft.com/office/drawing/2014/main" id="{72CC7D59-CFA0-8093-0E28-40A059B2E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776"/>
                <a:ext cx="13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6" name="Line 9">
                <a:extLst>
                  <a:ext uri="{FF2B5EF4-FFF2-40B4-BE49-F238E27FC236}">
                    <a16:creationId xmlns:a16="http://schemas.microsoft.com/office/drawing/2014/main" id="{F4CEA929-387B-71DF-97E8-66DE08B032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77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98" name="Group 10">
              <a:extLst>
                <a:ext uri="{FF2B5EF4-FFF2-40B4-BE49-F238E27FC236}">
                  <a16:creationId xmlns:a16="http://schemas.microsoft.com/office/drawing/2014/main" id="{BF5AAC2A-DA10-8165-76F8-8A3ECC818B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256"/>
              <a:ext cx="1750" cy="0"/>
              <a:chOff x="3504" y="1776"/>
              <a:chExt cx="1392" cy="0"/>
            </a:xfrm>
          </p:grpSpPr>
          <p:sp>
            <p:nvSpPr>
              <p:cNvPr id="11303" name="Line 11">
                <a:extLst>
                  <a:ext uri="{FF2B5EF4-FFF2-40B4-BE49-F238E27FC236}">
                    <a16:creationId xmlns:a16="http://schemas.microsoft.com/office/drawing/2014/main" id="{B89A9FB7-64BA-8A0D-A136-8F14346BC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776"/>
                <a:ext cx="13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4" name="Line 12">
                <a:extLst>
                  <a:ext uri="{FF2B5EF4-FFF2-40B4-BE49-F238E27FC236}">
                    <a16:creationId xmlns:a16="http://schemas.microsoft.com/office/drawing/2014/main" id="{40E76763-10B5-1327-0660-A00E7B35DD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77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299" name="Group 13">
              <a:extLst>
                <a:ext uri="{FF2B5EF4-FFF2-40B4-BE49-F238E27FC236}">
                  <a16:creationId xmlns:a16="http://schemas.microsoft.com/office/drawing/2014/main" id="{9777A30C-4D9B-EF72-B14F-E43C5B0054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448"/>
              <a:ext cx="1750" cy="0"/>
              <a:chOff x="3504" y="1776"/>
              <a:chExt cx="1392" cy="0"/>
            </a:xfrm>
          </p:grpSpPr>
          <p:sp>
            <p:nvSpPr>
              <p:cNvPr id="11301" name="Line 14">
                <a:extLst>
                  <a:ext uri="{FF2B5EF4-FFF2-40B4-BE49-F238E27FC236}">
                    <a16:creationId xmlns:a16="http://schemas.microsoft.com/office/drawing/2014/main" id="{9A36916C-25FF-12C4-755F-D15CE87DC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776"/>
                <a:ext cx="1392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2" name="Line 15">
                <a:extLst>
                  <a:ext uri="{FF2B5EF4-FFF2-40B4-BE49-F238E27FC236}">
                    <a16:creationId xmlns:a16="http://schemas.microsoft.com/office/drawing/2014/main" id="{F5702631-009F-8711-A2DF-CE1ACBC4A1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77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bg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1300" name="Object 14">
              <a:extLst>
                <a:ext uri="{FF2B5EF4-FFF2-40B4-BE49-F238E27FC236}">
                  <a16:creationId xmlns:a16="http://schemas.microsoft.com/office/drawing/2014/main" id="{75A84283-C8EF-44B0-7F19-1DA8B07B3C6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57" y="1911"/>
            <a:ext cx="22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37347" imgH="183046" progId="Equation.3">
                    <p:embed/>
                  </p:oleObj>
                </mc:Choice>
                <mc:Fallback>
                  <p:oleObj name="公式" r:id="rId2" imgW="137347" imgH="183046" progId="Equation.3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7" y="1911"/>
                          <a:ext cx="229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bg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1857" name="AutoShape 17">
            <a:extLst>
              <a:ext uri="{FF2B5EF4-FFF2-40B4-BE49-F238E27FC236}">
                <a16:creationId xmlns:a16="http://schemas.microsoft.com/office/drawing/2014/main" id="{C644237E-263A-DE63-6A19-3D2DEAE75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0725" y="5000625"/>
            <a:ext cx="1230313" cy="469900"/>
          </a:xfrm>
          <a:prstGeom prst="wedgeRectCallout">
            <a:avLst>
              <a:gd name="adj1" fmla="val -96838"/>
              <a:gd name="adj2" fmla="val -210810"/>
            </a:avLst>
          </a:prstGeom>
          <a:solidFill>
            <a:schemeClr val="accent2"/>
          </a:solidFill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</a:t>
            </a:r>
            <a:r>
              <a:rPr lang="en-US" altLang="zh-CN">
                <a:solidFill>
                  <a:srgbClr val="FFFF6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>
                <a:solidFill>
                  <a:srgbClr val="FFFF66"/>
                </a:solidFill>
                <a:sym typeface="Symbol" panose="05050102010706020507" pitchFamily="18" charset="2"/>
              </a:rPr>
              <a:t>30°</a:t>
            </a:r>
          </a:p>
        </p:txBody>
      </p:sp>
      <p:graphicFrame>
        <p:nvGraphicFramePr>
          <p:cNvPr id="291858" name="Object 2">
            <a:extLst>
              <a:ext uri="{FF2B5EF4-FFF2-40B4-BE49-F238E27FC236}">
                <a16:creationId xmlns:a16="http://schemas.microsoft.com/office/drawing/2014/main" id="{70780A46-3CB5-4E0F-EB93-60460F0943C4}"/>
              </a:ext>
            </a:extLst>
          </p:cNvPr>
          <p:cNvGraphicFramePr>
            <a:graphicFrameLocks/>
          </p:cNvGraphicFramePr>
          <p:nvPr/>
        </p:nvGraphicFramePr>
        <p:xfrm>
          <a:off x="5270500" y="4498975"/>
          <a:ext cx="30956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6493" imgH="121698" progId="Equation.3">
                  <p:embed/>
                </p:oleObj>
              </mc:Choice>
              <mc:Fallback>
                <p:oleObj name="公式" r:id="rId4" imgW="106493" imgH="121698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0" y="4498975"/>
                        <a:ext cx="30956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9" name="Object 3">
            <a:extLst>
              <a:ext uri="{FF2B5EF4-FFF2-40B4-BE49-F238E27FC236}">
                <a16:creationId xmlns:a16="http://schemas.microsoft.com/office/drawing/2014/main" id="{7A3AC9DE-2C8D-5F3E-15EE-03E37FB4E53F}"/>
              </a:ext>
            </a:extLst>
          </p:cNvPr>
          <p:cNvGraphicFramePr>
            <a:graphicFrameLocks/>
          </p:cNvGraphicFramePr>
          <p:nvPr/>
        </p:nvGraphicFramePr>
        <p:xfrm>
          <a:off x="7070725" y="3592513"/>
          <a:ext cx="27781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9029" imgH="144641" progId="Equation.3">
                  <p:embed/>
                </p:oleObj>
              </mc:Choice>
              <mc:Fallback>
                <p:oleObj name="公式" r:id="rId6" imgW="99029" imgH="144641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0725" y="3592513"/>
                        <a:ext cx="27781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0" name="Text Box 20">
            <a:extLst>
              <a:ext uri="{FF2B5EF4-FFF2-40B4-BE49-F238E27FC236}">
                <a16:creationId xmlns:a16="http://schemas.microsoft.com/office/drawing/2014/main" id="{757E0020-1381-D5E3-92D3-321DAA30D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7145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在电流上任取电流元</a:t>
            </a:r>
          </a:p>
        </p:txBody>
      </p:sp>
      <p:graphicFrame>
        <p:nvGraphicFramePr>
          <p:cNvPr id="291861" name="Object 4">
            <a:extLst>
              <a:ext uri="{FF2B5EF4-FFF2-40B4-BE49-F238E27FC236}">
                <a16:creationId xmlns:a16="http://schemas.microsoft.com/office/drawing/2014/main" id="{1D0E8AA3-1E1D-84B1-90B5-B9954EA52E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4750" y="1714500"/>
          <a:ext cx="6413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9267" imgH="198009" progId="Equation.3">
                  <p:embed/>
                </p:oleObj>
              </mc:Choice>
              <mc:Fallback>
                <p:oleObj name="公式" r:id="rId8" imgW="259267" imgH="19800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0" y="1714500"/>
                        <a:ext cx="6413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2" name="Object 5">
            <a:extLst>
              <a:ext uri="{FF2B5EF4-FFF2-40B4-BE49-F238E27FC236}">
                <a16:creationId xmlns:a16="http://schemas.microsoft.com/office/drawing/2014/main" id="{F2A95F5F-C49E-9975-1818-03FA084AE1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2286000"/>
          <a:ext cx="2065337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30549" imgH="464848" progId="Equation.3">
                  <p:embed/>
                </p:oleObj>
              </mc:Choice>
              <mc:Fallback>
                <p:oleObj name="公式" r:id="rId10" imgW="830549" imgH="46484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286000"/>
                        <a:ext cx="2065337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3" name="Object 6">
            <a:extLst>
              <a:ext uri="{FF2B5EF4-FFF2-40B4-BE49-F238E27FC236}">
                <a16:creationId xmlns:a16="http://schemas.microsoft.com/office/drawing/2014/main" id="{FC361BE3-79B0-9CFF-0B73-20B3B24548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5588" y="2278063"/>
          <a:ext cx="2076450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30549" imgH="502754" progId="Equation.3">
                  <p:embed/>
                </p:oleObj>
              </mc:Choice>
              <mc:Fallback>
                <p:oleObj name="公式" r:id="rId12" imgW="830549" imgH="5027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2278063"/>
                        <a:ext cx="2076450" cy="1281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4" name="Object 7">
            <a:extLst>
              <a:ext uri="{FF2B5EF4-FFF2-40B4-BE49-F238E27FC236}">
                <a16:creationId xmlns:a16="http://schemas.microsoft.com/office/drawing/2014/main" id="{753E5FB0-7107-C33A-7380-3CED64059F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5063" y="3756025"/>
          <a:ext cx="14986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94173" imgH="198009" progId="Equation.3">
                  <p:embed/>
                </p:oleObj>
              </mc:Choice>
              <mc:Fallback>
                <p:oleObj name="公式" r:id="rId14" imgW="594173" imgH="19800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063" y="3756025"/>
                        <a:ext cx="14986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5" name="Object 8">
            <a:extLst>
              <a:ext uri="{FF2B5EF4-FFF2-40B4-BE49-F238E27FC236}">
                <a16:creationId xmlns:a16="http://schemas.microsoft.com/office/drawing/2014/main" id="{C38EA016-18E2-C7C6-E31A-4E0E1A62B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4357688"/>
          <a:ext cx="252571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021142" imgH="297263" progId="Equation.3">
                  <p:embed/>
                </p:oleObj>
              </mc:Choice>
              <mc:Fallback>
                <p:oleObj name="公式" r:id="rId16" imgW="1021142" imgH="29726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357688"/>
                        <a:ext cx="2525713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6" name="Object 9">
            <a:extLst>
              <a:ext uri="{FF2B5EF4-FFF2-40B4-BE49-F238E27FC236}">
                <a16:creationId xmlns:a16="http://schemas.microsoft.com/office/drawing/2014/main" id="{922FB40D-BD38-6840-E9DD-95ED536133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4075" y="4510088"/>
          <a:ext cx="9858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73224" imgH="137160" progId="Equation.3">
                  <p:embed/>
                </p:oleObj>
              </mc:Choice>
              <mc:Fallback>
                <p:oleObj name="公式" r:id="rId18" imgW="373224" imgH="1371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4510088"/>
                        <a:ext cx="9858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7">
            <a:extLst>
              <a:ext uri="{FF2B5EF4-FFF2-40B4-BE49-F238E27FC236}">
                <a16:creationId xmlns:a16="http://schemas.microsoft.com/office/drawing/2014/main" id="{13314131-E8C7-51BD-13F7-9E303DC6FF75}"/>
              </a:ext>
            </a:extLst>
          </p:cNvPr>
          <p:cNvGrpSpPr>
            <a:grpSpLocks/>
          </p:cNvGrpSpPr>
          <p:nvPr/>
        </p:nvGrpSpPr>
        <p:grpSpPr bwMode="auto">
          <a:xfrm>
            <a:off x="909638" y="5353050"/>
            <a:ext cx="1516062" cy="558800"/>
            <a:chOff x="864" y="2396"/>
            <a:chExt cx="955" cy="352"/>
          </a:xfrm>
        </p:grpSpPr>
        <p:sp>
          <p:nvSpPr>
            <p:cNvPr id="11294" name="Text Box 28">
              <a:extLst>
                <a:ext uri="{FF2B5EF4-FFF2-40B4-BE49-F238E27FC236}">
                  <a16:creationId xmlns:a16="http://schemas.microsoft.com/office/drawing/2014/main" id="{8CE4CCF9-4430-8064-8E04-74573E81B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2400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方向</a:t>
              </a:r>
              <a:endParaRPr lang="zh-CN" altLang="en-US" sz="3200">
                <a:solidFill>
                  <a:schemeClr val="bg1"/>
                </a:solidFill>
              </a:endParaRPr>
            </a:p>
          </p:txBody>
        </p:sp>
        <p:graphicFrame>
          <p:nvGraphicFramePr>
            <p:cNvPr id="11295" name="Object 13">
              <a:extLst>
                <a:ext uri="{FF2B5EF4-FFF2-40B4-BE49-F238E27FC236}">
                  <a16:creationId xmlns:a16="http://schemas.microsoft.com/office/drawing/2014/main" id="{67980A8C-2A89-4E4A-D8D5-CC7B9C6D3A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3" y="2396"/>
            <a:ext cx="476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12513" imgH="220952" progId="Equation.3">
                    <p:embed/>
                  </p:oleObj>
                </mc:Choice>
                <mc:Fallback>
                  <p:oleObj name="公式" r:id="rId20" imgW="312513" imgH="220952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3" y="2396"/>
                          <a:ext cx="476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30">
            <a:extLst>
              <a:ext uri="{FF2B5EF4-FFF2-40B4-BE49-F238E27FC236}">
                <a16:creationId xmlns:a16="http://schemas.microsoft.com/office/drawing/2014/main" id="{AD1464A8-5138-88A2-7232-C273B88E4D4A}"/>
              </a:ext>
            </a:extLst>
          </p:cNvPr>
          <p:cNvGrpSpPr>
            <a:grpSpLocks/>
          </p:cNvGrpSpPr>
          <p:nvPr/>
        </p:nvGrpSpPr>
        <p:grpSpPr bwMode="auto">
          <a:xfrm>
            <a:off x="5272088" y="3592513"/>
            <a:ext cx="1614487" cy="1236662"/>
            <a:chOff x="3015" y="1776"/>
            <a:chExt cx="1017" cy="779"/>
          </a:xfrm>
        </p:grpSpPr>
        <p:sp>
          <p:nvSpPr>
            <p:cNvPr id="11290" name="Line 31">
              <a:extLst>
                <a:ext uri="{FF2B5EF4-FFF2-40B4-BE49-F238E27FC236}">
                  <a16:creationId xmlns:a16="http://schemas.microsoft.com/office/drawing/2014/main" id="{E6199360-AD41-FA5D-6D80-F4B2F48780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395828" flipH="1">
              <a:off x="3415" y="1883"/>
              <a:ext cx="528" cy="672"/>
            </a:xfrm>
            <a:prstGeom prst="line">
              <a:avLst/>
            </a:prstGeom>
            <a:noFill/>
            <a:ln w="12700" cap="rnd">
              <a:solidFill>
                <a:srgbClr val="00FF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291" name="Object 12">
              <a:extLst>
                <a:ext uri="{FF2B5EF4-FFF2-40B4-BE49-F238E27FC236}">
                  <a16:creationId xmlns:a16="http://schemas.microsoft.com/office/drawing/2014/main" id="{D37D9A68-A346-D861-194C-5BFB775F27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5" y="2016"/>
            <a:ext cx="194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06493" imgH="137160" progId="Equation.3">
                    <p:embed/>
                  </p:oleObj>
                </mc:Choice>
                <mc:Fallback>
                  <p:oleObj name="公式" r:id="rId22" imgW="106493" imgH="13716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5" y="2016"/>
                          <a:ext cx="194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2" name="Arc 33">
              <a:extLst>
                <a:ext uri="{FF2B5EF4-FFF2-40B4-BE49-F238E27FC236}">
                  <a16:creationId xmlns:a16="http://schemas.microsoft.com/office/drawing/2014/main" id="{B6311AB9-507A-08D5-9C89-AF31B18F02A2}"/>
                </a:ext>
              </a:extLst>
            </p:cNvPr>
            <p:cNvSpPr>
              <a:spLocks/>
            </p:cNvSpPr>
            <p:nvPr/>
          </p:nvSpPr>
          <p:spPr bwMode="auto">
            <a:xfrm rot="6374201" flipH="1" flipV="1">
              <a:off x="3288" y="1752"/>
              <a:ext cx="720" cy="768"/>
            </a:xfrm>
            <a:custGeom>
              <a:avLst/>
              <a:gdLst>
                <a:gd name="T0" fmla="*/ 0 w 35979"/>
                <a:gd name="T1" fmla="*/ 0 h 37519"/>
                <a:gd name="T2" fmla="*/ 0 w 35979"/>
                <a:gd name="T3" fmla="*/ 0 h 37519"/>
                <a:gd name="T4" fmla="*/ 0 w 35979"/>
                <a:gd name="T5" fmla="*/ 0 h 37519"/>
                <a:gd name="T6" fmla="*/ 0 60000 65536"/>
                <a:gd name="T7" fmla="*/ 0 60000 65536"/>
                <a:gd name="T8" fmla="*/ 0 60000 65536"/>
                <a:gd name="T9" fmla="*/ 0 w 35979"/>
                <a:gd name="T10" fmla="*/ 0 h 37519"/>
                <a:gd name="T11" fmla="*/ 35979 w 35979"/>
                <a:gd name="T12" fmla="*/ 37519 h 375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979" h="37519" fill="none" extrusionOk="0">
                  <a:moveTo>
                    <a:pt x="-1" y="5481"/>
                  </a:moveTo>
                  <a:cubicBezTo>
                    <a:pt x="3957" y="1951"/>
                    <a:pt x="9075" y="-1"/>
                    <a:pt x="14379" y="0"/>
                  </a:cubicBezTo>
                  <a:cubicBezTo>
                    <a:pt x="26308" y="0"/>
                    <a:pt x="35979" y="9670"/>
                    <a:pt x="35979" y="21600"/>
                  </a:cubicBezTo>
                  <a:cubicBezTo>
                    <a:pt x="35979" y="27652"/>
                    <a:pt x="33439" y="33428"/>
                    <a:pt x="28978" y="37519"/>
                  </a:cubicBezTo>
                </a:path>
                <a:path w="35979" h="37519" stroke="0" extrusionOk="0">
                  <a:moveTo>
                    <a:pt x="-1" y="5481"/>
                  </a:moveTo>
                  <a:cubicBezTo>
                    <a:pt x="3957" y="1951"/>
                    <a:pt x="9075" y="-1"/>
                    <a:pt x="14379" y="0"/>
                  </a:cubicBezTo>
                  <a:cubicBezTo>
                    <a:pt x="26308" y="0"/>
                    <a:pt x="35979" y="9670"/>
                    <a:pt x="35979" y="21600"/>
                  </a:cubicBezTo>
                  <a:cubicBezTo>
                    <a:pt x="35979" y="27652"/>
                    <a:pt x="33439" y="33428"/>
                    <a:pt x="28978" y="37519"/>
                  </a:cubicBezTo>
                  <a:lnTo>
                    <a:pt x="14379" y="21600"/>
                  </a:lnTo>
                  <a:lnTo>
                    <a:pt x="-1" y="5481"/>
                  </a:lnTo>
                  <a:close/>
                </a:path>
              </a:pathLst>
            </a:custGeom>
            <a:noFill/>
            <a:ln w="95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3" name="Line 34">
              <a:extLst>
                <a:ext uri="{FF2B5EF4-FFF2-40B4-BE49-F238E27FC236}">
                  <a16:creationId xmlns:a16="http://schemas.microsoft.com/office/drawing/2014/main" id="{ADA82197-F506-3415-3596-580813485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920"/>
              <a:ext cx="96" cy="19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35">
            <a:extLst>
              <a:ext uri="{FF2B5EF4-FFF2-40B4-BE49-F238E27FC236}">
                <a16:creationId xmlns:a16="http://schemas.microsoft.com/office/drawing/2014/main" id="{F59D833F-7693-1037-C282-0EAC1E4CCD7F}"/>
              </a:ext>
            </a:extLst>
          </p:cNvPr>
          <p:cNvGrpSpPr>
            <a:grpSpLocks/>
          </p:cNvGrpSpPr>
          <p:nvPr/>
        </p:nvGrpSpPr>
        <p:grpSpPr bwMode="auto">
          <a:xfrm>
            <a:off x="5368925" y="3105150"/>
            <a:ext cx="755650" cy="639763"/>
            <a:chOff x="3458" y="2638"/>
            <a:chExt cx="476" cy="403"/>
          </a:xfrm>
        </p:grpSpPr>
        <p:graphicFrame>
          <p:nvGraphicFramePr>
            <p:cNvPr id="11288" name="Object 11">
              <a:extLst>
                <a:ext uri="{FF2B5EF4-FFF2-40B4-BE49-F238E27FC236}">
                  <a16:creationId xmlns:a16="http://schemas.microsoft.com/office/drawing/2014/main" id="{BD14AE5A-A0AF-A6B1-0EAA-DDD61FF739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8" y="2638"/>
            <a:ext cx="40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259267" imgH="198009" progId="Equation.3">
                    <p:embed/>
                  </p:oleObj>
                </mc:Choice>
                <mc:Fallback>
                  <p:oleObj name="公式" r:id="rId24" imgW="259267" imgH="19800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8" y="2638"/>
                          <a:ext cx="40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66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9" name="Line 37">
              <a:extLst>
                <a:ext uri="{FF2B5EF4-FFF2-40B4-BE49-F238E27FC236}">
                  <a16:creationId xmlns:a16="http://schemas.microsoft.com/office/drawing/2014/main" id="{FC5ABA12-2109-DF14-29DE-6AB5D889D5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0" y="2945"/>
              <a:ext cx="144" cy="96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91878" name="Object 10">
            <a:extLst>
              <a:ext uri="{FF2B5EF4-FFF2-40B4-BE49-F238E27FC236}">
                <a16:creationId xmlns:a16="http://schemas.microsoft.com/office/drawing/2014/main" id="{8C9787A9-E2AA-C277-E372-ABBF7AA60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2163" y="3022600"/>
          <a:ext cx="13160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563818" imgH="198009" progId="Equation.3">
                  <p:embed/>
                </p:oleObj>
              </mc:Choice>
              <mc:Fallback>
                <p:oleObj name="公式" r:id="rId26" imgW="563818" imgH="19800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2163" y="3022600"/>
                        <a:ext cx="131603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79" name="Line 39">
            <a:extLst>
              <a:ext uri="{FF2B5EF4-FFF2-40B4-BE49-F238E27FC236}">
                <a16:creationId xmlns:a16="http://schemas.microsoft.com/office/drawing/2014/main" id="{4C97653D-9A71-E1E3-A5DD-F3E0F75AFB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43575" y="3973513"/>
            <a:ext cx="1219200" cy="68580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880" name="Rectangle 40">
            <a:extLst>
              <a:ext uri="{FF2B5EF4-FFF2-40B4-BE49-F238E27FC236}">
                <a16:creationId xmlns:a16="http://schemas.microsoft.com/office/drawing/2014/main" id="{1DAD101B-2280-E2E7-4CB7-A453FC67E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143000"/>
            <a:ext cx="51022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此段圆弧电流受的磁力。</a:t>
            </a:r>
          </a:p>
        </p:txBody>
      </p:sp>
      <p:sp>
        <p:nvSpPr>
          <p:cNvPr id="291881" name="Rectangle 41">
            <a:extLst>
              <a:ext uri="{FF2B5EF4-FFF2-40B4-BE49-F238E27FC236}">
                <a16:creationId xmlns:a16="http://schemas.microsoft.com/office/drawing/2014/main" id="{7227491D-2FBD-B62B-6C52-D95AFC1DF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3" y="2809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291882" name="Rectangle 42">
            <a:extLst>
              <a:ext uri="{FF2B5EF4-FFF2-40B4-BE49-F238E27FC236}">
                <a16:creationId xmlns:a16="http://schemas.microsoft.com/office/drawing/2014/main" id="{ECF31AB6-12EA-AFC4-A19F-0A71F1702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143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求</a:t>
            </a:r>
          </a:p>
        </p:txBody>
      </p:sp>
      <p:sp>
        <p:nvSpPr>
          <p:cNvPr id="291883" name="Rectangle 43">
            <a:extLst>
              <a:ext uri="{FF2B5EF4-FFF2-40B4-BE49-F238E27FC236}">
                <a16:creationId xmlns:a16="http://schemas.microsoft.com/office/drawing/2014/main" id="{8A49BE11-5E4A-6BA9-B15A-380A14571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727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44" name="Text Box 19">
            <a:extLst>
              <a:ext uri="{FF2B5EF4-FFF2-40B4-BE49-F238E27FC236}">
                <a16:creationId xmlns:a16="http://schemas.microsoft.com/office/drawing/2014/main" id="{31D01E51-A068-DDA7-EBF4-D3F62D023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5929313"/>
            <a:ext cx="63579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00FFFF"/>
                </a:solidFill>
                <a:latin typeface="Bookman Old Style" pitchFamily="18" charset="0"/>
              </a:rPr>
              <a:t>    </a:t>
            </a:r>
            <a:r>
              <a:rPr lang="zh-CN" altLang="en-US">
                <a:solidFill>
                  <a:srgbClr val="00FFFF"/>
                </a:solidFill>
                <a:latin typeface="Bookman Old Style" pitchFamily="18" charset="0"/>
              </a:rPr>
              <a:t>均匀磁场中曲线电流受的安培力，等于从起点到终点的直线电流所受的安培力。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1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1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1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9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1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9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9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7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2" grpId="0" autoUpdateAnimBg="0"/>
      <p:bldP spid="291857" grpId="0" animBg="1" autoUpdateAnimBg="0"/>
      <p:bldP spid="291860" grpId="0" autoUpdateAnimBg="0"/>
      <p:bldP spid="291880" grpId="0"/>
      <p:bldP spid="291881" grpId="0" autoUpdateAnimBg="0"/>
      <p:bldP spid="291882" grpId="0" autoUpdateAnimBg="0"/>
      <p:bldP spid="291883" grpId="0" autoUpdateAnimBg="0"/>
      <p:bldP spid="4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209B65C1-F7B5-65BF-29B8-7F6BB27B4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458788"/>
            <a:ext cx="77565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如图长直导线过圆电流的中心且垂直圆电流平面电流强度均为</a:t>
            </a:r>
            <a:r>
              <a:rPr lang="en-US" altLang="zh-CN" i="1">
                <a:solidFill>
                  <a:srgbClr val="66FFFF"/>
                </a:solidFill>
              </a:rPr>
              <a:t>I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3555A824-F7A1-A504-C406-20C1F8D2C5D0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3324225"/>
            <a:ext cx="1741488" cy="381000"/>
            <a:chOff x="4481" y="1104"/>
            <a:chExt cx="1097" cy="240"/>
          </a:xfrm>
        </p:grpSpPr>
        <p:grpSp>
          <p:nvGrpSpPr>
            <p:cNvPr id="12306" name="Group 4">
              <a:extLst>
                <a:ext uri="{FF2B5EF4-FFF2-40B4-BE49-F238E27FC236}">
                  <a16:creationId xmlns:a16="http://schemas.microsoft.com/office/drawing/2014/main" id="{D0B6F881-ECC4-3CC2-CEB6-0409795D23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1" y="1104"/>
              <a:ext cx="904" cy="240"/>
              <a:chOff x="2784" y="2928"/>
              <a:chExt cx="904" cy="240"/>
            </a:xfrm>
          </p:grpSpPr>
          <p:sp>
            <p:nvSpPr>
              <p:cNvPr id="12308" name="Oval 5">
                <a:extLst>
                  <a:ext uri="{FF2B5EF4-FFF2-40B4-BE49-F238E27FC236}">
                    <a16:creationId xmlns:a16="http://schemas.microsoft.com/office/drawing/2014/main" id="{D1D3CA0E-5006-33FB-59D5-7A69DB9EE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928"/>
                <a:ext cx="904" cy="232"/>
              </a:xfrm>
              <a:prstGeom prst="ellips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2309" name="Line 6">
                <a:extLst>
                  <a:ext uri="{FF2B5EF4-FFF2-40B4-BE49-F238E27FC236}">
                    <a16:creationId xmlns:a16="http://schemas.microsoft.com/office/drawing/2014/main" id="{E6AA0332-2FC0-2CF8-C950-316AD4A817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3168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2307" name="Object 6">
              <a:extLst>
                <a:ext uri="{FF2B5EF4-FFF2-40B4-BE49-F238E27FC236}">
                  <a16:creationId xmlns:a16="http://schemas.microsoft.com/office/drawing/2014/main" id="{E8796BDA-E200-A7AD-BB76-1D215A4FB3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83" y="1104"/>
            <a:ext cx="195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06493" imgH="137160" progId="Equation.3">
                    <p:embed/>
                  </p:oleObj>
                </mc:Choice>
                <mc:Fallback>
                  <p:oleObj name="公式" r:id="rId4" imgW="106493" imgH="13716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3" y="1104"/>
                          <a:ext cx="195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8">
            <a:extLst>
              <a:ext uri="{FF2B5EF4-FFF2-40B4-BE49-F238E27FC236}">
                <a16:creationId xmlns:a16="http://schemas.microsoft.com/office/drawing/2014/main" id="{E13AB191-1A5C-1D4D-C30D-E098CBB285C6}"/>
              </a:ext>
            </a:extLst>
          </p:cNvPr>
          <p:cNvGrpSpPr>
            <a:grpSpLocks/>
          </p:cNvGrpSpPr>
          <p:nvPr/>
        </p:nvGrpSpPr>
        <p:grpSpPr bwMode="auto">
          <a:xfrm>
            <a:off x="7089775" y="2333625"/>
            <a:ext cx="549275" cy="2895600"/>
            <a:chOff x="4615" y="480"/>
            <a:chExt cx="346" cy="1824"/>
          </a:xfrm>
        </p:grpSpPr>
        <p:sp>
          <p:nvSpPr>
            <p:cNvPr id="12301" name="Line 9">
              <a:extLst>
                <a:ext uri="{FF2B5EF4-FFF2-40B4-BE49-F238E27FC236}">
                  <a16:creationId xmlns:a16="http://schemas.microsoft.com/office/drawing/2014/main" id="{C8484F63-1BBC-4B9A-95A4-84267B71B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1" y="1344"/>
              <a:ext cx="0" cy="96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2" name="Line 10">
              <a:extLst>
                <a:ext uri="{FF2B5EF4-FFF2-40B4-BE49-F238E27FC236}">
                  <a16:creationId xmlns:a16="http://schemas.microsoft.com/office/drawing/2014/main" id="{99EB24E0-E719-D244-65A4-680AE1255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1" y="1824"/>
              <a:ext cx="0" cy="19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03" name="Object 5">
              <a:extLst>
                <a:ext uri="{FF2B5EF4-FFF2-40B4-BE49-F238E27FC236}">
                  <a16:creationId xmlns:a16="http://schemas.microsoft.com/office/drawing/2014/main" id="{71AF7CC3-C5A8-434A-9159-37AB58A010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15" y="1824"/>
            <a:ext cx="195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06493" imgH="137160" progId="Equation.3">
                    <p:embed/>
                  </p:oleObj>
                </mc:Choice>
                <mc:Fallback>
                  <p:oleObj name="公式" r:id="rId4" imgW="106493" imgH="13716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5" y="1824"/>
                          <a:ext cx="195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4" name="Line 12">
              <a:extLst>
                <a:ext uri="{FF2B5EF4-FFF2-40B4-BE49-F238E27FC236}">
                  <a16:creationId xmlns:a16="http://schemas.microsoft.com/office/drawing/2014/main" id="{48FC2644-21CC-8360-4370-7794E6775E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1" y="480"/>
              <a:ext cx="0" cy="72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5" name="Line 13">
              <a:extLst>
                <a:ext uri="{FF2B5EF4-FFF2-40B4-BE49-F238E27FC236}">
                  <a16:creationId xmlns:a16="http://schemas.microsoft.com/office/drawing/2014/main" id="{3C3C2CB5-E8AC-CCC1-105B-F65170EB5C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1" y="672"/>
              <a:ext cx="0" cy="24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2878" name="Text Box 14">
            <a:extLst>
              <a:ext uri="{FF2B5EF4-FFF2-40B4-BE49-F238E27FC236}">
                <a16:creationId xmlns:a16="http://schemas.microsoft.com/office/drawing/2014/main" id="{DCCED008-785C-E02C-0791-263131AA2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2349500"/>
            <a:ext cx="6134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在电流上任取电流元 </a:t>
            </a:r>
          </a:p>
        </p:txBody>
      </p:sp>
      <p:graphicFrame>
        <p:nvGraphicFramePr>
          <p:cNvPr id="292879" name="Object 2">
            <a:extLst>
              <a:ext uri="{FF2B5EF4-FFF2-40B4-BE49-F238E27FC236}">
                <a16:creationId xmlns:a16="http://schemas.microsoft.com/office/drawing/2014/main" id="{316B3628-1606-608B-DF06-414FCAC938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163" y="3240088"/>
          <a:ext cx="195103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84767" imgH="183046" progId="Equation.3">
                  <p:embed/>
                </p:oleObj>
              </mc:Choice>
              <mc:Fallback>
                <p:oleObj name="公式" r:id="rId7" imgW="784767" imgH="18304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3240088"/>
                        <a:ext cx="195103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80" name="Object 3">
            <a:extLst>
              <a:ext uri="{FF2B5EF4-FFF2-40B4-BE49-F238E27FC236}">
                <a16:creationId xmlns:a16="http://schemas.microsoft.com/office/drawing/2014/main" id="{CA167CBC-D0A9-6152-EF63-4278B23C89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4500563"/>
          <a:ext cx="1420813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64789" imgH="274320" progId="Equation.3">
                  <p:embed/>
                </p:oleObj>
              </mc:Choice>
              <mc:Fallback>
                <p:oleObj name="公式" r:id="rId9" imgW="464789" imgH="2743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4500563"/>
                        <a:ext cx="1420813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81" name="Object 4">
            <a:extLst>
              <a:ext uri="{FF2B5EF4-FFF2-40B4-BE49-F238E27FC236}">
                <a16:creationId xmlns:a16="http://schemas.microsoft.com/office/drawing/2014/main" id="{6DC125AE-9DD3-DF68-37DF-E331A42C9B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2924175"/>
          <a:ext cx="2038350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823084" imgH="502754" progId="Equation.3">
                  <p:embed/>
                </p:oleObj>
              </mc:Choice>
              <mc:Fallback>
                <p:oleObj name="公式" r:id="rId11" imgW="823084" imgH="50275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924175"/>
                        <a:ext cx="2038350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82" name="Rectangle 18">
            <a:extLst>
              <a:ext uri="{FF2B5EF4-FFF2-40B4-BE49-F238E27FC236}">
                <a16:creationId xmlns:a16="http://schemas.microsoft.com/office/drawing/2014/main" id="{CF40F428-1543-208A-9A87-A434126FA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8" y="1630363"/>
            <a:ext cx="172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相互作用力</a:t>
            </a:r>
          </a:p>
        </p:txBody>
      </p:sp>
      <p:sp>
        <p:nvSpPr>
          <p:cNvPr id="292883" name="Rectangle 19">
            <a:extLst>
              <a:ext uri="{FF2B5EF4-FFF2-40B4-BE49-F238E27FC236}">
                <a16:creationId xmlns:a16="http://schemas.microsoft.com/office/drawing/2014/main" id="{38ADE293-CB14-7FBF-8EB4-E63ABD971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54292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292884" name="Rectangle 20">
            <a:extLst>
              <a:ext uri="{FF2B5EF4-FFF2-40B4-BE49-F238E27FC236}">
                <a16:creationId xmlns:a16="http://schemas.microsoft.com/office/drawing/2014/main" id="{D2141AB3-F0F0-0525-936E-B3358403B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6287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求</a:t>
            </a:r>
          </a:p>
        </p:txBody>
      </p:sp>
      <p:sp>
        <p:nvSpPr>
          <p:cNvPr id="292885" name="Rectangle 21">
            <a:extLst>
              <a:ext uri="{FF2B5EF4-FFF2-40B4-BE49-F238E27FC236}">
                <a16:creationId xmlns:a16="http://schemas.microsoft.com/office/drawing/2014/main" id="{887E8211-FA0E-6A14-99ED-C9C47E171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23241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28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6" grpId="0" autoUpdateAnimBg="0"/>
      <p:bldP spid="292878" grpId="0" autoUpdateAnimBg="0"/>
      <p:bldP spid="292882" grpId="0" autoUpdateAnimBg="0"/>
      <p:bldP spid="292883" grpId="0" autoUpdateAnimBg="0"/>
      <p:bldP spid="292884" grpId="0" autoUpdateAnimBg="0"/>
      <p:bldP spid="29288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Text Box 2">
            <a:extLst>
              <a:ext uri="{FF2B5EF4-FFF2-40B4-BE49-F238E27FC236}">
                <a16:creationId xmlns:a16="http://schemas.microsoft.com/office/drawing/2014/main" id="{B1A1D94A-1FEB-66A9-7E42-D5133AD39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77800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 </a:t>
            </a:r>
          </a:p>
        </p:txBody>
      </p:sp>
      <p:sp>
        <p:nvSpPr>
          <p:cNvPr id="291843" name="Text Box 3">
            <a:extLst>
              <a:ext uri="{FF2B5EF4-FFF2-40B4-BE49-F238E27FC236}">
                <a16:creationId xmlns:a16="http://schemas.microsoft.com/office/drawing/2014/main" id="{3BECCECA-35D4-CDB2-A2C6-ABDD199A2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778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求两平行无限长直导线之间单位长度上的相互作用力？</a:t>
            </a:r>
          </a:p>
        </p:txBody>
      </p:sp>
      <p:sp>
        <p:nvSpPr>
          <p:cNvPr id="291844" name="Rectangle 4">
            <a:extLst>
              <a:ext uri="{FF2B5EF4-FFF2-40B4-BE49-F238E27FC236}">
                <a16:creationId xmlns:a16="http://schemas.microsoft.com/office/drawing/2014/main" id="{024F79F6-5F1B-C94E-5AC4-252B71F04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881063"/>
            <a:ext cx="152400" cy="3657600"/>
          </a:xfrm>
          <a:prstGeom prst="rect">
            <a:avLst/>
          </a:prstGeom>
          <a:gradFill rotWithShape="0">
            <a:gsLst>
              <a:gs pos="0">
                <a:srgbClr val="185E5E"/>
              </a:gs>
              <a:gs pos="50000">
                <a:srgbClr val="33CCCC"/>
              </a:gs>
              <a:gs pos="100000">
                <a:srgbClr val="185E5E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91845" name="Rectangle 5">
            <a:extLst>
              <a:ext uri="{FF2B5EF4-FFF2-40B4-BE49-F238E27FC236}">
                <a16:creationId xmlns:a16="http://schemas.microsoft.com/office/drawing/2014/main" id="{1E9044FF-E4BA-BEA3-C0F3-445A13AAF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881063"/>
            <a:ext cx="152400" cy="3657600"/>
          </a:xfrm>
          <a:prstGeom prst="rect">
            <a:avLst/>
          </a:prstGeom>
          <a:gradFill rotWithShape="0">
            <a:gsLst>
              <a:gs pos="0">
                <a:srgbClr val="185E5E"/>
              </a:gs>
              <a:gs pos="50000">
                <a:srgbClr val="33CCCC"/>
              </a:gs>
              <a:gs pos="100000">
                <a:srgbClr val="185E5E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91846" name="Line 6">
            <a:extLst>
              <a:ext uri="{FF2B5EF4-FFF2-40B4-BE49-F238E27FC236}">
                <a16:creationId xmlns:a16="http://schemas.microsoft.com/office/drawing/2014/main" id="{7067D6F8-DB47-40FA-BD95-DA3494A32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310063"/>
            <a:ext cx="16002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1847" name="Object 2">
            <a:extLst>
              <a:ext uri="{FF2B5EF4-FFF2-40B4-BE49-F238E27FC236}">
                <a16:creationId xmlns:a16="http://schemas.microsoft.com/office/drawing/2014/main" id="{B4206726-3FEF-2D89-99D4-C176C6A664C0}"/>
              </a:ext>
            </a:extLst>
          </p:cNvPr>
          <p:cNvGraphicFramePr>
            <a:graphicFrameLocks/>
          </p:cNvGraphicFramePr>
          <p:nvPr/>
        </p:nvGraphicFramePr>
        <p:xfrm>
          <a:off x="7315200" y="3929063"/>
          <a:ext cx="230188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058" imgH="198009" progId="Equation.3">
                  <p:embed/>
                </p:oleObj>
              </mc:Choice>
              <mc:Fallback>
                <p:oleObj name="Equation" r:id="rId2" imgW="198058" imgH="19800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929063"/>
                        <a:ext cx="230188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48" name="Line 8">
            <a:extLst>
              <a:ext uri="{FF2B5EF4-FFF2-40B4-BE49-F238E27FC236}">
                <a16:creationId xmlns:a16="http://schemas.microsoft.com/office/drawing/2014/main" id="{24FFBACE-51FE-A6EE-AB96-FC76597D3D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024063"/>
            <a:ext cx="0" cy="838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849" name="Line 9">
            <a:extLst>
              <a:ext uri="{FF2B5EF4-FFF2-40B4-BE49-F238E27FC236}">
                <a16:creationId xmlns:a16="http://schemas.microsoft.com/office/drawing/2014/main" id="{501FADF5-FE1D-E137-99A1-8328BC2239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2024063"/>
            <a:ext cx="0" cy="8382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1850" name="Object 3">
            <a:extLst>
              <a:ext uri="{FF2B5EF4-FFF2-40B4-BE49-F238E27FC236}">
                <a16:creationId xmlns:a16="http://schemas.microsoft.com/office/drawing/2014/main" id="{10831BE3-F9F7-8462-DCF9-6285D885C5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0250" y="1484313"/>
          <a:ext cx="4127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347" imgH="183046" progId="Equation.3">
                  <p:embed/>
                </p:oleObj>
              </mc:Choice>
              <mc:Fallback>
                <p:oleObj name="Equation" r:id="rId4" imgW="137347" imgH="18304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0" y="1484313"/>
                        <a:ext cx="4127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51" name="Object 4">
            <a:extLst>
              <a:ext uri="{FF2B5EF4-FFF2-40B4-BE49-F238E27FC236}">
                <a16:creationId xmlns:a16="http://schemas.microsoft.com/office/drawing/2014/main" id="{68740E86-ED17-C649-509D-45A2BB01A3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1414463"/>
          <a:ext cx="349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493" imgH="183046" progId="Equation.3">
                  <p:embed/>
                </p:oleObj>
              </mc:Choice>
              <mc:Fallback>
                <p:oleObj name="Equation" r:id="rId6" imgW="106493" imgH="18304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414463"/>
                        <a:ext cx="3492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651E2BF5-7BBA-6F21-2426-52AC460300FC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3014663"/>
            <a:ext cx="381000" cy="381000"/>
            <a:chOff x="1344" y="3072"/>
            <a:chExt cx="336" cy="336"/>
          </a:xfrm>
        </p:grpSpPr>
        <p:sp>
          <p:nvSpPr>
            <p:cNvPr id="14369" name="Oval 13">
              <a:extLst>
                <a:ext uri="{FF2B5EF4-FFF2-40B4-BE49-F238E27FC236}">
                  <a16:creationId xmlns:a16="http://schemas.microsoft.com/office/drawing/2014/main" id="{7999E3F0-3E0C-0BD5-E581-B845FF5FE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072"/>
              <a:ext cx="336" cy="336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70" name="Line 14">
              <a:extLst>
                <a:ext uri="{FF2B5EF4-FFF2-40B4-BE49-F238E27FC236}">
                  <a16:creationId xmlns:a16="http://schemas.microsoft.com/office/drawing/2014/main" id="{658305B9-F0E3-DB15-2469-8E4156533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120"/>
              <a:ext cx="240" cy="24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71" name="Line 15">
              <a:extLst>
                <a:ext uri="{FF2B5EF4-FFF2-40B4-BE49-F238E27FC236}">
                  <a16:creationId xmlns:a16="http://schemas.microsoft.com/office/drawing/2014/main" id="{5A2A467C-D055-C19E-722E-2CB748E23E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120"/>
              <a:ext cx="240" cy="24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1856" name="Object 5">
            <a:extLst>
              <a:ext uri="{FF2B5EF4-FFF2-40B4-BE49-F238E27FC236}">
                <a16:creationId xmlns:a16="http://schemas.microsoft.com/office/drawing/2014/main" id="{532A67C7-D3B2-8B82-9476-E4EFEC1CA8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0" y="3395663"/>
          <a:ext cx="4143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7087" imgH="403999" progId="Equation.3">
                  <p:embed/>
                </p:oleObj>
              </mc:Choice>
              <mc:Fallback>
                <p:oleObj name="Equation" r:id="rId8" imgW="297087" imgH="40399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3395663"/>
                        <a:ext cx="4143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57" name="Line 17">
            <a:extLst>
              <a:ext uri="{FF2B5EF4-FFF2-40B4-BE49-F238E27FC236}">
                <a16:creationId xmlns:a16="http://schemas.microsoft.com/office/drawing/2014/main" id="{82C7BCAD-70C1-D46D-20CF-2E6E768257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3243263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1858" name="Object 6">
            <a:extLst>
              <a:ext uri="{FF2B5EF4-FFF2-40B4-BE49-F238E27FC236}">
                <a16:creationId xmlns:a16="http://schemas.microsoft.com/office/drawing/2014/main" id="{AAD39F05-34C2-F9DA-DBCF-4D3EDF2EC365}"/>
              </a:ext>
            </a:extLst>
          </p:cNvPr>
          <p:cNvGraphicFramePr>
            <a:graphicFrameLocks/>
          </p:cNvGraphicFramePr>
          <p:nvPr/>
        </p:nvGraphicFramePr>
        <p:xfrm>
          <a:off x="7620000" y="2633663"/>
          <a:ext cx="4175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8651" imgH="411480" progId="Equation.3">
                  <p:embed/>
                </p:oleObj>
              </mc:Choice>
              <mc:Fallback>
                <p:oleObj name="Equation" r:id="rId10" imgW="388651" imgH="41148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633663"/>
                        <a:ext cx="4175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59" name="Text Box 19">
            <a:extLst>
              <a:ext uri="{FF2B5EF4-FFF2-40B4-BE49-F238E27FC236}">
                <a16:creationId xmlns:a16="http://schemas.microsoft.com/office/drawing/2014/main" id="{FA084B9A-44D0-22EE-BBFC-8C15CF9C1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6762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 </a:t>
            </a:r>
          </a:p>
        </p:txBody>
      </p:sp>
      <p:graphicFrame>
        <p:nvGraphicFramePr>
          <p:cNvPr id="291860" name="Object 7">
            <a:extLst>
              <a:ext uri="{FF2B5EF4-FFF2-40B4-BE49-F238E27FC236}">
                <a16:creationId xmlns:a16="http://schemas.microsoft.com/office/drawing/2014/main" id="{880175FC-428C-3977-609B-5C5190ECB821}"/>
              </a:ext>
            </a:extLst>
          </p:cNvPr>
          <p:cNvGraphicFramePr>
            <a:graphicFrameLocks/>
          </p:cNvGraphicFramePr>
          <p:nvPr/>
        </p:nvGraphicFramePr>
        <p:xfrm>
          <a:off x="855663" y="1109663"/>
          <a:ext cx="13319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02802" imgH="792535" progId="Equation.3">
                  <p:embed/>
                </p:oleObj>
              </mc:Choice>
              <mc:Fallback>
                <p:oleObj name="Equation" r:id="rId12" imgW="1302802" imgH="79253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1109663"/>
                        <a:ext cx="1331912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1" name="Text Box 21">
            <a:extLst>
              <a:ext uri="{FF2B5EF4-FFF2-40B4-BE49-F238E27FC236}">
                <a16:creationId xmlns:a16="http://schemas.microsoft.com/office/drawing/2014/main" id="{C6C6F3DA-843D-F852-9ED6-16C59C4E0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676275"/>
            <a:ext cx="478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电流 </a:t>
            </a:r>
            <a:r>
              <a:rPr lang="en-US" altLang="zh-CN">
                <a:solidFill>
                  <a:srgbClr val="66FFFF"/>
                </a:solidFill>
              </a:rPr>
              <a:t>2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处于电流 </a:t>
            </a:r>
            <a:r>
              <a:rPr lang="en-US" altLang="zh-CN">
                <a:solidFill>
                  <a:srgbClr val="66FFFF"/>
                </a:solidFill>
              </a:rPr>
              <a:t>1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的磁场中</a:t>
            </a:r>
          </a:p>
        </p:txBody>
      </p:sp>
      <p:graphicFrame>
        <p:nvGraphicFramePr>
          <p:cNvPr id="291862" name="Object 8">
            <a:extLst>
              <a:ext uri="{FF2B5EF4-FFF2-40B4-BE49-F238E27FC236}">
                <a16:creationId xmlns:a16="http://schemas.microsoft.com/office/drawing/2014/main" id="{8B785FDD-64E6-772A-9967-B25CA4C626FF}"/>
              </a:ext>
            </a:extLst>
          </p:cNvPr>
          <p:cNvGraphicFramePr>
            <a:graphicFrameLocks/>
          </p:cNvGraphicFramePr>
          <p:nvPr/>
        </p:nvGraphicFramePr>
        <p:xfrm>
          <a:off x="855663" y="2709863"/>
          <a:ext cx="13573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25693" imgH="388537" progId="Equation.3">
                  <p:embed/>
                </p:oleObj>
              </mc:Choice>
              <mc:Fallback>
                <p:oleObj name="Equation" r:id="rId14" imgW="1325693" imgH="38853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2709863"/>
                        <a:ext cx="135731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3" name="Text Box 23">
            <a:extLst>
              <a:ext uri="{FF2B5EF4-FFF2-40B4-BE49-F238E27FC236}">
                <a16:creationId xmlns:a16="http://schemas.microsoft.com/office/drawing/2014/main" id="{AA46827A-D1AE-6CB8-8DFA-38DD324E7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3378200"/>
            <a:ext cx="594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同时，电流 </a:t>
            </a:r>
            <a:r>
              <a:rPr lang="en-US" altLang="zh-CN">
                <a:solidFill>
                  <a:schemeClr val="bg1"/>
                </a:solidFill>
              </a:rPr>
              <a:t>1 </a:t>
            </a:r>
            <a:r>
              <a:rPr lang="zh-CN" altLang="en-US">
                <a:solidFill>
                  <a:schemeClr val="bg1"/>
                </a:solidFill>
              </a:rPr>
              <a:t>处于电流 </a:t>
            </a:r>
            <a:r>
              <a:rPr lang="en-US" altLang="zh-CN">
                <a:solidFill>
                  <a:schemeClr val="bg1"/>
                </a:solidFill>
              </a:rPr>
              <a:t>2 </a:t>
            </a:r>
            <a:r>
              <a:rPr lang="zh-CN" altLang="en-US">
                <a:solidFill>
                  <a:schemeClr val="bg1"/>
                </a:solidFill>
              </a:rPr>
              <a:t>的磁场中，</a:t>
            </a:r>
          </a:p>
        </p:txBody>
      </p:sp>
      <p:graphicFrame>
        <p:nvGraphicFramePr>
          <p:cNvPr id="291864" name="Object 9">
            <a:extLst>
              <a:ext uri="{FF2B5EF4-FFF2-40B4-BE49-F238E27FC236}">
                <a16:creationId xmlns:a16="http://schemas.microsoft.com/office/drawing/2014/main" id="{35AC1A0E-6B20-5B9D-9550-0B3C8D7B35AC}"/>
              </a:ext>
            </a:extLst>
          </p:cNvPr>
          <p:cNvGraphicFramePr>
            <a:graphicFrameLocks/>
          </p:cNvGraphicFramePr>
          <p:nvPr/>
        </p:nvGraphicFramePr>
        <p:xfrm>
          <a:off x="838200" y="4333875"/>
          <a:ext cx="26416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13567" imgH="792535" progId="Equation.3">
                  <p:embed/>
                </p:oleObj>
              </mc:Choice>
              <mc:Fallback>
                <p:oleObj name="Equation" r:id="rId16" imgW="2613567" imgH="792535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333875"/>
                        <a:ext cx="26416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5" name="Line 25">
            <a:extLst>
              <a:ext uri="{FF2B5EF4-FFF2-40B4-BE49-F238E27FC236}">
                <a16:creationId xmlns:a16="http://schemas.microsoft.com/office/drawing/2014/main" id="{4AFA4A3C-129F-1A00-8EBF-1B96911670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3243263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1866" name="Object 10">
            <a:extLst>
              <a:ext uri="{FF2B5EF4-FFF2-40B4-BE49-F238E27FC236}">
                <a16:creationId xmlns:a16="http://schemas.microsoft.com/office/drawing/2014/main" id="{2E2C4A8C-2B14-A612-AA4B-D108FB8857C6}"/>
              </a:ext>
            </a:extLst>
          </p:cNvPr>
          <p:cNvGraphicFramePr>
            <a:graphicFrameLocks/>
          </p:cNvGraphicFramePr>
          <p:nvPr/>
        </p:nvGraphicFramePr>
        <p:xfrm>
          <a:off x="6781800" y="2633663"/>
          <a:ext cx="41751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88651" imgH="411480" progId="Equation.3">
                  <p:embed/>
                </p:oleObj>
              </mc:Choice>
              <mc:Fallback>
                <p:oleObj name="Equation" r:id="rId18" imgW="388651" imgH="41148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633663"/>
                        <a:ext cx="417513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1867" name="Object 11">
            <a:extLst>
              <a:ext uri="{FF2B5EF4-FFF2-40B4-BE49-F238E27FC236}">
                <a16:creationId xmlns:a16="http://schemas.microsoft.com/office/drawing/2014/main" id="{4B7AE18F-1806-0412-73FB-E91444ACB80E}"/>
              </a:ext>
            </a:extLst>
          </p:cNvPr>
          <p:cNvGraphicFramePr>
            <a:graphicFrameLocks/>
          </p:cNvGraphicFramePr>
          <p:nvPr/>
        </p:nvGraphicFramePr>
        <p:xfrm>
          <a:off x="2324100" y="2500313"/>
          <a:ext cx="120491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73418" imgH="792535" progId="Equation.3">
                  <p:embed/>
                </p:oleObj>
              </mc:Choice>
              <mc:Fallback>
                <p:oleObj name="Equation" r:id="rId20" imgW="1173418" imgH="792535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2500313"/>
                        <a:ext cx="120491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68" name="Rectangle 28">
            <a:extLst>
              <a:ext uri="{FF2B5EF4-FFF2-40B4-BE49-F238E27FC236}">
                <a16:creationId xmlns:a16="http://schemas.microsoft.com/office/drawing/2014/main" id="{FA9D6488-5C48-A409-7B79-D81644EF1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2024063"/>
            <a:ext cx="5351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电流 </a:t>
            </a:r>
            <a:r>
              <a:rPr lang="en-US" altLang="zh-CN">
                <a:solidFill>
                  <a:schemeClr val="bg1"/>
                </a:solidFill>
              </a:rPr>
              <a:t>2 </a:t>
            </a:r>
            <a:r>
              <a:rPr lang="zh-CN" altLang="en-US">
                <a:solidFill>
                  <a:schemeClr val="bg1"/>
                </a:solidFill>
              </a:rPr>
              <a:t>中</a:t>
            </a:r>
            <a:r>
              <a:rPr lang="zh-CN" altLang="en-US">
                <a:solidFill>
                  <a:srgbClr val="66FFFF"/>
                </a:solidFill>
              </a:rPr>
              <a:t>单位长度</a:t>
            </a:r>
            <a:r>
              <a:rPr lang="zh-CN" altLang="en-US">
                <a:solidFill>
                  <a:schemeClr val="bg1"/>
                </a:solidFill>
              </a:rPr>
              <a:t>上受的安培力</a:t>
            </a:r>
          </a:p>
        </p:txBody>
      </p:sp>
      <p:sp>
        <p:nvSpPr>
          <p:cNvPr id="291869" name="Rectangle 29">
            <a:extLst>
              <a:ext uri="{FF2B5EF4-FFF2-40B4-BE49-F238E27FC236}">
                <a16:creationId xmlns:a16="http://schemas.microsoft.com/office/drawing/2014/main" id="{D7A34EBC-2DB9-912E-2E55-F1EFFF161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3" y="3852863"/>
            <a:ext cx="5813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电流 </a:t>
            </a:r>
            <a:r>
              <a:rPr lang="en-US" altLang="zh-CN">
                <a:solidFill>
                  <a:schemeClr val="bg1"/>
                </a:solidFill>
              </a:rPr>
              <a:t>1 </a:t>
            </a:r>
            <a:r>
              <a:rPr lang="zh-CN" altLang="en-US">
                <a:solidFill>
                  <a:schemeClr val="bg1"/>
                </a:solidFill>
              </a:rPr>
              <a:t>中</a:t>
            </a:r>
            <a:r>
              <a:rPr lang="zh-CN" altLang="en-US">
                <a:solidFill>
                  <a:srgbClr val="66FFFF"/>
                </a:solidFill>
              </a:rPr>
              <a:t>单位长度</a:t>
            </a:r>
            <a:r>
              <a:rPr lang="zh-CN" altLang="en-US">
                <a:solidFill>
                  <a:schemeClr val="bg1"/>
                </a:solidFill>
              </a:rPr>
              <a:t>上受的安培力</a:t>
            </a:r>
          </a:p>
        </p:txBody>
      </p:sp>
      <p:sp>
        <p:nvSpPr>
          <p:cNvPr id="291870" name="Rectangle 30">
            <a:extLst>
              <a:ext uri="{FF2B5EF4-FFF2-40B4-BE49-F238E27FC236}">
                <a16:creationId xmlns:a16="http://schemas.microsoft.com/office/drawing/2014/main" id="{D5AF09D2-1392-BA96-1CAD-A11B96600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067300"/>
            <a:ext cx="2009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讨论</a:t>
            </a:r>
          </a:p>
        </p:txBody>
      </p:sp>
      <p:sp>
        <p:nvSpPr>
          <p:cNvPr id="291871" name="Text Box 31">
            <a:extLst>
              <a:ext uri="{FF2B5EF4-FFF2-40B4-BE49-F238E27FC236}">
                <a16:creationId xmlns:a16="http://schemas.microsoft.com/office/drawing/2014/main" id="{29FBF403-2479-52C1-7AD6-7014229A8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5391150"/>
            <a:ext cx="360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1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安培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电流</a:t>
            </a:r>
          </a:p>
        </p:txBody>
      </p:sp>
      <p:sp>
        <p:nvSpPr>
          <p:cNvPr id="291872" name="AutoShape 32">
            <a:extLst>
              <a:ext uri="{FF2B5EF4-FFF2-40B4-BE49-F238E27FC236}">
                <a16:creationId xmlns:a16="http://schemas.microsoft.com/office/drawing/2014/main" id="{6B7EC450-4E46-645F-F077-21537F597A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5288" y="5030788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0" lang="en-US" altLang="zh-CN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91873" name="Text Box 33">
            <a:extLst>
              <a:ext uri="{FF2B5EF4-FFF2-40B4-BE49-F238E27FC236}">
                <a16:creationId xmlns:a16="http://schemas.microsoft.com/office/drawing/2014/main" id="{49E7AC54-0B6D-8CB8-6DCA-9F64054E5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5735638"/>
            <a:ext cx="84105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设在真空中，两根通有同值电流的无限长平行直导线，若导线相距</a:t>
            </a:r>
            <a:r>
              <a:rPr lang="en-US" altLang="zh-CN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米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，单位长度受力</a:t>
            </a:r>
          </a:p>
        </p:txBody>
      </p:sp>
      <p:graphicFrame>
        <p:nvGraphicFramePr>
          <p:cNvPr id="291874" name="Object 12">
            <a:extLst>
              <a:ext uri="{FF2B5EF4-FFF2-40B4-BE49-F238E27FC236}">
                <a16:creationId xmlns:a16="http://schemas.microsoft.com/office/drawing/2014/main" id="{EAD6BD23-E205-49A8-65F4-6411BFB2A7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4675" y="6300788"/>
          <a:ext cx="13636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64011" imgH="365594" progId="Equation.3">
                  <p:embed/>
                </p:oleObj>
              </mc:Choice>
              <mc:Fallback>
                <p:oleObj name="Equation" r:id="rId22" imgW="1364011" imgH="365594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675" y="6300788"/>
                        <a:ext cx="13636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875" name="Rectangle 35">
            <a:extLst>
              <a:ext uri="{FF2B5EF4-FFF2-40B4-BE49-F238E27FC236}">
                <a16:creationId xmlns:a16="http://schemas.microsoft.com/office/drawing/2014/main" id="{8BAD2F60-BF05-433D-FB59-9E63A3260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6269038"/>
            <a:ext cx="233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电流为</a:t>
            </a:r>
            <a:r>
              <a:rPr lang="en-US" altLang="zh-CN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安培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29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9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29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9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9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9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9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9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9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39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91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765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91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91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2" grpId="0" autoUpdateAnimBg="0"/>
      <p:bldP spid="291843" grpId="0" autoUpdateAnimBg="0"/>
      <p:bldP spid="291844" grpId="0" animBg="1"/>
      <p:bldP spid="291845" grpId="0" animBg="1"/>
      <p:bldP spid="291859" grpId="0" autoUpdateAnimBg="0"/>
      <p:bldP spid="291861" grpId="0" autoUpdateAnimBg="0"/>
      <p:bldP spid="291863" grpId="0" autoUpdateAnimBg="0"/>
      <p:bldP spid="291868" grpId="0" autoUpdateAnimBg="0"/>
      <p:bldP spid="291869" grpId="0" autoUpdateAnimBg="0"/>
      <p:bldP spid="291870" grpId="0" autoUpdateAnimBg="0"/>
      <p:bldP spid="291871" grpId="0" autoUpdateAnimBg="0"/>
      <p:bldP spid="291872" grpId="0" animBg="1"/>
      <p:bldP spid="291873" grpId="0" autoUpdateAnimBg="0"/>
      <p:bldP spid="29187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2">
            <a:extLst>
              <a:ext uri="{FF2B5EF4-FFF2-40B4-BE49-F238E27FC236}">
                <a16:creationId xmlns:a16="http://schemas.microsoft.com/office/drawing/2014/main" id="{DF740F7F-5BAA-F462-4D08-6649C0FDC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557338"/>
            <a:ext cx="6332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•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两电流元之间的相互作用力</a:t>
            </a:r>
          </a:p>
        </p:txBody>
      </p:sp>
      <p:sp>
        <p:nvSpPr>
          <p:cNvPr id="219139" name="Line 3">
            <a:extLst>
              <a:ext uri="{FF2B5EF4-FFF2-40B4-BE49-F238E27FC236}">
                <a16:creationId xmlns:a16="http://schemas.microsoft.com/office/drawing/2014/main" id="{2D088E35-32DD-614C-F50D-F0B6EBF0BF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0263" y="2884488"/>
            <a:ext cx="381000" cy="685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140" name="Line 4">
            <a:extLst>
              <a:ext uri="{FF2B5EF4-FFF2-40B4-BE49-F238E27FC236}">
                <a16:creationId xmlns:a16="http://schemas.microsoft.com/office/drawing/2014/main" id="{12BC276C-87CD-24CF-9A00-9C37BA57749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97563" y="2884488"/>
            <a:ext cx="533400" cy="685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9141" name="Object 2">
            <a:extLst>
              <a:ext uri="{FF2B5EF4-FFF2-40B4-BE49-F238E27FC236}">
                <a16:creationId xmlns:a16="http://schemas.microsoft.com/office/drawing/2014/main" id="{DCEB62AB-880F-7E73-EE6D-986DB55067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4663" y="2198688"/>
          <a:ext cx="887412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7087" imgH="213471" progId="Equation.DSMT4">
                  <p:embed/>
                </p:oleObj>
              </mc:Choice>
              <mc:Fallback>
                <p:oleObj name="Equation" r:id="rId2" imgW="297087" imgH="21347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4663" y="2198688"/>
                        <a:ext cx="887412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2" name="Object 3">
            <a:extLst>
              <a:ext uri="{FF2B5EF4-FFF2-40B4-BE49-F238E27FC236}">
                <a16:creationId xmlns:a16="http://schemas.microsoft.com/office/drawing/2014/main" id="{37E4AC71-CDFF-F04B-345D-8844FB2E2C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2122488"/>
          <a:ext cx="846138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196" imgH="213471" progId="Equation.DSMT4">
                  <p:embed/>
                </p:oleObj>
              </mc:Choice>
              <mc:Fallback>
                <p:oleObj name="Equation" r:id="rId4" imgW="274196" imgH="21347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122488"/>
                        <a:ext cx="846138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3" name="Line 7">
            <a:extLst>
              <a:ext uri="{FF2B5EF4-FFF2-40B4-BE49-F238E27FC236}">
                <a16:creationId xmlns:a16="http://schemas.microsoft.com/office/drawing/2014/main" id="{AAA0E9FD-7459-2964-F4AF-8309654ADA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2363" y="3265488"/>
            <a:ext cx="2438400" cy="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9144" name="Object 4">
            <a:extLst>
              <a:ext uri="{FF2B5EF4-FFF2-40B4-BE49-F238E27FC236}">
                <a16:creationId xmlns:a16="http://schemas.microsoft.com/office/drawing/2014/main" id="{2B502FC4-C286-180B-8578-E82BC3D008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6763" y="2486025"/>
          <a:ext cx="49688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811" imgH="198009" progId="Equation.DSMT4">
                  <p:embed/>
                </p:oleObj>
              </mc:Choice>
              <mc:Fallback>
                <p:oleObj name="Equation" r:id="rId6" imgW="144811" imgH="19800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6763" y="2486025"/>
                        <a:ext cx="496887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5" name="Object 5">
            <a:extLst>
              <a:ext uri="{FF2B5EF4-FFF2-40B4-BE49-F238E27FC236}">
                <a16:creationId xmlns:a16="http://schemas.microsoft.com/office/drawing/2014/main" id="{1A353F7E-1CD7-245D-0AE2-A1AFEA090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100" y="2608263"/>
          <a:ext cx="385445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5598" imgH="426942" progId="Equation.DSMT4">
                  <p:embed/>
                </p:oleObj>
              </mc:Choice>
              <mc:Fallback>
                <p:oleObj name="Equation" r:id="rId8" imgW="1135598" imgH="42694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2608263"/>
                        <a:ext cx="385445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6" name="Object 6">
            <a:extLst>
              <a:ext uri="{FF2B5EF4-FFF2-40B4-BE49-F238E27FC236}">
                <a16:creationId xmlns:a16="http://schemas.microsoft.com/office/drawing/2014/main" id="{6B09F538-BB4C-A5AA-FAB0-575630E09C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3813" y="3981450"/>
          <a:ext cx="2684462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89816" imgH="213471" progId="Equation.DSMT4">
                  <p:embed/>
                </p:oleObj>
              </mc:Choice>
              <mc:Fallback>
                <p:oleObj name="Equation" r:id="rId10" imgW="1089816" imgH="21347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3981450"/>
                        <a:ext cx="2684462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7" name="AutoShape 11">
            <a:extLst>
              <a:ext uri="{FF2B5EF4-FFF2-40B4-BE49-F238E27FC236}">
                <a16:creationId xmlns:a16="http://schemas.microsoft.com/office/drawing/2014/main" id="{8AF979A5-C401-7CFD-2E00-9CC908FD1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060825"/>
            <a:ext cx="685800" cy="457200"/>
          </a:xfrm>
          <a:prstGeom prst="rightArrow">
            <a:avLst>
              <a:gd name="adj1" fmla="val 50000"/>
              <a:gd name="adj2" fmla="val 375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19148" name="Text Box 12">
            <a:extLst>
              <a:ext uri="{FF2B5EF4-FFF2-40B4-BE49-F238E27FC236}">
                <a16:creationId xmlns:a16="http://schemas.microsoft.com/office/drawing/2014/main" id="{56E8E8DA-0ED2-6B8D-7596-E3F0E68B0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583238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同理</a:t>
            </a:r>
          </a:p>
        </p:txBody>
      </p:sp>
      <p:graphicFrame>
        <p:nvGraphicFramePr>
          <p:cNvPr id="219149" name="Object 7">
            <a:extLst>
              <a:ext uri="{FF2B5EF4-FFF2-40B4-BE49-F238E27FC236}">
                <a16:creationId xmlns:a16="http://schemas.microsoft.com/office/drawing/2014/main" id="{0793413F-1A40-B199-B628-2DE565F06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4763" y="5505450"/>
          <a:ext cx="233838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74389" imgH="213471" progId="Equation.DSMT4">
                  <p:embed/>
                </p:oleObj>
              </mc:Choice>
              <mc:Fallback>
                <p:oleObj name="Equation" r:id="rId12" imgW="1074389" imgH="21347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3" y="5505450"/>
                        <a:ext cx="2338387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50" name="AutoShape 14">
            <a:extLst>
              <a:ext uri="{FF2B5EF4-FFF2-40B4-BE49-F238E27FC236}">
                <a16:creationId xmlns:a16="http://schemas.microsoft.com/office/drawing/2014/main" id="{97DA2137-0737-A17A-028D-F40F5E7F2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713288"/>
            <a:ext cx="685800" cy="685800"/>
          </a:xfrm>
          <a:prstGeom prst="upDownArrow">
            <a:avLst>
              <a:gd name="adj1" fmla="val 50000"/>
              <a:gd name="adj2" fmla="val 20000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19151" name="AutoShape 15">
            <a:extLst>
              <a:ext uri="{FF2B5EF4-FFF2-40B4-BE49-F238E27FC236}">
                <a16:creationId xmlns:a16="http://schemas.microsoft.com/office/drawing/2014/main" id="{89A12554-5C5A-1D9D-3103-20AC098CA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263" y="4789488"/>
            <a:ext cx="1371600" cy="533400"/>
          </a:xfrm>
          <a:prstGeom prst="wedgeRectCallout">
            <a:avLst>
              <a:gd name="adj1" fmla="val -98032"/>
              <a:gd name="adj2" fmla="val -595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1">
                <a:ea typeface="楷体_GB2312" pitchFamily="49" charset="-122"/>
              </a:rPr>
              <a:t>比较</a:t>
            </a:r>
          </a:p>
        </p:txBody>
      </p:sp>
      <p:sp>
        <p:nvSpPr>
          <p:cNvPr id="219152" name="Rectangle 16">
            <a:extLst>
              <a:ext uri="{FF2B5EF4-FFF2-40B4-BE49-F238E27FC236}">
                <a16:creationId xmlns:a16="http://schemas.microsoft.com/office/drawing/2014/main" id="{66EC32B1-4AAE-E053-3B0A-E13AA56C3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84313"/>
            <a:ext cx="990600" cy="457200"/>
          </a:xfrm>
          <a:prstGeom prst="rect">
            <a:avLst/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分析</a:t>
            </a:r>
            <a:endParaRPr lang="zh-CN" altLang="en-US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219168" name="Object 15">
            <a:extLst>
              <a:ext uri="{FF2B5EF4-FFF2-40B4-BE49-F238E27FC236}">
                <a16:creationId xmlns:a16="http://schemas.microsoft.com/office/drawing/2014/main" id="{C7630F1B-DFBD-813F-8217-2E16B902FD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3388" y="3706813"/>
          <a:ext cx="3476625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41120" imgH="426942" progId="Equation.DSMT4">
                  <p:embed/>
                </p:oleObj>
              </mc:Choice>
              <mc:Fallback>
                <p:oleObj name="Equation" r:id="rId14" imgW="1341120" imgH="42694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3706813"/>
                        <a:ext cx="3476625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69" name="Object 16">
            <a:extLst>
              <a:ext uri="{FF2B5EF4-FFF2-40B4-BE49-F238E27FC236}">
                <a16:creationId xmlns:a16="http://schemas.microsoft.com/office/drawing/2014/main" id="{A812457D-64CF-8DED-42ED-365410946C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5229225"/>
          <a:ext cx="3090863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41120" imgH="426942" progId="Equation.DSMT4">
                  <p:embed/>
                </p:oleObj>
              </mc:Choice>
              <mc:Fallback>
                <p:oleObj name="Equation" r:id="rId16" imgW="1341120" imgH="42694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229225"/>
                        <a:ext cx="3090863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70" name="Rectangle 34">
            <a:extLst>
              <a:ext uri="{FF2B5EF4-FFF2-40B4-BE49-F238E27FC236}">
                <a16:creationId xmlns:a16="http://schemas.microsoft.com/office/drawing/2014/main" id="{AFAD6048-487C-D45F-257F-E5C4865D8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789488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一般不遵守牛顿第三定律</a:t>
            </a:r>
          </a:p>
        </p:txBody>
      </p:sp>
      <p:sp>
        <p:nvSpPr>
          <p:cNvPr id="35" name="Text Box 3">
            <a:extLst>
              <a:ext uri="{FF2B5EF4-FFF2-40B4-BE49-F238E27FC236}">
                <a16:creationId xmlns:a16="http://schemas.microsoft.com/office/drawing/2014/main" id="{2D490FD3-A5D8-6EDD-A0E4-18131108B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692150"/>
            <a:ext cx="588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）电流之间的磁力符合牛顿第三定理：</a:t>
            </a:r>
          </a:p>
        </p:txBody>
      </p:sp>
      <p:graphicFrame>
        <p:nvGraphicFramePr>
          <p:cNvPr id="36" name="Object 17">
            <a:extLst>
              <a:ext uri="{FF2B5EF4-FFF2-40B4-BE49-F238E27FC236}">
                <a16:creationId xmlns:a16="http://schemas.microsoft.com/office/drawing/2014/main" id="{58C9282D-D313-D8CD-9775-5DDB3385B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75" y="692150"/>
          <a:ext cx="155416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64011" imgH="411480" progId="Equation.3">
                  <p:embed/>
                </p:oleObj>
              </mc:Choice>
              <mc:Fallback>
                <p:oleObj name="Equation" r:id="rId18" imgW="1364011" imgH="41148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692150"/>
                        <a:ext cx="155416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19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3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219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21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219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21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300"/>
                                        <p:tgtEl>
                                          <p:spTgt spid="219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300"/>
                                        <p:tgtEl>
                                          <p:spTgt spid="21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utoUpdateAnimBg="0"/>
      <p:bldP spid="219147" grpId="0" animBg="1"/>
      <p:bldP spid="219148" grpId="0" autoUpdateAnimBg="0"/>
      <p:bldP spid="219150" grpId="0" animBg="1"/>
      <p:bldP spid="219151" grpId="0" animBg="1" autoUpdateAnimBg="0"/>
      <p:bldP spid="219152" grpId="0" animBg="1" autoUpdateAnimBg="0"/>
      <p:bldP spid="219170" grpId="0" autoUpdateAnimBg="0"/>
      <p:bldP spid="3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Text Box 2">
            <a:extLst>
              <a:ext uri="{FF2B5EF4-FFF2-40B4-BE49-F238E27FC236}">
                <a16:creationId xmlns:a16="http://schemas.microsoft.com/office/drawing/2014/main" id="{015367DE-B8BF-1B25-C90D-8D68C491D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276225"/>
            <a:ext cx="81565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(3)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分析两根带电长直线沿长度方向运动时，带电线之间的作用力</a:t>
            </a:r>
          </a:p>
        </p:txBody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54AF98B0-506B-B9BB-589A-69B8F7261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365250"/>
            <a:ext cx="3124200" cy="152400"/>
          </a:xfrm>
          <a:prstGeom prst="rect">
            <a:avLst/>
          </a:prstGeom>
          <a:gradFill rotWithShape="0">
            <a:gsLst>
              <a:gs pos="0">
                <a:srgbClr val="004444"/>
              </a:gs>
              <a:gs pos="50000">
                <a:srgbClr val="00FFFF"/>
              </a:gs>
              <a:gs pos="100000">
                <a:srgbClr val="004444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92868" name="Line 4">
            <a:extLst>
              <a:ext uri="{FF2B5EF4-FFF2-40B4-BE49-F238E27FC236}">
                <a16:creationId xmlns:a16="http://schemas.microsoft.com/office/drawing/2014/main" id="{5C413134-E2B1-1504-C3AB-8ACBFDC519D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051050"/>
            <a:ext cx="685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869" name="Line 5">
            <a:extLst>
              <a:ext uri="{FF2B5EF4-FFF2-40B4-BE49-F238E27FC236}">
                <a16:creationId xmlns:a16="http://schemas.microsoft.com/office/drawing/2014/main" id="{34D3C7B0-C882-5B15-2DB6-0AF2B55914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441450"/>
            <a:ext cx="685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2870" name="Object 2">
            <a:extLst>
              <a:ext uri="{FF2B5EF4-FFF2-40B4-BE49-F238E27FC236}">
                <a16:creationId xmlns:a16="http://schemas.microsoft.com/office/drawing/2014/main" id="{09EA325A-A16C-6CD7-7A88-622B103287F9}"/>
              </a:ext>
            </a:extLst>
          </p:cNvPr>
          <p:cNvGraphicFramePr>
            <a:graphicFrameLocks/>
          </p:cNvGraphicFramePr>
          <p:nvPr/>
        </p:nvGraphicFramePr>
        <p:xfrm>
          <a:off x="8240713" y="920750"/>
          <a:ext cx="292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267" imgH="388537" progId="Equation.3">
                  <p:embed/>
                </p:oleObj>
              </mc:Choice>
              <mc:Fallback>
                <p:oleObj name="Equation" r:id="rId2" imgW="259267" imgH="38853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0713" y="920750"/>
                        <a:ext cx="292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1" name="Object 3">
            <a:extLst>
              <a:ext uri="{FF2B5EF4-FFF2-40B4-BE49-F238E27FC236}">
                <a16:creationId xmlns:a16="http://schemas.microsoft.com/office/drawing/2014/main" id="{86F6A2BA-0EEE-FF4A-1DE8-4B3D217B1107}"/>
              </a:ext>
            </a:extLst>
          </p:cNvPr>
          <p:cNvGraphicFramePr>
            <a:graphicFrameLocks/>
          </p:cNvGraphicFramePr>
          <p:nvPr/>
        </p:nvGraphicFramePr>
        <p:xfrm>
          <a:off x="8240713" y="1587500"/>
          <a:ext cx="3317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7087" imgH="388537" progId="Equation.3">
                  <p:embed/>
                </p:oleObj>
              </mc:Choice>
              <mc:Fallback>
                <p:oleObj name="Equation" r:id="rId4" imgW="297087" imgH="388537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0713" y="1587500"/>
                        <a:ext cx="3317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2" name="Object 4">
            <a:extLst>
              <a:ext uri="{FF2B5EF4-FFF2-40B4-BE49-F238E27FC236}">
                <a16:creationId xmlns:a16="http://schemas.microsoft.com/office/drawing/2014/main" id="{DC61CA5B-DE4D-28EE-5195-F3CA7270F553}"/>
              </a:ext>
            </a:extLst>
          </p:cNvPr>
          <p:cNvGraphicFramePr>
            <a:graphicFrameLocks/>
          </p:cNvGraphicFramePr>
          <p:nvPr/>
        </p:nvGraphicFramePr>
        <p:xfrm>
          <a:off x="6496050" y="933450"/>
          <a:ext cx="2921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267" imgH="388537" progId="Equation.3">
                  <p:embed/>
                </p:oleObj>
              </mc:Choice>
              <mc:Fallback>
                <p:oleObj name="Equation" r:id="rId6" imgW="259267" imgH="388537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933450"/>
                        <a:ext cx="2921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73" name="Rectangle 9">
            <a:extLst>
              <a:ext uri="{FF2B5EF4-FFF2-40B4-BE49-F238E27FC236}">
                <a16:creationId xmlns:a16="http://schemas.microsoft.com/office/drawing/2014/main" id="{505D6C51-7DC5-B076-B864-BCCBA2800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974850"/>
            <a:ext cx="3124200" cy="152400"/>
          </a:xfrm>
          <a:prstGeom prst="rect">
            <a:avLst/>
          </a:prstGeom>
          <a:gradFill rotWithShape="0">
            <a:gsLst>
              <a:gs pos="0">
                <a:srgbClr val="362944"/>
              </a:gs>
              <a:gs pos="50000">
                <a:srgbClr val="CC99FF"/>
              </a:gs>
              <a:gs pos="100000">
                <a:srgbClr val="362944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92874" name="Object 5">
            <a:extLst>
              <a:ext uri="{FF2B5EF4-FFF2-40B4-BE49-F238E27FC236}">
                <a16:creationId xmlns:a16="http://schemas.microsoft.com/office/drawing/2014/main" id="{B29750E5-458C-EAEF-9948-0F84DDC89B8B}"/>
              </a:ext>
            </a:extLst>
          </p:cNvPr>
          <p:cNvGraphicFramePr>
            <a:graphicFrameLocks/>
          </p:cNvGraphicFramePr>
          <p:nvPr/>
        </p:nvGraphicFramePr>
        <p:xfrm>
          <a:off x="6510338" y="2097088"/>
          <a:ext cx="3413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2513" imgH="388537" progId="Equation.3">
                  <p:embed/>
                </p:oleObj>
              </mc:Choice>
              <mc:Fallback>
                <p:oleObj name="Equation" r:id="rId8" imgW="312513" imgH="388537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0338" y="2097088"/>
                        <a:ext cx="34131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75" name="Line 11">
            <a:extLst>
              <a:ext uri="{FF2B5EF4-FFF2-40B4-BE49-F238E27FC236}">
                <a16:creationId xmlns:a16="http://schemas.microsoft.com/office/drawing/2014/main" id="{7A1C2030-C9B1-8F65-5330-D8B0B91B2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441450"/>
            <a:ext cx="0" cy="609600"/>
          </a:xfrm>
          <a:prstGeom prst="line">
            <a:avLst/>
          </a:prstGeom>
          <a:noFill/>
          <a:ln w="1587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2876" name="Object 6">
            <a:extLst>
              <a:ext uri="{FF2B5EF4-FFF2-40B4-BE49-F238E27FC236}">
                <a16:creationId xmlns:a16="http://schemas.microsoft.com/office/drawing/2014/main" id="{424E2434-01A7-5439-C1A2-9BA7683F67FA}"/>
              </a:ext>
            </a:extLst>
          </p:cNvPr>
          <p:cNvGraphicFramePr>
            <a:graphicFrameLocks/>
          </p:cNvGraphicFramePr>
          <p:nvPr/>
        </p:nvGraphicFramePr>
        <p:xfrm>
          <a:off x="5084763" y="1636713"/>
          <a:ext cx="230187" cy="23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8058" imgH="198009" progId="Equation.3">
                  <p:embed/>
                </p:oleObj>
              </mc:Choice>
              <mc:Fallback>
                <p:oleObj name="Equation" r:id="rId10" imgW="198058" imgH="198009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4763" y="1636713"/>
                        <a:ext cx="230187" cy="23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77" name="Text Box 13">
            <a:extLst>
              <a:ext uri="{FF2B5EF4-FFF2-40B4-BE49-F238E27FC236}">
                <a16:creationId xmlns:a16="http://schemas.microsoft.com/office/drawing/2014/main" id="{E651AC4C-6B59-D245-32BF-602C49385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9540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两带电线上的电流为</a:t>
            </a:r>
          </a:p>
        </p:txBody>
      </p:sp>
      <p:graphicFrame>
        <p:nvGraphicFramePr>
          <p:cNvPr id="292878" name="Object 7">
            <a:extLst>
              <a:ext uri="{FF2B5EF4-FFF2-40B4-BE49-F238E27FC236}">
                <a16:creationId xmlns:a16="http://schemas.microsoft.com/office/drawing/2014/main" id="{948277EF-4E43-2DFC-C8B4-4810681D5E6C}"/>
              </a:ext>
            </a:extLst>
          </p:cNvPr>
          <p:cNvGraphicFramePr>
            <a:graphicFrameLocks/>
          </p:cNvGraphicFramePr>
          <p:nvPr/>
        </p:nvGraphicFramePr>
        <p:xfrm>
          <a:off x="857250" y="1784350"/>
          <a:ext cx="11699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35598" imgH="388537" progId="Equation.3">
                  <p:embed/>
                </p:oleObj>
              </mc:Choice>
              <mc:Fallback>
                <p:oleObj name="Equation" r:id="rId12" imgW="1135598" imgH="388537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784350"/>
                        <a:ext cx="116998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79" name="Object 8">
            <a:extLst>
              <a:ext uri="{FF2B5EF4-FFF2-40B4-BE49-F238E27FC236}">
                <a16:creationId xmlns:a16="http://schemas.microsoft.com/office/drawing/2014/main" id="{78F07A38-BBE7-0BDF-12A2-40E517CB5D8F}"/>
              </a:ext>
            </a:extLst>
          </p:cNvPr>
          <p:cNvGraphicFramePr>
            <a:graphicFrameLocks/>
          </p:cNvGraphicFramePr>
          <p:nvPr/>
        </p:nvGraphicFramePr>
        <p:xfrm>
          <a:off x="2743200" y="1784350"/>
          <a:ext cx="12811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49556" imgH="388537" progId="Equation.3">
                  <p:embed/>
                </p:oleObj>
              </mc:Choice>
              <mc:Fallback>
                <p:oleObj name="Equation" r:id="rId14" imgW="1249556" imgH="38853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84350"/>
                        <a:ext cx="128111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80" name="Object 9">
            <a:extLst>
              <a:ext uri="{FF2B5EF4-FFF2-40B4-BE49-F238E27FC236}">
                <a16:creationId xmlns:a16="http://schemas.microsoft.com/office/drawing/2014/main" id="{48B1EF4E-EC40-0FA9-30B0-F51A132C405E}"/>
              </a:ext>
            </a:extLst>
          </p:cNvPr>
          <p:cNvGraphicFramePr>
            <a:graphicFrameLocks/>
          </p:cNvGraphicFramePr>
          <p:nvPr/>
        </p:nvGraphicFramePr>
        <p:xfrm>
          <a:off x="4202113" y="2414588"/>
          <a:ext cx="15224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93396" imgH="792535" progId="Equation.3">
                  <p:embed/>
                </p:oleObj>
              </mc:Choice>
              <mc:Fallback>
                <p:oleObj name="Equation" r:id="rId16" imgW="1493396" imgH="792535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2414588"/>
                        <a:ext cx="1522412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81" name="AutoShape 17">
            <a:extLst>
              <a:ext uri="{FF2B5EF4-FFF2-40B4-BE49-F238E27FC236}">
                <a16:creationId xmlns:a16="http://schemas.microsoft.com/office/drawing/2014/main" id="{1980E34C-1FB6-3C83-1FFD-556BFBE78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8" y="2720975"/>
            <a:ext cx="762000" cy="203200"/>
          </a:xfrm>
          <a:prstGeom prst="rightArrow">
            <a:avLst>
              <a:gd name="adj1" fmla="val 50000"/>
              <a:gd name="adj2" fmla="val 93750"/>
            </a:avLst>
          </a:prstGeom>
          <a:gradFill rotWithShape="1">
            <a:gsLst>
              <a:gs pos="0">
                <a:srgbClr val="FFCCFF"/>
              </a:gs>
              <a:gs pos="50000">
                <a:srgbClr val="765E76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92882" name="Object 10">
            <a:extLst>
              <a:ext uri="{FF2B5EF4-FFF2-40B4-BE49-F238E27FC236}">
                <a16:creationId xmlns:a16="http://schemas.microsoft.com/office/drawing/2014/main" id="{E472D8F3-9E6D-B8DB-80C5-771FACB396C4}"/>
              </a:ext>
            </a:extLst>
          </p:cNvPr>
          <p:cNvGraphicFramePr>
            <a:graphicFrameLocks/>
          </p:cNvGraphicFramePr>
          <p:nvPr/>
        </p:nvGraphicFramePr>
        <p:xfrm>
          <a:off x="6551613" y="2362200"/>
          <a:ext cx="23114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278162" imgH="792535" progId="Equation.3">
                  <p:embed/>
                </p:oleObj>
              </mc:Choice>
              <mc:Fallback>
                <p:oleObj name="公式" r:id="rId18" imgW="2278162" imgH="792535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1613" y="2362200"/>
                        <a:ext cx="23114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83" name="Text Box 19">
            <a:extLst>
              <a:ext uri="{FF2B5EF4-FFF2-40B4-BE49-F238E27FC236}">
                <a16:creationId xmlns:a16="http://schemas.microsoft.com/office/drawing/2014/main" id="{B495D95E-BF09-7160-6957-3905BFC5D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3463925"/>
            <a:ext cx="7872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cs typeface="Times New Roman" panose="02020603050405020304" pitchFamily="18" charset="0"/>
              </a:rPr>
              <a:t>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两带电线单位长度上的电荷之间的库仑力</a:t>
            </a:r>
          </a:p>
        </p:txBody>
      </p:sp>
      <p:graphicFrame>
        <p:nvGraphicFramePr>
          <p:cNvPr id="292884" name="Object 11">
            <a:extLst>
              <a:ext uri="{FF2B5EF4-FFF2-40B4-BE49-F238E27FC236}">
                <a16:creationId xmlns:a16="http://schemas.microsoft.com/office/drawing/2014/main" id="{A1F5BB5C-38B2-4E7F-57C0-F93934B14758}"/>
              </a:ext>
            </a:extLst>
          </p:cNvPr>
          <p:cNvGraphicFramePr>
            <a:graphicFrameLocks/>
          </p:cNvGraphicFramePr>
          <p:nvPr/>
        </p:nvGraphicFramePr>
        <p:xfrm>
          <a:off x="838200" y="4014788"/>
          <a:ext cx="25765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44893" imgH="883809" progId="Equation.3">
                  <p:embed/>
                </p:oleObj>
              </mc:Choice>
              <mc:Fallback>
                <p:oleObj name="Equation" r:id="rId20" imgW="2544893" imgH="883809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014788"/>
                        <a:ext cx="25765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85" name="Object 12">
            <a:extLst>
              <a:ext uri="{FF2B5EF4-FFF2-40B4-BE49-F238E27FC236}">
                <a16:creationId xmlns:a16="http://schemas.microsoft.com/office/drawing/2014/main" id="{E85E81BC-8E2D-2E78-7661-4AA3243CDF2F}"/>
              </a:ext>
            </a:extLst>
          </p:cNvPr>
          <p:cNvGraphicFramePr>
            <a:graphicFrameLocks/>
          </p:cNvGraphicFramePr>
          <p:nvPr/>
        </p:nvGraphicFramePr>
        <p:xfrm>
          <a:off x="871538" y="5233988"/>
          <a:ext cx="431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04078" imgH="883809" progId="Equation.3">
                  <p:embed/>
                </p:oleObj>
              </mc:Choice>
              <mc:Fallback>
                <p:oleObj name="Equation" r:id="rId22" imgW="404078" imgH="883809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5233988"/>
                        <a:ext cx="431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86" name="Object 13">
            <a:extLst>
              <a:ext uri="{FF2B5EF4-FFF2-40B4-BE49-F238E27FC236}">
                <a16:creationId xmlns:a16="http://schemas.microsoft.com/office/drawing/2014/main" id="{E0B0CBAA-93A1-7E99-786E-E82DAC8E85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4688" y="5462588"/>
          <a:ext cx="14970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55576" imgH="403999" progId="Equation.3">
                  <p:embed/>
                </p:oleObj>
              </mc:Choice>
              <mc:Fallback>
                <p:oleObj name="Equation" r:id="rId24" imgW="1455576" imgH="40399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4688" y="5462588"/>
                        <a:ext cx="14970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87" name="Object 14">
            <a:extLst>
              <a:ext uri="{FF2B5EF4-FFF2-40B4-BE49-F238E27FC236}">
                <a16:creationId xmlns:a16="http://schemas.microsoft.com/office/drawing/2014/main" id="{C707129B-B8EA-20B0-63B5-F12091AC550A}"/>
              </a:ext>
            </a:extLst>
          </p:cNvPr>
          <p:cNvGraphicFramePr>
            <a:graphicFrameLocks/>
          </p:cNvGraphicFramePr>
          <p:nvPr/>
        </p:nvGraphicFramePr>
        <p:xfrm>
          <a:off x="6043613" y="5310188"/>
          <a:ext cx="9144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83796" imgH="792535" progId="Equation.3">
                  <p:embed/>
                </p:oleObj>
              </mc:Choice>
              <mc:Fallback>
                <p:oleObj name="Equation" r:id="rId26" imgW="883796" imgH="792535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613" y="5310188"/>
                        <a:ext cx="9144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4">
            <a:extLst>
              <a:ext uri="{FF2B5EF4-FFF2-40B4-BE49-F238E27FC236}">
                <a16:creationId xmlns:a16="http://schemas.microsoft.com/office/drawing/2014/main" id="{A8D8F44F-B9BD-513D-5068-60E1E596213A}"/>
              </a:ext>
            </a:extLst>
          </p:cNvPr>
          <p:cNvGrpSpPr>
            <a:grpSpLocks/>
          </p:cNvGrpSpPr>
          <p:nvPr/>
        </p:nvGrpSpPr>
        <p:grpSpPr bwMode="auto">
          <a:xfrm>
            <a:off x="5246688" y="4149725"/>
            <a:ext cx="1763712" cy="1084263"/>
            <a:chOff x="3305" y="2496"/>
            <a:chExt cx="1111" cy="683"/>
          </a:xfrm>
        </p:grpSpPr>
        <p:sp>
          <p:nvSpPr>
            <p:cNvPr id="16412" name="AutoShape 25">
              <a:extLst>
                <a:ext uri="{FF2B5EF4-FFF2-40B4-BE49-F238E27FC236}">
                  <a16:creationId xmlns:a16="http://schemas.microsoft.com/office/drawing/2014/main" id="{94A211A6-0422-2E11-5A5E-E73B2E67F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" y="2496"/>
              <a:ext cx="1111" cy="683"/>
            </a:xfrm>
            <a:prstGeom prst="wedgeRectCallout">
              <a:avLst>
                <a:gd name="adj1" fmla="val -59810"/>
                <a:gd name="adj2" fmla="val 80894"/>
              </a:avLst>
            </a:prstGeom>
            <a:noFill/>
            <a:ln w="9525">
              <a:solidFill>
                <a:srgbClr val="66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i="1"/>
            </a:p>
          </p:txBody>
        </p:sp>
        <p:graphicFrame>
          <p:nvGraphicFramePr>
            <p:cNvPr id="16413" name="Object 16">
              <a:extLst>
                <a:ext uri="{FF2B5EF4-FFF2-40B4-BE49-F238E27FC236}">
                  <a16:creationId xmlns:a16="http://schemas.microsoft.com/office/drawing/2014/main" id="{01EB65D0-A4A7-8D26-A076-7CECA4364C7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409" y="2544"/>
            <a:ext cx="927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440149" imgH="899271" progId="Equation.3">
                    <p:embed/>
                  </p:oleObj>
                </mc:Choice>
                <mc:Fallback>
                  <p:oleObj name="Equation" r:id="rId28" imgW="1440149" imgH="899271" progId="Equation.3">
                    <p:embed/>
                    <p:pic>
                      <p:nvPicPr>
                        <p:cNvPr id="0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9" y="2544"/>
                          <a:ext cx="927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00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2891" name="Text Box 27">
            <a:extLst>
              <a:ext uri="{FF2B5EF4-FFF2-40B4-BE49-F238E27FC236}">
                <a16:creationId xmlns:a16="http://schemas.microsoft.com/office/drawing/2014/main" id="{1BB93516-D91A-72FD-E168-D8F9DF62E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6211888"/>
            <a:ext cx="502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  <a:ea typeface="楷体_GB2312" pitchFamily="49" charset="-122"/>
              </a:rPr>
              <a:t>在一般情况下，磁力远小于电力</a:t>
            </a:r>
          </a:p>
        </p:txBody>
      </p:sp>
      <p:graphicFrame>
        <p:nvGraphicFramePr>
          <p:cNvPr id="292892" name="Object 15">
            <a:extLst>
              <a:ext uri="{FF2B5EF4-FFF2-40B4-BE49-F238E27FC236}">
                <a16:creationId xmlns:a16="http://schemas.microsoft.com/office/drawing/2014/main" id="{D59066FC-7508-D3AD-DC38-569C3282DB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7963" y="5251450"/>
          <a:ext cx="29146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728022" imgH="883809" progId="Equation.3">
                  <p:embed/>
                </p:oleObj>
              </mc:Choice>
              <mc:Fallback>
                <p:oleObj name="Equation" r:id="rId30" imgW="2728022" imgH="88380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5251450"/>
                        <a:ext cx="29146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93" name="Text Box 29">
            <a:extLst>
              <a:ext uri="{FF2B5EF4-FFF2-40B4-BE49-F238E27FC236}">
                <a16:creationId xmlns:a16="http://schemas.microsoft.com/office/drawing/2014/main" id="{114B2902-417B-6541-260A-0F02CF31A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2593975"/>
            <a:ext cx="355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带电线单位长度上的磁力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29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9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9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9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6" grpId="0" autoUpdateAnimBg="0"/>
      <p:bldP spid="292867" grpId="0" animBg="1"/>
      <p:bldP spid="292873" grpId="0" animBg="1"/>
      <p:bldP spid="292877" grpId="0" autoUpdateAnimBg="0"/>
      <p:bldP spid="292881" grpId="0" animBg="1"/>
      <p:bldP spid="292883" grpId="0" autoUpdateAnimBg="0"/>
      <p:bldP spid="292891" grpId="0" autoUpdateAnimBg="0"/>
      <p:bldP spid="2928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Text Box 2">
            <a:extLst>
              <a:ext uri="{FF2B5EF4-FFF2-40B4-BE49-F238E27FC236}">
                <a16:creationId xmlns:a16="http://schemas.microsoft.com/office/drawing/2014/main" id="{2CDAAB2E-B8DE-5EF9-7AE3-6EBBB5BD8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46075"/>
            <a:ext cx="56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 </a:t>
            </a:r>
          </a:p>
        </p:txBody>
      </p:sp>
      <p:sp>
        <p:nvSpPr>
          <p:cNvPr id="293891" name="Text Box 3">
            <a:extLst>
              <a:ext uri="{FF2B5EF4-FFF2-40B4-BE49-F238E27FC236}">
                <a16:creationId xmlns:a16="http://schemas.microsoft.com/office/drawing/2014/main" id="{0526563F-8599-CBCD-D2BB-A1FB350CC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328613"/>
            <a:ext cx="898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求一载流导线框在无限长直导线磁场中的受力和运动趋势</a:t>
            </a:r>
          </a:p>
        </p:txBody>
      </p:sp>
      <p:sp>
        <p:nvSpPr>
          <p:cNvPr id="293892" name="Text Box 4">
            <a:extLst>
              <a:ext uri="{FF2B5EF4-FFF2-40B4-BE49-F238E27FC236}">
                <a16:creationId xmlns:a16="http://schemas.microsoft.com/office/drawing/2014/main" id="{EE888360-475C-B07A-CD4F-5CDF4A31C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 </a:t>
            </a:r>
          </a:p>
        </p:txBody>
      </p:sp>
      <p:sp>
        <p:nvSpPr>
          <p:cNvPr id="293893" name="Rectangle 5">
            <a:extLst>
              <a:ext uri="{FF2B5EF4-FFF2-40B4-BE49-F238E27FC236}">
                <a16:creationId xmlns:a16="http://schemas.microsoft.com/office/drawing/2014/main" id="{CBA08EE9-F7F0-8B66-E18E-A174E8EC7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13" y="938213"/>
            <a:ext cx="134937" cy="4114800"/>
          </a:xfrm>
          <a:prstGeom prst="rect">
            <a:avLst/>
          </a:prstGeom>
          <a:gradFill rotWithShape="0">
            <a:gsLst>
              <a:gs pos="0">
                <a:srgbClr val="99CC00"/>
              </a:gs>
              <a:gs pos="100000">
                <a:srgbClr val="475E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93894" name="Line 6">
            <a:extLst>
              <a:ext uri="{FF2B5EF4-FFF2-40B4-BE49-F238E27FC236}">
                <a16:creationId xmlns:a16="http://schemas.microsoft.com/office/drawing/2014/main" id="{1833087A-D473-246C-C8A4-A61DB6B084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56325" y="1628775"/>
            <a:ext cx="0" cy="8382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3895" name="Object 2">
            <a:extLst>
              <a:ext uri="{FF2B5EF4-FFF2-40B4-BE49-F238E27FC236}">
                <a16:creationId xmlns:a16="http://schemas.microsoft.com/office/drawing/2014/main" id="{7B2A5DAE-FED0-14C5-8622-750D2E716FA7}"/>
              </a:ext>
            </a:extLst>
          </p:cNvPr>
          <p:cNvGraphicFramePr>
            <a:graphicFrameLocks/>
          </p:cNvGraphicFramePr>
          <p:nvPr/>
        </p:nvGraphicFramePr>
        <p:xfrm>
          <a:off x="6221413" y="1068388"/>
          <a:ext cx="25558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49" imgH="388537" progId="Equation.3">
                  <p:embed/>
                </p:oleObj>
              </mc:Choice>
              <mc:Fallback>
                <p:oleObj name="Equation" r:id="rId2" imgW="220949" imgH="38853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1413" y="1068388"/>
                        <a:ext cx="25558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896" name="Rectangle 8">
            <a:extLst>
              <a:ext uri="{FF2B5EF4-FFF2-40B4-BE49-F238E27FC236}">
                <a16:creationId xmlns:a16="http://schemas.microsoft.com/office/drawing/2014/main" id="{31A44383-352F-31F7-46FE-70070673A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700213"/>
            <a:ext cx="1066800" cy="1981200"/>
          </a:xfrm>
          <a:prstGeom prst="rect">
            <a:avLst/>
          </a:prstGeom>
          <a:noFill/>
          <a:ln w="508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93897" name="Line 9">
            <a:extLst>
              <a:ext uri="{FF2B5EF4-FFF2-40B4-BE49-F238E27FC236}">
                <a16:creationId xmlns:a16="http://schemas.microsoft.com/office/drawing/2014/main" id="{52978BD8-1CC8-101A-161C-C576C4965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3850" y="1700213"/>
            <a:ext cx="533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898" name="Line 10">
            <a:extLst>
              <a:ext uri="{FF2B5EF4-FFF2-40B4-BE49-F238E27FC236}">
                <a16:creationId xmlns:a16="http://schemas.microsoft.com/office/drawing/2014/main" id="{FCF33394-48D8-AFE3-1E5D-7D2A99BAF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3850" y="3681413"/>
            <a:ext cx="533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899" name="Line 11">
            <a:extLst>
              <a:ext uri="{FF2B5EF4-FFF2-40B4-BE49-F238E27FC236}">
                <a16:creationId xmlns:a16="http://schemas.microsoft.com/office/drawing/2014/main" id="{4C28D95B-0145-678A-AD65-4D92B901D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3681413"/>
            <a:ext cx="0" cy="457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00" name="Line 12">
            <a:extLst>
              <a:ext uri="{FF2B5EF4-FFF2-40B4-BE49-F238E27FC236}">
                <a16:creationId xmlns:a16="http://schemas.microsoft.com/office/drawing/2014/main" id="{18EFDF8E-8DF7-216F-2DB2-C8B4B284B7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3850" y="3681413"/>
            <a:ext cx="0" cy="457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01" name="Line 13">
            <a:extLst>
              <a:ext uri="{FF2B5EF4-FFF2-40B4-BE49-F238E27FC236}">
                <a16:creationId xmlns:a16="http://schemas.microsoft.com/office/drawing/2014/main" id="{9CE03803-D605-B7E5-1DED-82EEFAEC8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4062413"/>
            <a:ext cx="10668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02" name="Line 14">
            <a:extLst>
              <a:ext uri="{FF2B5EF4-FFF2-40B4-BE49-F238E27FC236}">
                <a16:creationId xmlns:a16="http://schemas.microsoft.com/office/drawing/2014/main" id="{E4700347-12FF-06B3-508C-FD55F8FF2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8650" y="1700213"/>
            <a:ext cx="0" cy="1981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3903" name="Object 3">
            <a:extLst>
              <a:ext uri="{FF2B5EF4-FFF2-40B4-BE49-F238E27FC236}">
                <a16:creationId xmlns:a16="http://schemas.microsoft.com/office/drawing/2014/main" id="{CABB39D9-D525-122A-3435-AF3087ED140A}"/>
              </a:ext>
            </a:extLst>
          </p:cNvPr>
          <p:cNvGraphicFramePr>
            <a:graphicFrameLocks/>
          </p:cNvGraphicFramePr>
          <p:nvPr/>
        </p:nvGraphicFramePr>
        <p:xfrm>
          <a:off x="7275513" y="3756025"/>
          <a:ext cx="230187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058" imgH="198009" progId="Equation.3">
                  <p:embed/>
                </p:oleObj>
              </mc:Choice>
              <mc:Fallback>
                <p:oleObj name="Equation" r:id="rId4" imgW="198058" imgH="19800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5513" y="3756025"/>
                        <a:ext cx="230187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4" name="Object 4">
            <a:extLst>
              <a:ext uri="{FF2B5EF4-FFF2-40B4-BE49-F238E27FC236}">
                <a16:creationId xmlns:a16="http://schemas.microsoft.com/office/drawing/2014/main" id="{2E86E3B1-5BDC-8743-ED78-43DEB3078B0B}"/>
              </a:ext>
            </a:extLst>
          </p:cNvPr>
          <p:cNvGraphicFramePr>
            <a:graphicFrameLocks/>
          </p:cNvGraphicFramePr>
          <p:nvPr/>
        </p:nvGraphicFramePr>
        <p:xfrm>
          <a:off x="8045450" y="2527300"/>
          <a:ext cx="2016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167" imgH="289782" progId="Equation.3">
                  <p:embed/>
                </p:oleObj>
              </mc:Choice>
              <mc:Fallback>
                <p:oleObj name="Equation" r:id="rId6" imgW="175167" imgH="28978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5450" y="2527300"/>
                        <a:ext cx="2016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05" name="Object 5">
            <a:extLst>
              <a:ext uri="{FF2B5EF4-FFF2-40B4-BE49-F238E27FC236}">
                <a16:creationId xmlns:a16="http://schemas.microsoft.com/office/drawing/2014/main" id="{F33501DA-3F9E-B084-557F-CDFD72DA2E5A}"/>
              </a:ext>
            </a:extLst>
          </p:cNvPr>
          <p:cNvGraphicFramePr>
            <a:graphicFrameLocks/>
          </p:cNvGraphicFramePr>
          <p:nvPr/>
        </p:nvGraphicFramePr>
        <p:xfrm>
          <a:off x="6283325" y="3451225"/>
          <a:ext cx="230188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058" imgH="198009" progId="Equation.3">
                  <p:embed/>
                </p:oleObj>
              </mc:Choice>
              <mc:Fallback>
                <p:oleObj name="Equation" r:id="rId8" imgW="198058" imgH="19800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325" y="3451225"/>
                        <a:ext cx="230188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06" name="Line 18">
            <a:extLst>
              <a:ext uri="{FF2B5EF4-FFF2-40B4-BE49-F238E27FC236}">
                <a16:creationId xmlns:a16="http://schemas.microsoft.com/office/drawing/2014/main" id="{D60A47CC-C5E6-584D-9385-C5504074673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2650" y="3300413"/>
            <a:ext cx="914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3907" name="Line 19">
            <a:extLst>
              <a:ext uri="{FF2B5EF4-FFF2-40B4-BE49-F238E27FC236}">
                <a16:creationId xmlns:a16="http://schemas.microsoft.com/office/drawing/2014/main" id="{E51B37F8-9041-E7F5-74E3-87F499494E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9450" y="2081213"/>
            <a:ext cx="0" cy="7620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3908" name="Object 6">
            <a:extLst>
              <a:ext uri="{FF2B5EF4-FFF2-40B4-BE49-F238E27FC236}">
                <a16:creationId xmlns:a16="http://schemas.microsoft.com/office/drawing/2014/main" id="{9A369E33-2BEE-B811-A183-BF24BC5C9717}"/>
              </a:ext>
            </a:extLst>
          </p:cNvPr>
          <p:cNvGraphicFramePr>
            <a:graphicFrameLocks/>
          </p:cNvGraphicFramePr>
          <p:nvPr/>
        </p:nvGraphicFramePr>
        <p:xfrm>
          <a:off x="7121525" y="1968500"/>
          <a:ext cx="3063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4196" imgH="388537" progId="Equation.3">
                  <p:embed/>
                </p:oleObj>
              </mc:Choice>
              <mc:Fallback>
                <p:oleObj name="Equation" r:id="rId10" imgW="274196" imgH="38853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1525" y="1968500"/>
                        <a:ext cx="30638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09" name="Oval 21">
            <a:extLst>
              <a:ext uri="{FF2B5EF4-FFF2-40B4-BE49-F238E27FC236}">
                <a16:creationId xmlns:a16="http://schemas.microsoft.com/office/drawing/2014/main" id="{FFCAEC94-286E-360D-997D-241984632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3650" y="2386013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1</a:t>
            </a:r>
          </a:p>
        </p:txBody>
      </p:sp>
      <p:sp>
        <p:nvSpPr>
          <p:cNvPr id="293910" name="Oval 22">
            <a:extLst>
              <a:ext uri="{FF2B5EF4-FFF2-40B4-BE49-F238E27FC236}">
                <a16:creationId xmlns:a16="http://schemas.microsoft.com/office/drawing/2014/main" id="{10E2481D-C4F1-DAD8-2041-B1878E2CE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8050" y="1166813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2</a:t>
            </a:r>
          </a:p>
        </p:txBody>
      </p:sp>
      <p:sp>
        <p:nvSpPr>
          <p:cNvPr id="293911" name="Oval 23">
            <a:extLst>
              <a:ext uri="{FF2B5EF4-FFF2-40B4-BE49-F238E27FC236}">
                <a16:creationId xmlns:a16="http://schemas.microsoft.com/office/drawing/2014/main" id="{B87DE0E4-6DA8-8A5B-6499-778857B5E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850" y="2386013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3</a:t>
            </a:r>
          </a:p>
        </p:txBody>
      </p:sp>
      <p:sp>
        <p:nvSpPr>
          <p:cNvPr id="293912" name="Oval 24">
            <a:extLst>
              <a:ext uri="{FF2B5EF4-FFF2-40B4-BE49-F238E27FC236}">
                <a16:creationId xmlns:a16="http://schemas.microsoft.com/office/drawing/2014/main" id="{8C38E34C-818F-128C-E9F2-A054E5E4D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4138613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4</a:t>
            </a:r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7B89CA43-C655-0484-7B95-32A4C09C2922}"/>
              </a:ext>
            </a:extLst>
          </p:cNvPr>
          <p:cNvGrpSpPr>
            <a:grpSpLocks/>
          </p:cNvGrpSpPr>
          <p:nvPr/>
        </p:nvGrpSpPr>
        <p:grpSpPr bwMode="auto">
          <a:xfrm>
            <a:off x="7181850" y="2843213"/>
            <a:ext cx="533400" cy="533400"/>
            <a:chOff x="1344" y="3072"/>
            <a:chExt cx="336" cy="336"/>
          </a:xfrm>
        </p:grpSpPr>
        <p:sp>
          <p:nvSpPr>
            <p:cNvPr id="17457" name="Oval 26">
              <a:extLst>
                <a:ext uri="{FF2B5EF4-FFF2-40B4-BE49-F238E27FC236}">
                  <a16:creationId xmlns:a16="http://schemas.microsoft.com/office/drawing/2014/main" id="{142D838C-C350-A381-2C34-9C0E9DEAD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072"/>
              <a:ext cx="336" cy="336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7458" name="Line 27">
              <a:extLst>
                <a:ext uri="{FF2B5EF4-FFF2-40B4-BE49-F238E27FC236}">
                  <a16:creationId xmlns:a16="http://schemas.microsoft.com/office/drawing/2014/main" id="{40A2BE53-A570-8C10-AAE8-A97231BCA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120"/>
              <a:ext cx="240" cy="24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Line 28">
              <a:extLst>
                <a:ext uri="{FF2B5EF4-FFF2-40B4-BE49-F238E27FC236}">
                  <a16:creationId xmlns:a16="http://schemas.microsoft.com/office/drawing/2014/main" id="{641BC7AF-9613-852F-FEB3-19BD63E926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3120"/>
              <a:ext cx="240" cy="240"/>
            </a:xfrm>
            <a:prstGeom prst="line">
              <a:avLst/>
            </a:prstGeom>
            <a:noFill/>
            <a:ln w="222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3917" name="Line 29">
            <a:extLst>
              <a:ext uri="{FF2B5EF4-FFF2-40B4-BE49-F238E27FC236}">
                <a16:creationId xmlns:a16="http://schemas.microsoft.com/office/drawing/2014/main" id="{64AAB375-EAFB-6F33-9F3F-73A2FA76E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2650" y="4824413"/>
            <a:ext cx="23622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3918" name="Object 7">
            <a:extLst>
              <a:ext uri="{FF2B5EF4-FFF2-40B4-BE49-F238E27FC236}">
                <a16:creationId xmlns:a16="http://schemas.microsoft.com/office/drawing/2014/main" id="{1527D1E8-1A3E-F504-A97D-01BDB6B01481}"/>
              </a:ext>
            </a:extLst>
          </p:cNvPr>
          <p:cNvGraphicFramePr>
            <a:graphicFrameLocks/>
          </p:cNvGraphicFramePr>
          <p:nvPr/>
        </p:nvGraphicFramePr>
        <p:xfrm>
          <a:off x="8050213" y="4441825"/>
          <a:ext cx="215900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3129" imgH="198009" progId="Equation.3">
                  <p:embed/>
                </p:oleObj>
              </mc:Choice>
              <mc:Fallback>
                <p:oleObj name="Equation" r:id="rId12" imgW="183129" imgH="198009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0213" y="4441825"/>
                        <a:ext cx="215900" cy="23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19" name="Object 8">
            <a:extLst>
              <a:ext uri="{FF2B5EF4-FFF2-40B4-BE49-F238E27FC236}">
                <a16:creationId xmlns:a16="http://schemas.microsoft.com/office/drawing/2014/main" id="{3194A96C-94D7-D3B9-4954-EFFBB99FAD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4367213"/>
          <a:ext cx="3524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9029" imgH="106735" progId="Equation.3">
                  <p:embed/>
                </p:oleObj>
              </mc:Choice>
              <mc:Fallback>
                <p:oleObj name="Equation" r:id="rId14" imgW="99029" imgH="1067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4367213"/>
                        <a:ext cx="3524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20" name="Object 9">
            <a:extLst>
              <a:ext uri="{FF2B5EF4-FFF2-40B4-BE49-F238E27FC236}">
                <a16:creationId xmlns:a16="http://schemas.microsoft.com/office/drawing/2014/main" id="{022457B0-F3E8-87D5-537C-C4D9662BDECE}"/>
              </a:ext>
            </a:extLst>
          </p:cNvPr>
          <p:cNvGraphicFramePr>
            <a:graphicFrameLocks/>
          </p:cNvGraphicFramePr>
          <p:nvPr/>
        </p:nvGraphicFramePr>
        <p:xfrm>
          <a:off x="1585913" y="1019175"/>
          <a:ext cx="13970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64011" imgH="388537" progId="Equation.3">
                  <p:embed/>
                </p:oleObj>
              </mc:Choice>
              <mc:Fallback>
                <p:oleObj name="Equation" r:id="rId16" imgW="1364011" imgH="388537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913" y="1019175"/>
                        <a:ext cx="13970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21" name="Oval 33">
            <a:extLst>
              <a:ext uri="{FF2B5EF4-FFF2-40B4-BE49-F238E27FC236}">
                <a16:creationId xmlns:a16="http://schemas.microsoft.com/office/drawing/2014/main" id="{7FE2B643-0DB6-D174-72F2-7A57039BF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55675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1</a:t>
            </a:r>
          </a:p>
        </p:txBody>
      </p:sp>
      <p:graphicFrame>
        <p:nvGraphicFramePr>
          <p:cNvPr id="293922" name="Object 10">
            <a:extLst>
              <a:ext uri="{FF2B5EF4-FFF2-40B4-BE49-F238E27FC236}">
                <a16:creationId xmlns:a16="http://schemas.microsoft.com/office/drawing/2014/main" id="{E026033C-5460-7655-86D3-E53D1ADEE73D}"/>
              </a:ext>
            </a:extLst>
          </p:cNvPr>
          <p:cNvGraphicFramePr>
            <a:graphicFrameLocks/>
          </p:cNvGraphicFramePr>
          <p:nvPr/>
        </p:nvGraphicFramePr>
        <p:xfrm>
          <a:off x="3048000" y="814388"/>
          <a:ext cx="141128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79438" imgH="792535" progId="Equation.3">
                  <p:embed/>
                </p:oleObj>
              </mc:Choice>
              <mc:Fallback>
                <p:oleObj name="Equation" r:id="rId18" imgW="1379438" imgH="792535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814388"/>
                        <a:ext cx="141128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23" name="Oval 35">
            <a:extLst>
              <a:ext uri="{FF2B5EF4-FFF2-40B4-BE49-F238E27FC236}">
                <a16:creationId xmlns:a16="http://schemas.microsoft.com/office/drawing/2014/main" id="{49BBEA9F-A52D-5BFB-E106-FCE36C6BE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51063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3</a:t>
            </a:r>
          </a:p>
        </p:txBody>
      </p:sp>
      <p:graphicFrame>
        <p:nvGraphicFramePr>
          <p:cNvPr id="293924" name="Object 11">
            <a:extLst>
              <a:ext uri="{FF2B5EF4-FFF2-40B4-BE49-F238E27FC236}">
                <a16:creationId xmlns:a16="http://schemas.microsoft.com/office/drawing/2014/main" id="{E8EADE6D-9689-52CF-B28B-9A4EE0EB3C2A}"/>
              </a:ext>
            </a:extLst>
          </p:cNvPr>
          <p:cNvGraphicFramePr>
            <a:graphicFrameLocks/>
          </p:cNvGraphicFramePr>
          <p:nvPr/>
        </p:nvGraphicFramePr>
        <p:xfrm>
          <a:off x="1573213" y="2209800"/>
          <a:ext cx="144621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17258" imgH="403999" progId="Equation.3">
                  <p:embed/>
                </p:oleObj>
              </mc:Choice>
              <mc:Fallback>
                <p:oleObj name="Equation" r:id="rId20" imgW="1417258" imgH="403999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2209800"/>
                        <a:ext cx="1446212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25" name="Object 12">
            <a:extLst>
              <a:ext uri="{FF2B5EF4-FFF2-40B4-BE49-F238E27FC236}">
                <a16:creationId xmlns:a16="http://schemas.microsoft.com/office/drawing/2014/main" id="{BF1E3FF2-6BA2-2E24-A767-52E5CB6BD4AB}"/>
              </a:ext>
            </a:extLst>
          </p:cNvPr>
          <p:cNvGraphicFramePr>
            <a:graphicFrameLocks/>
          </p:cNvGraphicFramePr>
          <p:nvPr/>
        </p:nvGraphicFramePr>
        <p:xfrm>
          <a:off x="3048000" y="1981200"/>
          <a:ext cx="1411288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79438" imgH="792535" progId="Equation.3">
                  <p:embed/>
                </p:oleObj>
              </mc:Choice>
              <mc:Fallback>
                <p:oleObj name="Equation" r:id="rId22" imgW="1379438" imgH="792535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981200"/>
                        <a:ext cx="1411288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26" name="Text Box 38">
            <a:extLst>
              <a:ext uri="{FF2B5EF4-FFF2-40B4-BE49-F238E27FC236}">
                <a16:creationId xmlns:a16="http://schemas.microsoft.com/office/drawing/2014/main" id="{13A13D2F-97DC-9DE8-4952-63E41C49C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56527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方向向左</a:t>
            </a:r>
          </a:p>
        </p:txBody>
      </p:sp>
      <p:sp>
        <p:nvSpPr>
          <p:cNvPr id="293927" name="Text Box 39">
            <a:extLst>
              <a:ext uri="{FF2B5EF4-FFF2-40B4-BE49-F238E27FC236}">
                <a16:creationId xmlns:a16="http://schemas.microsoft.com/office/drawing/2014/main" id="{8858BA10-B450-E548-07DA-FE3930B6F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2725738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方向向右</a:t>
            </a:r>
          </a:p>
        </p:txBody>
      </p:sp>
      <p:sp>
        <p:nvSpPr>
          <p:cNvPr id="293928" name="Oval 40">
            <a:extLst>
              <a:ext uri="{FF2B5EF4-FFF2-40B4-BE49-F238E27FC236}">
                <a16:creationId xmlns:a16="http://schemas.microsoft.com/office/drawing/2014/main" id="{25B99FFC-AC6B-706B-3D5D-F8E730F4D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57563"/>
            <a:ext cx="457200" cy="4381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2</a:t>
            </a:r>
          </a:p>
        </p:txBody>
      </p:sp>
      <p:graphicFrame>
        <p:nvGraphicFramePr>
          <p:cNvPr id="293929" name="Object 13">
            <a:extLst>
              <a:ext uri="{FF2B5EF4-FFF2-40B4-BE49-F238E27FC236}">
                <a16:creationId xmlns:a16="http://schemas.microsoft.com/office/drawing/2014/main" id="{888B58D9-3269-9E74-F715-342DCC4528FB}"/>
              </a:ext>
            </a:extLst>
          </p:cNvPr>
          <p:cNvGraphicFramePr>
            <a:graphicFrameLocks/>
          </p:cNvGraphicFramePr>
          <p:nvPr/>
        </p:nvGraphicFramePr>
        <p:xfrm>
          <a:off x="1547813" y="3068638"/>
          <a:ext cx="27178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89704" imgH="792535" progId="Equation.3">
                  <p:embed/>
                </p:oleObj>
              </mc:Choice>
              <mc:Fallback>
                <p:oleObj name="Equation" r:id="rId24" imgW="2689704" imgH="792535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068638"/>
                        <a:ext cx="27178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30" name="Object 14">
            <a:extLst>
              <a:ext uri="{FF2B5EF4-FFF2-40B4-BE49-F238E27FC236}">
                <a16:creationId xmlns:a16="http://schemas.microsoft.com/office/drawing/2014/main" id="{D8204F64-0BBD-46AF-2B44-B21CAD05FBE3}"/>
              </a:ext>
            </a:extLst>
          </p:cNvPr>
          <p:cNvGraphicFramePr>
            <a:graphicFrameLocks/>
          </p:cNvGraphicFramePr>
          <p:nvPr/>
        </p:nvGraphicFramePr>
        <p:xfrm>
          <a:off x="1476375" y="3789363"/>
          <a:ext cx="195421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27829" imgH="792535" progId="Equation.3">
                  <p:embed/>
                </p:oleObj>
              </mc:Choice>
              <mc:Fallback>
                <p:oleObj name="Equation" r:id="rId26" imgW="1927829" imgH="792535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789363"/>
                        <a:ext cx="195421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31" name="Object 15">
            <a:extLst>
              <a:ext uri="{FF2B5EF4-FFF2-40B4-BE49-F238E27FC236}">
                <a16:creationId xmlns:a16="http://schemas.microsoft.com/office/drawing/2014/main" id="{A61769B4-2A1D-ADD8-9AC8-467AF25DA9B8}"/>
              </a:ext>
            </a:extLst>
          </p:cNvPr>
          <p:cNvGraphicFramePr>
            <a:graphicFrameLocks/>
          </p:cNvGraphicFramePr>
          <p:nvPr/>
        </p:nvGraphicFramePr>
        <p:xfrm>
          <a:off x="3492500" y="3860800"/>
          <a:ext cx="17272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99416" imgH="792535" progId="Equation.3">
                  <p:embed/>
                </p:oleObj>
              </mc:Choice>
              <mc:Fallback>
                <p:oleObj name="Equation" r:id="rId28" imgW="1699416" imgH="792535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860800"/>
                        <a:ext cx="17272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32" name="Line 44">
            <a:extLst>
              <a:ext uri="{FF2B5EF4-FFF2-40B4-BE49-F238E27FC236}">
                <a16:creationId xmlns:a16="http://schemas.microsoft.com/office/drawing/2014/main" id="{55A0DA50-C91F-2BBC-CB51-EF11B89544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0600" y="1708150"/>
            <a:ext cx="287338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93933" name="Object 16">
            <a:extLst>
              <a:ext uri="{FF2B5EF4-FFF2-40B4-BE49-F238E27FC236}">
                <a16:creationId xmlns:a16="http://schemas.microsoft.com/office/drawing/2014/main" id="{25D991F7-48A2-1AC1-3239-7B44761AC602}"/>
              </a:ext>
            </a:extLst>
          </p:cNvPr>
          <p:cNvGraphicFramePr>
            <a:graphicFrameLocks/>
          </p:cNvGraphicFramePr>
          <p:nvPr/>
        </p:nvGraphicFramePr>
        <p:xfrm>
          <a:off x="1619250" y="4724400"/>
          <a:ext cx="10144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982824" imgH="388537" progId="Equation.3">
                  <p:embed/>
                </p:oleObj>
              </mc:Choice>
              <mc:Fallback>
                <p:oleObj name="Equation" r:id="rId30" imgW="982824" imgH="388537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724400"/>
                        <a:ext cx="101441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34" name="Oval 46">
            <a:extLst>
              <a:ext uri="{FF2B5EF4-FFF2-40B4-BE49-F238E27FC236}">
                <a16:creationId xmlns:a16="http://schemas.microsoft.com/office/drawing/2014/main" id="{8CD8D06A-F8B4-ED58-9530-5504FFB21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72440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/>
              <a:t>4</a:t>
            </a:r>
          </a:p>
        </p:txBody>
      </p:sp>
      <p:sp>
        <p:nvSpPr>
          <p:cNvPr id="293935" name="Text Box 47">
            <a:extLst>
              <a:ext uri="{FF2B5EF4-FFF2-40B4-BE49-F238E27FC236}">
                <a16:creationId xmlns:a16="http://schemas.microsoft.com/office/drawing/2014/main" id="{42AF666B-C399-9772-F6AC-15B2D1CC3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300663"/>
            <a:ext cx="443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cs typeface="Times New Roman" panose="02020603050405020304" pitchFamily="18" charset="0"/>
              </a:rPr>
              <a:t>  </a:t>
            </a:r>
            <a:r>
              <a:rPr lang="zh-CN" altLang="en-US">
                <a:solidFill>
                  <a:schemeClr val="bg1"/>
                </a:solidFill>
              </a:rPr>
              <a:t>整个线圈所受的合力：</a:t>
            </a:r>
          </a:p>
        </p:txBody>
      </p:sp>
      <p:graphicFrame>
        <p:nvGraphicFramePr>
          <p:cNvPr id="293936" name="Object 17">
            <a:extLst>
              <a:ext uri="{FF2B5EF4-FFF2-40B4-BE49-F238E27FC236}">
                <a16:creationId xmlns:a16="http://schemas.microsoft.com/office/drawing/2014/main" id="{44CF0934-B864-A258-868E-AC83F2C63DBF}"/>
              </a:ext>
            </a:extLst>
          </p:cNvPr>
          <p:cNvGraphicFramePr>
            <a:graphicFrameLocks/>
          </p:cNvGraphicFramePr>
          <p:nvPr/>
        </p:nvGraphicFramePr>
        <p:xfrm>
          <a:off x="3635375" y="5300663"/>
          <a:ext cx="286861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842478" imgH="426942" progId="Equation.3">
                  <p:embed/>
                </p:oleObj>
              </mc:Choice>
              <mc:Fallback>
                <p:oleObj name="Equation" r:id="rId32" imgW="2842478" imgH="426942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300663"/>
                        <a:ext cx="2868613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937" name="Object 18">
            <a:extLst>
              <a:ext uri="{FF2B5EF4-FFF2-40B4-BE49-F238E27FC236}">
                <a16:creationId xmlns:a16="http://schemas.microsoft.com/office/drawing/2014/main" id="{EDC2B17B-1B0B-E021-723D-550415885240}"/>
              </a:ext>
            </a:extLst>
          </p:cNvPr>
          <p:cNvGraphicFramePr>
            <a:graphicFrameLocks/>
          </p:cNvGraphicFramePr>
          <p:nvPr/>
        </p:nvGraphicFramePr>
        <p:xfrm>
          <a:off x="6732588" y="5300663"/>
          <a:ext cx="1206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73418" imgH="426942" progId="Equation.3">
                  <p:embed/>
                </p:oleObj>
              </mc:Choice>
              <mc:Fallback>
                <p:oleObj name="Equation" r:id="rId34" imgW="1173418" imgH="426942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5300663"/>
                        <a:ext cx="1206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38" name="Text Box 50">
            <a:extLst>
              <a:ext uri="{FF2B5EF4-FFF2-40B4-BE49-F238E27FC236}">
                <a16:creationId xmlns:a16="http://schemas.microsoft.com/office/drawing/2014/main" id="{CFF6309F-CAF9-492D-5B4E-2FDA84250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6021388"/>
            <a:ext cx="474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sym typeface="Symbol" panose="05050102010706020507" pitchFamily="18" charset="2"/>
              </a:rPr>
              <a:t>  </a:t>
            </a:r>
            <a:r>
              <a:rPr lang="zh-CN" altLang="en-US">
                <a:solidFill>
                  <a:schemeClr val="bg1"/>
                </a:solidFill>
              </a:rPr>
              <a:t>线圈向左做平动</a:t>
            </a:r>
          </a:p>
        </p:txBody>
      </p:sp>
      <p:graphicFrame>
        <p:nvGraphicFramePr>
          <p:cNvPr id="293939" name="Object 19">
            <a:extLst>
              <a:ext uri="{FF2B5EF4-FFF2-40B4-BE49-F238E27FC236}">
                <a16:creationId xmlns:a16="http://schemas.microsoft.com/office/drawing/2014/main" id="{718AB96D-3FF6-2DBC-F60B-6F6A5F42663A}"/>
              </a:ext>
            </a:extLst>
          </p:cNvPr>
          <p:cNvGraphicFramePr>
            <a:graphicFrameLocks/>
          </p:cNvGraphicFramePr>
          <p:nvPr/>
        </p:nvGraphicFramePr>
        <p:xfrm>
          <a:off x="971550" y="5949950"/>
          <a:ext cx="142081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394367" imgH="480309" progId="Equation.3">
                  <p:embed/>
                </p:oleObj>
              </mc:Choice>
              <mc:Fallback>
                <p:oleObj name="Equation" r:id="rId36" imgW="1394367" imgH="480309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949950"/>
                        <a:ext cx="142081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9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29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9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93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9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9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9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9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93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29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47" dur="1000" fill="hold"/>
                                        <p:tgtEl>
                                          <p:spTgt spid="29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2" dur="500"/>
                                        <p:tgtEl>
                                          <p:spTgt spid="29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9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9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9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9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9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29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29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3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29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 autoUpdateAnimBg="0"/>
      <p:bldP spid="293891" grpId="0" autoUpdateAnimBg="0"/>
      <p:bldP spid="293892" grpId="0" autoUpdateAnimBg="0"/>
      <p:bldP spid="293893" grpId="0" animBg="1"/>
      <p:bldP spid="293896" grpId="0" animBg="1"/>
      <p:bldP spid="293909" grpId="0" animBg="1" autoUpdateAnimBg="0"/>
      <p:bldP spid="293910" grpId="0" animBg="1" autoUpdateAnimBg="0"/>
      <p:bldP spid="293911" grpId="0" animBg="1" autoUpdateAnimBg="0"/>
      <p:bldP spid="293912" grpId="0" animBg="1" autoUpdateAnimBg="0"/>
      <p:bldP spid="293921" grpId="0" animBg="1" autoUpdateAnimBg="0"/>
      <p:bldP spid="293923" grpId="0" animBg="1" autoUpdateAnimBg="0"/>
      <p:bldP spid="293926" grpId="0" autoUpdateAnimBg="0"/>
      <p:bldP spid="293927" grpId="0" autoUpdateAnimBg="0"/>
      <p:bldP spid="293928" grpId="0" animBg="1" autoUpdateAnimBg="0"/>
      <p:bldP spid="293934" grpId="0" animBg="1" autoUpdateAnimBg="0"/>
      <p:bldP spid="293935" grpId="0" autoUpdateAnimBg="0"/>
      <p:bldP spid="29393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21" name="Text Box 57">
            <a:extLst>
              <a:ext uri="{FF2B5EF4-FFF2-40B4-BE49-F238E27FC236}">
                <a16:creationId xmlns:a16="http://schemas.microsoft.com/office/drawing/2014/main" id="{BD2FF64A-E1FC-085E-8DAA-B63E5A8EF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285750"/>
            <a:ext cx="84582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思考题：一半径为</a:t>
            </a:r>
            <a:r>
              <a:rPr lang="en-US" altLang="zh-CN" i="1">
                <a:solidFill>
                  <a:schemeClr val="bg1"/>
                </a:solidFill>
                <a:ea typeface="楷体_GB2312" pitchFamily="49" charset="-122"/>
              </a:rPr>
              <a:t>R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的无限长半圆柱导体面，其上电流与其轴线上一无限长直导线等值反向，电流在柱面上均匀分布。</a:t>
            </a:r>
          </a:p>
        </p:txBody>
      </p:sp>
      <p:grpSp>
        <p:nvGrpSpPr>
          <p:cNvPr id="2" name="Group 58">
            <a:extLst>
              <a:ext uri="{FF2B5EF4-FFF2-40B4-BE49-F238E27FC236}">
                <a16:creationId xmlns:a16="http://schemas.microsoft.com/office/drawing/2014/main" id="{E914653C-C74D-3847-EEE9-73EA19CACF40}"/>
              </a:ext>
            </a:extLst>
          </p:cNvPr>
          <p:cNvGrpSpPr>
            <a:grpSpLocks/>
          </p:cNvGrpSpPr>
          <p:nvPr/>
        </p:nvGrpSpPr>
        <p:grpSpPr bwMode="auto">
          <a:xfrm>
            <a:off x="-90488" y="1295400"/>
            <a:ext cx="1828801" cy="3975100"/>
            <a:chOff x="4080" y="1056"/>
            <a:chExt cx="1152" cy="2456"/>
          </a:xfrm>
        </p:grpSpPr>
        <p:grpSp>
          <p:nvGrpSpPr>
            <p:cNvPr id="18458" name="Group 59">
              <a:extLst>
                <a:ext uri="{FF2B5EF4-FFF2-40B4-BE49-F238E27FC236}">
                  <a16:creationId xmlns:a16="http://schemas.microsoft.com/office/drawing/2014/main" id="{A3779144-B242-6C53-17A4-9153416B40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392"/>
              <a:ext cx="864" cy="2016"/>
              <a:chOff x="1632" y="1632"/>
              <a:chExt cx="816" cy="2208"/>
            </a:xfrm>
          </p:grpSpPr>
          <p:sp>
            <p:nvSpPr>
              <p:cNvPr id="18466" name="Freeform 60">
                <a:extLst>
                  <a:ext uri="{FF2B5EF4-FFF2-40B4-BE49-F238E27FC236}">
                    <a16:creationId xmlns:a16="http://schemas.microsoft.com/office/drawing/2014/main" id="{CD8B9CB0-6CEC-8655-B11F-E92C0F74DF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632"/>
                <a:ext cx="816" cy="632"/>
              </a:xfrm>
              <a:custGeom>
                <a:avLst/>
                <a:gdLst>
                  <a:gd name="T0" fmla="*/ 192 w 816"/>
                  <a:gd name="T1" fmla="*/ 632 h 632"/>
                  <a:gd name="T2" fmla="*/ 48 w 816"/>
                  <a:gd name="T3" fmla="*/ 536 h 632"/>
                  <a:gd name="T4" fmla="*/ 0 w 816"/>
                  <a:gd name="T5" fmla="*/ 392 h 632"/>
                  <a:gd name="T6" fmla="*/ 48 w 816"/>
                  <a:gd name="T7" fmla="*/ 200 h 632"/>
                  <a:gd name="T8" fmla="*/ 288 w 816"/>
                  <a:gd name="T9" fmla="*/ 56 h 632"/>
                  <a:gd name="T10" fmla="*/ 528 w 816"/>
                  <a:gd name="T11" fmla="*/ 8 h 632"/>
                  <a:gd name="T12" fmla="*/ 816 w 816"/>
                  <a:gd name="T13" fmla="*/ 8 h 6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16"/>
                  <a:gd name="T22" fmla="*/ 0 h 632"/>
                  <a:gd name="T23" fmla="*/ 816 w 816"/>
                  <a:gd name="T24" fmla="*/ 632 h 6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16" h="632">
                    <a:moveTo>
                      <a:pt x="192" y="632"/>
                    </a:moveTo>
                    <a:cubicBezTo>
                      <a:pt x="136" y="604"/>
                      <a:pt x="80" y="576"/>
                      <a:pt x="48" y="536"/>
                    </a:cubicBezTo>
                    <a:cubicBezTo>
                      <a:pt x="16" y="496"/>
                      <a:pt x="0" y="448"/>
                      <a:pt x="0" y="392"/>
                    </a:cubicBezTo>
                    <a:cubicBezTo>
                      <a:pt x="0" y="336"/>
                      <a:pt x="0" y="256"/>
                      <a:pt x="48" y="200"/>
                    </a:cubicBezTo>
                    <a:cubicBezTo>
                      <a:pt x="96" y="144"/>
                      <a:pt x="208" y="88"/>
                      <a:pt x="288" y="56"/>
                    </a:cubicBezTo>
                    <a:cubicBezTo>
                      <a:pt x="368" y="24"/>
                      <a:pt x="440" y="16"/>
                      <a:pt x="528" y="8"/>
                    </a:cubicBezTo>
                    <a:cubicBezTo>
                      <a:pt x="616" y="0"/>
                      <a:pt x="716" y="4"/>
                      <a:pt x="816" y="8"/>
                    </a:cubicBezTo>
                  </a:path>
                </a:pathLst>
              </a:custGeom>
              <a:noFill/>
              <a:ln w="34925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7" name="Line 61">
                <a:extLst>
                  <a:ext uri="{FF2B5EF4-FFF2-40B4-BE49-F238E27FC236}">
                    <a16:creationId xmlns:a16="http://schemas.microsoft.com/office/drawing/2014/main" id="{F499EEC8-D1CC-6EE0-6CA5-9A14D6737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2256"/>
                <a:ext cx="0" cy="1584"/>
              </a:xfrm>
              <a:prstGeom prst="line">
                <a:avLst/>
              </a:prstGeom>
              <a:noFill/>
              <a:ln w="34925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8" name="Line 62">
                <a:extLst>
                  <a:ext uri="{FF2B5EF4-FFF2-40B4-BE49-F238E27FC236}">
                    <a16:creationId xmlns:a16="http://schemas.microsoft.com/office/drawing/2014/main" id="{F6B03032-BEF0-E56D-6C67-9A9433486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32"/>
                <a:ext cx="0" cy="1536"/>
              </a:xfrm>
              <a:prstGeom prst="line">
                <a:avLst/>
              </a:prstGeom>
              <a:noFill/>
              <a:ln w="34925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9" name="Freeform 63">
                <a:extLst>
                  <a:ext uri="{FF2B5EF4-FFF2-40B4-BE49-F238E27FC236}">
                    <a16:creationId xmlns:a16="http://schemas.microsoft.com/office/drawing/2014/main" id="{B95FF1BB-5CAC-B635-933D-85D2B1C9C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3168"/>
                <a:ext cx="816" cy="632"/>
              </a:xfrm>
              <a:custGeom>
                <a:avLst/>
                <a:gdLst>
                  <a:gd name="T0" fmla="*/ 192 w 816"/>
                  <a:gd name="T1" fmla="*/ 632 h 632"/>
                  <a:gd name="T2" fmla="*/ 48 w 816"/>
                  <a:gd name="T3" fmla="*/ 536 h 632"/>
                  <a:gd name="T4" fmla="*/ 0 w 816"/>
                  <a:gd name="T5" fmla="*/ 392 h 632"/>
                  <a:gd name="T6" fmla="*/ 48 w 816"/>
                  <a:gd name="T7" fmla="*/ 200 h 632"/>
                  <a:gd name="T8" fmla="*/ 288 w 816"/>
                  <a:gd name="T9" fmla="*/ 56 h 632"/>
                  <a:gd name="T10" fmla="*/ 528 w 816"/>
                  <a:gd name="T11" fmla="*/ 8 h 632"/>
                  <a:gd name="T12" fmla="*/ 816 w 816"/>
                  <a:gd name="T13" fmla="*/ 8 h 6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16"/>
                  <a:gd name="T22" fmla="*/ 0 h 632"/>
                  <a:gd name="T23" fmla="*/ 816 w 816"/>
                  <a:gd name="T24" fmla="*/ 632 h 63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16" h="632">
                    <a:moveTo>
                      <a:pt x="192" y="632"/>
                    </a:moveTo>
                    <a:cubicBezTo>
                      <a:pt x="136" y="604"/>
                      <a:pt x="80" y="576"/>
                      <a:pt x="48" y="536"/>
                    </a:cubicBezTo>
                    <a:cubicBezTo>
                      <a:pt x="16" y="496"/>
                      <a:pt x="0" y="448"/>
                      <a:pt x="0" y="392"/>
                    </a:cubicBezTo>
                    <a:cubicBezTo>
                      <a:pt x="0" y="336"/>
                      <a:pt x="0" y="256"/>
                      <a:pt x="48" y="200"/>
                    </a:cubicBezTo>
                    <a:cubicBezTo>
                      <a:pt x="96" y="144"/>
                      <a:pt x="208" y="88"/>
                      <a:pt x="288" y="56"/>
                    </a:cubicBezTo>
                    <a:cubicBezTo>
                      <a:pt x="368" y="24"/>
                      <a:pt x="440" y="16"/>
                      <a:pt x="528" y="8"/>
                    </a:cubicBezTo>
                    <a:cubicBezTo>
                      <a:pt x="616" y="0"/>
                      <a:pt x="716" y="4"/>
                      <a:pt x="816" y="8"/>
                    </a:cubicBezTo>
                  </a:path>
                </a:pathLst>
              </a:custGeom>
              <a:noFill/>
              <a:ln w="34925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0" name="Line 64">
                <a:extLst>
                  <a:ext uri="{FF2B5EF4-FFF2-40B4-BE49-F238E27FC236}">
                    <a16:creationId xmlns:a16="http://schemas.microsoft.com/office/drawing/2014/main" id="{0420613E-04E2-1C4A-56EE-6E49D4C48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968"/>
                <a:ext cx="0" cy="1584"/>
              </a:xfrm>
              <a:prstGeom prst="line">
                <a:avLst/>
              </a:prstGeom>
              <a:noFill/>
              <a:ln w="34925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59" name="Line 65">
              <a:extLst>
                <a:ext uri="{FF2B5EF4-FFF2-40B4-BE49-F238E27FC236}">
                  <a16:creationId xmlns:a16="http://schemas.microsoft.com/office/drawing/2014/main" id="{A520010B-2AF1-1D35-299F-280A61704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056"/>
              <a:ext cx="0" cy="2456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Line 66">
              <a:extLst>
                <a:ext uri="{FF2B5EF4-FFF2-40B4-BE49-F238E27FC236}">
                  <a16:creationId xmlns:a16="http://schemas.microsoft.com/office/drawing/2014/main" id="{046A2FEF-3704-3AA5-83F7-DF7251942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824"/>
              <a:ext cx="0" cy="604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Line 67">
              <a:extLst>
                <a:ext uri="{FF2B5EF4-FFF2-40B4-BE49-F238E27FC236}">
                  <a16:creationId xmlns:a16="http://schemas.microsoft.com/office/drawing/2014/main" id="{FC8A06D1-ED2A-DB59-B392-1E2191BFC7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2190"/>
              <a:ext cx="0" cy="40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62" name="Object 12">
              <a:extLst>
                <a:ext uri="{FF2B5EF4-FFF2-40B4-BE49-F238E27FC236}">
                  <a16:creationId xmlns:a16="http://schemas.microsoft.com/office/drawing/2014/main" id="{E264DC7F-7400-F62D-D6AA-33D3BA610B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7" y="2160"/>
            <a:ext cx="28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99029" imgH="137160" progId="Equation.3">
                    <p:embed/>
                  </p:oleObj>
                </mc:Choice>
                <mc:Fallback>
                  <p:oleObj name="Equation" r:id="rId2" imgW="99029" imgH="13716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7" y="2160"/>
                          <a:ext cx="285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3" name="Object 13">
              <a:extLst>
                <a:ext uri="{FF2B5EF4-FFF2-40B4-BE49-F238E27FC236}">
                  <a16:creationId xmlns:a16="http://schemas.microsoft.com/office/drawing/2014/main" id="{AC02AF95-265F-8083-D173-873B018ECF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0" y="2208"/>
            <a:ext cx="294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9029" imgH="137160" progId="Equation.3">
                    <p:embed/>
                  </p:oleObj>
                </mc:Choice>
                <mc:Fallback>
                  <p:oleObj name="Equation" r:id="rId4" imgW="99029" imgH="13716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208"/>
                          <a:ext cx="294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4" name="Object 14">
              <a:extLst>
                <a:ext uri="{FF2B5EF4-FFF2-40B4-BE49-F238E27FC236}">
                  <a16:creationId xmlns:a16="http://schemas.microsoft.com/office/drawing/2014/main" id="{A23BADB8-3F41-F36A-41BC-40CB84CD8F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2" y="1632"/>
            <a:ext cx="288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1920" imgH="137160" progId="Equation.3">
                    <p:embed/>
                  </p:oleObj>
                </mc:Choice>
                <mc:Fallback>
                  <p:oleObj name="Equation" r:id="rId6" imgW="121920" imgH="1371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632"/>
                          <a:ext cx="288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5" name="Line 71">
              <a:extLst>
                <a:ext uri="{FF2B5EF4-FFF2-40B4-BE49-F238E27FC236}">
                  <a16:creationId xmlns:a16="http://schemas.microsoft.com/office/drawing/2014/main" id="{17A7CC28-FEE0-181E-3362-D6237FE092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64" y="1536"/>
              <a:ext cx="384" cy="161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6136" name="Rectangle 72">
            <a:extLst>
              <a:ext uri="{FF2B5EF4-FFF2-40B4-BE49-F238E27FC236}">
                <a16:creationId xmlns:a16="http://schemas.microsoft.com/office/drawing/2014/main" id="{F6444FF3-6373-A019-1890-4D3FEB057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1219200"/>
            <a:ext cx="6481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（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1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）轴线上导线单位长度所受的力？</a:t>
            </a:r>
          </a:p>
        </p:txBody>
      </p:sp>
      <p:graphicFrame>
        <p:nvGraphicFramePr>
          <p:cNvPr id="216137" name="Object 2">
            <a:extLst>
              <a:ext uri="{FF2B5EF4-FFF2-40B4-BE49-F238E27FC236}">
                <a16:creationId xmlns:a16="http://schemas.microsoft.com/office/drawing/2014/main" id="{1DCCA30B-7997-F23B-D6E1-C56EB568F8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6913" y="1600200"/>
          <a:ext cx="175260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17064" imgH="365594" progId="Equation.3">
                  <p:embed/>
                </p:oleObj>
              </mc:Choice>
              <mc:Fallback>
                <p:oleObj name="公式" r:id="rId8" imgW="617064" imgH="365594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3" y="1600200"/>
                        <a:ext cx="175260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38" name="Object 3">
            <a:extLst>
              <a:ext uri="{FF2B5EF4-FFF2-40B4-BE49-F238E27FC236}">
                <a16:creationId xmlns:a16="http://schemas.microsoft.com/office/drawing/2014/main" id="{30835ADE-C431-C265-0001-5BC121D9E3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9513" y="1646238"/>
          <a:ext cx="228600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06687" imgH="365594" progId="Equation.3">
                  <p:embed/>
                </p:oleObj>
              </mc:Choice>
              <mc:Fallback>
                <p:oleObj name="Equation" r:id="rId10" imgW="906687" imgH="365594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1646238"/>
                        <a:ext cx="2286000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39" name="Line 75">
            <a:extLst>
              <a:ext uri="{FF2B5EF4-FFF2-40B4-BE49-F238E27FC236}">
                <a16:creationId xmlns:a16="http://schemas.microsoft.com/office/drawing/2014/main" id="{84B1B528-DE79-4C23-2BB7-8B77BD055F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8913" y="2190750"/>
            <a:ext cx="687387" cy="687388"/>
          </a:xfrm>
          <a:prstGeom prst="line">
            <a:avLst/>
          </a:prstGeom>
          <a:noFill/>
          <a:ln w="12700">
            <a:solidFill>
              <a:srgbClr val="FFFF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6140" name="AutoShape 76">
            <a:extLst>
              <a:ext uri="{FF2B5EF4-FFF2-40B4-BE49-F238E27FC236}">
                <a16:creationId xmlns:a16="http://schemas.microsoft.com/office/drawing/2014/main" id="{E1D9EDB1-2F4B-2A97-6461-14EAADD36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113" y="2514600"/>
            <a:ext cx="533400" cy="381000"/>
          </a:xfrm>
          <a:prstGeom prst="downArrow">
            <a:avLst>
              <a:gd name="adj1" fmla="val 50000"/>
              <a:gd name="adj2" fmla="val 25000"/>
            </a:avLst>
          </a:prstGeom>
          <a:noFill/>
          <a:ln w="222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16141" name="Object 4">
            <a:extLst>
              <a:ext uri="{FF2B5EF4-FFF2-40B4-BE49-F238E27FC236}">
                <a16:creationId xmlns:a16="http://schemas.microsoft.com/office/drawing/2014/main" id="{314F1920-1469-2E78-0C77-5BD710DC92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735263"/>
          <a:ext cx="3581400" cy="262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17258" imgH="1135186" progId="Equation.3">
                  <p:embed/>
                </p:oleObj>
              </mc:Choice>
              <mc:Fallback>
                <p:oleObj name="公式" r:id="rId12" imgW="1417258" imgH="113518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735263"/>
                        <a:ext cx="3581400" cy="262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42" name="AutoShape 78">
            <a:extLst>
              <a:ext uri="{FF2B5EF4-FFF2-40B4-BE49-F238E27FC236}">
                <a16:creationId xmlns:a16="http://schemas.microsoft.com/office/drawing/2014/main" id="{EF9DA542-D335-6391-4910-08B6606B0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525" y="5400675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16143" name="Object 5">
            <a:extLst>
              <a:ext uri="{FF2B5EF4-FFF2-40B4-BE49-F238E27FC236}">
                <a16:creationId xmlns:a16="http://schemas.microsoft.com/office/drawing/2014/main" id="{DAD5C21C-1B93-4E6B-6EB6-1309F04477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8325" y="5092700"/>
          <a:ext cx="23622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906687" imgH="388537" progId="Equation.3">
                  <p:embed/>
                </p:oleObj>
              </mc:Choice>
              <mc:Fallback>
                <p:oleObj name="公式" r:id="rId14" imgW="906687" imgH="38853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5092700"/>
                        <a:ext cx="23622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80">
            <a:extLst>
              <a:ext uri="{FF2B5EF4-FFF2-40B4-BE49-F238E27FC236}">
                <a16:creationId xmlns:a16="http://schemas.microsoft.com/office/drawing/2014/main" id="{EA37CCD8-3F4E-8B57-E578-7284B3416EA5}"/>
              </a:ext>
            </a:extLst>
          </p:cNvPr>
          <p:cNvGrpSpPr>
            <a:grpSpLocks/>
          </p:cNvGrpSpPr>
          <p:nvPr/>
        </p:nvGrpSpPr>
        <p:grpSpPr bwMode="auto">
          <a:xfrm>
            <a:off x="6005513" y="1276350"/>
            <a:ext cx="2790825" cy="2905125"/>
            <a:chOff x="3888" y="1548"/>
            <a:chExt cx="1758" cy="1830"/>
          </a:xfrm>
        </p:grpSpPr>
        <p:grpSp>
          <p:nvGrpSpPr>
            <p:cNvPr id="18450" name="Group 81">
              <a:extLst>
                <a:ext uri="{FF2B5EF4-FFF2-40B4-BE49-F238E27FC236}">
                  <a16:creationId xmlns:a16="http://schemas.microsoft.com/office/drawing/2014/main" id="{0714047F-5515-342E-540D-8016B364A8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746"/>
              <a:ext cx="1584" cy="1536"/>
              <a:chOff x="2496" y="2784"/>
              <a:chExt cx="1584" cy="1536"/>
            </a:xfrm>
          </p:grpSpPr>
          <p:sp>
            <p:nvSpPr>
              <p:cNvPr id="18456" name="Oval 82">
                <a:extLst>
                  <a:ext uri="{FF2B5EF4-FFF2-40B4-BE49-F238E27FC236}">
                    <a16:creationId xmlns:a16="http://schemas.microsoft.com/office/drawing/2014/main" id="{DCB4969C-7B34-6CA3-8863-6D0A15935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3024"/>
                <a:ext cx="1152" cy="1152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 useBgFill="1">
            <p:nvSpPr>
              <p:cNvPr id="18457" name="Rectangle 83">
                <a:extLst>
                  <a:ext uri="{FF2B5EF4-FFF2-40B4-BE49-F238E27FC236}">
                    <a16:creationId xmlns:a16="http://schemas.microsoft.com/office/drawing/2014/main" id="{D7C9C368-C59D-48BC-8EE4-B125F7340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2784"/>
                <a:ext cx="960" cy="1536"/>
              </a:xfrm>
              <a:prstGeom prst="rect">
                <a:avLst/>
              </a:prstGeom>
              <a:ln>
                <a:noFill/>
              </a:ln>
              <a:extLs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sp>
          <p:nvSpPr>
            <p:cNvPr id="18451" name="Line 84">
              <a:extLst>
                <a:ext uri="{FF2B5EF4-FFF2-40B4-BE49-F238E27FC236}">
                  <a16:creationId xmlns:a16="http://schemas.microsoft.com/office/drawing/2014/main" id="{B8FAF441-7E97-6257-C38A-7A0DA6E66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562"/>
              <a:ext cx="1680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Line 85">
              <a:extLst>
                <a:ext uri="{FF2B5EF4-FFF2-40B4-BE49-F238E27FC236}">
                  <a16:creationId xmlns:a16="http://schemas.microsoft.com/office/drawing/2014/main" id="{6526D431-C825-98F8-D089-D1DC12608C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1602"/>
              <a:ext cx="0" cy="1776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3" name="Object 9">
              <a:extLst>
                <a:ext uri="{FF2B5EF4-FFF2-40B4-BE49-F238E27FC236}">
                  <a16:creationId xmlns:a16="http://schemas.microsoft.com/office/drawing/2014/main" id="{2F8DAC63-419E-A2C1-4E97-E37905CB2C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4" y="2322"/>
            <a:ext cx="222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99029" imgH="106735" progId="Equation.3">
                    <p:embed/>
                  </p:oleObj>
                </mc:Choice>
                <mc:Fallback>
                  <p:oleObj name="Equation" r:id="rId16" imgW="99029" imgH="10673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2322"/>
                          <a:ext cx="222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4" name="Object 10">
              <a:extLst>
                <a:ext uri="{FF2B5EF4-FFF2-40B4-BE49-F238E27FC236}">
                  <a16:creationId xmlns:a16="http://schemas.microsoft.com/office/drawing/2014/main" id="{FE791797-E55E-AB6F-BB9E-1133F7348F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93" y="1548"/>
            <a:ext cx="244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06493" imgH="137160" progId="Equation.3">
                    <p:embed/>
                  </p:oleObj>
                </mc:Choice>
                <mc:Fallback>
                  <p:oleObj name="Equation" r:id="rId18" imgW="106493" imgH="13716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3" y="1548"/>
                          <a:ext cx="244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5" name="Object 11">
              <a:extLst>
                <a:ext uri="{FF2B5EF4-FFF2-40B4-BE49-F238E27FC236}">
                  <a16:creationId xmlns:a16="http://schemas.microsoft.com/office/drawing/2014/main" id="{DE9F1886-0974-0292-87DD-4BDB93AD64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2562"/>
            <a:ext cx="222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21920" imgH="144641" progId="Equation.3">
                    <p:embed/>
                  </p:oleObj>
                </mc:Choice>
                <mc:Fallback>
                  <p:oleObj name="Equation" r:id="rId20" imgW="121920" imgH="144641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562"/>
                          <a:ext cx="222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6153" name="Rectangle 89">
            <a:extLst>
              <a:ext uri="{FF2B5EF4-FFF2-40B4-BE49-F238E27FC236}">
                <a16:creationId xmlns:a16="http://schemas.microsoft.com/office/drawing/2014/main" id="{DE66A354-975D-EED1-8C6E-26B0ADF4F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8850" y="4605338"/>
            <a:ext cx="4038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（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2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）若将一无限长直线取代半圆柱面，产生相同作用力，该导线放在何处？</a:t>
            </a:r>
          </a:p>
        </p:txBody>
      </p:sp>
      <p:sp>
        <p:nvSpPr>
          <p:cNvPr id="216154" name="Line 90">
            <a:extLst>
              <a:ext uri="{FF2B5EF4-FFF2-40B4-BE49-F238E27FC236}">
                <a16:creationId xmlns:a16="http://schemas.microsoft.com/office/drawing/2014/main" id="{C785C5E5-E327-AF29-A26A-0554B532F5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4713" y="2266950"/>
            <a:ext cx="609600" cy="609600"/>
          </a:xfrm>
          <a:prstGeom prst="line">
            <a:avLst/>
          </a:prstGeom>
          <a:noFill/>
          <a:ln w="12700">
            <a:solidFill>
              <a:srgbClr val="FFFF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6155" name="Object 6">
            <a:extLst>
              <a:ext uri="{FF2B5EF4-FFF2-40B4-BE49-F238E27FC236}">
                <a16:creationId xmlns:a16="http://schemas.microsoft.com/office/drawing/2014/main" id="{5A442623-6EF4-6E63-D04D-01A7B18B7E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8113" y="1674813"/>
          <a:ext cx="5984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3129" imgH="175066" progId="Equation.DSMT4">
                  <p:embed/>
                </p:oleObj>
              </mc:Choice>
              <mc:Fallback>
                <p:oleObj name="Equation" r:id="rId22" imgW="183129" imgH="17506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8113" y="1674813"/>
                        <a:ext cx="5984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6" name="Object 7">
            <a:extLst>
              <a:ext uri="{FF2B5EF4-FFF2-40B4-BE49-F238E27FC236}">
                <a16:creationId xmlns:a16="http://schemas.microsoft.com/office/drawing/2014/main" id="{CC674B6D-15C2-C746-1DB6-DFCD33E833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3713" y="2116138"/>
          <a:ext cx="3524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9029" imgH="144641" progId="Equation.3">
                  <p:embed/>
                </p:oleObj>
              </mc:Choice>
              <mc:Fallback>
                <p:oleObj name="Equation" r:id="rId24" imgW="99029" imgH="14464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713" y="2116138"/>
                        <a:ext cx="3524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7" name="Object 8">
            <a:extLst>
              <a:ext uri="{FF2B5EF4-FFF2-40B4-BE49-F238E27FC236}">
                <a16:creationId xmlns:a16="http://schemas.microsoft.com/office/drawing/2014/main" id="{D5D034D5-BBE2-3814-915C-BC0D333A1B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8088" y="2497138"/>
          <a:ext cx="3524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9029" imgH="144641" progId="Equation.3">
                  <p:embed/>
                </p:oleObj>
              </mc:Choice>
              <mc:Fallback>
                <p:oleObj name="Equation" r:id="rId24" imgW="99029" imgH="14464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088" y="2497138"/>
                        <a:ext cx="3524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300"/>
                                        <p:tgtEl>
                                          <p:spTgt spid="21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1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1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1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21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2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21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1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1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1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21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300"/>
                                        <p:tgtEl>
                                          <p:spTgt spid="21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121" grpId="0" autoUpdateAnimBg="0"/>
      <p:bldP spid="216136" grpId="0" autoUpdateAnimBg="0"/>
      <p:bldP spid="216140" grpId="0" animBg="1"/>
      <p:bldP spid="216142" grpId="0" animBg="1"/>
      <p:bldP spid="21615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Text Box 2">
            <a:extLst>
              <a:ext uri="{FF2B5EF4-FFF2-40B4-BE49-F238E27FC236}">
                <a16:creationId xmlns:a16="http://schemas.microsoft.com/office/drawing/2014/main" id="{594BA50B-4AD4-BCCF-A125-DCC502E86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52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例</a:t>
            </a:r>
          </a:p>
        </p:txBody>
      </p:sp>
      <p:sp>
        <p:nvSpPr>
          <p:cNvPr id="211971" name="Text Box 3">
            <a:extLst>
              <a:ext uri="{FF2B5EF4-FFF2-40B4-BE49-F238E27FC236}">
                <a16:creationId xmlns:a16="http://schemas.microsoft.com/office/drawing/2014/main" id="{3B0585DB-0C69-4CE3-FA83-721016078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52400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在匀强磁场中，平行于磁场线插入一无限大载流平面板，</a:t>
            </a:r>
          </a:p>
        </p:txBody>
      </p:sp>
      <p:sp>
        <p:nvSpPr>
          <p:cNvPr id="211972" name="Text Box 4">
            <a:extLst>
              <a:ext uri="{FF2B5EF4-FFF2-40B4-BE49-F238E27FC236}">
                <a16:creationId xmlns:a16="http://schemas.microsoft.com/office/drawing/2014/main" id="{A501A228-99B5-A540-B2F5-D4F2723B8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66800"/>
            <a:ext cx="617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求载流平面上单位面积所受的磁场力？</a:t>
            </a:r>
          </a:p>
        </p:txBody>
      </p:sp>
      <p:sp>
        <p:nvSpPr>
          <p:cNvPr id="211973" name="Text Box 5">
            <a:extLst>
              <a:ext uri="{FF2B5EF4-FFF2-40B4-BE49-F238E27FC236}">
                <a16:creationId xmlns:a16="http://schemas.microsoft.com/office/drawing/2014/main" id="{1D092F07-A9A4-072B-DB09-491581F7C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096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放入后平面两侧的磁感应强度分别为</a:t>
            </a:r>
          </a:p>
        </p:txBody>
      </p:sp>
      <p:graphicFrame>
        <p:nvGraphicFramePr>
          <p:cNvPr id="211974" name="Object 2">
            <a:extLst>
              <a:ext uri="{FF2B5EF4-FFF2-40B4-BE49-F238E27FC236}">
                <a16:creationId xmlns:a16="http://schemas.microsoft.com/office/drawing/2014/main" id="{48510064-577F-4708-CBFC-0E3A2734D4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5263" y="533400"/>
          <a:ext cx="4572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347" imgH="213471" progId="Equation.DSMT4">
                  <p:embed/>
                </p:oleObj>
              </mc:Choice>
              <mc:Fallback>
                <p:oleObj name="Equation" r:id="rId2" imgW="137347" imgH="21347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5263" y="533400"/>
                        <a:ext cx="4572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5" name="Object 3">
            <a:extLst>
              <a:ext uri="{FF2B5EF4-FFF2-40B4-BE49-F238E27FC236}">
                <a16:creationId xmlns:a16="http://schemas.microsoft.com/office/drawing/2014/main" id="{36B49910-F823-CC0F-A2B6-5AB30D45D9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5863" y="533400"/>
          <a:ext cx="53022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238" imgH="213471" progId="Equation.DSMT4">
                  <p:embed/>
                </p:oleObj>
              </mc:Choice>
              <mc:Fallback>
                <p:oleObj name="Equation" r:id="rId4" imgW="160238" imgH="21347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863" y="533400"/>
                        <a:ext cx="530225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6" name="Text Box 8">
            <a:extLst>
              <a:ext uri="{FF2B5EF4-FFF2-40B4-BE49-F238E27FC236}">
                <a16:creationId xmlns:a16="http://schemas.microsoft.com/office/drawing/2014/main" id="{11AEEC98-48D2-BFBF-2528-8282A8A75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609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和</a:t>
            </a:r>
          </a:p>
        </p:txBody>
      </p:sp>
      <p:sp>
        <p:nvSpPr>
          <p:cNvPr id="211977" name="Text Box 9">
            <a:extLst>
              <a:ext uri="{FF2B5EF4-FFF2-40B4-BE49-F238E27FC236}">
                <a16:creationId xmlns:a16="http://schemas.microsoft.com/office/drawing/2014/main" id="{5AC5683D-C0C9-1100-3730-A48EECF87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6096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，如图示。</a:t>
            </a:r>
          </a:p>
        </p:txBody>
      </p:sp>
      <p:sp>
        <p:nvSpPr>
          <p:cNvPr id="211978" name="Rectangle 10">
            <a:extLst>
              <a:ext uri="{FF2B5EF4-FFF2-40B4-BE49-F238E27FC236}">
                <a16:creationId xmlns:a16="http://schemas.microsoft.com/office/drawing/2014/main" id="{4E326724-1E70-11A3-2A67-91C765259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143000"/>
            <a:ext cx="228600" cy="3581400"/>
          </a:xfrm>
          <a:prstGeom prst="rect">
            <a:avLst/>
          </a:prstGeom>
          <a:gradFill rotWithShape="0">
            <a:gsLst>
              <a:gs pos="0">
                <a:srgbClr val="454545"/>
              </a:gs>
              <a:gs pos="50000">
                <a:srgbClr val="969696"/>
              </a:gs>
              <a:gs pos="100000">
                <a:srgbClr val="454545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11979" name="Line 11">
            <a:extLst>
              <a:ext uri="{FF2B5EF4-FFF2-40B4-BE49-F238E27FC236}">
                <a16:creationId xmlns:a16="http://schemas.microsoft.com/office/drawing/2014/main" id="{846992D0-ACEF-7B41-355B-36F65F51B3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219200"/>
            <a:ext cx="0" cy="335280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80" name="Line 12">
            <a:extLst>
              <a:ext uri="{FF2B5EF4-FFF2-40B4-BE49-F238E27FC236}">
                <a16:creationId xmlns:a16="http://schemas.microsoft.com/office/drawing/2014/main" id="{87B9C93B-6CEC-471D-6AF7-49C3C45D08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219200"/>
            <a:ext cx="0" cy="335280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81" name="Line 13">
            <a:extLst>
              <a:ext uri="{FF2B5EF4-FFF2-40B4-BE49-F238E27FC236}">
                <a16:creationId xmlns:a16="http://schemas.microsoft.com/office/drawing/2014/main" id="{8B88326A-75ED-1FC4-4455-8DC873EA92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219200"/>
            <a:ext cx="0" cy="335280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82" name="Line 14">
            <a:extLst>
              <a:ext uri="{FF2B5EF4-FFF2-40B4-BE49-F238E27FC236}">
                <a16:creationId xmlns:a16="http://schemas.microsoft.com/office/drawing/2014/main" id="{5955F5C2-5CC9-03B5-A228-515AAC69CC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219200"/>
            <a:ext cx="0" cy="335280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83" name="Line 15">
            <a:extLst>
              <a:ext uri="{FF2B5EF4-FFF2-40B4-BE49-F238E27FC236}">
                <a16:creationId xmlns:a16="http://schemas.microsoft.com/office/drawing/2014/main" id="{5D210DD8-8AB4-5FBB-1283-4233C96CE8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1219200"/>
            <a:ext cx="0" cy="335280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84" name="Line 16">
            <a:extLst>
              <a:ext uri="{FF2B5EF4-FFF2-40B4-BE49-F238E27FC236}">
                <a16:creationId xmlns:a16="http://schemas.microsoft.com/office/drawing/2014/main" id="{23054A95-CCF6-EF58-8906-4CB94C8F5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219200"/>
            <a:ext cx="0" cy="335280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85" name="Line 17">
            <a:extLst>
              <a:ext uri="{FF2B5EF4-FFF2-40B4-BE49-F238E27FC236}">
                <a16:creationId xmlns:a16="http://schemas.microsoft.com/office/drawing/2014/main" id="{B5004D24-B4FD-2D7C-878B-409C262160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1219200"/>
            <a:ext cx="0" cy="335280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86" name="Line 18">
            <a:extLst>
              <a:ext uri="{FF2B5EF4-FFF2-40B4-BE49-F238E27FC236}">
                <a16:creationId xmlns:a16="http://schemas.microsoft.com/office/drawing/2014/main" id="{4AD96AA1-A642-5B48-4B21-E0BAE52C9E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1219200"/>
            <a:ext cx="0" cy="335280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87" name="Line 19">
            <a:extLst>
              <a:ext uri="{FF2B5EF4-FFF2-40B4-BE49-F238E27FC236}">
                <a16:creationId xmlns:a16="http://schemas.microsoft.com/office/drawing/2014/main" id="{AF795450-3FF1-0FAD-C757-D379B5720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1219200"/>
            <a:ext cx="0" cy="3352800"/>
          </a:xfrm>
          <a:prstGeom prst="line">
            <a:avLst/>
          </a:prstGeom>
          <a:noFill/>
          <a:ln w="1587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1988" name="Object 4">
            <a:extLst>
              <a:ext uri="{FF2B5EF4-FFF2-40B4-BE49-F238E27FC236}">
                <a16:creationId xmlns:a16="http://schemas.microsoft.com/office/drawing/2014/main" id="{69B0FCB8-9230-01E3-C4E4-0362F4064B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6263" y="1828800"/>
          <a:ext cx="4572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347" imgH="213471" progId="Equation.DSMT4">
                  <p:embed/>
                </p:oleObj>
              </mc:Choice>
              <mc:Fallback>
                <p:oleObj name="Equation" r:id="rId6" imgW="137347" imgH="21347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6263" y="1828800"/>
                        <a:ext cx="4572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89" name="Object 5">
            <a:extLst>
              <a:ext uri="{FF2B5EF4-FFF2-40B4-BE49-F238E27FC236}">
                <a16:creationId xmlns:a16="http://schemas.microsoft.com/office/drawing/2014/main" id="{D487B9BF-AE5F-7958-668C-54301BBB7D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96313" y="1828800"/>
          <a:ext cx="53022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238" imgH="213471" progId="Equation.DSMT4">
                  <p:embed/>
                </p:oleObj>
              </mc:Choice>
              <mc:Fallback>
                <p:oleObj name="Equation" r:id="rId8" imgW="160238" imgH="21347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6313" y="1828800"/>
                        <a:ext cx="530225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90" name="Text Box 22">
            <a:extLst>
              <a:ext uri="{FF2B5EF4-FFF2-40B4-BE49-F238E27FC236}">
                <a16:creationId xmlns:a16="http://schemas.microsoft.com/office/drawing/2014/main" id="{0ABC9A44-D8AD-D79B-9039-EE701EB95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5240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解： </a:t>
            </a:r>
          </a:p>
        </p:txBody>
      </p:sp>
      <p:graphicFrame>
        <p:nvGraphicFramePr>
          <p:cNvPr id="211991" name="Object 6">
            <a:extLst>
              <a:ext uri="{FF2B5EF4-FFF2-40B4-BE49-F238E27FC236}">
                <a16:creationId xmlns:a16="http://schemas.microsoft.com/office/drawing/2014/main" id="{9C1B1EF1-2887-B284-751A-81F60E218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3725" y="2409825"/>
          <a:ext cx="3540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29" imgH="175066" progId="Equation.3">
                  <p:embed/>
                </p:oleObj>
              </mc:Choice>
              <mc:Fallback>
                <p:oleObj name="Equation" r:id="rId10" imgW="99029" imgH="17506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3725" y="2409825"/>
                        <a:ext cx="35401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92" name="Object 7">
            <a:extLst>
              <a:ext uri="{FF2B5EF4-FFF2-40B4-BE49-F238E27FC236}">
                <a16:creationId xmlns:a16="http://schemas.microsoft.com/office/drawing/2014/main" id="{BB38AA2C-D602-B3C4-65FE-3214CB1966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1989138"/>
          <a:ext cx="45767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17258" imgH="198009" progId="Equation.3">
                  <p:embed/>
                </p:oleObj>
              </mc:Choice>
              <mc:Fallback>
                <p:oleObj name="Equation" r:id="rId12" imgW="1417258" imgH="19800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989138"/>
                        <a:ext cx="457676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93" name="Text Box 25">
            <a:extLst>
              <a:ext uri="{FF2B5EF4-FFF2-40B4-BE49-F238E27FC236}">
                <a16:creationId xmlns:a16="http://schemas.microsoft.com/office/drawing/2014/main" id="{9E6AE6EA-D996-4C80-1999-A81C02A64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24000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载流大板所产生的磁场</a:t>
            </a: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41BF1846-D276-1255-4E6A-D61D8A18C98D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1371600"/>
            <a:ext cx="228600" cy="2819400"/>
            <a:chOff x="4608" y="816"/>
            <a:chExt cx="144" cy="1872"/>
          </a:xfrm>
        </p:grpSpPr>
        <p:grpSp>
          <p:nvGrpSpPr>
            <p:cNvPr id="19503" name="Group 27">
              <a:extLst>
                <a:ext uri="{FF2B5EF4-FFF2-40B4-BE49-F238E27FC236}">
                  <a16:creationId xmlns:a16="http://schemas.microsoft.com/office/drawing/2014/main" id="{1B4D906A-4D91-D3BB-9635-64D29A879A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816"/>
              <a:ext cx="144" cy="144"/>
              <a:chOff x="1344" y="3072"/>
              <a:chExt cx="336" cy="336"/>
            </a:xfrm>
          </p:grpSpPr>
          <p:sp>
            <p:nvSpPr>
              <p:cNvPr id="19528" name="Oval 28">
                <a:extLst>
                  <a:ext uri="{FF2B5EF4-FFF2-40B4-BE49-F238E27FC236}">
                    <a16:creationId xmlns:a16="http://schemas.microsoft.com/office/drawing/2014/main" id="{82FC288D-ADD7-C343-EA2C-BBA5007C6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9529" name="Line 29">
                <a:extLst>
                  <a:ext uri="{FF2B5EF4-FFF2-40B4-BE49-F238E27FC236}">
                    <a16:creationId xmlns:a16="http://schemas.microsoft.com/office/drawing/2014/main" id="{1EE309E7-E1C7-A586-FB6B-AF186DF38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0" name="Line 30">
                <a:extLst>
                  <a:ext uri="{FF2B5EF4-FFF2-40B4-BE49-F238E27FC236}">
                    <a16:creationId xmlns:a16="http://schemas.microsoft.com/office/drawing/2014/main" id="{D7422807-45F7-1241-47F2-C543A12A1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504" name="Group 31">
              <a:extLst>
                <a:ext uri="{FF2B5EF4-FFF2-40B4-BE49-F238E27FC236}">
                  <a16:creationId xmlns:a16="http://schemas.microsoft.com/office/drawing/2014/main" id="{3A946215-B653-198F-A382-50C7C9B725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1392"/>
              <a:ext cx="144" cy="144"/>
              <a:chOff x="1344" y="3072"/>
              <a:chExt cx="336" cy="336"/>
            </a:xfrm>
          </p:grpSpPr>
          <p:sp>
            <p:nvSpPr>
              <p:cNvPr id="19525" name="Oval 32">
                <a:extLst>
                  <a:ext uri="{FF2B5EF4-FFF2-40B4-BE49-F238E27FC236}">
                    <a16:creationId xmlns:a16="http://schemas.microsoft.com/office/drawing/2014/main" id="{F6191E5C-B85F-E6AA-C42B-1F9125935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9526" name="Line 33">
                <a:extLst>
                  <a:ext uri="{FF2B5EF4-FFF2-40B4-BE49-F238E27FC236}">
                    <a16:creationId xmlns:a16="http://schemas.microsoft.com/office/drawing/2014/main" id="{38EE2CDB-5210-26C3-1B14-22C5313AFA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7" name="Line 34">
                <a:extLst>
                  <a:ext uri="{FF2B5EF4-FFF2-40B4-BE49-F238E27FC236}">
                    <a16:creationId xmlns:a16="http://schemas.microsoft.com/office/drawing/2014/main" id="{F81C33FE-82CD-D90A-1BB5-C8352D361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505" name="Group 35">
              <a:extLst>
                <a:ext uri="{FF2B5EF4-FFF2-40B4-BE49-F238E27FC236}">
                  <a16:creationId xmlns:a16="http://schemas.microsoft.com/office/drawing/2014/main" id="{E7A83040-83CE-C385-0E09-73878F3A33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1968"/>
              <a:ext cx="144" cy="144"/>
              <a:chOff x="1344" y="3072"/>
              <a:chExt cx="336" cy="336"/>
            </a:xfrm>
          </p:grpSpPr>
          <p:sp>
            <p:nvSpPr>
              <p:cNvPr id="19522" name="Oval 36">
                <a:extLst>
                  <a:ext uri="{FF2B5EF4-FFF2-40B4-BE49-F238E27FC236}">
                    <a16:creationId xmlns:a16="http://schemas.microsoft.com/office/drawing/2014/main" id="{55981181-8B0F-D8FC-6E5E-58CA3994E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9523" name="Line 37">
                <a:extLst>
                  <a:ext uri="{FF2B5EF4-FFF2-40B4-BE49-F238E27FC236}">
                    <a16:creationId xmlns:a16="http://schemas.microsoft.com/office/drawing/2014/main" id="{B2B0A9F5-E89F-7863-92EB-07EAA958C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4" name="Line 38">
                <a:extLst>
                  <a:ext uri="{FF2B5EF4-FFF2-40B4-BE49-F238E27FC236}">
                    <a16:creationId xmlns:a16="http://schemas.microsoft.com/office/drawing/2014/main" id="{305700DD-38E4-9F17-FC34-2D872E8093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506" name="Group 39">
              <a:extLst>
                <a:ext uri="{FF2B5EF4-FFF2-40B4-BE49-F238E27FC236}">
                  <a16:creationId xmlns:a16="http://schemas.microsoft.com/office/drawing/2014/main" id="{C379CDCA-626B-7EB2-8C7A-B8BAFB1AD2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2544"/>
              <a:ext cx="144" cy="144"/>
              <a:chOff x="1344" y="3072"/>
              <a:chExt cx="336" cy="336"/>
            </a:xfrm>
          </p:grpSpPr>
          <p:sp>
            <p:nvSpPr>
              <p:cNvPr id="19519" name="Oval 40">
                <a:extLst>
                  <a:ext uri="{FF2B5EF4-FFF2-40B4-BE49-F238E27FC236}">
                    <a16:creationId xmlns:a16="http://schemas.microsoft.com/office/drawing/2014/main" id="{E4F5EE74-0403-C06C-D77A-F494CC69D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9520" name="Line 41">
                <a:extLst>
                  <a:ext uri="{FF2B5EF4-FFF2-40B4-BE49-F238E27FC236}">
                    <a16:creationId xmlns:a16="http://schemas.microsoft.com/office/drawing/2014/main" id="{B5B8C91F-06B7-4DA1-C5E7-94A00E353F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1" name="Line 42">
                <a:extLst>
                  <a:ext uri="{FF2B5EF4-FFF2-40B4-BE49-F238E27FC236}">
                    <a16:creationId xmlns:a16="http://schemas.microsoft.com/office/drawing/2014/main" id="{6A9D79B8-E75E-31FC-64E9-0647732E19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507" name="Group 43">
              <a:extLst>
                <a:ext uri="{FF2B5EF4-FFF2-40B4-BE49-F238E27FC236}">
                  <a16:creationId xmlns:a16="http://schemas.microsoft.com/office/drawing/2014/main" id="{F7DEF392-8E62-59EC-8137-23FBCB6489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1104"/>
              <a:ext cx="144" cy="144"/>
              <a:chOff x="1344" y="3072"/>
              <a:chExt cx="336" cy="336"/>
            </a:xfrm>
          </p:grpSpPr>
          <p:sp>
            <p:nvSpPr>
              <p:cNvPr id="19516" name="Oval 44">
                <a:extLst>
                  <a:ext uri="{FF2B5EF4-FFF2-40B4-BE49-F238E27FC236}">
                    <a16:creationId xmlns:a16="http://schemas.microsoft.com/office/drawing/2014/main" id="{0895792E-FE2C-EB08-43CD-C5ABA2CF5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9517" name="Line 45">
                <a:extLst>
                  <a:ext uri="{FF2B5EF4-FFF2-40B4-BE49-F238E27FC236}">
                    <a16:creationId xmlns:a16="http://schemas.microsoft.com/office/drawing/2014/main" id="{6A2630A0-2E59-ACA0-C603-ECCBE73460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8" name="Line 46">
                <a:extLst>
                  <a:ext uri="{FF2B5EF4-FFF2-40B4-BE49-F238E27FC236}">
                    <a16:creationId xmlns:a16="http://schemas.microsoft.com/office/drawing/2014/main" id="{DC532CB2-409D-3F35-787D-D13372947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508" name="Group 47">
              <a:extLst>
                <a:ext uri="{FF2B5EF4-FFF2-40B4-BE49-F238E27FC236}">
                  <a16:creationId xmlns:a16="http://schemas.microsoft.com/office/drawing/2014/main" id="{9F935BBA-A70D-E60A-7771-35C03EC524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1680"/>
              <a:ext cx="144" cy="144"/>
              <a:chOff x="1344" y="3072"/>
              <a:chExt cx="336" cy="336"/>
            </a:xfrm>
          </p:grpSpPr>
          <p:sp>
            <p:nvSpPr>
              <p:cNvPr id="19513" name="Oval 48">
                <a:extLst>
                  <a:ext uri="{FF2B5EF4-FFF2-40B4-BE49-F238E27FC236}">
                    <a16:creationId xmlns:a16="http://schemas.microsoft.com/office/drawing/2014/main" id="{3F7E49D7-9047-6C64-D338-3635ADD23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9514" name="Line 49">
                <a:extLst>
                  <a:ext uri="{FF2B5EF4-FFF2-40B4-BE49-F238E27FC236}">
                    <a16:creationId xmlns:a16="http://schemas.microsoft.com/office/drawing/2014/main" id="{3C0DAFCC-077D-CB96-5B34-DE916725B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5" name="Line 50">
                <a:extLst>
                  <a:ext uri="{FF2B5EF4-FFF2-40B4-BE49-F238E27FC236}">
                    <a16:creationId xmlns:a16="http://schemas.microsoft.com/office/drawing/2014/main" id="{77A3B35F-BE84-2A17-49E4-DBBE444B7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509" name="Group 51">
              <a:extLst>
                <a:ext uri="{FF2B5EF4-FFF2-40B4-BE49-F238E27FC236}">
                  <a16:creationId xmlns:a16="http://schemas.microsoft.com/office/drawing/2014/main" id="{6C9EB8A8-8983-1B9B-B032-0112BFD019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2256"/>
              <a:ext cx="144" cy="144"/>
              <a:chOff x="1344" y="3072"/>
              <a:chExt cx="336" cy="336"/>
            </a:xfrm>
          </p:grpSpPr>
          <p:sp>
            <p:nvSpPr>
              <p:cNvPr id="19510" name="Oval 52">
                <a:extLst>
                  <a:ext uri="{FF2B5EF4-FFF2-40B4-BE49-F238E27FC236}">
                    <a16:creationId xmlns:a16="http://schemas.microsoft.com/office/drawing/2014/main" id="{C9D5FC85-08CD-FC64-86AA-B61BA7175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336" cy="336"/>
              </a:xfrm>
              <a:prstGeom prst="ellips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9511" name="Line 53">
                <a:extLst>
                  <a:ext uri="{FF2B5EF4-FFF2-40B4-BE49-F238E27FC236}">
                    <a16:creationId xmlns:a16="http://schemas.microsoft.com/office/drawing/2014/main" id="{0EEDBF5A-2179-99F2-B08F-EC6B8EC48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2" name="Line 54">
                <a:extLst>
                  <a:ext uri="{FF2B5EF4-FFF2-40B4-BE49-F238E27FC236}">
                    <a16:creationId xmlns:a16="http://schemas.microsoft.com/office/drawing/2014/main" id="{FE184218-727F-07E4-F4CE-899C50AFDC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3120"/>
                <a:ext cx="240" cy="240"/>
              </a:xfrm>
              <a:prstGeom prst="line">
                <a:avLst/>
              </a:prstGeom>
              <a:noFill/>
              <a:ln w="222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12023" name="Text Box 55">
            <a:extLst>
              <a:ext uri="{FF2B5EF4-FFF2-40B4-BE49-F238E27FC236}">
                <a16:creationId xmlns:a16="http://schemas.microsoft.com/office/drawing/2014/main" id="{3748E82F-D07C-7471-4624-24AF6722F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636838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场叠加原理</a:t>
            </a:r>
          </a:p>
        </p:txBody>
      </p:sp>
      <p:graphicFrame>
        <p:nvGraphicFramePr>
          <p:cNvPr id="212024" name="Object 8">
            <a:extLst>
              <a:ext uri="{FF2B5EF4-FFF2-40B4-BE49-F238E27FC236}">
                <a16:creationId xmlns:a16="http://schemas.microsoft.com/office/drawing/2014/main" id="{5AFB774B-84E6-0815-5EB6-7E586260D0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276600"/>
          <a:ext cx="213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16093" imgH="198009" progId="Equation.3">
                  <p:embed/>
                </p:oleObj>
              </mc:Choice>
              <mc:Fallback>
                <p:oleObj name="Equation" r:id="rId14" imgW="716093" imgH="19800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276600"/>
                        <a:ext cx="2133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25" name="Object 9">
            <a:extLst>
              <a:ext uri="{FF2B5EF4-FFF2-40B4-BE49-F238E27FC236}">
                <a16:creationId xmlns:a16="http://schemas.microsoft.com/office/drawing/2014/main" id="{F1DDCA25-F7CB-BF44-49D8-3459CAAAEA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962400"/>
          <a:ext cx="2133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46947" imgH="198009" progId="Equation.3">
                  <p:embed/>
                </p:oleObj>
              </mc:Choice>
              <mc:Fallback>
                <p:oleObj name="Equation" r:id="rId16" imgW="746947" imgH="19800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962400"/>
                        <a:ext cx="2133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026" name="AutoShape 58">
            <a:extLst>
              <a:ext uri="{FF2B5EF4-FFF2-40B4-BE49-F238E27FC236}">
                <a16:creationId xmlns:a16="http://schemas.microsoft.com/office/drawing/2014/main" id="{A274A514-8464-0646-F781-7338C0AFFFEC}"/>
              </a:ext>
            </a:extLst>
          </p:cNvPr>
          <p:cNvSpPr>
            <a:spLocks/>
          </p:cNvSpPr>
          <p:nvPr/>
        </p:nvSpPr>
        <p:spPr bwMode="auto">
          <a:xfrm flipH="1">
            <a:off x="2514600" y="3276600"/>
            <a:ext cx="457200" cy="1219200"/>
          </a:xfrm>
          <a:prstGeom prst="leftBrace">
            <a:avLst>
              <a:gd name="adj1" fmla="val 22222"/>
              <a:gd name="adj2" fmla="val 50000"/>
            </a:avLst>
          </a:prstGeom>
          <a:noFill/>
          <a:ln w="22225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12027" name="Object 10">
            <a:extLst>
              <a:ext uri="{FF2B5EF4-FFF2-40B4-BE49-F238E27FC236}">
                <a16:creationId xmlns:a16="http://schemas.microsoft.com/office/drawing/2014/main" id="{086F88F2-0997-DCEE-0CAA-C21C5D31E9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038600"/>
          <a:ext cx="2514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13678" imgH="198009" progId="Equation.3">
                  <p:embed/>
                </p:oleObj>
              </mc:Choice>
              <mc:Fallback>
                <p:oleObj name="Equation" r:id="rId18" imgW="1013678" imgH="19800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38600"/>
                        <a:ext cx="2514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028" name="Object 11">
            <a:extLst>
              <a:ext uri="{FF2B5EF4-FFF2-40B4-BE49-F238E27FC236}">
                <a16:creationId xmlns:a16="http://schemas.microsoft.com/office/drawing/2014/main" id="{4D97F740-F116-4CF1-3995-D7F31480F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3352800"/>
          <a:ext cx="2514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75360" imgH="183046" progId="Equation.3">
                  <p:embed/>
                </p:oleObj>
              </mc:Choice>
              <mc:Fallback>
                <p:oleObj name="Equation" r:id="rId20" imgW="975360" imgH="18304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352800"/>
                        <a:ext cx="2514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029" name="AutoShape 61">
            <a:extLst>
              <a:ext uri="{FF2B5EF4-FFF2-40B4-BE49-F238E27FC236}">
                <a16:creationId xmlns:a16="http://schemas.microsoft.com/office/drawing/2014/main" id="{7B4727ED-90BC-06C7-8030-392C2A3B7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590800"/>
            <a:ext cx="838200" cy="609600"/>
          </a:xfrm>
          <a:prstGeom prst="upDownArrow">
            <a:avLst>
              <a:gd name="adj1" fmla="val 50000"/>
              <a:gd name="adj2" fmla="val 2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12030" name="Object 12">
            <a:extLst>
              <a:ext uri="{FF2B5EF4-FFF2-40B4-BE49-F238E27FC236}">
                <a16:creationId xmlns:a16="http://schemas.microsoft.com/office/drawing/2014/main" id="{E6829D40-A7CC-E376-6A47-7612F013DF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5213" y="4724400"/>
          <a:ext cx="20161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08629" imgH="403999" progId="Equation.3">
                  <p:embed/>
                </p:oleObj>
              </mc:Choice>
              <mc:Fallback>
                <p:oleObj name="Equation" r:id="rId22" imgW="708629" imgH="40399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4724400"/>
                        <a:ext cx="20161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031" name="AutoShape 63">
            <a:extLst>
              <a:ext uri="{FF2B5EF4-FFF2-40B4-BE49-F238E27FC236}">
                <a16:creationId xmlns:a16="http://schemas.microsoft.com/office/drawing/2014/main" id="{336AD5C0-1F45-43C2-F9C2-56F38D44E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953000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12032" name="Text Box 64">
            <a:extLst>
              <a:ext uri="{FF2B5EF4-FFF2-40B4-BE49-F238E27FC236}">
                <a16:creationId xmlns:a16="http://schemas.microsoft.com/office/drawing/2014/main" id="{29130E95-8848-3B91-6B8F-6B0E53D82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051550"/>
            <a:ext cx="525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•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在载流平面上取一面元 </a:t>
            </a:r>
            <a:r>
              <a:rPr lang="en-US" altLang="zh-CN" i="1">
                <a:solidFill>
                  <a:schemeClr val="hlink"/>
                </a:solidFill>
                <a:ea typeface="楷体_GB2312" pitchFamily="49" charset="-122"/>
              </a:rPr>
              <a:t>dS</a:t>
            </a:r>
          </a:p>
        </p:txBody>
      </p:sp>
      <p:graphicFrame>
        <p:nvGraphicFramePr>
          <p:cNvPr id="212033" name="Object 13">
            <a:extLst>
              <a:ext uri="{FF2B5EF4-FFF2-40B4-BE49-F238E27FC236}">
                <a16:creationId xmlns:a16="http://schemas.microsoft.com/office/drawing/2014/main" id="{85C1E02E-98DF-4705-3CC2-3D37D1C204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6021388"/>
          <a:ext cx="3732213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26664" imgH="198009" progId="Equation.DSMT4">
                  <p:embed/>
                </p:oleObj>
              </mc:Choice>
              <mc:Fallback>
                <p:oleObj name="Equation" r:id="rId24" imgW="1226664" imgH="19800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6021388"/>
                        <a:ext cx="3732213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034" name="Text Box 66">
            <a:extLst>
              <a:ext uri="{FF2B5EF4-FFF2-40B4-BE49-F238E27FC236}">
                <a16:creationId xmlns:a16="http://schemas.microsoft.com/office/drawing/2014/main" id="{481098B9-BAEE-15F1-FDB0-F86B02C4B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029200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取直角坐标系</a:t>
            </a:r>
          </a:p>
        </p:txBody>
      </p:sp>
      <p:grpSp>
        <p:nvGrpSpPr>
          <p:cNvPr id="10" name="Group 67">
            <a:extLst>
              <a:ext uri="{FF2B5EF4-FFF2-40B4-BE49-F238E27FC236}">
                <a16:creationId xmlns:a16="http://schemas.microsoft.com/office/drawing/2014/main" id="{8734594A-707D-EFBE-057F-C1F03B90DF80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4724400"/>
            <a:ext cx="1752600" cy="1181100"/>
            <a:chOff x="4368" y="2976"/>
            <a:chExt cx="1104" cy="744"/>
          </a:xfrm>
        </p:grpSpPr>
        <p:grpSp>
          <p:nvGrpSpPr>
            <p:cNvPr id="19497" name="Group 68">
              <a:extLst>
                <a:ext uri="{FF2B5EF4-FFF2-40B4-BE49-F238E27FC236}">
                  <a16:creationId xmlns:a16="http://schemas.microsoft.com/office/drawing/2014/main" id="{AC7473D1-8647-4A19-8F65-29A70FCB42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3072"/>
              <a:ext cx="768" cy="624"/>
              <a:chOff x="4704" y="3072"/>
              <a:chExt cx="768" cy="624"/>
            </a:xfrm>
          </p:grpSpPr>
          <p:sp>
            <p:nvSpPr>
              <p:cNvPr id="19501" name="Line 69">
                <a:extLst>
                  <a:ext uri="{FF2B5EF4-FFF2-40B4-BE49-F238E27FC236}">
                    <a16:creationId xmlns:a16="http://schemas.microsoft.com/office/drawing/2014/main" id="{B526A625-06CD-FB33-16DE-C78E578EE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072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2" name="Line 70">
                <a:extLst>
                  <a:ext uri="{FF2B5EF4-FFF2-40B4-BE49-F238E27FC236}">
                    <a16:creationId xmlns:a16="http://schemas.microsoft.com/office/drawing/2014/main" id="{3D14E039-9A72-EF9C-80AD-B75C00D03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07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9498" name="Object 14">
              <a:extLst>
                <a:ext uri="{FF2B5EF4-FFF2-40B4-BE49-F238E27FC236}">
                  <a16:creationId xmlns:a16="http://schemas.microsoft.com/office/drawing/2014/main" id="{6BEFEAB4-3F7D-546C-45C9-F2D56F052F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52" y="3456"/>
            <a:ext cx="301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99029" imgH="106735" progId="Equation.3">
                    <p:embed/>
                  </p:oleObj>
                </mc:Choice>
                <mc:Fallback>
                  <p:oleObj name="Equation" r:id="rId26" imgW="99029" imgH="10673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3456"/>
                          <a:ext cx="301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9" name="Object 15">
              <a:extLst>
                <a:ext uri="{FF2B5EF4-FFF2-40B4-BE49-F238E27FC236}">
                  <a16:creationId xmlns:a16="http://schemas.microsoft.com/office/drawing/2014/main" id="{21D1790A-A26E-6CEE-EAA8-8637EF4A61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" y="3072"/>
            <a:ext cx="30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99029" imgH="99254" progId="Equation.3">
                    <p:embed/>
                  </p:oleObj>
                </mc:Choice>
                <mc:Fallback>
                  <p:oleObj name="Equation" r:id="rId28" imgW="99029" imgH="99254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3072"/>
                          <a:ext cx="30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0" name="Object 16">
              <a:extLst>
                <a:ext uri="{FF2B5EF4-FFF2-40B4-BE49-F238E27FC236}">
                  <a16:creationId xmlns:a16="http://schemas.microsoft.com/office/drawing/2014/main" id="{639E61B0-5E53-9E22-AE35-A7FEF637A6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2976"/>
            <a:ext cx="33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06493" imgH="137160" progId="Equation.3">
                    <p:embed/>
                  </p:oleObj>
                </mc:Choice>
                <mc:Fallback>
                  <p:oleObj name="Equation" r:id="rId30" imgW="106493" imgH="13716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976"/>
                          <a:ext cx="33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2042" name="AutoShape 74">
            <a:extLst>
              <a:ext uri="{FF2B5EF4-FFF2-40B4-BE49-F238E27FC236}">
                <a16:creationId xmlns:a16="http://schemas.microsoft.com/office/drawing/2014/main" id="{2581A0F2-3381-CE76-301E-A391D3524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6051550"/>
            <a:ext cx="762000" cy="457200"/>
          </a:xfrm>
          <a:prstGeom prst="rightArrow">
            <a:avLst>
              <a:gd name="adj1" fmla="val 50000"/>
              <a:gd name="adj2" fmla="val 41667"/>
            </a:avLst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7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21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5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1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1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21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500"/>
                                        <p:tgtEl>
                                          <p:spTgt spid="21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500"/>
                                        <p:tgtEl>
                                          <p:spTgt spid="21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500"/>
                                        <p:tgtEl>
                                          <p:spTgt spid="21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500"/>
                                        <p:tgtEl>
                                          <p:spTgt spid="21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2" dur="500"/>
                                        <p:tgtEl>
                                          <p:spTgt spid="21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11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11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3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1" dur="300"/>
                                        <p:tgtEl>
                                          <p:spTgt spid="21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21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300"/>
                                        <p:tgtEl>
                                          <p:spTgt spid="212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0" dur="500"/>
                                        <p:tgtEl>
                                          <p:spTgt spid="21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5" dur="500"/>
                                        <p:tgtEl>
                                          <p:spTgt spid="21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0" dur="500"/>
                                        <p:tgtEl>
                                          <p:spTgt spid="21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5" dur="500"/>
                                        <p:tgtEl>
                                          <p:spTgt spid="21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0" dur="500"/>
                                        <p:tgtEl>
                                          <p:spTgt spid="21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2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2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12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12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21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2" dur="300"/>
                                        <p:tgtEl>
                                          <p:spTgt spid="21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300"/>
                                        <p:tgtEl>
                                          <p:spTgt spid="21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8" dur="500"/>
                                        <p:tgtEl>
                                          <p:spTgt spid="21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12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12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 autoUpdateAnimBg="0"/>
      <p:bldP spid="211971" grpId="0" autoUpdateAnimBg="0"/>
      <p:bldP spid="211972" grpId="0" autoUpdateAnimBg="0"/>
      <p:bldP spid="211973" grpId="0" autoUpdateAnimBg="0"/>
      <p:bldP spid="211976" grpId="0" autoUpdateAnimBg="0"/>
      <p:bldP spid="211977" grpId="0" autoUpdateAnimBg="0"/>
      <p:bldP spid="211978" grpId="0" animBg="1"/>
      <p:bldP spid="211990" grpId="0" autoUpdateAnimBg="0"/>
      <p:bldP spid="211993" grpId="0" autoUpdateAnimBg="0"/>
      <p:bldP spid="212023" grpId="0" autoUpdateAnimBg="0"/>
      <p:bldP spid="212026" grpId="0" animBg="1"/>
      <p:bldP spid="212029" grpId="0" animBg="1"/>
      <p:bldP spid="212031" grpId="0" animBg="1"/>
      <p:bldP spid="212032" grpId="0" autoUpdateAnimBg="0"/>
      <p:bldP spid="212034" grpId="0" autoUpdateAnimBg="0"/>
      <p:bldP spid="2120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Text Box 2">
            <a:extLst>
              <a:ext uri="{FF2B5EF4-FFF2-40B4-BE49-F238E27FC236}">
                <a16:creationId xmlns:a16="http://schemas.microsoft.com/office/drawing/2014/main" id="{FB2EE08C-67FC-6026-6C90-32CBC35CB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" y="428625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根据安培定理</a:t>
            </a:r>
          </a:p>
        </p:txBody>
      </p:sp>
      <p:graphicFrame>
        <p:nvGraphicFramePr>
          <p:cNvPr id="210947" name="Object 2">
            <a:extLst>
              <a:ext uri="{FF2B5EF4-FFF2-40B4-BE49-F238E27FC236}">
                <a16:creationId xmlns:a16="http://schemas.microsoft.com/office/drawing/2014/main" id="{2EEB34F6-9FCC-8A16-F85D-C6968AED21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100" y="977900"/>
          <a:ext cx="23241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54411" imgH="198009" progId="Equation.DSMT4">
                  <p:embed/>
                </p:oleObj>
              </mc:Choice>
              <mc:Fallback>
                <p:oleObj name="Equation" r:id="rId2" imgW="754411" imgH="19800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977900"/>
                        <a:ext cx="23241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8" name="Object 3">
            <a:extLst>
              <a:ext uri="{FF2B5EF4-FFF2-40B4-BE49-F238E27FC236}">
                <a16:creationId xmlns:a16="http://schemas.microsoft.com/office/drawing/2014/main" id="{FE701DCE-C46A-A779-3AE8-1EBB7382BA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3363" y="920750"/>
          <a:ext cx="25146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54411" imgH="198009" progId="Equation.DSMT4">
                  <p:embed/>
                </p:oleObj>
              </mc:Choice>
              <mc:Fallback>
                <p:oleObj name="Equation" r:id="rId4" imgW="754411" imgH="19800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363" y="920750"/>
                        <a:ext cx="25146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49" name="Object 4">
            <a:extLst>
              <a:ext uri="{FF2B5EF4-FFF2-40B4-BE49-F238E27FC236}">
                <a16:creationId xmlns:a16="http://schemas.microsoft.com/office/drawing/2014/main" id="{E47F8AAF-6E8C-8BFC-55E4-2275D3CD0D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1450" y="904875"/>
          <a:ext cx="18288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8273" imgH="213471" progId="Equation.DSMT4">
                  <p:embed/>
                </p:oleObj>
              </mc:Choice>
              <mc:Fallback>
                <p:oleObj name="Equation" r:id="rId6" imgW="678273" imgH="21347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0" y="904875"/>
                        <a:ext cx="182880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0" name="AutoShape 6">
            <a:extLst>
              <a:ext uri="{FF2B5EF4-FFF2-40B4-BE49-F238E27FC236}">
                <a16:creationId xmlns:a16="http://schemas.microsoft.com/office/drawing/2014/main" id="{CEA8E9F6-FD89-F216-3AEE-4845212A0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050" y="1876425"/>
            <a:ext cx="609600" cy="6096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10951" name="Object 5">
            <a:extLst>
              <a:ext uri="{FF2B5EF4-FFF2-40B4-BE49-F238E27FC236}">
                <a16:creationId xmlns:a16="http://schemas.microsoft.com/office/drawing/2014/main" id="{FAE54D84-DE84-905B-498C-58FBCCEA3C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3113" y="1571625"/>
          <a:ext cx="30114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13678" imgH="388537" progId="Equation.DSMT4">
                  <p:embed/>
                </p:oleObj>
              </mc:Choice>
              <mc:Fallback>
                <p:oleObj name="Equation" r:id="rId8" imgW="1013678" imgH="38853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3" y="1571625"/>
                        <a:ext cx="301148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2" name="Object 6">
            <a:extLst>
              <a:ext uri="{FF2B5EF4-FFF2-40B4-BE49-F238E27FC236}">
                <a16:creationId xmlns:a16="http://schemas.microsoft.com/office/drawing/2014/main" id="{E7900FA7-7389-54D0-76D6-5EED17F807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2714625"/>
          <a:ext cx="35861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4982" imgH="403999" progId="Equation.DSMT4">
                  <p:embed/>
                </p:oleObj>
              </mc:Choice>
              <mc:Fallback>
                <p:oleObj name="Equation" r:id="rId10" imgW="1264982" imgH="40399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2714625"/>
                        <a:ext cx="358616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3" name="Object 7">
            <a:extLst>
              <a:ext uri="{FF2B5EF4-FFF2-40B4-BE49-F238E27FC236}">
                <a16:creationId xmlns:a16="http://schemas.microsoft.com/office/drawing/2014/main" id="{CD4AA56B-05B2-A3F7-5D11-8A348862B5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525" y="3857625"/>
          <a:ext cx="22558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22113" imgH="426942" progId="Equation.DSMT4">
                  <p:embed/>
                </p:oleObj>
              </mc:Choice>
              <mc:Fallback>
                <p:oleObj name="Equation" r:id="rId12" imgW="922113" imgH="42694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3857625"/>
                        <a:ext cx="225583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>
            <a:extLst>
              <a:ext uri="{FF2B5EF4-FFF2-40B4-BE49-F238E27FC236}">
                <a16:creationId xmlns:a16="http://schemas.microsoft.com/office/drawing/2014/main" id="{51FC3964-C723-1ED2-F425-33CC2FB6342D}"/>
              </a:ext>
            </a:extLst>
          </p:cNvPr>
          <p:cNvGrpSpPr>
            <a:grpSpLocks/>
          </p:cNvGrpSpPr>
          <p:nvPr/>
        </p:nvGrpSpPr>
        <p:grpSpPr bwMode="auto">
          <a:xfrm>
            <a:off x="5345113" y="1647825"/>
            <a:ext cx="3470275" cy="3581400"/>
            <a:chOff x="3371" y="1536"/>
            <a:chExt cx="2186" cy="2256"/>
          </a:xfrm>
        </p:grpSpPr>
        <p:sp>
          <p:nvSpPr>
            <p:cNvPr id="20499" name="Rectangle 11">
              <a:extLst>
                <a:ext uri="{FF2B5EF4-FFF2-40B4-BE49-F238E27FC236}">
                  <a16:creationId xmlns:a16="http://schemas.microsoft.com/office/drawing/2014/main" id="{25E9AC45-BD51-73E8-8DE8-DF3EE296C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36"/>
              <a:ext cx="144" cy="2256"/>
            </a:xfrm>
            <a:prstGeom prst="rect">
              <a:avLst/>
            </a:pr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00" name="Line 12">
              <a:extLst>
                <a:ext uri="{FF2B5EF4-FFF2-40B4-BE49-F238E27FC236}">
                  <a16:creationId xmlns:a16="http://schemas.microsoft.com/office/drawing/2014/main" id="{7A9B395F-E130-BB5D-66A2-F5C979CCB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584"/>
              <a:ext cx="0" cy="2112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1" name="Line 13">
              <a:extLst>
                <a:ext uri="{FF2B5EF4-FFF2-40B4-BE49-F238E27FC236}">
                  <a16:creationId xmlns:a16="http://schemas.microsoft.com/office/drawing/2014/main" id="{0BEB5959-FDBE-A0F6-43C1-C8D707CB7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584"/>
              <a:ext cx="0" cy="2112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2" name="Line 14">
              <a:extLst>
                <a:ext uri="{FF2B5EF4-FFF2-40B4-BE49-F238E27FC236}">
                  <a16:creationId xmlns:a16="http://schemas.microsoft.com/office/drawing/2014/main" id="{450B172D-97CC-1E51-7DFB-70A82F84A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584"/>
              <a:ext cx="0" cy="2112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Line 15">
              <a:extLst>
                <a:ext uri="{FF2B5EF4-FFF2-40B4-BE49-F238E27FC236}">
                  <a16:creationId xmlns:a16="http://schemas.microsoft.com/office/drawing/2014/main" id="{0703B6A7-FBB0-2CDB-6C03-7C72C3262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584"/>
              <a:ext cx="0" cy="2112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Line 16">
              <a:extLst>
                <a:ext uri="{FF2B5EF4-FFF2-40B4-BE49-F238E27FC236}">
                  <a16:creationId xmlns:a16="http://schemas.microsoft.com/office/drawing/2014/main" id="{22209E0D-76D8-47F8-4EC9-AAFBAC3FA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584"/>
              <a:ext cx="0" cy="2112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Line 17">
              <a:extLst>
                <a:ext uri="{FF2B5EF4-FFF2-40B4-BE49-F238E27FC236}">
                  <a16:creationId xmlns:a16="http://schemas.microsoft.com/office/drawing/2014/main" id="{36C2FA22-7E64-2030-3D11-F38289650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584"/>
              <a:ext cx="0" cy="2112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Line 18">
              <a:extLst>
                <a:ext uri="{FF2B5EF4-FFF2-40B4-BE49-F238E27FC236}">
                  <a16:creationId xmlns:a16="http://schemas.microsoft.com/office/drawing/2014/main" id="{3EA042BC-B6DA-4DC5-8626-4D0CB4234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584"/>
              <a:ext cx="0" cy="2112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7" name="Line 19">
              <a:extLst>
                <a:ext uri="{FF2B5EF4-FFF2-40B4-BE49-F238E27FC236}">
                  <a16:creationId xmlns:a16="http://schemas.microsoft.com/office/drawing/2014/main" id="{3C0C46BD-2E92-8A37-0549-F3C2C54C4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1584"/>
              <a:ext cx="0" cy="2112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8" name="Line 20">
              <a:extLst>
                <a:ext uri="{FF2B5EF4-FFF2-40B4-BE49-F238E27FC236}">
                  <a16:creationId xmlns:a16="http://schemas.microsoft.com/office/drawing/2014/main" id="{56E00495-BB3E-93C0-9C52-FE7671079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1584"/>
              <a:ext cx="0" cy="2112"/>
            </a:xfrm>
            <a:prstGeom prst="line">
              <a:avLst/>
            </a:prstGeom>
            <a:noFill/>
            <a:ln w="158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09" name="Object 11">
              <a:extLst>
                <a:ext uri="{FF2B5EF4-FFF2-40B4-BE49-F238E27FC236}">
                  <a16:creationId xmlns:a16="http://schemas.microsoft.com/office/drawing/2014/main" id="{F3750D31-89D4-31FF-D951-9D3717093F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1" y="1968"/>
            <a:ext cx="28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7347" imgH="213471" progId="Equation.DSMT4">
                    <p:embed/>
                  </p:oleObj>
                </mc:Choice>
                <mc:Fallback>
                  <p:oleObj name="Equation" r:id="rId14" imgW="137347" imgH="213471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1" y="1968"/>
                          <a:ext cx="288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0" name="Object 12">
              <a:extLst>
                <a:ext uri="{FF2B5EF4-FFF2-40B4-BE49-F238E27FC236}">
                  <a16:creationId xmlns:a16="http://schemas.microsoft.com/office/drawing/2014/main" id="{1446A075-5C15-6DEA-AF2B-A3D5F96527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3" y="1968"/>
            <a:ext cx="33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0238" imgH="213471" progId="Equation.DSMT4">
                    <p:embed/>
                  </p:oleObj>
                </mc:Choice>
                <mc:Fallback>
                  <p:oleObj name="Equation" r:id="rId16" imgW="160238" imgH="213471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3" y="1968"/>
                          <a:ext cx="334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1" name="Object 13">
              <a:extLst>
                <a:ext uri="{FF2B5EF4-FFF2-40B4-BE49-F238E27FC236}">
                  <a16:creationId xmlns:a16="http://schemas.microsoft.com/office/drawing/2014/main" id="{ACAAAC6A-5E3A-7DC1-26AD-9CF97396E0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" y="2304"/>
            <a:ext cx="22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99029" imgH="213471" progId="Equation.3">
                    <p:embed/>
                  </p:oleObj>
                </mc:Choice>
                <mc:Fallback>
                  <p:oleObj name="Equation" r:id="rId18" imgW="99029" imgH="213471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304"/>
                          <a:ext cx="22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512" name="Group 24">
              <a:extLst>
                <a:ext uri="{FF2B5EF4-FFF2-40B4-BE49-F238E27FC236}">
                  <a16:creationId xmlns:a16="http://schemas.microsoft.com/office/drawing/2014/main" id="{124EA6D4-8891-3163-F027-5BA7E151EE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680"/>
              <a:ext cx="144" cy="1776"/>
              <a:chOff x="4608" y="816"/>
              <a:chExt cx="144" cy="1872"/>
            </a:xfrm>
          </p:grpSpPr>
          <p:grpSp>
            <p:nvGrpSpPr>
              <p:cNvPr id="20513" name="Group 25">
                <a:extLst>
                  <a:ext uri="{FF2B5EF4-FFF2-40B4-BE49-F238E27FC236}">
                    <a16:creationId xmlns:a16="http://schemas.microsoft.com/office/drawing/2014/main" id="{E69F062E-FFCF-F132-0563-270317FC90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816"/>
                <a:ext cx="144" cy="144"/>
                <a:chOff x="1344" y="3072"/>
                <a:chExt cx="336" cy="336"/>
              </a:xfrm>
            </p:grpSpPr>
            <p:sp>
              <p:nvSpPr>
                <p:cNvPr id="20538" name="Oval 26">
                  <a:extLst>
                    <a:ext uri="{FF2B5EF4-FFF2-40B4-BE49-F238E27FC236}">
                      <a16:creationId xmlns:a16="http://schemas.microsoft.com/office/drawing/2014/main" id="{938E79BB-69D5-D7A0-380F-2E58A4D0C5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3072"/>
                  <a:ext cx="336" cy="336"/>
                </a:xfrm>
                <a:prstGeom prst="ellips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20539" name="Line 27">
                  <a:extLst>
                    <a:ext uri="{FF2B5EF4-FFF2-40B4-BE49-F238E27FC236}">
                      <a16:creationId xmlns:a16="http://schemas.microsoft.com/office/drawing/2014/main" id="{B8EF15CC-2ED2-A398-5BCB-5BA0E1CD37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40" name="Line 28">
                  <a:extLst>
                    <a:ext uri="{FF2B5EF4-FFF2-40B4-BE49-F238E27FC236}">
                      <a16:creationId xmlns:a16="http://schemas.microsoft.com/office/drawing/2014/main" id="{7DA52872-89A4-A58A-388C-69101D2C6F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14" name="Group 29">
                <a:extLst>
                  <a:ext uri="{FF2B5EF4-FFF2-40B4-BE49-F238E27FC236}">
                    <a16:creationId xmlns:a16="http://schemas.microsoft.com/office/drawing/2014/main" id="{26809BDA-38F8-E0F6-F564-4C8F5E6F63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1392"/>
                <a:ext cx="144" cy="144"/>
                <a:chOff x="1344" y="3072"/>
                <a:chExt cx="336" cy="336"/>
              </a:xfrm>
            </p:grpSpPr>
            <p:sp>
              <p:nvSpPr>
                <p:cNvPr id="20535" name="Oval 30">
                  <a:extLst>
                    <a:ext uri="{FF2B5EF4-FFF2-40B4-BE49-F238E27FC236}">
                      <a16:creationId xmlns:a16="http://schemas.microsoft.com/office/drawing/2014/main" id="{D3E4DC4A-2469-61CD-9A00-E40EF24766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3072"/>
                  <a:ext cx="336" cy="336"/>
                </a:xfrm>
                <a:prstGeom prst="ellips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20536" name="Line 31">
                  <a:extLst>
                    <a:ext uri="{FF2B5EF4-FFF2-40B4-BE49-F238E27FC236}">
                      <a16:creationId xmlns:a16="http://schemas.microsoft.com/office/drawing/2014/main" id="{43865D47-397A-091C-58F7-07BF317792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37" name="Line 32">
                  <a:extLst>
                    <a:ext uri="{FF2B5EF4-FFF2-40B4-BE49-F238E27FC236}">
                      <a16:creationId xmlns:a16="http://schemas.microsoft.com/office/drawing/2014/main" id="{7604EC2A-9910-EA04-434B-6D2C7E3A4F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15" name="Group 33">
                <a:extLst>
                  <a:ext uri="{FF2B5EF4-FFF2-40B4-BE49-F238E27FC236}">
                    <a16:creationId xmlns:a16="http://schemas.microsoft.com/office/drawing/2014/main" id="{B0B1445E-8ACB-00EE-419D-62EEF1A08B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1968"/>
                <a:ext cx="144" cy="144"/>
                <a:chOff x="1344" y="3072"/>
                <a:chExt cx="336" cy="336"/>
              </a:xfrm>
            </p:grpSpPr>
            <p:sp>
              <p:nvSpPr>
                <p:cNvPr id="20532" name="Oval 34">
                  <a:extLst>
                    <a:ext uri="{FF2B5EF4-FFF2-40B4-BE49-F238E27FC236}">
                      <a16:creationId xmlns:a16="http://schemas.microsoft.com/office/drawing/2014/main" id="{1158FE66-36B6-1AD7-A6E7-C8B6F1FCBC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3072"/>
                  <a:ext cx="336" cy="336"/>
                </a:xfrm>
                <a:prstGeom prst="ellips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20533" name="Line 35">
                  <a:extLst>
                    <a:ext uri="{FF2B5EF4-FFF2-40B4-BE49-F238E27FC236}">
                      <a16:creationId xmlns:a16="http://schemas.microsoft.com/office/drawing/2014/main" id="{06901618-0BAB-41B7-C5F6-C3442841EB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34" name="Line 36">
                  <a:extLst>
                    <a:ext uri="{FF2B5EF4-FFF2-40B4-BE49-F238E27FC236}">
                      <a16:creationId xmlns:a16="http://schemas.microsoft.com/office/drawing/2014/main" id="{65C18EA5-B84A-1606-FB77-6DDC33DE7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16" name="Group 37">
                <a:extLst>
                  <a:ext uri="{FF2B5EF4-FFF2-40B4-BE49-F238E27FC236}">
                    <a16:creationId xmlns:a16="http://schemas.microsoft.com/office/drawing/2014/main" id="{5CD3FB3A-F302-6176-CD1A-AFCC070DF2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2544"/>
                <a:ext cx="144" cy="144"/>
                <a:chOff x="1344" y="3072"/>
                <a:chExt cx="336" cy="336"/>
              </a:xfrm>
            </p:grpSpPr>
            <p:sp>
              <p:nvSpPr>
                <p:cNvPr id="20529" name="Oval 38">
                  <a:extLst>
                    <a:ext uri="{FF2B5EF4-FFF2-40B4-BE49-F238E27FC236}">
                      <a16:creationId xmlns:a16="http://schemas.microsoft.com/office/drawing/2014/main" id="{35D9A9B2-0D33-8D8B-CD39-98DDDB9401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3072"/>
                  <a:ext cx="336" cy="336"/>
                </a:xfrm>
                <a:prstGeom prst="ellips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20530" name="Line 39">
                  <a:extLst>
                    <a:ext uri="{FF2B5EF4-FFF2-40B4-BE49-F238E27FC236}">
                      <a16:creationId xmlns:a16="http://schemas.microsoft.com/office/drawing/2014/main" id="{67F2CEEF-21CB-28EC-A17E-B7443BC44D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31" name="Line 40">
                  <a:extLst>
                    <a:ext uri="{FF2B5EF4-FFF2-40B4-BE49-F238E27FC236}">
                      <a16:creationId xmlns:a16="http://schemas.microsoft.com/office/drawing/2014/main" id="{DA2124A3-BF50-4294-6B59-4E3F183EC3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17" name="Group 41">
                <a:extLst>
                  <a:ext uri="{FF2B5EF4-FFF2-40B4-BE49-F238E27FC236}">
                    <a16:creationId xmlns:a16="http://schemas.microsoft.com/office/drawing/2014/main" id="{9661B0E4-5CF2-9616-8B7B-D93F75692D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1104"/>
                <a:ext cx="144" cy="144"/>
                <a:chOff x="1344" y="3072"/>
                <a:chExt cx="336" cy="336"/>
              </a:xfrm>
            </p:grpSpPr>
            <p:sp>
              <p:nvSpPr>
                <p:cNvPr id="20526" name="Oval 42">
                  <a:extLst>
                    <a:ext uri="{FF2B5EF4-FFF2-40B4-BE49-F238E27FC236}">
                      <a16:creationId xmlns:a16="http://schemas.microsoft.com/office/drawing/2014/main" id="{895A1F61-1749-13AC-3962-B2BA908B10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3072"/>
                  <a:ext cx="336" cy="336"/>
                </a:xfrm>
                <a:prstGeom prst="ellips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20527" name="Line 43">
                  <a:extLst>
                    <a:ext uri="{FF2B5EF4-FFF2-40B4-BE49-F238E27FC236}">
                      <a16:creationId xmlns:a16="http://schemas.microsoft.com/office/drawing/2014/main" id="{37C77E32-2488-9403-AEC5-7B8F615292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28" name="Line 44">
                  <a:extLst>
                    <a:ext uri="{FF2B5EF4-FFF2-40B4-BE49-F238E27FC236}">
                      <a16:creationId xmlns:a16="http://schemas.microsoft.com/office/drawing/2014/main" id="{1382E22F-1EB5-92FD-BFAB-3D8A7D9598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18" name="Group 45">
                <a:extLst>
                  <a:ext uri="{FF2B5EF4-FFF2-40B4-BE49-F238E27FC236}">
                    <a16:creationId xmlns:a16="http://schemas.microsoft.com/office/drawing/2014/main" id="{0C9EEDB5-EA9E-9820-22C4-B80FBAE1A7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1680"/>
                <a:ext cx="144" cy="144"/>
                <a:chOff x="1344" y="3072"/>
                <a:chExt cx="336" cy="336"/>
              </a:xfrm>
            </p:grpSpPr>
            <p:sp>
              <p:nvSpPr>
                <p:cNvPr id="20523" name="Oval 46">
                  <a:extLst>
                    <a:ext uri="{FF2B5EF4-FFF2-40B4-BE49-F238E27FC236}">
                      <a16:creationId xmlns:a16="http://schemas.microsoft.com/office/drawing/2014/main" id="{0697C066-6E20-07DB-ADC4-B951A819CE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3072"/>
                  <a:ext cx="336" cy="336"/>
                </a:xfrm>
                <a:prstGeom prst="ellips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20524" name="Line 47">
                  <a:extLst>
                    <a:ext uri="{FF2B5EF4-FFF2-40B4-BE49-F238E27FC236}">
                      <a16:creationId xmlns:a16="http://schemas.microsoft.com/office/drawing/2014/main" id="{C7BED31C-6A3D-08AA-57C6-17E6608C32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25" name="Line 48">
                  <a:extLst>
                    <a:ext uri="{FF2B5EF4-FFF2-40B4-BE49-F238E27FC236}">
                      <a16:creationId xmlns:a16="http://schemas.microsoft.com/office/drawing/2014/main" id="{F090D144-B2A6-1130-9D49-CB646E8D89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19" name="Group 49">
                <a:extLst>
                  <a:ext uri="{FF2B5EF4-FFF2-40B4-BE49-F238E27FC236}">
                    <a16:creationId xmlns:a16="http://schemas.microsoft.com/office/drawing/2014/main" id="{A6936386-7E04-660D-3B54-E3DC7A33D5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2256"/>
                <a:ext cx="144" cy="144"/>
                <a:chOff x="1344" y="3072"/>
                <a:chExt cx="336" cy="336"/>
              </a:xfrm>
            </p:grpSpPr>
            <p:sp>
              <p:nvSpPr>
                <p:cNvPr id="20520" name="Oval 50">
                  <a:extLst>
                    <a:ext uri="{FF2B5EF4-FFF2-40B4-BE49-F238E27FC236}">
                      <a16:creationId xmlns:a16="http://schemas.microsoft.com/office/drawing/2014/main" id="{9D6D5089-54F6-D6B0-5B72-2FA047C395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3072"/>
                  <a:ext cx="336" cy="336"/>
                </a:xfrm>
                <a:prstGeom prst="ellips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20521" name="Line 51">
                  <a:extLst>
                    <a:ext uri="{FF2B5EF4-FFF2-40B4-BE49-F238E27FC236}">
                      <a16:creationId xmlns:a16="http://schemas.microsoft.com/office/drawing/2014/main" id="{1CFDB89B-DF11-7002-9380-87F81463C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22" name="Line 52">
                  <a:extLst>
                    <a:ext uri="{FF2B5EF4-FFF2-40B4-BE49-F238E27FC236}">
                      <a16:creationId xmlns:a16="http://schemas.microsoft.com/office/drawing/2014/main" id="{451306CE-90E8-629B-3F80-8D0EB523D6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92" y="3120"/>
                  <a:ext cx="240" cy="240"/>
                </a:xfrm>
                <a:prstGeom prst="line">
                  <a:avLst/>
                </a:prstGeom>
                <a:noFill/>
                <a:ln w="222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1" name="Group 53">
            <a:extLst>
              <a:ext uri="{FF2B5EF4-FFF2-40B4-BE49-F238E27FC236}">
                <a16:creationId xmlns:a16="http://schemas.microsoft.com/office/drawing/2014/main" id="{486BB739-AA06-6665-42B8-5C68814DBA23}"/>
              </a:ext>
            </a:extLst>
          </p:cNvPr>
          <p:cNvGrpSpPr>
            <a:grpSpLocks/>
          </p:cNvGrpSpPr>
          <p:nvPr/>
        </p:nvGrpSpPr>
        <p:grpSpPr bwMode="auto">
          <a:xfrm>
            <a:off x="7080250" y="5229225"/>
            <a:ext cx="1752600" cy="1181100"/>
            <a:chOff x="4368" y="2976"/>
            <a:chExt cx="1104" cy="744"/>
          </a:xfrm>
        </p:grpSpPr>
        <p:grpSp>
          <p:nvGrpSpPr>
            <p:cNvPr id="20493" name="Group 54">
              <a:extLst>
                <a:ext uri="{FF2B5EF4-FFF2-40B4-BE49-F238E27FC236}">
                  <a16:creationId xmlns:a16="http://schemas.microsoft.com/office/drawing/2014/main" id="{1C0EB9D3-032F-84BB-298B-E313CB679F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3072"/>
              <a:ext cx="768" cy="624"/>
              <a:chOff x="4704" y="3072"/>
              <a:chExt cx="768" cy="624"/>
            </a:xfrm>
          </p:grpSpPr>
          <p:sp>
            <p:nvSpPr>
              <p:cNvPr id="20497" name="Line 55">
                <a:extLst>
                  <a:ext uri="{FF2B5EF4-FFF2-40B4-BE49-F238E27FC236}">
                    <a16:creationId xmlns:a16="http://schemas.microsoft.com/office/drawing/2014/main" id="{F16E6778-8B90-84E6-005D-AA5973139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072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98" name="Line 56">
                <a:extLst>
                  <a:ext uri="{FF2B5EF4-FFF2-40B4-BE49-F238E27FC236}">
                    <a16:creationId xmlns:a16="http://schemas.microsoft.com/office/drawing/2014/main" id="{1B8BC0F5-ECCE-41C1-F50A-D5176756C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07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0494" name="Object 8">
              <a:extLst>
                <a:ext uri="{FF2B5EF4-FFF2-40B4-BE49-F238E27FC236}">
                  <a16:creationId xmlns:a16="http://schemas.microsoft.com/office/drawing/2014/main" id="{BF567380-90B2-BAB2-3214-676CA084F1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52" y="3456"/>
            <a:ext cx="301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99029" imgH="106735" progId="Equation.3">
                    <p:embed/>
                  </p:oleObj>
                </mc:Choice>
                <mc:Fallback>
                  <p:oleObj name="Equation" r:id="rId20" imgW="99029" imgH="10673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3456"/>
                          <a:ext cx="301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5" name="Object 9">
              <a:extLst>
                <a:ext uri="{FF2B5EF4-FFF2-40B4-BE49-F238E27FC236}">
                  <a16:creationId xmlns:a16="http://schemas.microsoft.com/office/drawing/2014/main" id="{4E461C98-033A-39B5-7D9D-1E0F67DA7A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" y="3072"/>
            <a:ext cx="30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99029" imgH="99254" progId="Equation.3">
                    <p:embed/>
                  </p:oleObj>
                </mc:Choice>
                <mc:Fallback>
                  <p:oleObj name="Equation" r:id="rId22" imgW="99029" imgH="99254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3072"/>
                          <a:ext cx="30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6" name="Object 10">
              <a:extLst>
                <a:ext uri="{FF2B5EF4-FFF2-40B4-BE49-F238E27FC236}">
                  <a16:creationId xmlns:a16="http://schemas.microsoft.com/office/drawing/2014/main" id="{95C7C08D-F55D-720F-8F7B-B59016F9A1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2976"/>
            <a:ext cx="33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06493" imgH="137160" progId="Equation.3">
                    <p:embed/>
                  </p:oleObj>
                </mc:Choice>
                <mc:Fallback>
                  <p:oleObj name="Equation" r:id="rId24" imgW="106493" imgH="13716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976"/>
                          <a:ext cx="331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2225">
                              <a:solidFill>
                                <a:srgbClr val="FF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1004" name="AutoShape 60">
            <a:extLst>
              <a:ext uri="{FF2B5EF4-FFF2-40B4-BE49-F238E27FC236}">
                <a16:creationId xmlns:a16="http://schemas.microsoft.com/office/drawing/2014/main" id="{A0B4CC48-5012-7897-614A-D4F732DB6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0" y="3552825"/>
            <a:ext cx="1981200" cy="1600200"/>
          </a:xfrm>
          <a:prstGeom prst="wedgeRectCallout">
            <a:avLst>
              <a:gd name="adj1" fmla="val -81653"/>
              <a:gd name="adj2" fmla="val 466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/>
              <a:t> </a:t>
            </a:r>
            <a:r>
              <a:rPr lang="zh-CN" altLang="en-US" i="1">
                <a:latin typeface="楷体_GB2312" pitchFamily="49" charset="-122"/>
                <a:ea typeface="楷体_GB2312" pitchFamily="49" charset="-122"/>
              </a:rPr>
              <a:t>磁压强</a:t>
            </a:r>
            <a:r>
              <a:rPr lang="en-US" altLang="zh-CN" i="1">
                <a:ea typeface="楷体_GB2312" pitchFamily="49" charset="-122"/>
              </a:rPr>
              <a:t>——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i="1">
                <a:latin typeface="楷体_GB2312" pitchFamily="49" charset="-122"/>
                <a:ea typeface="楷体_GB2312" pitchFamily="49" charset="-122"/>
              </a:rPr>
              <a:t>也适用于任意有限的曲面电流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0" fill="hold"/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0" fill="hold"/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0" fill="hold"/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0" fill="hold"/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0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300"/>
                                        <p:tgtEl>
                                          <p:spTgt spid="21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6" grpId="0" autoUpdateAnimBg="0"/>
      <p:bldP spid="210950" grpId="0" animBg="1"/>
      <p:bldP spid="211004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6A15E861-DB5A-7730-F4BF-2E2436C9C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8" y="188913"/>
            <a:ext cx="58848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磁场对平面载流线圈的作用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73656E1-AD15-3FC1-34A3-34DFC5736A9F}"/>
              </a:ext>
            </a:extLst>
          </p:cNvPr>
          <p:cNvGrpSpPr>
            <a:grpSpLocks/>
          </p:cNvGrpSpPr>
          <p:nvPr/>
        </p:nvGrpSpPr>
        <p:grpSpPr bwMode="auto">
          <a:xfrm>
            <a:off x="5946775" y="1028700"/>
            <a:ext cx="2827338" cy="2362200"/>
            <a:chOff x="3746" y="1153"/>
            <a:chExt cx="1781" cy="1488"/>
          </a:xfrm>
        </p:grpSpPr>
        <p:grpSp>
          <p:nvGrpSpPr>
            <p:cNvPr id="21554" name="Group 4">
              <a:extLst>
                <a:ext uri="{FF2B5EF4-FFF2-40B4-BE49-F238E27FC236}">
                  <a16:creationId xmlns:a16="http://schemas.microsoft.com/office/drawing/2014/main" id="{3252F14B-5410-FD5B-CF36-9D89F16EC0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6" y="1153"/>
              <a:ext cx="1584" cy="1488"/>
              <a:chOff x="3600" y="2064"/>
              <a:chExt cx="1584" cy="1488"/>
            </a:xfrm>
          </p:grpSpPr>
          <p:sp>
            <p:nvSpPr>
              <p:cNvPr id="21556" name="Line 5">
                <a:extLst>
                  <a:ext uri="{FF2B5EF4-FFF2-40B4-BE49-F238E27FC236}">
                    <a16:creationId xmlns:a16="http://schemas.microsoft.com/office/drawing/2014/main" id="{824AD7DD-471F-388D-9587-61E41B3A2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304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7" name="Line 6">
                <a:extLst>
                  <a:ext uri="{FF2B5EF4-FFF2-40B4-BE49-F238E27FC236}">
                    <a16:creationId xmlns:a16="http://schemas.microsoft.com/office/drawing/2014/main" id="{A366F05D-6D57-90BB-4481-1D2D1D49F9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544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8" name="Line 7">
                <a:extLst>
                  <a:ext uri="{FF2B5EF4-FFF2-40B4-BE49-F238E27FC236}">
                    <a16:creationId xmlns:a16="http://schemas.microsoft.com/office/drawing/2014/main" id="{09834B96-E185-B537-6B2C-E81C33A53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784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9" name="Line 8">
                <a:extLst>
                  <a:ext uri="{FF2B5EF4-FFF2-40B4-BE49-F238E27FC236}">
                    <a16:creationId xmlns:a16="http://schemas.microsoft.com/office/drawing/2014/main" id="{2B83F11A-3338-43C1-0E64-06A365B5A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3072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0" name="Line 9">
                <a:extLst>
                  <a:ext uri="{FF2B5EF4-FFF2-40B4-BE49-F238E27FC236}">
                    <a16:creationId xmlns:a16="http://schemas.microsoft.com/office/drawing/2014/main" id="{259B6627-1D87-CCDC-C5B4-D335F958FD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3312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1" name="Line 10">
                <a:extLst>
                  <a:ext uri="{FF2B5EF4-FFF2-40B4-BE49-F238E27FC236}">
                    <a16:creationId xmlns:a16="http://schemas.microsoft.com/office/drawing/2014/main" id="{6F147316-08E5-17CF-F3FB-60FE6A9ED6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2064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2" name="Line 11">
                <a:extLst>
                  <a:ext uri="{FF2B5EF4-FFF2-40B4-BE49-F238E27FC236}">
                    <a16:creationId xmlns:a16="http://schemas.microsoft.com/office/drawing/2014/main" id="{E7BD39BD-C7C9-A5FD-5751-DD917EABB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3552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1555" name="Object 20">
              <a:extLst>
                <a:ext uri="{FF2B5EF4-FFF2-40B4-BE49-F238E27FC236}">
                  <a16:creationId xmlns:a16="http://schemas.microsoft.com/office/drawing/2014/main" id="{0CADF614-2EA3-7A02-ADAE-CF8A84F7B2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50" y="1776"/>
            <a:ext cx="17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51304" imgH="312226" progId="Equation.3">
                    <p:embed/>
                  </p:oleObj>
                </mc:Choice>
                <mc:Fallback>
                  <p:oleObj name="Equation" r:id="rId2" imgW="251304" imgH="312226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0" y="1776"/>
                          <a:ext cx="17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E8FCE285-5433-64C8-E963-95D2D5ADB644}"/>
              </a:ext>
            </a:extLst>
          </p:cNvPr>
          <p:cNvGrpSpPr>
            <a:grpSpLocks/>
          </p:cNvGrpSpPr>
          <p:nvPr/>
        </p:nvGrpSpPr>
        <p:grpSpPr bwMode="auto">
          <a:xfrm>
            <a:off x="6434138" y="1066800"/>
            <a:ext cx="955675" cy="615950"/>
            <a:chOff x="4053" y="1177"/>
            <a:chExt cx="602" cy="388"/>
          </a:xfrm>
        </p:grpSpPr>
        <p:sp>
          <p:nvSpPr>
            <p:cNvPr id="21551" name="Line 14">
              <a:extLst>
                <a:ext uri="{FF2B5EF4-FFF2-40B4-BE49-F238E27FC236}">
                  <a16:creationId xmlns:a16="http://schemas.microsoft.com/office/drawing/2014/main" id="{B5EDD2D3-9B11-A448-BC23-F3285259E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5" y="1283"/>
              <a:ext cx="240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2" name="Line 15">
              <a:extLst>
                <a:ext uri="{FF2B5EF4-FFF2-40B4-BE49-F238E27FC236}">
                  <a16:creationId xmlns:a16="http://schemas.microsoft.com/office/drawing/2014/main" id="{0C636D66-5DAD-B445-146D-E7C3D63E63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53" y="1278"/>
              <a:ext cx="457" cy="287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53" name="Object 19">
              <a:extLst>
                <a:ext uri="{FF2B5EF4-FFF2-40B4-BE49-F238E27FC236}">
                  <a16:creationId xmlns:a16="http://schemas.microsoft.com/office/drawing/2014/main" id="{A092EBB6-64DE-4B46-FB0A-51DE9AB537F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04" y="1177"/>
            <a:ext cx="120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0238" imgH="388537" progId="Equation.3">
                    <p:embed/>
                  </p:oleObj>
                </mc:Choice>
                <mc:Fallback>
                  <p:oleObj name="Equation" r:id="rId4" imgW="160238" imgH="388537" progId="Equation.3">
                    <p:embed/>
                    <p:pic>
                      <p:nvPicPr>
                        <p:cNvPr id="0" name="Object 1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4" y="1177"/>
                          <a:ext cx="120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74A6E47A-BD92-2F5A-E83A-89C6750A59D0}"/>
              </a:ext>
            </a:extLst>
          </p:cNvPr>
          <p:cNvGrpSpPr>
            <a:grpSpLocks/>
          </p:cNvGrpSpPr>
          <p:nvPr/>
        </p:nvGrpSpPr>
        <p:grpSpPr bwMode="auto">
          <a:xfrm>
            <a:off x="6083300" y="1720850"/>
            <a:ext cx="608013" cy="1289050"/>
            <a:chOff x="3832" y="1589"/>
            <a:chExt cx="383" cy="812"/>
          </a:xfrm>
        </p:grpSpPr>
        <p:grpSp>
          <p:nvGrpSpPr>
            <p:cNvPr id="21546" name="Group 18">
              <a:extLst>
                <a:ext uri="{FF2B5EF4-FFF2-40B4-BE49-F238E27FC236}">
                  <a16:creationId xmlns:a16="http://schemas.microsoft.com/office/drawing/2014/main" id="{3B947465-8C9E-A947-6E61-D529E3E1E7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2" y="1589"/>
              <a:ext cx="243" cy="812"/>
              <a:chOff x="3972" y="1589"/>
              <a:chExt cx="243" cy="812"/>
            </a:xfrm>
          </p:grpSpPr>
          <p:sp>
            <p:nvSpPr>
              <p:cNvPr id="21548" name="Line 19">
                <a:extLst>
                  <a:ext uri="{FF2B5EF4-FFF2-40B4-BE49-F238E27FC236}">
                    <a16:creationId xmlns:a16="http://schemas.microsoft.com/office/drawing/2014/main" id="{CF7C9882-F8B8-C9A3-CA00-B4EB0013B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75" y="1589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49" name="Line 20">
                <a:extLst>
                  <a:ext uri="{FF2B5EF4-FFF2-40B4-BE49-F238E27FC236}">
                    <a16:creationId xmlns:a16="http://schemas.microsoft.com/office/drawing/2014/main" id="{2F26A5C1-A88A-A2A1-E67E-B2481222F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72" y="2401"/>
                <a:ext cx="240" cy="0"/>
              </a:xfrm>
              <a:prstGeom prst="line">
                <a:avLst/>
              </a:prstGeom>
              <a:noFill/>
              <a:ln w="28575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0" name="Line 21">
                <a:extLst>
                  <a:ext uri="{FF2B5EF4-FFF2-40B4-BE49-F238E27FC236}">
                    <a16:creationId xmlns:a16="http://schemas.microsoft.com/office/drawing/2014/main" id="{825CFDAC-FE22-91AF-1901-09BA2F256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1" y="1589"/>
                <a:ext cx="0" cy="812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1547" name="Object 18">
              <a:extLst>
                <a:ext uri="{FF2B5EF4-FFF2-40B4-BE49-F238E27FC236}">
                  <a16:creationId xmlns:a16="http://schemas.microsoft.com/office/drawing/2014/main" id="{BBB939C5-646E-B912-DA6F-6F488623B88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32" y="1861"/>
            <a:ext cx="152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3484" imgH="388537" progId="Equation.3">
                    <p:embed/>
                  </p:oleObj>
                </mc:Choice>
                <mc:Fallback>
                  <p:oleObj name="Equation" r:id="rId6" imgW="213484" imgH="388537" progId="Equation.3">
                    <p:embed/>
                    <p:pic>
                      <p:nvPicPr>
                        <p:cNvPr id="0" name="Object 1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2" y="1861"/>
                          <a:ext cx="152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15" name="Line 23">
            <a:extLst>
              <a:ext uri="{FF2B5EF4-FFF2-40B4-BE49-F238E27FC236}">
                <a16:creationId xmlns:a16="http://schemas.microsoft.com/office/drawing/2014/main" id="{9465B7D8-0B8F-BA5C-1837-687D3E47F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1675" y="723900"/>
            <a:ext cx="0" cy="2971800"/>
          </a:xfrm>
          <a:prstGeom prst="line">
            <a:avLst/>
          </a:prstGeom>
          <a:noFill/>
          <a:ln w="28575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24">
            <a:extLst>
              <a:ext uri="{FF2B5EF4-FFF2-40B4-BE49-F238E27FC236}">
                <a16:creationId xmlns:a16="http://schemas.microsoft.com/office/drawing/2014/main" id="{04E84D40-0EB8-867F-D418-D8AF2E80E67A}"/>
              </a:ext>
            </a:extLst>
          </p:cNvPr>
          <p:cNvGrpSpPr>
            <a:grpSpLocks/>
          </p:cNvGrpSpPr>
          <p:nvPr/>
        </p:nvGrpSpPr>
        <p:grpSpPr bwMode="auto">
          <a:xfrm>
            <a:off x="7045325" y="417513"/>
            <a:ext cx="650875" cy="1066800"/>
            <a:chOff x="4438" y="768"/>
            <a:chExt cx="410" cy="672"/>
          </a:xfrm>
        </p:grpSpPr>
        <p:sp>
          <p:nvSpPr>
            <p:cNvPr id="21544" name="Line 25">
              <a:extLst>
                <a:ext uri="{FF2B5EF4-FFF2-40B4-BE49-F238E27FC236}">
                  <a16:creationId xmlns:a16="http://schemas.microsoft.com/office/drawing/2014/main" id="{D0E62B38-A415-C190-FB42-25547CE82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8" y="912"/>
              <a:ext cx="0" cy="52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45" name="Object 17">
              <a:extLst>
                <a:ext uri="{FF2B5EF4-FFF2-40B4-BE49-F238E27FC236}">
                  <a16:creationId xmlns:a16="http://schemas.microsoft.com/office/drawing/2014/main" id="{C8DF2560-7BEA-21F0-5DB9-19562F792F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2" y="768"/>
            <a:ext cx="336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03107" imgH="403999" progId="Equation.3">
                    <p:embed/>
                  </p:oleObj>
                </mc:Choice>
                <mc:Fallback>
                  <p:oleObj name="Equation" r:id="rId8" imgW="503107" imgH="40399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768"/>
                          <a:ext cx="336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7">
            <a:extLst>
              <a:ext uri="{FF2B5EF4-FFF2-40B4-BE49-F238E27FC236}">
                <a16:creationId xmlns:a16="http://schemas.microsoft.com/office/drawing/2014/main" id="{3F8EAB6A-0BBB-0DC8-AA4A-4583C514458F}"/>
              </a:ext>
            </a:extLst>
          </p:cNvPr>
          <p:cNvGrpSpPr>
            <a:grpSpLocks/>
          </p:cNvGrpSpPr>
          <p:nvPr/>
        </p:nvGrpSpPr>
        <p:grpSpPr bwMode="auto">
          <a:xfrm>
            <a:off x="7051675" y="2781300"/>
            <a:ext cx="720725" cy="1203325"/>
            <a:chOff x="4442" y="2257"/>
            <a:chExt cx="454" cy="758"/>
          </a:xfrm>
        </p:grpSpPr>
        <p:sp>
          <p:nvSpPr>
            <p:cNvPr id="21542" name="Line 28">
              <a:extLst>
                <a:ext uri="{FF2B5EF4-FFF2-40B4-BE49-F238E27FC236}">
                  <a16:creationId xmlns:a16="http://schemas.microsoft.com/office/drawing/2014/main" id="{B754F5E3-F684-8174-C530-19F836317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2" y="2257"/>
              <a:ext cx="0" cy="576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43" name="Object 16">
              <a:extLst>
                <a:ext uri="{FF2B5EF4-FFF2-40B4-BE49-F238E27FC236}">
                  <a16:creationId xmlns:a16="http://schemas.microsoft.com/office/drawing/2014/main" id="{6740CA38-F484-78D5-28B3-60A4C5EE62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0" y="2736"/>
            <a:ext cx="336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03107" imgH="411480" progId="Equation.3">
                    <p:embed/>
                  </p:oleObj>
                </mc:Choice>
                <mc:Fallback>
                  <p:oleObj name="Equation" r:id="rId10" imgW="503107" imgH="4114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736"/>
                          <a:ext cx="336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0">
            <a:extLst>
              <a:ext uri="{FF2B5EF4-FFF2-40B4-BE49-F238E27FC236}">
                <a16:creationId xmlns:a16="http://schemas.microsoft.com/office/drawing/2014/main" id="{A2A31E50-D98D-8AF3-6506-0944852CA60A}"/>
              </a:ext>
            </a:extLst>
          </p:cNvPr>
          <p:cNvGrpSpPr>
            <a:grpSpLocks/>
          </p:cNvGrpSpPr>
          <p:nvPr/>
        </p:nvGrpSpPr>
        <p:grpSpPr bwMode="auto">
          <a:xfrm>
            <a:off x="7051675" y="2171700"/>
            <a:ext cx="1255713" cy="357188"/>
            <a:chOff x="4442" y="1873"/>
            <a:chExt cx="791" cy="225"/>
          </a:xfrm>
        </p:grpSpPr>
        <p:sp>
          <p:nvSpPr>
            <p:cNvPr id="21540" name="Line 31">
              <a:extLst>
                <a:ext uri="{FF2B5EF4-FFF2-40B4-BE49-F238E27FC236}">
                  <a16:creationId xmlns:a16="http://schemas.microsoft.com/office/drawing/2014/main" id="{3F77B3AA-E560-A0FA-B082-F1184EB03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2" y="1873"/>
              <a:ext cx="600" cy="211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41" name="Object 15">
              <a:extLst>
                <a:ext uri="{FF2B5EF4-FFF2-40B4-BE49-F238E27FC236}">
                  <a16:creationId xmlns:a16="http://schemas.microsoft.com/office/drawing/2014/main" id="{E6536B58-51FC-F7BA-0529-9307B1CE27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88" y="1920"/>
            <a:ext cx="145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8058" imgH="251377" progId="Equation.3">
                    <p:embed/>
                  </p:oleObj>
                </mc:Choice>
                <mc:Fallback>
                  <p:oleObj name="Equation" r:id="rId12" imgW="198058" imgH="251377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1920"/>
                          <a:ext cx="145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3">
            <a:extLst>
              <a:ext uri="{FF2B5EF4-FFF2-40B4-BE49-F238E27FC236}">
                <a16:creationId xmlns:a16="http://schemas.microsoft.com/office/drawing/2014/main" id="{DFD80185-AF2D-55C2-1DA1-D104536E5CED}"/>
              </a:ext>
            </a:extLst>
          </p:cNvPr>
          <p:cNvGrpSpPr>
            <a:grpSpLocks/>
          </p:cNvGrpSpPr>
          <p:nvPr/>
        </p:nvGrpSpPr>
        <p:grpSpPr bwMode="auto">
          <a:xfrm>
            <a:off x="6043613" y="1039813"/>
            <a:ext cx="1728787" cy="2349500"/>
            <a:chOff x="3807" y="1160"/>
            <a:chExt cx="1089" cy="1480"/>
          </a:xfrm>
        </p:grpSpPr>
        <p:grpSp>
          <p:nvGrpSpPr>
            <p:cNvPr id="21532" name="Group 34">
              <a:extLst>
                <a:ext uri="{FF2B5EF4-FFF2-40B4-BE49-F238E27FC236}">
                  <a16:creationId xmlns:a16="http://schemas.microsoft.com/office/drawing/2014/main" id="{2296385D-8BAA-B999-B0FC-BC25E8D8DB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7" y="1160"/>
              <a:ext cx="1089" cy="1480"/>
              <a:chOff x="3807" y="1160"/>
              <a:chExt cx="1089" cy="1480"/>
            </a:xfrm>
          </p:grpSpPr>
          <p:sp>
            <p:nvSpPr>
              <p:cNvPr id="21534" name="AutoShape 35">
                <a:extLst>
                  <a:ext uri="{FF2B5EF4-FFF2-40B4-BE49-F238E27FC236}">
                    <a16:creationId xmlns:a16="http://schemas.microsoft.com/office/drawing/2014/main" id="{74F6EBC7-A7BA-0225-E937-D85B07F649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 flipH="1">
                <a:off x="3893" y="1635"/>
                <a:ext cx="1099" cy="433"/>
              </a:xfrm>
              <a:prstGeom prst="parallelogram">
                <a:avLst>
                  <a:gd name="adj" fmla="val 63453"/>
                </a:avLst>
              </a:prstGeom>
              <a:noFill/>
              <a:ln w="76200">
                <a:pattFill prst="dkDnDiag">
                  <a:fgClr>
                    <a:srgbClr val="FF66FF"/>
                  </a:fgClr>
                  <a:bgClr>
                    <a:srgbClr val="FFFFFF"/>
                  </a:bgClr>
                </a:patt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aphicFrame>
            <p:nvGraphicFramePr>
              <p:cNvPr id="21535" name="Object 11">
                <a:extLst>
                  <a:ext uri="{FF2B5EF4-FFF2-40B4-BE49-F238E27FC236}">
                    <a16:creationId xmlns:a16="http://schemas.microsoft.com/office/drawing/2014/main" id="{834B3EAD-44AD-57B4-03BB-98A15F8C2A9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697" y="1160"/>
              <a:ext cx="199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289622" imgH="258858" progId="Equation.3">
                      <p:embed/>
                    </p:oleObj>
                  </mc:Choice>
                  <mc:Fallback>
                    <p:oleObj name="Equation" r:id="rId14" imgW="289622" imgH="258858" progId="Equation.3">
                      <p:embed/>
                      <p:pic>
                        <p:nvPicPr>
                          <p:cNvPr id="0" name="Object 1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97" y="1160"/>
                            <a:ext cx="199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36" name="Object 12">
                <a:extLst>
                  <a:ext uri="{FF2B5EF4-FFF2-40B4-BE49-F238E27FC236}">
                    <a16:creationId xmlns:a16="http://schemas.microsoft.com/office/drawing/2014/main" id="{9BEBCBE2-A441-B8AC-F37C-81A782A1EDFB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623" y="2177"/>
              <a:ext cx="177" cy="1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251304" imgH="289782" progId="Equation.3">
                      <p:embed/>
                    </p:oleObj>
                  </mc:Choice>
                  <mc:Fallback>
                    <p:oleObj name="Equation" r:id="rId16" imgW="251304" imgH="289782" progId="Equation.3">
                      <p:embed/>
                      <p:pic>
                        <p:nvPicPr>
                          <p:cNvPr id="0" name="Object 1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23" y="2177"/>
                            <a:ext cx="177" cy="19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37" name="Object 13">
                <a:extLst>
                  <a:ext uri="{FF2B5EF4-FFF2-40B4-BE49-F238E27FC236}">
                    <a16:creationId xmlns:a16="http://schemas.microsoft.com/office/drawing/2014/main" id="{7E00E778-05FF-57D4-550C-59DA73D9DC9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047" y="2456"/>
              <a:ext cx="177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251304" imgH="258858" progId="Equation.3">
                      <p:embed/>
                    </p:oleObj>
                  </mc:Choice>
                  <mc:Fallback>
                    <p:oleObj name="Equation" r:id="rId18" imgW="251304" imgH="258858" progId="Equation.3">
                      <p:embed/>
                      <p:pic>
                        <p:nvPicPr>
                          <p:cNvPr id="0" name="Object 1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47" y="2456"/>
                            <a:ext cx="177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38" name="Object 14">
                <a:extLst>
                  <a:ext uri="{FF2B5EF4-FFF2-40B4-BE49-F238E27FC236}">
                    <a16:creationId xmlns:a16="http://schemas.microsoft.com/office/drawing/2014/main" id="{9E0BB7B5-3FA4-00B8-8C11-AFE1899E9D7E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807" y="1391"/>
              <a:ext cx="177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251304" imgH="274320" progId="Equation.3">
                      <p:embed/>
                    </p:oleObj>
                  </mc:Choice>
                  <mc:Fallback>
                    <p:oleObj name="Equation" r:id="rId20" imgW="251304" imgH="274320" progId="Equation.3">
                      <p:embed/>
                      <p:pic>
                        <p:nvPicPr>
                          <p:cNvPr id="0" name="Object 14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7" y="1391"/>
                            <a:ext cx="177" cy="1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39" name="Line 40">
                <a:extLst>
                  <a:ext uri="{FF2B5EF4-FFF2-40B4-BE49-F238E27FC236}">
                    <a16:creationId xmlns:a16="http://schemas.microsoft.com/office/drawing/2014/main" id="{9DEB2AEA-A939-4A4F-68AB-16A1E0A6DA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6" y="1681"/>
                <a:ext cx="0" cy="403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1533" name="Object 10">
              <a:extLst>
                <a:ext uri="{FF2B5EF4-FFF2-40B4-BE49-F238E27FC236}">
                  <a16:creationId xmlns:a16="http://schemas.microsoft.com/office/drawing/2014/main" id="{D5D130F9-1BA1-3B93-2E98-619C7BBC735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253" y="1697"/>
            <a:ext cx="12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75167" imgH="258858" progId="Equation.3">
                    <p:embed/>
                  </p:oleObj>
                </mc:Choice>
                <mc:Fallback>
                  <p:oleObj name="Equation" r:id="rId22" imgW="175167" imgH="258858" progId="Equation.3">
                    <p:embed/>
                    <p:pic>
                      <p:nvPicPr>
                        <p:cNvPr id="0" name="Object 1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3" y="1697"/>
                          <a:ext cx="127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34" name="Arc 42">
            <a:extLst>
              <a:ext uri="{FF2B5EF4-FFF2-40B4-BE49-F238E27FC236}">
                <a16:creationId xmlns:a16="http://schemas.microsoft.com/office/drawing/2014/main" id="{DD5D8875-768B-8FB5-C100-40608FD06757}"/>
              </a:ext>
            </a:extLst>
          </p:cNvPr>
          <p:cNvSpPr>
            <a:spLocks/>
          </p:cNvSpPr>
          <p:nvPr/>
        </p:nvSpPr>
        <p:spPr bwMode="auto">
          <a:xfrm>
            <a:off x="7546975" y="2173288"/>
            <a:ext cx="176213" cy="228600"/>
          </a:xfrm>
          <a:custGeom>
            <a:avLst/>
            <a:gdLst>
              <a:gd name="T0" fmla="*/ 0 w 21579"/>
              <a:gd name="T1" fmla="*/ 0 h 21600"/>
              <a:gd name="T2" fmla="*/ 2147483646 w 21579"/>
              <a:gd name="T3" fmla="*/ 2147483646 h 21600"/>
              <a:gd name="T4" fmla="*/ 0 w 21579"/>
              <a:gd name="T5" fmla="*/ 2147483646 h 21600"/>
              <a:gd name="T6" fmla="*/ 0 60000 65536"/>
              <a:gd name="T7" fmla="*/ 0 60000 65536"/>
              <a:gd name="T8" fmla="*/ 0 60000 65536"/>
              <a:gd name="T9" fmla="*/ 0 w 21579"/>
              <a:gd name="T10" fmla="*/ 0 h 21600"/>
              <a:gd name="T11" fmla="*/ 21579 w 2157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9" h="21600" fill="none" extrusionOk="0">
                <a:moveTo>
                  <a:pt x="-1" y="0"/>
                </a:moveTo>
                <a:cubicBezTo>
                  <a:pt x="11559" y="0"/>
                  <a:pt x="21070" y="9100"/>
                  <a:pt x="21579" y="20648"/>
                </a:cubicBezTo>
              </a:path>
              <a:path w="21579" h="21600" stroke="0" extrusionOk="0">
                <a:moveTo>
                  <a:pt x="-1" y="0"/>
                </a:moveTo>
                <a:cubicBezTo>
                  <a:pt x="11559" y="0"/>
                  <a:pt x="21070" y="9100"/>
                  <a:pt x="21579" y="2064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35" name="AutoShape 43">
            <a:extLst>
              <a:ext uri="{FF2B5EF4-FFF2-40B4-BE49-F238E27FC236}">
                <a16:creationId xmlns:a16="http://schemas.microsoft.com/office/drawing/2014/main" id="{AFF8DDA8-454A-2923-98C4-27D8B737A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1531938"/>
            <a:ext cx="368300" cy="466725"/>
          </a:xfrm>
          <a:prstGeom prst="wedgeRectCallout">
            <a:avLst>
              <a:gd name="adj1" fmla="val -87500"/>
              <a:gd name="adj2" fmla="val 103403"/>
            </a:avLst>
          </a:prstGeom>
          <a:solidFill>
            <a:srgbClr val="006699"/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 i="1">
                <a:solidFill>
                  <a:srgbClr val="FFFF00"/>
                </a:solidFill>
                <a:sym typeface="Symbol" panose="05050102010706020507" pitchFamily="18" charset="2"/>
              </a:rPr>
              <a:t></a:t>
            </a:r>
            <a:endParaRPr lang="en-US" altLang="zh-CN" b="0" i="1">
              <a:solidFill>
                <a:srgbClr val="FFFF00"/>
              </a:solidFill>
            </a:endParaRPr>
          </a:p>
        </p:txBody>
      </p:sp>
      <p:sp>
        <p:nvSpPr>
          <p:cNvPr id="213036" name="Rectangle 44">
            <a:extLst>
              <a:ext uri="{FF2B5EF4-FFF2-40B4-BE49-F238E27FC236}">
                <a16:creationId xmlns:a16="http://schemas.microsoft.com/office/drawing/2014/main" id="{0ED4606D-EE90-9A21-8595-0FA58BE6E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260475"/>
            <a:ext cx="4460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作用在</a:t>
            </a:r>
            <a:r>
              <a:rPr lang="en-US" altLang="zh-CN" i="1">
                <a:solidFill>
                  <a:srgbClr val="66FFFF"/>
                </a:solidFill>
              </a:rPr>
              <a:t>DA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en-US" altLang="zh-CN" i="1">
                <a:solidFill>
                  <a:srgbClr val="66FFFF"/>
                </a:solidFill>
              </a:rPr>
              <a:t>BC</a:t>
            </a:r>
            <a:r>
              <a:rPr lang="zh-CN" altLang="en-US">
                <a:solidFill>
                  <a:schemeClr val="bg1"/>
                </a:solidFill>
              </a:rPr>
              <a:t>上的力大小相等</a:t>
            </a:r>
            <a:endParaRPr lang="zh-CN" altLang="en-US" b="0" i="1">
              <a:solidFill>
                <a:schemeClr val="bg1"/>
              </a:solidFill>
            </a:endParaRPr>
          </a:p>
        </p:txBody>
      </p:sp>
      <p:graphicFrame>
        <p:nvGraphicFramePr>
          <p:cNvPr id="213037" name="Object 2">
            <a:extLst>
              <a:ext uri="{FF2B5EF4-FFF2-40B4-BE49-F238E27FC236}">
                <a16:creationId xmlns:a16="http://schemas.microsoft.com/office/drawing/2014/main" id="{D71983CD-05D0-FBEB-606C-D1B91383B178}"/>
              </a:ext>
            </a:extLst>
          </p:cNvPr>
          <p:cNvGraphicFramePr>
            <a:graphicFrameLocks/>
          </p:cNvGraphicFramePr>
          <p:nvPr/>
        </p:nvGraphicFramePr>
        <p:xfrm>
          <a:off x="882650" y="1798638"/>
          <a:ext cx="30734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040536" imgH="403999" progId="Equation.3">
                  <p:embed/>
                </p:oleObj>
              </mc:Choice>
              <mc:Fallback>
                <p:oleObj name="Equation" r:id="rId24" imgW="3040536" imgH="40399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1798638"/>
                        <a:ext cx="30734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38" name="Rectangle 46">
            <a:extLst>
              <a:ext uri="{FF2B5EF4-FFF2-40B4-BE49-F238E27FC236}">
                <a16:creationId xmlns:a16="http://schemas.microsoft.com/office/drawing/2014/main" id="{D7BA19B9-A72A-24D9-E8CC-0584B633D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3" y="2328863"/>
            <a:ext cx="4035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方向相反在同一直线上</a:t>
            </a:r>
            <a:endParaRPr lang="zh-CN" altLang="en-US" b="0">
              <a:solidFill>
                <a:schemeClr val="bg1"/>
              </a:solidFill>
            </a:endParaRPr>
          </a:p>
        </p:txBody>
      </p:sp>
      <p:graphicFrame>
        <p:nvGraphicFramePr>
          <p:cNvPr id="213039" name="Object 3">
            <a:extLst>
              <a:ext uri="{FF2B5EF4-FFF2-40B4-BE49-F238E27FC236}">
                <a16:creationId xmlns:a16="http://schemas.microsoft.com/office/drawing/2014/main" id="{29DA9C76-CA07-6540-9984-F75ABBC57D7A}"/>
              </a:ext>
            </a:extLst>
          </p:cNvPr>
          <p:cNvGraphicFramePr>
            <a:graphicFrameLocks/>
          </p:cNvGraphicFramePr>
          <p:nvPr/>
        </p:nvGraphicFramePr>
        <p:xfrm>
          <a:off x="869950" y="2897188"/>
          <a:ext cx="162718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92424" imgH="403999" progId="Equation.3">
                  <p:embed/>
                </p:oleObj>
              </mc:Choice>
              <mc:Fallback>
                <p:oleObj name="Equation" r:id="rId26" imgW="1592424" imgH="40399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2897188"/>
                        <a:ext cx="1627188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40" name="Text Box 48">
            <a:extLst>
              <a:ext uri="{FF2B5EF4-FFF2-40B4-BE49-F238E27FC236}">
                <a16:creationId xmlns:a16="http://schemas.microsoft.com/office/drawing/2014/main" id="{877669AB-BEB6-119E-78D5-10E96A71C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2855913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力偶</a:t>
            </a:r>
            <a:endParaRPr lang="zh-CN" altLang="en-US" b="0">
              <a:solidFill>
                <a:schemeClr val="bg1"/>
              </a:solidFill>
            </a:endParaRPr>
          </a:p>
        </p:txBody>
      </p:sp>
      <p:graphicFrame>
        <p:nvGraphicFramePr>
          <p:cNvPr id="213041" name="Object 4">
            <a:extLst>
              <a:ext uri="{FF2B5EF4-FFF2-40B4-BE49-F238E27FC236}">
                <a16:creationId xmlns:a16="http://schemas.microsoft.com/office/drawing/2014/main" id="{6D88934A-63DF-4ED9-9131-3307637C36AF}"/>
              </a:ext>
            </a:extLst>
          </p:cNvPr>
          <p:cNvGraphicFramePr>
            <a:graphicFrameLocks/>
          </p:cNvGraphicFramePr>
          <p:nvPr/>
        </p:nvGraphicFramePr>
        <p:xfrm>
          <a:off x="879475" y="3573463"/>
          <a:ext cx="1346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18229" imgH="502754" progId="Equation.3">
                  <p:embed/>
                </p:oleObj>
              </mc:Choice>
              <mc:Fallback>
                <p:oleObj name="Equation" r:id="rId28" imgW="1318229" imgH="502754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3573463"/>
                        <a:ext cx="1346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42" name="Text Box 50">
            <a:extLst>
              <a:ext uri="{FF2B5EF4-FFF2-40B4-BE49-F238E27FC236}">
                <a16:creationId xmlns:a16="http://schemas.microsoft.com/office/drawing/2014/main" id="{5AA22E3A-DE80-025D-3BCA-A18EC03AB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2425" y="3573463"/>
            <a:ext cx="171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线圈无平动</a:t>
            </a:r>
          </a:p>
        </p:txBody>
      </p:sp>
      <p:sp>
        <p:nvSpPr>
          <p:cNvPr id="213043" name="Text Box 51">
            <a:extLst>
              <a:ext uri="{FF2B5EF4-FFF2-40B4-BE49-F238E27FC236}">
                <a16:creationId xmlns:a16="http://schemas.microsoft.com/office/drawing/2014/main" id="{23A8230A-EBC7-D4F2-B8DB-7FC70D127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4217988"/>
            <a:ext cx="3446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对中心的力矩大小为</a:t>
            </a:r>
          </a:p>
        </p:txBody>
      </p:sp>
      <p:graphicFrame>
        <p:nvGraphicFramePr>
          <p:cNvPr id="213044" name="Object 5">
            <a:extLst>
              <a:ext uri="{FF2B5EF4-FFF2-40B4-BE49-F238E27FC236}">
                <a16:creationId xmlns:a16="http://schemas.microsoft.com/office/drawing/2014/main" id="{7374A209-BC57-CB52-A288-B0488E9ECE66}"/>
              </a:ext>
            </a:extLst>
          </p:cNvPr>
          <p:cNvGraphicFramePr>
            <a:graphicFrameLocks/>
          </p:cNvGraphicFramePr>
          <p:nvPr/>
        </p:nvGraphicFramePr>
        <p:xfrm>
          <a:off x="900113" y="4652963"/>
          <a:ext cx="40624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030824" imgH="792535" progId="Equation.3">
                  <p:embed/>
                </p:oleObj>
              </mc:Choice>
              <mc:Fallback>
                <p:oleObj name="Equation" r:id="rId30" imgW="4030824" imgH="792535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652963"/>
                        <a:ext cx="4062412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45" name="Object 6">
            <a:extLst>
              <a:ext uri="{FF2B5EF4-FFF2-40B4-BE49-F238E27FC236}">
                <a16:creationId xmlns:a16="http://schemas.microsoft.com/office/drawing/2014/main" id="{6FF4E9FA-C267-ABF0-FFE9-6FE482868458}"/>
              </a:ext>
            </a:extLst>
          </p:cNvPr>
          <p:cNvGraphicFramePr>
            <a:graphicFrameLocks/>
          </p:cNvGraphicFramePr>
          <p:nvPr/>
        </p:nvGraphicFramePr>
        <p:xfrm>
          <a:off x="5003800" y="4797425"/>
          <a:ext cx="17891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760127" imgH="388537" progId="Equation.3">
                  <p:embed/>
                </p:oleObj>
              </mc:Choice>
              <mc:Fallback>
                <p:oleObj name="Equation" r:id="rId32" imgW="1760127" imgH="38853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797425"/>
                        <a:ext cx="178911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46" name="Text Box 54">
            <a:extLst>
              <a:ext uri="{FF2B5EF4-FFF2-40B4-BE49-F238E27FC236}">
                <a16:creationId xmlns:a16="http://schemas.microsoft.com/office/drawing/2014/main" id="{F280F533-A5E6-1EE2-C67F-A70B88189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57238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</a:rPr>
              <a:t>在均匀磁场中的刚性矩形载流线圈</a:t>
            </a:r>
          </a:p>
        </p:txBody>
      </p:sp>
      <p:graphicFrame>
        <p:nvGraphicFramePr>
          <p:cNvPr id="213047" name="Object 7">
            <a:extLst>
              <a:ext uri="{FF2B5EF4-FFF2-40B4-BE49-F238E27FC236}">
                <a16:creationId xmlns:a16="http://schemas.microsoft.com/office/drawing/2014/main" id="{67748633-818F-98B7-47FD-B2553C2892CA}"/>
              </a:ext>
            </a:extLst>
          </p:cNvPr>
          <p:cNvGraphicFramePr>
            <a:graphicFrameLocks/>
          </p:cNvGraphicFramePr>
          <p:nvPr/>
        </p:nvGraphicFramePr>
        <p:xfrm>
          <a:off x="1476375" y="5516563"/>
          <a:ext cx="19177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890009" imgH="403999" progId="Equation.3">
                  <p:embed/>
                </p:oleObj>
              </mc:Choice>
              <mc:Fallback>
                <p:oleObj name="Equation" r:id="rId34" imgW="1890009" imgH="403999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516563"/>
                        <a:ext cx="19177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48" name="Object 8">
            <a:extLst>
              <a:ext uri="{FF2B5EF4-FFF2-40B4-BE49-F238E27FC236}">
                <a16:creationId xmlns:a16="http://schemas.microsoft.com/office/drawing/2014/main" id="{9208CC4E-F467-8658-9E71-5D481D558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6165850"/>
          <a:ext cx="16938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661098" imgH="411480" progId="Equation.3">
                  <p:embed/>
                </p:oleObj>
              </mc:Choice>
              <mc:Fallback>
                <p:oleObj name="Equation" r:id="rId36" imgW="1661098" imgH="411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6165850"/>
                        <a:ext cx="1693863" cy="444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33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49" name="Object 9">
            <a:extLst>
              <a:ext uri="{FF2B5EF4-FFF2-40B4-BE49-F238E27FC236}">
                <a16:creationId xmlns:a16="http://schemas.microsoft.com/office/drawing/2014/main" id="{2F6CBEAF-9FB2-19F0-35AB-B2C832DF8B5C}"/>
              </a:ext>
            </a:extLst>
          </p:cNvPr>
          <p:cNvGraphicFramePr>
            <a:graphicFrameLocks/>
          </p:cNvGraphicFramePr>
          <p:nvPr/>
        </p:nvGraphicFramePr>
        <p:xfrm>
          <a:off x="4067175" y="5589588"/>
          <a:ext cx="13065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280409" imgH="403999" progId="Equation.3">
                  <p:embed/>
                </p:oleObj>
              </mc:Choice>
              <mc:Fallback>
                <p:oleObj name="Equation" r:id="rId38" imgW="1280409" imgH="40399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589588"/>
                        <a:ext cx="13065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50" name="Text Box 58">
            <a:extLst>
              <a:ext uri="{FF2B5EF4-FFF2-40B4-BE49-F238E27FC236}">
                <a16:creationId xmlns:a16="http://schemas.microsoft.com/office/drawing/2014/main" id="{DD8BEF4F-E74E-2343-B379-4D9A9FE5C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5165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1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1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1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1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1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1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1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1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utoUpdateAnimBg="0"/>
      <p:bldP spid="213035" grpId="0" animBg="1" autoUpdateAnimBg="0"/>
      <p:bldP spid="213036" grpId="0" autoUpdateAnimBg="0"/>
      <p:bldP spid="213038" grpId="0" autoUpdateAnimBg="0"/>
      <p:bldP spid="213040" grpId="0" autoUpdateAnimBg="0"/>
      <p:bldP spid="213042" grpId="0" autoUpdateAnimBg="0"/>
      <p:bldP spid="213043" grpId="0" autoUpdateAnimBg="0"/>
      <p:bldP spid="213046" grpId="0" autoUpdateAnimBg="0"/>
      <p:bldP spid="21305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3" name="Text Box 43">
            <a:extLst>
              <a:ext uri="{FF2B5EF4-FFF2-40B4-BE49-F238E27FC236}">
                <a16:creationId xmlns:a16="http://schemas.microsoft.com/office/drawing/2014/main" id="{4AB021CF-6880-4CA6-2E66-9DC144F8F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60350"/>
            <a:ext cx="78628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• 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结论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：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在匀强场中，平面线圈所受磁力为零，仅受磁力矩作用 </a:t>
            </a: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——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只发生转动，不会发生平动。</a:t>
            </a:r>
          </a:p>
        </p:txBody>
      </p:sp>
      <p:graphicFrame>
        <p:nvGraphicFramePr>
          <p:cNvPr id="215084" name="Object 2">
            <a:extLst>
              <a:ext uri="{FF2B5EF4-FFF2-40B4-BE49-F238E27FC236}">
                <a16:creationId xmlns:a16="http://schemas.microsoft.com/office/drawing/2014/main" id="{E094EE73-F595-99C1-C0D3-21D53A5FE9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750" y="2157413"/>
          <a:ext cx="1916113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6093" imgH="213471" progId="Equation.DSMT4">
                  <p:embed/>
                </p:oleObj>
              </mc:Choice>
              <mc:Fallback>
                <p:oleObj name="Equation" r:id="rId2" imgW="716093" imgH="21347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2157413"/>
                        <a:ext cx="1916113" cy="65246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5" name="Text Box 45">
            <a:extLst>
              <a:ext uri="{FF2B5EF4-FFF2-40B4-BE49-F238E27FC236}">
                <a16:creationId xmlns:a16="http://schemas.microsoft.com/office/drawing/2014/main" id="{138AFD28-3C80-310D-46C4-798B34FA7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27138"/>
            <a:ext cx="1295400" cy="457200"/>
          </a:xfrm>
          <a:prstGeom prst="rect">
            <a:avLst/>
          </a:prstGeom>
          <a:solidFill>
            <a:srgbClr val="33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讨论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15086" name="Text Box 46">
            <a:extLst>
              <a:ext uri="{FF2B5EF4-FFF2-40B4-BE49-F238E27FC236}">
                <a16:creationId xmlns:a16="http://schemas.microsoft.com/office/drawing/2014/main" id="{1FB685E3-C10B-5CB5-03F8-5029045E5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227138"/>
            <a:ext cx="624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• 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线圈所受的力矩 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运动趋势</a:t>
            </a:r>
          </a:p>
        </p:txBody>
      </p:sp>
      <p:graphicFrame>
        <p:nvGraphicFramePr>
          <p:cNvPr id="215087" name="Object 3">
            <a:extLst>
              <a:ext uri="{FF2B5EF4-FFF2-40B4-BE49-F238E27FC236}">
                <a16:creationId xmlns:a16="http://schemas.microsoft.com/office/drawing/2014/main" id="{78DD50F4-C0EA-8D1F-C5D3-6180A3CFA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1760538"/>
          <a:ext cx="266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2113" imgH="144641" progId="Equation.3">
                  <p:embed/>
                </p:oleObj>
              </mc:Choice>
              <mc:Fallback>
                <p:oleObj name="Equation" r:id="rId4" imgW="922113" imgH="14464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760538"/>
                        <a:ext cx="2667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8" name="Object 4">
            <a:extLst>
              <a:ext uri="{FF2B5EF4-FFF2-40B4-BE49-F238E27FC236}">
                <a16:creationId xmlns:a16="http://schemas.microsoft.com/office/drawing/2014/main" id="{56F58BC6-E469-BB5B-C99E-77E7D80B5D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293938"/>
          <a:ext cx="3048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64011" imgH="198009" progId="Equation.3">
                  <p:embed/>
                </p:oleObj>
              </mc:Choice>
              <mc:Fallback>
                <p:oleObj name="Equation" r:id="rId6" imgW="1364011" imgH="19800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293938"/>
                        <a:ext cx="3048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9" name="Object 5">
            <a:extLst>
              <a:ext uri="{FF2B5EF4-FFF2-40B4-BE49-F238E27FC236}">
                <a16:creationId xmlns:a16="http://schemas.microsoft.com/office/drawing/2014/main" id="{6FE48458-75FF-F682-AED3-8BA1BFDAF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2903538"/>
          <a:ext cx="266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45004" imgH="144641" progId="Equation.3">
                  <p:embed/>
                </p:oleObj>
              </mc:Choice>
              <mc:Fallback>
                <p:oleObj name="Equation" r:id="rId8" imgW="945004" imgH="14464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903538"/>
                        <a:ext cx="2667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0" name="AutoShape 50">
            <a:extLst>
              <a:ext uri="{FF2B5EF4-FFF2-40B4-BE49-F238E27FC236}">
                <a16:creationId xmlns:a16="http://schemas.microsoft.com/office/drawing/2014/main" id="{B24956AC-E688-1162-300B-9644F9948767}"/>
              </a:ext>
            </a:extLst>
          </p:cNvPr>
          <p:cNvSpPr>
            <a:spLocks/>
          </p:cNvSpPr>
          <p:nvPr/>
        </p:nvSpPr>
        <p:spPr bwMode="auto">
          <a:xfrm>
            <a:off x="2667000" y="1684338"/>
            <a:ext cx="304800" cy="1600200"/>
          </a:xfrm>
          <a:prstGeom prst="leftBrace">
            <a:avLst>
              <a:gd name="adj1" fmla="val 43750"/>
              <a:gd name="adj2" fmla="val 50000"/>
            </a:avLst>
          </a:prstGeom>
          <a:noFill/>
          <a:ln w="317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15091" name="Text Box 51">
            <a:extLst>
              <a:ext uri="{FF2B5EF4-FFF2-40B4-BE49-F238E27FC236}">
                <a16:creationId xmlns:a16="http://schemas.microsoft.com/office/drawing/2014/main" id="{287271BA-C660-39CA-92D5-168236576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684338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稳定平衡</a:t>
            </a:r>
          </a:p>
        </p:txBody>
      </p:sp>
      <p:sp>
        <p:nvSpPr>
          <p:cNvPr id="215092" name="Text Box 52">
            <a:extLst>
              <a:ext uri="{FF2B5EF4-FFF2-40B4-BE49-F238E27FC236}">
                <a16:creationId xmlns:a16="http://schemas.microsoft.com/office/drawing/2014/main" id="{07A2AAF2-5E63-0053-F6B6-C94AC21C8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827338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非稳定平衡</a:t>
            </a:r>
          </a:p>
        </p:txBody>
      </p:sp>
      <p:sp>
        <p:nvSpPr>
          <p:cNvPr id="215093" name="Text Box 53">
            <a:extLst>
              <a:ext uri="{FF2B5EF4-FFF2-40B4-BE49-F238E27FC236}">
                <a16:creationId xmlns:a16="http://schemas.microsoft.com/office/drawing/2014/main" id="{389CE47F-D6F1-2C90-F8AD-8FBE261E6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293938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力矩最大，转动</a:t>
            </a:r>
          </a:p>
        </p:txBody>
      </p:sp>
      <p:sp>
        <p:nvSpPr>
          <p:cNvPr id="215094" name="Text Box 54">
            <a:extLst>
              <a:ext uri="{FF2B5EF4-FFF2-40B4-BE49-F238E27FC236}">
                <a16:creationId xmlns:a16="http://schemas.microsoft.com/office/drawing/2014/main" id="{E6AC0D6C-7F22-82C1-3DC5-607B30EA3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508500"/>
            <a:ext cx="8164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• 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一般在非均匀磁场中，载流系统有平动和转动</a:t>
            </a:r>
          </a:p>
        </p:txBody>
      </p:sp>
      <p:sp>
        <p:nvSpPr>
          <p:cNvPr id="215103" name="Text Box 63">
            <a:extLst>
              <a:ext uri="{FF2B5EF4-FFF2-40B4-BE49-F238E27FC236}">
                <a16:creationId xmlns:a16="http://schemas.microsoft.com/office/drawing/2014/main" id="{BE649875-3DAC-2BC9-635F-998F84EEB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357563"/>
            <a:ext cx="7745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磁力矩总是使线圈磁矩转到和外磁场一致的方向。</a:t>
            </a:r>
          </a:p>
        </p:txBody>
      </p:sp>
      <p:graphicFrame>
        <p:nvGraphicFramePr>
          <p:cNvPr id="215104" name="Object 6">
            <a:extLst>
              <a:ext uri="{FF2B5EF4-FFF2-40B4-BE49-F238E27FC236}">
                <a16:creationId xmlns:a16="http://schemas.microsoft.com/office/drawing/2014/main" id="{EE2E3574-E978-34FD-0E05-AD9A0BCB96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084763"/>
          <a:ext cx="2136775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6093" imgH="213471" progId="Equation.DSMT4">
                  <p:embed/>
                </p:oleObj>
              </mc:Choice>
              <mc:Fallback>
                <p:oleObj name="Equation" r:id="rId10" imgW="716093" imgH="21347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084763"/>
                        <a:ext cx="2136775" cy="65881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5" name="Text Box 65">
            <a:extLst>
              <a:ext uri="{FF2B5EF4-FFF2-40B4-BE49-F238E27FC236}">
                <a16:creationId xmlns:a16="http://schemas.microsoft.com/office/drawing/2014/main" id="{2D414FBC-CD15-4D83-6B4A-818BAE99E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157788"/>
            <a:ext cx="741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•                                     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适用于任意形状平面载流线圈</a:t>
            </a:r>
          </a:p>
        </p:txBody>
      </p:sp>
      <p:sp>
        <p:nvSpPr>
          <p:cNvPr id="215106" name="Text Box 66">
            <a:extLst>
              <a:ext uri="{FF2B5EF4-FFF2-40B4-BE49-F238E27FC236}">
                <a16:creationId xmlns:a16="http://schemas.microsoft.com/office/drawing/2014/main" id="{1B6EFF81-BFB1-F4DB-A45D-57FAA385D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0" y="3933825"/>
            <a:ext cx="2884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•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线圈若有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N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匝线圈</a:t>
            </a:r>
          </a:p>
        </p:txBody>
      </p:sp>
      <p:graphicFrame>
        <p:nvGraphicFramePr>
          <p:cNvPr id="215107" name="Object 7">
            <a:extLst>
              <a:ext uri="{FF2B5EF4-FFF2-40B4-BE49-F238E27FC236}">
                <a16:creationId xmlns:a16="http://schemas.microsoft.com/office/drawing/2014/main" id="{84F8BA2D-BF64-E267-5C8A-8313AF0439C4}"/>
              </a:ext>
            </a:extLst>
          </p:cNvPr>
          <p:cNvGraphicFramePr>
            <a:graphicFrameLocks/>
          </p:cNvGraphicFramePr>
          <p:nvPr/>
        </p:nvGraphicFramePr>
        <p:xfrm>
          <a:off x="4441825" y="3917950"/>
          <a:ext cx="19034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74582" imgH="411480" progId="Equation.3">
                  <p:embed/>
                </p:oleObj>
              </mc:Choice>
              <mc:Fallback>
                <p:oleObj name="Equation" r:id="rId12" imgW="1874582" imgH="41148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825" y="3917950"/>
                        <a:ext cx="1903413" cy="4429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33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300"/>
                                        <p:tgtEl>
                                          <p:spTgt spid="21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5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5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300"/>
                                        <p:tgtEl>
                                          <p:spTgt spid="21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5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5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21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1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300"/>
                                        <p:tgtEl>
                                          <p:spTgt spid="21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21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9" dur="300"/>
                                        <p:tgtEl>
                                          <p:spTgt spid="21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21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9" dur="300"/>
                                        <p:tgtEl>
                                          <p:spTgt spid="21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300"/>
                                        <p:tgtEl>
                                          <p:spTgt spid="21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300"/>
                                        <p:tgtEl>
                                          <p:spTgt spid="21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21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300"/>
                                        <p:tgtEl>
                                          <p:spTgt spid="21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3" grpId="0" autoUpdateAnimBg="0"/>
      <p:bldP spid="215085" grpId="0" animBg="1" autoUpdateAnimBg="0"/>
      <p:bldP spid="215086" grpId="0" autoUpdateAnimBg="0"/>
      <p:bldP spid="215090" grpId="0" animBg="1"/>
      <p:bldP spid="215091" grpId="0" autoUpdateAnimBg="0"/>
      <p:bldP spid="215092" grpId="0" autoUpdateAnimBg="0"/>
      <p:bldP spid="215093" grpId="0" autoUpdateAnimBg="0"/>
      <p:bldP spid="215094" grpId="0" autoUpdateAnimBg="0"/>
      <p:bldP spid="215103" grpId="0" autoUpdateAnimBg="0"/>
      <p:bldP spid="215105" grpId="0" autoUpdateAnimBg="0"/>
      <p:bldP spid="21510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Text Box 2">
            <a:extLst>
              <a:ext uri="{FF2B5EF4-FFF2-40B4-BE49-F238E27FC236}">
                <a16:creationId xmlns:a16="http://schemas.microsoft.com/office/drawing/2014/main" id="{2EA88C7B-04A4-721D-CBD0-7666D5837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209923" name="Text Box 3">
            <a:extLst>
              <a:ext uri="{FF2B5EF4-FFF2-40B4-BE49-F238E27FC236}">
                <a16:creationId xmlns:a16="http://schemas.microsoft.com/office/drawing/2014/main" id="{A4D5A502-9D70-AFF2-D217-0CF0F1DBD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2400"/>
            <a:ext cx="502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均匀磁场中，有一总电量为</a:t>
            </a:r>
          </a:p>
        </p:txBody>
      </p:sp>
      <p:sp>
        <p:nvSpPr>
          <p:cNvPr id="209924" name="Text Box 4">
            <a:extLst>
              <a:ext uri="{FF2B5EF4-FFF2-40B4-BE49-F238E27FC236}">
                <a16:creationId xmlns:a16="http://schemas.microsoft.com/office/drawing/2014/main" id="{5DA24F68-F04F-6CFF-D1CF-74D80C2C8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6096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半径为</a:t>
            </a:r>
          </a:p>
        </p:txBody>
      </p:sp>
      <p:sp>
        <p:nvSpPr>
          <p:cNvPr id="209925" name="Text Box 5">
            <a:extLst>
              <a:ext uri="{FF2B5EF4-FFF2-40B4-BE49-F238E27FC236}">
                <a16:creationId xmlns:a16="http://schemas.microsoft.com/office/drawing/2014/main" id="{5343F3A7-DEDB-EE04-D6CA-057483619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52400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的均匀带电圆盘，盘面</a:t>
            </a:r>
          </a:p>
        </p:txBody>
      </p:sp>
      <p:sp>
        <p:nvSpPr>
          <p:cNvPr id="209926" name="Text Box 6">
            <a:extLst>
              <a:ext uri="{FF2B5EF4-FFF2-40B4-BE49-F238E27FC236}">
                <a16:creationId xmlns:a16="http://schemas.microsoft.com/office/drawing/2014/main" id="{FCC0EFA2-0E90-3663-B059-37FC15E2B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6096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间的夹角为</a:t>
            </a:r>
          </a:p>
        </p:txBody>
      </p:sp>
      <p:sp>
        <p:nvSpPr>
          <p:cNvPr id="209927" name="Text Box 7">
            <a:extLst>
              <a:ext uri="{FF2B5EF4-FFF2-40B4-BE49-F238E27FC236}">
                <a16:creationId xmlns:a16="http://schemas.microsoft.com/office/drawing/2014/main" id="{32CDEEE1-DC8A-1ECF-7C65-6818D1D4E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6096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当圆盘以</a:t>
            </a:r>
          </a:p>
        </p:txBody>
      </p:sp>
      <p:sp>
        <p:nvSpPr>
          <p:cNvPr id="209928" name="Text Box 8">
            <a:extLst>
              <a:ext uri="{FF2B5EF4-FFF2-40B4-BE49-F238E27FC236}">
                <a16:creationId xmlns:a16="http://schemas.microsoft.com/office/drawing/2014/main" id="{79927F10-16F7-E394-548F-0955F1B91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096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旋转时，</a:t>
            </a:r>
          </a:p>
        </p:txBody>
      </p:sp>
      <p:graphicFrame>
        <p:nvGraphicFramePr>
          <p:cNvPr id="209929" name="Object 2">
            <a:extLst>
              <a:ext uri="{FF2B5EF4-FFF2-40B4-BE49-F238E27FC236}">
                <a16:creationId xmlns:a16="http://schemas.microsoft.com/office/drawing/2014/main" id="{FA18D48F-074D-FD62-23A2-59AFA455F5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9525" y="588963"/>
          <a:ext cx="4921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456" imgH="152622" progId="Equation.DSMT4">
                  <p:embed/>
                </p:oleObj>
              </mc:Choice>
              <mc:Fallback>
                <p:oleObj name="Equation" r:id="rId2" imgW="114456" imgH="15262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588963"/>
                        <a:ext cx="4921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0" name="Object 3">
            <a:extLst>
              <a:ext uri="{FF2B5EF4-FFF2-40B4-BE49-F238E27FC236}">
                <a16:creationId xmlns:a16="http://schemas.microsoft.com/office/drawing/2014/main" id="{F7E12393-72A1-0370-5CE0-63BF26A83F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152400"/>
          <a:ext cx="4476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456" imgH="167585" progId="Equation.3">
                  <p:embed/>
                </p:oleObj>
              </mc:Choice>
              <mc:Fallback>
                <p:oleObj name="Equation" r:id="rId4" imgW="114456" imgH="16758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52400"/>
                        <a:ext cx="4476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1" name="Object 4">
            <a:extLst>
              <a:ext uri="{FF2B5EF4-FFF2-40B4-BE49-F238E27FC236}">
                <a16:creationId xmlns:a16="http://schemas.microsoft.com/office/drawing/2014/main" id="{5B922B5C-BDD8-C112-6698-AA183E65E0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609600"/>
          <a:ext cx="5222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456" imgH="129679" progId="Equation.3">
                  <p:embed/>
                </p:oleObj>
              </mc:Choice>
              <mc:Fallback>
                <p:oleObj name="Equation" r:id="rId6" imgW="114456" imgH="12967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609600"/>
                        <a:ext cx="52228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2" name="Object 5">
            <a:extLst>
              <a:ext uri="{FF2B5EF4-FFF2-40B4-BE49-F238E27FC236}">
                <a16:creationId xmlns:a16="http://schemas.microsoft.com/office/drawing/2014/main" id="{D88E4A98-48D9-B22D-58E1-CE2C77A89E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2163" y="609600"/>
          <a:ext cx="4778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29" imgH="129679" progId="Equation.3">
                  <p:embed/>
                </p:oleObj>
              </mc:Choice>
              <mc:Fallback>
                <p:oleObj name="Equation" r:id="rId8" imgW="99029" imgH="12967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3" y="609600"/>
                        <a:ext cx="47783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3" name="Object 6">
            <a:extLst>
              <a:ext uri="{FF2B5EF4-FFF2-40B4-BE49-F238E27FC236}">
                <a16:creationId xmlns:a16="http://schemas.microsoft.com/office/drawing/2014/main" id="{45572847-684B-DFC1-4208-214615D7FE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685800"/>
          <a:ext cx="45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456" imgH="99254" progId="Equation.3">
                  <p:embed/>
                </p:oleObj>
              </mc:Choice>
              <mc:Fallback>
                <p:oleObj name="Equation" r:id="rId10" imgW="114456" imgH="992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685800"/>
                        <a:ext cx="457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34" name="Rectangle 14">
            <a:extLst>
              <a:ext uri="{FF2B5EF4-FFF2-40B4-BE49-F238E27FC236}">
                <a16:creationId xmlns:a16="http://schemas.microsoft.com/office/drawing/2014/main" id="{35F85B3B-A0A1-EF65-D350-2EFE8374D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96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与磁场</a:t>
            </a:r>
          </a:p>
        </p:txBody>
      </p:sp>
      <p:sp>
        <p:nvSpPr>
          <p:cNvPr id="209935" name="Rectangle 15">
            <a:extLst>
              <a:ext uri="{FF2B5EF4-FFF2-40B4-BE49-F238E27FC236}">
                <a16:creationId xmlns:a16="http://schemas.microsoft.com/office/drawing/2014/main" id="{46729C01-F429-5A64-F4D7-F29BA5E53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66800"/>
            <a:ext cx="533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求圆盘在磁场中所受的磁力矩？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50F25C9A-50EE-0F78-9BC7-7DE14327E0E8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362200"/>
            <a:ext cx="2895600" cy="1143000"/>
            <a:chOff x="2352" y="1920"/>
            <a:chExt cx="1824" cy="720"/>
          </a:xfrm>
        </p:grpSpPr>
        <p:sp>
          <p:nvSpPr>
            <p:cNvPr id="23604" name="Oval 17">
              <a:extLst>
                <a:ext uri="{FF2B5EF4-FFF2-40B4-BE49-F238E27FC236}">
                  <a16:creationId xmlns:a16="http://schemas.microsoft.com/office/drawing/2014/main" id="{DE59935A-E485-4B40-3800-5F670141F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968"/>
              <a:ext cx="1824" cy="672"/>
            </a:xfrm>
            <a:prstGeom prst="ellipse">
              <a:avLst/>
            </a:prstGeom>
            <a:gradFill rotWithShape="0">
              <a:gsLst>
                <a:gs pos="0">
                  <a:srgbClr val="454545"/>
                </a:gs>
                <a:gs pos="100000">
                  <a:srgbClr val="969696"/>
                </a:gs>
              </a:gsLst>
              <a:lin ang="189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23605" name="Oval 18">
              <a:extLst>
                <a:ext uri="{FF2B5EF4-FFF2-40B4-BE49-F238E27FC236}">
                  <a16:creationId xmlns:a16="http://schemas.microsoft.com/office/drawing/2014/main" id="{843F7F0C-D134-46B4-A8A3-C12CB8524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920"/>
              <a:ext cx="1824" cy="672"/>
            </a:xfrm>
            <a:prstGeom prst="ellipse">
              <a:avLst/>
            </a:prstGeom>
            <a:gradFill rotWithShape="0">
              <a:gsLst>
                <a:gs pos="0">
                  <a:srgbClr val="454545"/>
                </a:gs>
                <a:gs pos="100000">
                  <a:srgbClr val="969696"/>
                </a:gs>
              </a:gsLst>
              <a:lin ang="18900000" scaled="1"/>
            </a:gradFill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</p:grpSp>
      <p:sp>
        <p:nvSpPr>
          <p:cNvPr id="209939" name="Line 19">
            <a:extLst>
              <a:ext uri="{FF2B5EF4-FFF2-40B4-BE49-F238E27FC236}">
                <a16:creationId xmlns:a16="http://schemas.microsoft.com/office/drawing/2014/main" id="{CE339D2F-73A5-5C58-4976-52BC356759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3505200"/>
            <a:ext cx="0" cy="685800"/>
          </a:xfrm>
          <a:prstGeom prst="line">
            <a:avLst/>
          </a:prstGeom>
          <a:noFill/>
          <a:ln w="1587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9940" name="Object 7">
            <a:extLst>
              <a:ext uri="{FF2B5EF4-FFF2-40B4-BE49-F238E27FC236}">
                <a16:creationId xmlns:a16="http://schemas.microsoft.com/office/drawing/2014/main" id="{B109C8D3-CD76-577F-EB0E-AA24646852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2743200"/>
          <a:ext cx="5222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456" imgH="129679" progId="Equation.3">
                  <p:embed/>
                </p:oleObj>
              </mc:Choice>
              <mc:Fallback>
                <p:oleObj name="Equation" r:id="rId6" imgW="114456" imgH="12967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743200"/>
                        <a:ext cx="52228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1" name="Object 8">
            <a:extLst>
              <a:ext uri="{FF2B5EF4-FFF2-40B4-BE49-F238E27FC236}">
                <a16:creationId xmlns:a16="http://schemas.microsoft.com/office/drawing/2014/main" id="{FC32AE15-FD1D-F5A3-A246-B03A490C06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8025" y="1539875"/>
          <a:ext cx="5207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4456" imgH="152622" progId="Equation.DSMT4">
                  <p:embed/>
                </p:oleObj>
              </mc:Choice>
              <mc:Fallback>
                <p:oleObj name="Equation" r:id="rId13" imgW="114456" imgH="15262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025" y="1539875"/>
                        <a:ext cx="5207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42" name="Object 9">
            <a:extLst>
              <a:ext uri="{FF2B5EF4-FFF2-40B4-BE49-F238E27FC236}">
                <a16:creationId xmlns:a16="http://schemas.microsoft.com/office/drawing/2014/main" id="{45936A8A-7F8A-9D3E-918E-3D2496CAA3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1447800"/>
          <a:ext cx="5222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4456" imgH="99254" progId="Equation.3">
                  <p:embed/>
                </p:oleObj>
              </mc:Choice>
              <mc:Fallback>
                <p:oleObj name="Equation" r:id="rId15" imgW="114456" imgH="99254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1447800"/>
                        <a:ext cx="5222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43" name="Text Box 23">
            <a:extLst>
              <a:ext uri="{FF2B5EF4-FFF2-40B4-BE49-F238E27FC236}">
                <a16:creationId xmlns:a16="http://schemas.microsoft.com/office/drawing/2014/main" id="{B4694827-979D-A828-30B7-7035A71C4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002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解： </a:t>
            </a:r>
          </a:p>
        </p:txBody>
      </p:sp>
      <p:sp>
        <p:nvSpPr>
          <p:cNvPr id="209944" name="Text Box 24">
            <a:extLst>
              <a:ext uri="{FF2B5EF4-FFF2-40B4-BE49-F238E27FC236}">
                <a16:creationId xmlns:a16="http://schemas.microsoft.com/office/drawing/2014/main" id="{28084F02-DE84-A574-FE1B-AFA7C47D0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002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• 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圆盘旋转</a:t>
            </a:r>
          </a:p>
        </p:txBody>
      </p:sp>
      <p:sp>
        <p:nvSpPr>
          <p:cNvPr id="209945" name="AutoShape 25">
            <a:extLst>
              <a:ext uri="{FF2B5EF4-FFF2-40B4-BE49-F238E27FC236}">
                <a16:creationId xmlns:a16="http://schemas.microsoft.com/office/drawing/2014/main" id="{9E5EA6E8-190A-5EA0-8711-15413E843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6764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/>
          </a:p>
        </p:txBody>
      </p:sp>
      <p:sp>
        <p:nvSpPr>
          <p:cNvPr id="209946" name="Text Box 26">
            <a:extLst>
              <a:ext uri="{FF2B5EF4-FFF2-40B4-BE49-F238E27FC236}">
                <a16:creationId xmlns:a16="http://schemas.microsoft.com/office/drawing/2014/main" id="{673A32F3-04EE-2618-395F-9D9797DBE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133600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• 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取一带电圆环</a:t>
            </a:r>
          </a:p>
        </p:txBody>
      </p:sp>
      <p:sp>
        <p:nvSpPr>
          <p:cNvPr id="209947" name="Text Box 27">
            <a:extLst>
              <a:ext uri="{FF2B5EF4-FFF2-40B4-BE49-F238E27FC236}">
                <a16:creationId xmlns:a16="http://schemas.microsoft.com/office/drawing/2014/main" id="{AD505E68-F2B0-AEC4-D507-03D48540B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6002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形成电流</a:t>
            </a:r>
          </a:p>
        </p:txBody>
      </p:sp>
      <p:sp>
        <p:nvSpPr>
          <p:cNvPr id="209948" name="AutoShape 28">
            <a:extLst>
              <a:ext uri="{FF2B5EF4-FFF2-40B4-BE49-F238E27FC236}">
                <a16:creationId xmlns:a16="http://schemas.microsoft.com/office/drawing/2014/main" id="{20189AF8-857A-2AE5-E8E9-9CE2E52EC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667000"/>
            <a:ext cx="1524000" cy="457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520" y="10800"/>
                </a:moveTo>
                <a:cubicBezTo>
                  <a:pt x="2520" y="15373"/>
                  <a:pt x="6227" y="19080"/>
                  <a:pt x="10800" y="19080"/>
                </a:cubicBezTo>
                <a:cubicBezTo>
                  <a:pt x="15373" y="19080"/>
                  <a:pt x="19080" y="15373"/>
                  <a:pt x="19080" y="10800"/>
                </a:cubicBezTo>
                <a:cubicBezTo>
                  <a:pt x="19080" y="6227"/>
                  <a:pt x="15373" y="2520"/>
                  <a:pt x="10800" y="2520"/>
                </a:cubicBezTo>
                <a:cubicBezTo>
                  <a:pt x="6227" y="2520"/>
                  <a:pt x="2520" y="6227"/>
                  <a:pt x="2520" y="10800"/>
                </a:cubicBezTo>
                <a:close/>
              </a:path>
            </a:pathLst>
          </a:cu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49" name="Line 29">
            <a:extLst>
              <a:ext uri="{FF2B5EF4-FFF2-40B4-BE49-F238E27FC236}">
                <a16:creationId xmlns:a16="http://schemas.microsoft.com/office/drawing/2014/main" id="{443EAA1B-6EB4-D5AE-A984-2CE8E781F5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1752600"/>
            <a:ext cx="12192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9950" name="Line 30">
            <a:extLst>
              <a:ext uri="{FF2B5EF4-FFF2-40B4-BE49-F238E27FC236}">
                <a16:creationId xmlns:a16="http://schemas.microsoft.com/office/drawing/2014/main" id="{6B074CDE-2139-3E5B-833E-C85CAFA733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2895600"/>
            <a:ext cx="990600" cy="3810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9951" name="Line 31">
            <a:extLst>
              <a:ext uri="{FF2B5EF4-FFF2-40B4-BE49-F238E27FC236}">
                <a16:creationId xmlns:a16="http://schemas.microsoft.com/office/drawing/2014/main" id="{D1713390-BF45-F19C-718B-C20F1554A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895600"/>
            <a:ext cx="1447800" cy="0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9952" name="Object 10">
            <a:extLst>
              <a:ext uri="{FF2B5EF4-FFF2-40B4-BE49-F238E27FC236}">
                <a16:creationId xmlns:a16="http://schemas.microsoft.com/office/drawing/2014/main" id="{2CF51172-CC2F-92DA-753A-C3FAC1F5DC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0" y="2362200"/>
          <a:ext cx="4778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9029" imgH="129679" progId="Equation.3">
                  <p:embed/>
                </p:oleObj>
              </mc:Choice>
              <mc:Fallback>
                <p:oleObj name="Equation" r:id="rId17" imgW="99029" imgH="12967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2362200"/>
                        <a:ext cx="4778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53" name="Line 33">
            <a:extLst>
              <a:ext uri="{FF2B5EF4-FFF2-40B4-BE49-F238E27FC236}">
                <a16:creationId xmlns:a16="http://schemas.microsoft.com/office/drawing/2014/main" id="{42F77064-CDBA-AEC3-0A46-8B79DE463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1524000"/>
            <a:ext cx="0" cy="1371600"/>
          </a:xfrm>
          <a:prstGeom prst="line">
            <a:avLst/>
          </a:prstGeom>
          <a:noFill/>
          <a:ln w="15875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9954" name="AutoShape 34">
            <a:extLst>
              <a:ext uri="{FF2B5EF4-FFF2-40B4-BE49-F238E27FC236}">
                <a16:creationId xmlns:a16="http://schemas.microsoft.com/office/drawing/2014/main" id="{3C193F57-67DA-2F93-1D28-83D040A58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295400"/>
            <a:ext cx="533400" cy="685800"/>
          </a:xfrm>
          <a:prstGeom prst="curvedRightArrow">
            <a:avLst>
              <a:gd name="adj1" fmla="val 25714"/>
              <a:gd name="adj2" fmla="val 51429"/>
              <a:gd name="adj3" fmla="val 33333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/>
          </a:p>
        </p:txBody>
      </p:sp>
      <p:graphicFrame>
        <p:nvGraphicFramePr>
          <p:cNvPr id="209955" name="Object 11">
            <a:extLst>
              <a:ext uri="{FF2B5EF4-FFF2-40B4-BE49-F238E27FC236}">
                <a16:creationId xmlns:a16="http://schemas.microsoft.com/office/drawing/2014/main" id="{67FA42C3-7450-0E1F-5C36-7EC813B68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2133600"/>
          <a:ext cx="21336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77302" imgH="167585" progId="Equation.3">
                  <p:embed/>
                </p:oleObj>
              </mc:Choice>
              <mc:Fallback>
                <p:oleObj name="Equation" r:id="rId19" imgW="777302" imgH="16758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133600"/>
                        <a:ext cx="21336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56" name="Object 12">
            <a:extLst>
              <a:ext uri="{FF2B5EF4-FFF2-40B4-BE49-F238E27FC236}">
                <a16:creationId xmlns:a16="http://schemas.microsoft.com/office/drawing/2014/main" id="{0256200A-51B6-7E97-FD0C-16F81A1A92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048000"/>
          <a:ext cx="22860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00193" imgH="358112" progId="Equation.3">
                  <p:embed/>
                </p:oleObj>
              </mc:Choice>
              <mc:Fallback>
                <p:oleObj name="Equation" r:id="rId21" imgW="800193" imgH="35811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0"/>
                        <a:ext cx="22860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57" name="Rectangle 37">
            <a:extLst>
              <a:ext uri="{FF2B5EF4-FFF2-40B4-BE49-F238E27FC236}">
                <a16:creationId xmlns:a16="http://schemas.microsoft.com/office/drawing/2014/main" id="{4D527441-35F0-1966-7046-4F00FCD6D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908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圆电流有</a:t>
            </a:r>
          </a:p>
        </p:txBody>
      </p:sp>
      <p:graphicFrame>
        <p:nvGraphicFramePr>
          <p:cNvPr id="209958" name="Object 13">
            <a:extLst>
              <a:ext uri="{FF2B5EF4-FFF2-40B4-BE49-F238E27FC236}">
                <a16:creationId xmlns:a16="http://schemas.microsoft.com/office/drawing/2014/main" id="{51F8FB4B-54B9-96CD-A588-CA3C0B3EBF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3048000"/>
          <a:ext cx="205740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38984" imgH="358112" progId="Equation.3">
                  <p:embed/>
                </p:oleObj>
              </mc:Choice>
              <mc:Fallback>
                <p:oleObj name="Equation" r:id="rId23" imgW="738984" imgH="35811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048000"/>
                        <a:ext cx="2057400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59" name="Object 14">
            <a:extLst>
              <a:ext uri="{FF2B5EF4-FFF2-40B4-BE49-F238E27FC236}">
                <a16:creationId xmlns:a16="http://schemas.microsoft.com/office/drawing/2014/main" id="{41E21F47-7952-9516-44A7-5AE911FF9E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8525" y="4357688"/>
          <a:ext cx="20637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08629" imgH="205989" progId="Equation.DSMT4">
                  <p:embed/>
                </p:oleObj>
              </mc:Choice>
              <mc:Fallback>
                <p:oleObj name="Equation" r:id="rId25" imgW="708629" imgH="20598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8525" y="4357688"/>
                        <a:ext cx="2063750" cy="58737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60" name="AutoShape 40">
            <a:extLst>
              <a:ext uri="{FF2B5EF4-FFF2-40B4-BE49-F238E27FC236}">
                <a16:creationId xmlns:a16="http://schemas.microsoft.com/office/drawing/2014/main" id="{09D7929B-19BC-4B4A-A01F-BC3596AA7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429000"/>
            <a:ext cx="838200" cy="609600"/>
          </a:xfrm>
          <a:prstGeom prst="wedgeRectCallout">
            <a:avLst>
              <a:gd name="adj1" fmla="val -118370"/>
              <a:gd name="adj2" fmla="val -11484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3200" i="1">
                <a:ea typeface="楷体_GB2312" pitchFamily="49" charset="-122"/>
              </a:rPr>
              <a:t>dI</a:t>
            </a:r>
          </a:p>
        </p:txBody>
      </p:sp>
      <p:sp>
        <p:nvSpPr>
          <p:cNvPr id="209961" name="AutoShape 41">
            <a:extLst>
              <a:ext uri="{FF2B5EF4-FFF2-40B4-BE49-F238E27FC236}">
                <a16:creationId xmlns:a16="http://schemas.microsoft.com/office/drawing/2014/main" id="{85AB0244-9DD0-23F8-99A2-BE004129B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295400"/>
            <a:ext cx="990600" cy="609600"/>
          </a:xfrm>
          <a:prstGeom prst="wedgeRectCallout">
            <a:avLst>
              <a:gd name="adj1" fmla="val 104486"/>
              <a:gd name="adj2" fmla="val 20911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i="1">
                <a:ea typeface="楷体_GB2312" pitchFamily="49" charset="-122"/>
              </a:rPr>
              <a:t>S’</a:t>
            </a:r>
          </a:p>
        </p:txBody>
      </p:sp>
      <p:graphicFrame>
        <p:nvGraphicFramePr>
          <p:cNvPr id="209962" name="Object 15">
            <a:extLst>
              <a:ext uri="{FF2B5EF4-FFF2-40B4-BE49-F238E27FC236}">
                <a16:creationId xmlns:a16="http://schemas.microsoft.com/office/drawing/2014/main" id="{36D36320-4ED3-5D44-4401-365AAB9D1C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114800"/>
          <a:ext cx="205105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32491" imgH="190528" progId="Equation.3">
                  <p:embed/>
                </p:oleObj>
              </mc:Choice>
              <mc:Fallback>
                <p:oleObj name="Equation" r:id="rId27" imgW="632491" imgH="190528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14800"/>
                        <a:ext cx="205105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63" name="Object 16">
            <a:extLst>
              <a:ext uri="{FF2B5EF4-FFF2-40B4-BE49-F238E27FC236}">
                <a16:creationId xmlns:a16="http://schemas.microsoft.com/office/drawing/2014/main" id="{DE68078B-9A20-BB8F-3303-390757F488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4114800"/>
          <a:ext cx="1905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662847" imgH="167585" progId="Equation.3">
                  <p:embed/>
                </p:oleObj>
              </mc:Choice>
              <mc:Fallback>
                <p:oleObj name="Equation" r:id="rId29" imgW="662847" imgH="16758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114800"/>
                        <a:ext cx="19050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64" name="Object 17">
            <a:extLst>
              <a:ext uri="{FF2B5EF4-FFF2-40B4-BE49-F238E27FC236}">
                <a16:creationId xmlns:a16="http://schemas.microsoft.com/office/drawing/2014/main" id="{716B9812-C009-358D-75CC-243922671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724400"/>
          <a:ext cx="441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508822" imgH="289782" progId="Equation.3">
                  <p:embed/>
                </p:oleObj>
              </mc:Choice>
              <mc:Fallback>
                <p:oleObj name="Equation" r:id="rId31" imgW="1508822" imgH="28978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724400"/>
                        <a:ext cx="4419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65" name="Object 18">
            <a:extLst>
              <a:ext uri="{FF2B5EF4-FFF2-40B4-BE49-F238E27FC236}">
                <a16:creationId xmlns:a16="http://schemas.microsoft.com/office/drawing/2014/main" id="{182AFECB-2545-E81C-A7B1-DCD5D641FB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5562600"/>
          <a:ext cx="21685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670809" imgH="358112" progId="Equation.3">
                  <p:embed/>
                </p:oleObj>
              </mc:Choice>
              <mc:Fallback>
                <p:oleObj name="Equation" r:id="rId33" imgW="670809" imgH="358112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562600"/>
                        <a:ext cx="216852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66" name="AutoShape 46">
            <a:extLst>
              <a:ext uri="{FF2B5EF4-FFF2-40B4-BE49-F238E27FC236}">
                <a16:creationId xmlns:a16="http://schemas.microsoft.com/office/drawing/2014/main" id="{9D0CE653-05CA-6569-0436-4EC3837A0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19100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/>
          </a:p>
        </p:txBody>
      </p:sp>
      <p:sp>
        <p:nvSpPr>
          <p:cNvPr id="209967" name="AutoShape 47">
            <a:extLst>
              <a:ext uri="{FF2B5EF4-FFF2-40B4-BE49-F238E27FC236}">
                <a16:creationId xmlns:a16="http://schemas.microsoft.com/office/drawing/2014/main" id="{44512774-E610-2106-473E-6F4A13E10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133600"/>
            <a:ext cx="152400" cy="762000"/>
          </a:xfrm>
          <a:prstGeom prst="upArrow">
            <a:avLst>
              <a:gd name="adj1" fmla="val 50000"/>
              <a:gd name="adj2" fmla="val 1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/>
          </a:p>
        </p:txBody>
      </p:sp>
      <p:graphicFrame>
        <p:nvGraphicFramePr>
          <p:cNvPr id="209968" name="Object 19">
            <a:extLst>
              <a:ext uri="{FF2B5EF4-FFF2-40B4-BE49-F238E27FC236}">
                <a16:creationId xmlns:a16="http://schemas.microsoft.com/office/drawing/2014/main" id="{CB0E178A-5FA8-2576-2605-E0493F2D76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1752600"/>
          <a:ext cx="73818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75167" imgH="190528" progId="Equation.DSMT4">
                  <p:embed/>
                </p:oleObj>
              </mc:Choice>
              <mc:Fallback>
                <p:oleObj name="Equation" r:id="rId35" imgW="175167" imgH="190528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752600"/>
                        <a:ext cx="738188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69" name="AutoShape 49">
            <a:extLst>
              <a:ext uri="{FF2B5EF4-FFF2-40B4-BE49-F238E27FC236}">
                <a16:creationId xmlns:a16="http://schemas.microsoft.com/office/drawing/2014/main" id="{630DD1B4-91C9-E2FF-4EDB-5CF963CEB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029200"/>
            <a:ext cx="838200" cy="5334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/>
          </a:p>
        </p:txBody>
      </p:sp>
      <p:graphicFrame>
        <p:nvGraphicFramePr>
          <p:cNvPr id="209970" name="Object 20">
            <a:extLst>
              <a:ext uri="{FF2B5EF4-FFF2-40B4-BE49-F238E27FC236}">
                <a16:creationId xmlns:a16="http://schemas.microsoft.com/office/drawing/2014/main" id="{13E28B06-9640-4E78-8382-5C3F803A52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5562600"/>
          <a:ext cx="31242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280409" imgH="396018" progId="Equation.3">
                  <p:embed/>
                </p:oleObj>
              </mc:Choice>
              <mc:Fallback>
                <p:oleObj name="Equation" r:id="rId37" imgW="1280409" imgH="39601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562600"/>
                        <a:ext cx="312420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71" name="AutoShape 51">
            <a:extLst>
              <a:ext uri="{FF2B5EF4-FFF2-40B4-BE49-F238E27FC236}">
                <a16:creationId xmlns:a16="http://schemas.microsoft.com/office/drawing/2014/main" id="{1416683F-B6D2-2E5E-DA53-0625AA02E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791200"/>
            <a:ext cx="533400" cy="533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/>
          </a:p>
        </p:txBody>
      </p:sp>
      <p:graphicFrame>
        <p:nvGraphicFramePr>
          <p:cNvPr id="209972" name="Object 21">
            <a:extLst>
              <a:ext uri="{FF2B5EF4-FFF2-40B4-BE49-F238E27FC236}">
                <a16:creationId xmlns:a16="http://schemas.microsoft.com/office/drawing/2014/main" id="{0B9AC13D-9302-3CF6-C0F9-BEADC13AF1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5562600"/>
          <a:ext cx="19367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594173" imgH="358112" progId="Equation.3">
                  <p:embed/>
                </p:oleObj>
              </mc:Choice>
              <mc:Fallback>
                <p:oleObj name="Equation" r:id="rId39" imgW="594173" imgH="358112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562600"/>
                        <a:ext cx="19367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73" name="Object 22">
            <a:extLst>
              <a:ext uri="{FF2B5EF4-FFF2-40B4-BE49-F238E27FC236}">
                <a16:creationId xmlns:a16="http://schemas.microsoft.com/office/drawing/2014/main" id="{C5AD1BEB-53E4-EFA7-3EF6-D0DF01096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58200" y="2590800"/>
          <a:ext cx="5222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14456" imgH="167585" progId="Equation.3">
                  <p:embed/>
                </p:oleObj>
              </mc:Choice>
              <mc:Fallback>
                <p:oleObj name="Equation" r:id="rId41" imgW="114456" imgH="16758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2590800"/>
                        <a:ext cx="5222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300"/>
                                        <p:tgtEl>
                                          <p:spTgt spid="20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300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300"/>
                                        <p:tgtEl>
                                          <p:spTgt spid="209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300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900"/>
                            </p:stCondLst>
                            <p:childTnLst>
                              <p:par>
                                <p:cTn id="3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3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8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20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00" fill="hold"/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300" fill="hold"/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300" fill="hold"/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300" fill="hold"/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300"/>
                                        <p:tgtEl>
                                          <p:spTgt spid="209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6" dur="500"/>
                                        <p:tgtEl>
                                          <p:spTgt spid="20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0" dur="500"/>
                                        <p:tgtEl>
                                          <p:spTgt spid="20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0" fill="hold"/>
                                        <p:tgtEl>
                                          <p:spTgt spid="209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0" fill="hold"/>
                                        <p:tgtEl>
                                          <p:spTgt spid="209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09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09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4" dur="500"/>
                                        <p:tgtEl>
                                          <p:spTgt spid="20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0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0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300"/>
                                        <p:tgtEl>
                                          <p:spTgt spid="20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0" dur="300"/>
                                        <p:tgtEl>
                                          <p:spTgt spid="20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09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09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300" fill="hold"/>
                                        <p:tgtEl>
                                          <p:spTgt spid="209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300" fill="hold"/>
                                        <p:tgtEl>
                                          <p:spTgt spid="209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20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8" dur="500"/>
                                        <p:tgtEl>
                                          <p:spTgt spid="20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3" dur="500"/>
                                        <p:tgtEl>
                                          <p:spTgt spid="20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8" dur="500"/>
                                        <p:tgtEl>
                                          <p:spTgt spid="20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09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09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0" fill="hold"/>
                                        <p:tgtEl>
                                          <p:spTgt spid="209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0" fill="hold"/>
                                        <p:tgtEl>
                                          <p:spTgt spid="209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5" dur="500"/>
                                        <p:tgtEl>
                                          <p:spTgt spid="20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0" dur="500"/>
                                        <p:tgtEl>
                                          <p:spTgt spid="20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5" dur="500"/>
                                        <p:tgtEl>
                                          <p:spTgt spid="209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0" dur="500"/>
                                        <p:tgtEl>
                                          <p:spTgt spid="20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5" dur="500"/>
                                        <p:tgtEl>
                                          <p:spTgt spid="20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4" dur="500"/>
                                        <p:tgtEl>
                                          <p:spTgt spid="20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9" dur="500"/>
                                        <p:tgtEl>
                                          <p:spTgt spid="20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209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209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 autoUpdateAnimBg="0"/>
      <p:bldP spid="209923" grpId="0" autoUpdateAnimBg="0"/>
      <p:bldP spid="209924" grpId="0" autoUpdateAnimBg="0"/>
      <p:bldP spid="209925" grpId="0" autoUpdateAnimBg="0"/>
      <p:bldP spid="209926" grpId="0" autoUpdateAnimBg="0"/>
      <p:bldP spid="209927" grpId="0" autoUpdateAnimBg="0"/>
      <p:bldP spid="209928" grpId="0" autoUpdateAnimBg="0"/>
      <p:bldP spid="209934" grpId="0" autoUpdateAnimBg="0"/>
      <p:bldP spid="209935" grpId="0" autoUpdateAnimBg="0"/>
      <p:bldP spid="209943" grpId="0" autoUpdateAnimBg="0"/>
      <p:bldP spid="209944" grpId="0" autoUpdateAnimBg="0"/>
      <p:bldP spid="209945" grpId="0" animBg="1"/>
      <p:bldP spid="209946" grpId="0" autoUpdateAnimBg="0"/>
      <p:bldP spid="209947" grpId="0" autoUpdateAnimBg="0"/>
      <p:bldP spid="209954" grpId="0" animBg="1"/>
      <p:bldP spid="209957" grpId="0" autoUpdateAnimBg="0"/>
      <p:bldP spid="209960" grpId="0" animBg="1" autoUpdateAnimBg="0"/>
      <p:bldP spid="209961" grpId="0" animBg="1" autoUpdateAnimBg="0"/>
      <p:bldP spid="209966" grpId="0" animBg="1"/>
      <p:bldP spid="209967" grpId="0" animBg="1"/>
      <p:bldP spid="209969" grpId="0" animBg="1"/>
      <p:bldP spid="20997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Text Box 2">
            <a:extLst>
              <a:ext uri="{FF2B5EF4-FFF2-40B4-BE49-F238E27FC236}">
                <a16:creationId xmlns:a16="http://schemas.microsoft.com/office/drawing/2014/main" id="{26C877D2-602D-F749-48C7-409BC6007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三   磁力的功</a:t>
            </a:r>
          </a:p>
        </p:txBody>
      </p:sp>
      <p:sp>
        <p:nvSpPr>
          <p:cNvPr id="208899" name="Text Box 3">
            <a:extLst>
              <a:ext uri="{FF2B5EF4-FFF2-40B4-BE49-F238E27FC236}">
                <a16:creationId xmlns:a16="http://schemas.microsoft.com/office/drawing/2014/main" id="{96998FF8-451D-1441-4060-EBD60F291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82638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  <a:ea typeface="楷体_GB2312" pitchFamily="49" charset="-122"/>
              </a:rPr>
              <a:t>1  </a:t>
            </a:r>
            <a:r>
              <a:rPr lang="zh-CN" altLang="en-US">
                <a:solidFill>
                  <a:srgbClr val="00FFFF"/>
                </a:solidFill>
                <a:ea typeface="楷体_GB2312" pitchFamily="49" charset="-122"/>
              </a:rPr>
              <a:t>安培力对运动载流导线的功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1DD5C32-8411-B97A-76B8-022F3A0B451B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49250"/>
            <a:ext cx="3581400" cy="1905000"/>
            <a:chOff x="1536" y="1296"/>
            <a:chExt cx="1907" cy="1200"/>
          </a:xfrm>
        </p:grpSpPr>
        <p:grpSp>
          <p:nvGrpSpPr>
            <p:cNvPr id="24638" name="Group 5">
              <a:extLst>
                <a:ext uri="{FF2B5EF4-FFF2-40B4-BE49-F238E27FC236}">
                  <a16:creationId xmlns:a16="http://schemas.microsoft.com/office/drawing/2014/main" id="{7AFC9CDE-367F-0A70-F3E6-A47BEFB98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296"/>
              <a:ext cx="1488" cy="1152"/>
              <a:chOff x="4128" y="1872"/>
              <a:chExt cx="1200" cy="1056"/>
            </a:xfrm>
          </p:grpSpPr>
          <p:grpSp>
            <p:nvGrpSpPr>
              <p:cNvPr id="24648" name="Group 6">
                <a:extLst>
                  <a:ext uri="{FF2B5EF4-FFF2-40B4-BE49-F238E27FC236}">
                    <a16:creationId xmlns:a16="http://schemas.microsoft.com/office/drawing/2014/main" id="{20BF0383-9C0F-0233-68AD-FD66451FB0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1872"/>
                <a:ext cx="144" cy="192"/>
                <a:chOff x="2112" y="3120"/>
                <a:chExt cx="144" cy="192"/>
              </a:xfrm>
            </p:grpSpPr>
            <p:sp>
              <p:nvSpPr>
                <p:cNvPr id="24682" name="Line 7">
                  <a:extLst>
                    <a:ext uri="{FF2B5EF4-FFF2-40B4-BE49-F238E27FC236}">
                      <a16:creationId xmlns:a16="http://schemas.microsoft.com/office/drawing/2014/main" id="{D8BE522A-8F83-9FDA-E850-CB32321F0E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83" name="Line 8">
                  <a:extLst>
                    <a:ext uri="{FF2B5EF4-FFF2-40B4-BE49-F238E27FC236}">
                      <a16:creationId xmlns:a16="http://schemas.microsoft.com/office/drawing/2014/main" id="{E30F5696-48E3-1326-4BE0-2BFEA2F63B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49" name="Group 9">
                <a:extLst>
                  <a:ext uri="{FF2B5EF4-FFF2-40B4-BE49-F238E27FC236}">
                    <a16:creationId xmlns:a16="http://schemas.microsoft.com/office/drawing/2014/main" id="{6FA21ADD-F0F1-1950-DA77-3B0FA2ED7C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2736"/>
                <a:ext cx="144" cy="192"/>
                <a:chOff x="2112" y="3120"/>
                <a:chExt cx="144" cy="192"/>
              </a:xfrm>
            </p:grpSpPr>
            <p:sp>
              <p:nvSpPr>
                <p:cNvPr id="24680" name="Line 10">
                  <a:extLst>
                    <a:ext uri="{FF2B5EF4-FFF2-40B4-BE49-F238E27FC236}">
                      <a16:creationId xmlns:a16="http://schemas.microsoft.com/office/drawing/2014/main" id="{22453FA6-07E6-89EE-E730-84A850EEA3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81" name="Line 11">
                  <a:extLst>
                    <a:ext uri="{FF2B5EF4-FFF2-40B4-BE49-F238E27FC236}">
                      <a16:creationId xmlns:a16="http://schemas.microsoft.com/office/drawing/2014/main" id="{B8ADC7E5-8FB2-E634-180A-AEC6C33B42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50" name="Group 12">
                <a:extLst>
                  <a:ext uri="{FF2B5EF4-FFF2-40B4-BE49-F238E27FC236}">
                    <a16:creationId xmlns:a16="http://schemas.microsoft.com/office/drawing/2014/main" id="{9CC52B6E-2955-CF65-4B2D-E9D8C2AE9C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2304"/>
                <a:ext cx="144" cy="192"/>
                <a:chOff x="2112" y="3120"/>
                <a:chExt cx="144" cy="192"/>
              </a:xfrm>
            </p:grpSpPr>
            <p:sp>
              <p:nvSpPr>
                <p:cNvPr id="24678" name="Line 13">
                  <a:extLst>
                    <a:ext uri="{FF2B5EF4-FFF2-40B4-BE49-F238E27FC236}">
                      <a16:creationId xmlns:a16="http://schemas.microsoft.com/office/drawing/2014/main" id="{FE697297-E4AB-698E-1417-40F0335FF0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79" name="Line 14">
                  <a:extLst>
                    <a:ext uri="{FF2B5EF4-FFF2-40B4-BE49-F238E27FC236}">
                      <a16:creationId xmlns:a16="http://schemas.microsoft.com/office/drawing/2014/main" id="{C4987970-B587-17A4-68B0-6A6E044667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51" name="Group 15">
                <a:extLst>
                  <a:ext uri="{FF2B5EF4-FFF2-40B4-BE49-F238E27FC236}">
                    <a16:creationId xmlns:a16="http://schemas.microsoft.com/office/drawing/2014/main" id="{C178595C-A83D-01C3-A981-6A19AF1578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2304"/>
                <a:ext cx="144" cy="192"/>
                <a:chOff x="2112" y="3120"/>
                <a:chExt cx="144" cy="192"/>
              </a:xfrm>
            </p:grpSpPr>
            <p:sp>
              <p:nvSpPr>
                <p:cNvPr id="24676" name="Line 16">
                  <a:extLst>
                    <a:ext uri="{FF2B5EF4-FFF2-40B4-BE49-F238E27FC236}">
                      <a16:creationId xmlns:a16="http://schemas.microsoft.com/office/drawing/2014/main" id="{09513D25-EF58-0500-469C-37E55ACB8D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77" name="Line 17">
                  <a:extLst>
                    <a:ext uri="{FF2B5EF4-FFF2-40B4-BE49-F238E27FC236}">
                      <a16:creationId xmlns:a16="http://schemas.microsoft.com/office/drawing/2014/main" id="{67915F55-46BC-DF24-2904-33A14C782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52" name="Group 18">
                <a:extLst>
                  <a:ext uri="{FF2B5EF4-FFF2-40B4-BE49-F238E27FC236}">
                    <a16:creationId xmlns:a16="http://schemas.microsoft.com/office/drawing/2014/main" id="{D501D87C-0F99-BB7B-9CD3-24C29C7F38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2736"/>
                <a:ext cx="144" cy="192"/>
                <a:chOff x="2112" y="3120"/>
                <a:chExt cx="144" cy="192"/>
              </a:xfrm>
            </p:grpSpPr>
            <p:sp>
              <p:nvSpPr>
                <p:cNvPr id="24674" name="Line 19">
                  <a:extLst>
                    <a:ext uri="{FF2B5EF4-FFF2-40B4-BE49-F238E27FC236}">
                      <a16:creationId xmlns:a16="http://schemas.microsoft.com/office/drawing/2014/main" id="{9B34A845-4ADA-18F4-61EB-140FB0609B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75" name="Line 20">
                  <a:extLst>
                    <a:ext uri="{FF2B5EF4-FFF2-40B4-BE49-F238E27FC236}">
                      <a16:creationId xmlns:a16="http://schemas.microsoft.com/office/drawing/2014/main" id="{251BD54B-BE05-D849-C334-DE0EBE82D2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53" name="Group 21">
                <a:extLst>
                  <a:ext uri="{FF2B5EF4-FFF2-40B4-BE49-F238E27FC236}">
                    <a16:creationId xmlns:a16="http://schemas.microsoft.com/office/drawing/2014/main" id="{52B4D3BE-1684-85DE-89C3-6E4CF16690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4" y="2304"/>
                <a:ext cx="144" cy="192"/>
                <a:chOff x="2112" y="3120"/>
                <a:chExt cx="144" cy="192"/>
              </a:xfrm>
            </p:grpSpPr>
            <p:sp>
              <p:nvSpPr>
                <p:cNvPr id="24672" name="Line 22">
                  <a:extLst>
                    <a:ext uri="{FF2B5EF4-FFF2-40B4-BE49-F238E27FC236}">
                      <a16:creationId xmlns:a16="http://schemas.microsoft.com/office/drawing/2014/main" id="{BB718A3E-8D0C-E85F-E457-FE47B064ED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73" name="Line 23">
                  <a:extLst>
                    <a:ext uri="{FF2B5EF4-FFF2-40B4-BE49-F238E27FC236}">
                      <a16:creationId xmlns:a16="http://schemas.microsoft.com/office/drawing/2014/main" id="{3FF26EFD-C125-2FA4-3E91-B35A3A4ABC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54" name="Group 24">
                <a:extLst>
                  <a:ext uri="{FF2B5EF4-FFF2-40B4-BE49-F238E27FC236}">
                    <a16:creationId xmlns:a16="http://schemas.microsoft.com/office/drawing/2014/main" id="{631CCD40-D86F-35F4-971A-9B3BC56FE1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4" y="1872"/>
                <a:ext cx="144" cy="192"/>
                <a:chOff x="2112" y="3120"/>
                <a:chExt cx="144" cy="192"/>
              </a:xfrm>
            </p:grpSpPr>
            <p:sp>
              <p:nvSpPr>
                <p:cNvPr id="24670" name="Line 25">
                  <a:extLst>
                    <a:ext uri="{FF2B5EF4-FFF2-40B4-BE49-F238E27FC236}">
                      <a16:creationId xmlns:a16="http://schemas.microsoft.com/office/drawing/2014/main" id="{7627A640-24B1-168C-A612-AB5106C077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71" name="Line 26">
                  <a:extLst>
                    <a:ext uri="{FF2B5EF4-FFF2-40B4-BE49-F238E27FC236}">
                      <a16:creationId xmlns:a16="http://schemas.microsoft.com/office/drawing/2014/main" id="{C736BC4C-35C0-9642-DBD3-1ED1FEE469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55" name="Group 27">
                <a:extLst>
                  <a:ext uri="{FF2B5EF4-FFF2-40B4-BE49-F238E27FC236}">
                    <a16:creationId xmlns:a16="http://schemas.microsoft.com/office/drawing/2014/main" id="{61B6E3E0-E667-DA65-696D-81CDB5E789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8" y="1872"/>
                <a:ext cx="144" cy="192"/>
                <a:chOff x="2112" y="3120"/>
                <a:chExt cx="144" cy="192"/>
              </a:xfrm>
            </p:grpSpPr>
            <p:sp>
              <p:nvSpPr>
                <p:cNvPr id="24668" name="Line 28">
                  <a:extLst>
                    <a:ext uri="{FF2B5EF4-FFF2-40B4-BE49-F238E27FC236}">
                      <a16:creationId xmlns:a16="http://schemas.microsoft.com/office/drawing/2014/main" id="{DD4E4917-48F6-4DAF-2CB2-FB2F497BF9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9" name="Line 29">
                  <a:extLst>
                    <a:ext uri="{FF2B5EF4-FFF2-40B4-BE49-F238E27FC236}">
                      <a16:creationId xmlns:a16="http://schemas.microsoft.com/office/drawing/2014/main" id="{98B3FC04-D783-F6C0-159D-E7ACFE9AEF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56" name="Group 30">
                <a:extLst>
                  <a:ext uri="{FF2B5EF4-FFF2-40B4-BE49-F238E27FC236}">
                    <a16:creationId xmlns:a16="http://schemas.microsoft.com/office/drawing/2014/main" id="{1D3CA733-26FD-C3E1-B9B4-439B768E02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12" y="1872"/>
                <a:ext cx="144" cy="192"/>
                <a:chOff x="2112" y="3120"/>
                <a:chExt cx="144" cy="192"/>
              </a:xfrm>
            </p:grpSpPr>
            <p:sp>
              <p:nvSpPr>
                <p:cNvPr id="24666" name="Line 31">
                  <a:extLst>
                    <a:ext uri="{FF2B5EF4-FFF2-40B4-BE49-F238E27FC236}">
                      <a16:creationId xmlns:a16="http://schemas.microsoft.com/office/drawing/2014/main" id="{8F856590-FFC3-988C-3891-1F5844BC91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7" name="Line 32">
                  <a:extLst>
                    <a:ext uri="{FF2B5EF4-FFF2-40B4-BE49-F238E27FC236}">
                      <a16:creationId xmlns:a16="http://schemas.microsoft.com/office/drawing/2014/main" id="{D2460151-500C-8416-AD7D-1D141AC044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57" name="Group 33">
                <a:extLst>
                  <a:ext uri="{FF2B5EF4-FFF2-40B4-BE49-F238E27FC236}">
                    <a16:creationId xmlns:a16="http://schemas.microsoft.com/office/drawing/2014/main" id="{43A16F8E-5A7C-E819-BF5C-66F004C5C1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8" y="2304"/>
                <a:ext cx="144" cy="192"/>
                <a:chOff x="2112" y="3120"/>
                <a:chExt cx="144" cy="192"/>
              </a:xfrm>
            </p:grpSpPr>
            <p:sp>
              <p:nvSpPr>
                <p:cNvPr id="24664" name="Line 34">
                  <a:extLst>
                    <a:ext uri="{FF2B5EF4-FFF2-40B4-BE49-F238E27FC236}">
                      <a16:creationId xmlns:a16="http://schemas.microsoft.com/office/drawing/2014/main" id="{6F7A354F-B713-51E2-FB90-97DBE85510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5" name="Line 35">
                  <a:extLst>
                    <a:ext uri="{FF2B5EF4-FFF2-40B4-BE49-F238E27FC236}">
                      <a16:creationId xmlns:a16="http://schemas.microsoft.com/office/drawing/2014/main" id="{E0D91FC0-1BEE-A457-364B-5EB778AA89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58" name="Group 36">
                <a:extLst>
                  <a:ext uri="{FF2B5EF4-FFF2-40B4-BE49-F238E27FC236}">
                    <a16:creationId xmlns:a16="http://schemas.microsoft.com/office/drawing/2014/main" id="{57D2DD63-C926-E809-45BC-A17C1AF8CD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4" y="2736"/>
                <a:ext cx="144" cy="192"/>
                <a:chOff x="2112" y="3120"/>
                <a:chExt cx="144" cy="192"/>
              </a:xfrm>
            </p:grpSpPr>
            <p:sp>
              <p:nvSpPr>
                <p:cNvPr id="24662" name="Line 37">
                  <a:extLst>
                    <a:ext uri="{FF2B5EF4-FFF2-40B4-BE49-F238E27FC236}">
                      <a16:creationId xmlns:a16="http://schemas.microsoft.com/office/drawing/2014/main" id="{3F521F3B-3D0B-5EB8-DCF0-378BAB38F5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3" name="Line 38">
                  <a:extLst>
                    <a:ext uri="{FF2B5EF4-FFF2-40B4-BE49-F238E27FC236}">
                      <a16:creationId xmlns:a16="http://schemas.microsoft.com/office/drawing/2014/main" id="{8873DCA9-30DF-D070-0781-CE10988B50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659" name="Group 39">
                <a:extLst>
                  <a:ext uri="{FF2B5EF4-FFF2-40B4-BE49-F238E27FC236}">
                    <a16:creationId xmlns:a16="http://schemas.microsoft.com/office/drawing/2014/main" id="{9DA7574E-B04C-E8E0-ADC4-2C696FC19E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8" y="2736"/>
                <a:ext cx="144" cy="192"/>
                <a:chOff x="2112" y="3120"/>
                <a:chExt cx="144" cy="192"/>
              </a:xfrm>
            </p:grpSpPr>
            <p:sp>
              <p:nvSpPr>
                <p:cNvPr id="24660" name="Line 40">
                  <a:extLst>
                    <a:ext uri="{FF2B5EF4-FFF2-40B4-BE49-F238E27FC236}">
                      <a16:creationId xmlns:a16="http://schemas.microsoft.com/office/drawing/2014/main" id="{5FA7EC86-64BC-C1AD-9FC0-3E0CA88B6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661" name="Line 41">
                  <a:extLst>
                    <a:ext uri="{FF2B5EF4-FFF2-40B4-BE49-F238E27FC236}">
                      <a16:creationId xmlns:a16="http://schemas.microsoft.com/office/drawing/2014/main" id="{67E21A5F-DCD4-C732-06A4-079726C677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6350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4639" name="Group 42">
              <a:extLst>
                <a:ext uri="{FF2B5EF4-FFF2-40B4-BE49-F238E27FC236}">
                  <a16:creationId xmlns:a16="http://schemas.microsoft.com/office/drawing/2014/main" id="{2DBAF8D2-0187-7F78-D81C-0390B34D9A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296"/>
              <a:ext cx="179" cy="218"/>
              <a:chOff x="2112" y="3120"/>
              <a:chExt cx="144" cy="192"/>
            </a:xfrm>
          </p:grpSpPr>
          <p:sp>
            <p:nvSpPr>
              <p:cNvPr id="24646" name="Line 43">
                <a:extLst>
                  <a:ext uri="{FF2B5EF4-FFF2-40B4-BE49-F238E27FC236}">
                    <a16:creationId xmlns:a16="http://schemas.microsoft.com/office/drawing/2014/main" id="{C18AC045-1156-9D6A-D623-DC1E77588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63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7" name="Line 44">
                <a:extLst>
                  <a:ext uri="{FF2B5EF4-FFF2-40B4-BE49-F238E27FC236}">
                    <a16:creationId xmlns:a16="http://schemas.microsoft.com/office/drawing/2014/main" id="{E20BE0FD-57AA-E7F7-2364-B7DD50C85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63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40" name="Group 45">
              <a:extLst>
                <a:ext uri="{FF2B5EF4-FFF2-40B4-BE49-F238E27FC236}">
                  <a16:creationId xmlns:a16="http://schemas.microsoft.com/office/drawing/2014/main" id="{C608700D-1016-C5EE-4A6F-D56AD5B112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278"/>
              <a:ext cx="179" cy="218"/>
              <a:chOff x="2112" y="3120"/>
              <a:chExt cx="144" cy="192"/>
            </a:xfrm>
          </p:grpSpPr>
          <p:sp>
            <p:nvSpPr>
              <p:cNvPr id="24644" name="Line 46">
                <a:extLst>
                  <a:ext uri="{FF2B5EF4-FFF2-40B4-BE49-F238E27FC236}">
                    <a16:creationId xmlns:a16="http://schemas.microsoft.com/office/drawing/2014/main" id="{E36740BE-AD4B-F2C5-1AC0-11DB4F285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63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5" name="Line 47">
                <a:extLst>
                  <a:ext uri="{FF2B5EF4-FFF2-40B4-BE49-F238E27FC236}">
                    <a16:creationId xmlns:a16="http://schemas.microsoft.com/office/drawing/2014/main" id="{B846959F-1B5A-4EF5-1770-457B00A098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63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41" name="Group 48">
              <a:extLst>
                <a:ext uri="{FF2B5EF4-FFF2-40B4-BE49-F238E27FC236}">
                  <a16:creationId xmlns:a16="http://schemas.microsoft.com/office/drawing/2014/main" id="{2E87F6C4-A7A5-1E82-DEFB-7D35E2A89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787"/>
              <a:ext cx="179" cy="218"/>
              <a:chOff x="2112" y="3120"/>
              <a:chExt cx="144" cy="192"/>
            </a:xfrm>
          </p:grpSpPr>
          <p:sp>
            <p:nvSpPr>
              <p:cNvPr id="24642" name="Line 49">
                <a:extLst>
                  <a:ext uri="{FF2B5EF4-FFF2-40B4-BE49-F238E27FC236}">
                    <a16:creationId xmlns:a16="http://schemas.microsoft.com/office/drawing/2014/main" id="{1CCAA776-FD7D-4DF6-A91D-B271508BF5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63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43" name="Line 50">
                <a:extLst>
                  <a:ext uri="{FF2B5EF4-FFF2-40B4-BE49-F238E27FC236}">
                    <a16:creationId xmlns:a16="http://schemas.microsoft.com/office/drawing/2014/main" id="{017328A2-781C-FBFB-5F1D-ADAD347D6D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63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08947" name="Object 2">
            <a:extLst>
              <a:ext uri="{FF2B5EF4-FFF2-40B4-BE49-F238E27FC236}">
                <a16:creationId xmlns:a16="http://schemas.microsoft.com/office/drawing/2014/main" id="{CD551427-A1BB-A963-B313-A4340F2D34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7063" y="136525"/>
          <a:ext cx="41433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456" imgH="152622" progId="Equation.DSMT4">
                  <p:embed/>
                </p:oleObj>
              </mc:Choice>
              <mc:Fallback>
                <p:oleObj name="Equation" r:id="rId2" imgW="114456" imgH="15262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136525"/>
                        <a:ext cx="41433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48" name="Line 52">
            <a:extLst>
              <a:ext uri="{FF2B5EF4-FFF2-40B4-BE49-F238E27FC236}">
                <a16:creationId xmlns:a16="http://schemas.microsoft.com/office/drawing/2014/main" id="{5E895643-D48A-B2D7-975C-7986A7A754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806450"/>
            <a:ext cx="0" cy="83820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8949" name="Object 3">
            <a:extLst>
              <a:ext uri="{FF2B5EF4-FFF2-40B4-BE49-F238E27FC236}">
                <a16:creationId xmlns:a16="http://schemas.microsoft.com/office/drawing/2014/main" id="{ED508500-53EA-90ED-0506-E7D035E68E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1035050"/>
          <a:ext cx="3810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564" imgH="129679" progId="Equation.3">
                  <p:embed/>
                </p:oleObj>
              </mc:Choice>
              <mc:Fallback>
                <p:oleObj name="Equation" r:id="rId4" imgW="91564" imgH="12967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035050"/>
                        <a:ext cx="3810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50" name="Object 4">
            <a:extLst>
              <a:ext uri="{FF2B5EF4-FFF2-40B4-BE49-F238E27FC236}">
                <a16:creationId xmlns:a16="http://schemas.microsoft.com/office/drawing/2014/main" id="{E0775E3F-B1F8-9FD8-F470-6358672D87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1035050"/>
          <a:ext cx="2667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247" imgH="137160" progId="Equation.3">
                  <p:embed/>
                </p:oleObj>
              </mc:Choice>
              <mc:Fallback>
                <p:oleObj name="Equation" r:id="rId6" imgW="53247" imgH="137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035050"/>
                        <a:ext cx="2667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51" name="AutoShape 55">
            <a:extLst>
              <a:ext uri="{FF2B5EF4-FFF2-40B4-BE49-F238E27FC236}">
                <a16:creationId xmlns:a16="http://schemas.microsoft.com/office/drawing/2014/main" id="{40B1590A-2EFE-D495-ED8B-560A25A85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187450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/>
          </a:p>
        </p:txBody>
      </p:sp>
      <p:graphicFrame>
        <p:nvGraphicFramePr>
          <p:cNvPr id="208952" name="Object 5">
            <a:extLst>
              <a:ext uri="{FF2B5EF4-FFF2-40B4-BE49-F238E27FC236}">
                <a16:creationId xmlns:a16="http://schemas.microsoft.com/office/drawing/2014/main" id="{6ACFA7CA-7BD6-22AA-6613-2E4D8A732F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744538"/>
          <a:ext cx="3857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9384" imgH="152622" progId="Equation.DSMT4">
                  <p:embed/>
                </p:oleObj>
              </mc:Choice>
              <mc:Fallback>
                <p:oleObj name="Equation" r:id="rId8" imgW="129384" imgH="15262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744538"/>
                        <a:ext cx="385763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53" name="Object 6">
            <a:extLst>
              <a:ext uri="{FF2B5EF4-FFF2-40B4-BE49-F238E27FC236}">
                <a16:creationId xmlns:a16="http://schemas.microsoft.com/office/drawing/2014/main" id="{CB077217-AF6F-C8E1-B54F-FFB02400C0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120650"/>
          <a:ext cx="3810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1564" imgH="99254" progId="Equation.3">
                  <p:embed/>
                </p:oleObj>
              </mc:Choice>
              <mc:Fallback>
                <p:oleObj name="Equation" r:id="rId10" imgW="91564" imgH="9925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20650"/>
                        <a:ext cx="3810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54" name="Object 7">
            <a:extLst>
              <a:ext uri="{FF2B5EF4-FFF2-40B4-BE49-F238E27FC236}">
                <a16:creationId xmlns:a16="http://schemas.microsoft.com/office/drawing/2014/main" id="{C08EBB18-5219-3F67-BF96-AE5E4F970D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2025650"/>
          <a:ext cx="4572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456" imgH="137160" progId="Equation.3">
                  <p:embed/>
                </p:oleObj>
              </mc:Choice>
              <mc:Fallback>
                <p:oleObj name="Equation" r:id="rId12" imgW="114456" imgH="1371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025650"/>
                        <a:ext cx="4572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55" name="Object 8">
            <a:extLst>
              <a:ext uri="{FF2B5EF4-FFF2-40B4-BE49-F238E27FC236}">
                <a16:creationId xmlns:a16="http://schemas.microsoft.com/office/drawing/2014/main" id="{CF584AE6-A267-0C1E-260C-3D0ACC3DDC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44450"/>
          <a:ext cx="381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564" imgH="137160" progId="Equation.3">
                  <p:embed/>
                </p:oleObj>
              </mc:Choice>
              <mc:Fallback>
                <p:oleObj name="Equation" r:id="rId14" imgW="91564" imgH="1371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4450"/>
                        <a:ext cx="3810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56" name="Object 9">
            <a:extLst>
              <a:ext uri="{FF2B5EF4-FFF2-40B4-BE49-F238E27FC236}">
                <a16:creationId xmlns:a16="http://schemas.microsoft.com/office/drawing/2014/main" id="{AE3463DE-6A42-C229-8591-E191BA728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96200" y="2025650"/>
          <a:ext cx="4191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9029" imgH="137160" progId="Equation.3">
                  <p:embed/>
                </p:oleObj>
              </mc:Choice>
              <mc:Fallback>
                <p:oleObj name="Equation" r:id="rId16" imgW="99029" imgH="1371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2025650"/>
                        <a:ext cx="4191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57" name="Object 10">
            <a:extLst>
              <a:ext uri="{FF2B5EF4-FFF2-40B4-BE49-F238E27FC236}">
                <a16:creationId xmlns:a16="http://schemas.microsoft.com/office/drawing/2014/main" id="{2450BD93-C77E-EF51-9801-4CA796C33D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371600"/>
          <a:ext cx="15240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72253" imgH="137160" progId="Equation.3">
                  <p:embed/>
                </p:oleObj>
              </mc:Choice>
              <mc:Fallback>
                <p:oleObj name="Equation" r:id="rId18" imgW="472253" imgH="1371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371600"/>
                        <a:ext cx="15240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58" name="Text Box 62">
            <a:extLst>
              <a:ext uri="{FF2B5EF4-FFF2-40B4-BE49-F238E27FC236}">
                <a16:creationId xmlns:a16="http://schemas.microsoft.com/office/drawing/2014/main" id="{F3F6E550-13EC-698F-1930-E355F777D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371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方向向右</a:t>
            </a:r>
          </a:p>
        </p:txBody>
      </p:sp>
      <p:sp>
        <p:nvSpPr>
          <p:cNvPr id="208959" name="Text Box 63">
            <a:extLst>
              <a:ext uri="{FF2B5EF4-FFF2-40B4-BE49-F238E27FC236}">
                <a16:creationId xmlns:a16="http://schemas.microsoft.com/office/drawing/2014/main" id="{24A9F960-F3CF-9A44-970E-4EAA3240A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812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在有限过程中，磁力所作的功</a:t>
            </a:r>
          </a:p>
        </p:txBody>
      </p:sp>
      <p:graphicFrame>
        <p:nvGraphicFramePr>
          <p:cNvPr id="208960" name="Object 11">
            <a:extLst>
              <a:ext uri="{FF2B5EF4-FFF2-40B4-BE49-F238E27FC236}">
                <a16:creationId xmlns:a16="http://schemas.microsoft.com/office/drawing/2014/main" id="{FBE68C0A-5877-F4A9-F06F-39F308567C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2501900"/>
          <a:ext cx="4114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57518" imgH="167585" progId="Equation.3">
                  <p:embed/>
                </p:oleObj>
              </mc:Choice>
              <mc:Fallback>
                <p:oleObj name="Equation" r:id="rId20" imgW="1257518" imgH="16758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501900"/>
                        <a:ext cx="4114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61" name="Object 12">
            <a:extLst>
              <a:ext uri="{FF2B5EF4-FFF2-40B4-BE49-F238E27FC236}">
                <a16:creationId xmlns:a16="http://schemas.microsoft.com/office/drawing/2014/main" id="{D9D01AB8-336D-D97E-0568-EC2C538DB0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501900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57324" imgH="137160" progId="Equation.3">
                  <p:embed/>
                </p:oleObj>
              </mc:Choice>
              <mc:Fallback>
                <p:oleObj name="Equation" r:id="rId22" imgW="457324" imgH="137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501900"/>
                        <a:ext cx="1485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62" name="Object 13">
            <a:extLst>
              <a:ext uri="{FF2B5EF4-FFF2-40B4-BE49-F238E27FC236}">
                <a16:creationId xmlns:a16="http://schemas.microsoft.com/office/drawing/2014/main" id="{2AC2B999-E54D-71F3-623D-68DB35EDD3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2425700"/>
          <a:ext cx="1409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34433" imgH="190528" progId="Equation.3">
                  <p:embed/>
                </p:oleObj>
              </mc:Choice>
              <mc:Fallback>
                <p:oleObj name="Equation" r:id="rId24" imgW="434433" imgH="19052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425700"/>
                        <a:ext cx="1409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63" name="Text Box 67">
            <a:extLst>
              <a:ext uri="{FF2B5EF4-FFF2-40B4-BE49-F238E27FC236}">
                <a16:creationId xmlns:a16="http://schemas.microsoft.com/office/drawing/2014/main" id="{87B414B7-6A01-26A5-0EFF-77F5D3FFE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68638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•  </a:t>
            </a:r>
            <a:r>
              <a:rPr lang="zh-CN" altLang="en-US">
                <a:solidFill>
                  <a:srgbClr val="FF0000"/>
                </a:solidFill>
                <a:ea typeface="楷体_GB2312" pitchFamily="49" charset="-122"/>
              </a:rPr>
              <a:t>安培力所做的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功</a:t>
            </a:r>
            <a:r>
              <a:rPr lang="zh-CN" altLang="en-US">
                <a:solidFill>
                  <a:srgbClr val="FF0000"/>
                </a:solidFill>
                <a:ea typeface="楷体_GB2312" pitchFamily="49" charset="-122"/>
              </a:rPr>
              <a:t>等于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电流强度</a:t>
            </a:r>
            <a:r>
              <a:rPr lang="zh-CN" altLang="en-US">
                <a:solidFill>
                  <a:srgbClr val="FF0000"/>
                </a:solidFill>
                <a:ea typeface="楷体_GB2312" pitchFamily="49" charset="-122"/>
              </a:rPr>
              <a:t>乘以导线所扫过的</a:t>
            </a:r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磁通量</a:t>
            </a:r>
          </a:p>
        </p:txBody>
      </p:sp>
      <p:grpSp>
        <p:nvGrpSpPr>
          <p:cNvPr id="19" name="Group 69">
            <a:extLst>
              <a:ext uri="{FF2B5EF4-FFF2-40B4-BE49-F238E27FC236}">
                <a16:creationId xmlns:a16="http://schemas.microsoft.com/office/drawing/2014/main" id="{26101577-B875-429A-F73B-22859A51ACD1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654050"/>
            <a:ext cx="2971800" cy="1752600"/>
            <a:chOff x="3264" y="480"/>
            <a:chExt cx="1872" cy="1104"/>
          </a:xfrm>
        </p:grpSpPr>
        <p:grpSp>
          <p:nvGrpSpPr>
            <p:cNvPr id="24631" name="Group 70">
              <a:extLst>
                <a:ext uri="{FF2B5EF4-FFF2-40B4-BE49-F238E27FC236}">
                  <a16:creationId xmlns:a16="http://schemas.microsoft.com/office/drawing/2014/main" id="{D01C0ABA-E80F-241B-5BEE-63971441FD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480"/>
              <a:ext cx="1872" cy="816"/>
              <a:chOff x="1872" y="2256"/>
              <a:chExt cx="2160" cy="912"/>
            </a:xfrm>
          </p:grpSpPr>
          <p:sp>
            <p:nvSpPr>
              <p:cNvPr id="24635" name="Line 71">
                <a:extLst>
                  <a:ext uri="{FF2B5EF4-FFF2-40B4-BE49-F238E27FC236}">
                    <a16:creationId xmlns:a16="http://schemas.microsoft.com/office/drawing/2014/main" id="{0F0EF61B-DF19-9BA8-5C89-A748E5F117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256"/>
                <a:ext cx="2160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6" name="Line 72">
                <a:extLst>
                  <a:ext uri="{FF2B5EF4-FFF2-40B4-BE49-F238E27FC236}">
                    <a16:creationId xmlns:a16="http://schemas.microsoft.com/office/drawing/2014/main" id="{25CEC344-5A5D-EBD9-1620-837EAA96B3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168"/>
                <a:ext cx="2160" cy="0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37" name="Line 73">
                <a:extLst>
                  <a:ext uri="{FF2B5EF4-FFF2-40B4-BE49-F238E27FC236}">
                    <a16:creationId xmlns:a16="http://schemas.microsoft.com/office/drawing/2014/main" id="{3F2BE32E-8D27-90FD-A57F-EFFFA9067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2256"/>
                <a:ext cx="0" cy="912"/>
              </a:xfrm>
              <a:prstGeom prst="line">
                <a:avLst/>
              </a:prstGeom>
              <a:noFill/>
              <a:ln w="1905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32" name="Line 74">
              <a:extLst>
                <a:ext uri="{FF2B5EF4-FFF2-40B4-BE49-F238E27FC236}">
                  <a16:creationId xmlns:a16="http://schemas.microsoft.com/office/drawing/2014/main" id="{0C5372A6-6ADB-45B4-DC48-B315EDFF3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200"/>
              <a:ext cx="0" cy="240"/>
            </a:xfrm>
            <a:prstGeom prst="line">
              <a:avLst/>
            </a:prstGeom>
            <a:noFill/>
            <a:ln w="603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3" name="Line 75">
              <a:extLst>
                <a:ext uri="{FF2B5EF4-FFF2-40B4-BE49-F238E27FC236}">
                  <a16:creationId xmlns:a16="http://schemas.microsoft.com/office/drawing/2014/main" id="{540BE39E-461F-39F0-22DD-EF09974CD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6" y="1248"/>
              <a:ext cx="0" cy="144"/>
            </a:xfrm>
            <a:prstGeom prst="line">
              <a:avLst/>
            </a:prstGeom>
            <a:noFill/>
            <a:ln w="222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4634" name="Rectangle 76">
              <a:extLst>
                <a:ext uri="{FF2B5EF4-FFF2-40B4-BE49-F238E27FC236}">
                  <a16:creationId xmlns:a16="http://schemas.microsoft.com/office/drawing/2014/main" id="{A5943756-ACFA-4925-E06D-21352ED3F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152"/>
              <a:ext cx="96" cy="432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</p:grpSp>
      <p:sp>
        <p:nvSpPr>
          <p:cNvPr id="208973" name="Rectangle 77">
            <a:extLst>
              <a:ext uri="{FF2B5EF4-FFF2-40B4-BE49-F238E27FC236}">
                <a16:creationId xmlns:a16="http://schemas.microsoft.com/office/drawing/2014/main" id="{414E77FE-B18E-337D-E7E0-557C85D97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77850"/>
            <a:ext cx="152400" cy="1447800"/>
          </a:xfrm>
          <a:prstGeom prst="rect">
            <a:avLst/>
          </a:prstGeom>
          <a:gradFill rotWithShape="0">
            <a:gsLst>
              <a:gs pos="0">
                <a:srgbClr val="454545"/>
              </a:gs>
              <a:gs pos="50000">
                <a:srgbClr val="969696"/>
              </a:gs>
              <a:gs pos="100000">
                <a:srgbClr val="454545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/>
          </a:p>
        </p:txBody>
      </p:sp>
      <p:sp>
        <p:nvSpPr>
          <p:cNvPr id="208974" name="Rectangle 78">
            <a:extLst>
              <a:ext uri="{FF2B5EF4-FFF2-40B4-BE49-F238E27FC236}">
                <a16:creationId xmlns:a16="http://schemas.microsoft.com/office/drawing/2014/main" id="{64AE4AFF-4707-E79B-E1F7-11C31D642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77850"/>
            <a:ext cx="152400" cy="1447800"/>
          </a:xfrm>
          <a:prstGeom prst="rect">
            <a:avLst/>
          </a:prstGeom>
          <a:gradFill rotWithShape="0">
            <a:gsLst>
              <a:gs pos="0">
                <a:srgbClr val="454545"/>
              </a:gs>
              <a:gs pos="50000">
                <a:srgbClr val="969696"/>
              </a:gs>
              <a:gs pos="100000">
                <a:srgbClr val="454545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/>
          </a:p>
        </p:txBody>
      </p:sp>
      <p:sp>
        <p:nvSpPr>
          <p:cNvPr id="208975" name="Oval 79">
            <a:extLst>
              <a:ext uri="{FF2B5EF4-FFF2-40B4-BE49-F238E27FC236}">
                <a16:creationId xmlns:a16="http://schemas.microsoft.com/office/drawing/2014/main" id="{436F97EB-F636-28CF-8FAF-6F36AE95B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349500"/>
            <a:ext cx="914400" cy="685800"/>
          </a:xfrm>
          <a:prstGeom prst="ellips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/>
          </a:p>
        </p:txBody>
      </p:sp>
      <p:sp>
        <p:nvSpPr>
          <p:cNvPr id="208976" name="Rectangle 80">
            <a:extLst>
              <a:ext uri="{FF2B5EF4-FFF2-40B4-BE49-F238E27FC236}">
                <a16:creationId xmlns:a16="http://schemas.microsoft.com/office/drawing/2014/main" id="{1D34488A-4F4F-A40B-6A33-A6F618D57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644900"/>
            <a:ext cx="2538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</a:rPr>
              <a:t>2. </a:t>
            </a:r>
            <a:r>
              <a:rPr lang="zh-CN" altLang="en-US">
                <a:solidFill>
                  <a:srgbClr val="00FFFF"/>
                </a:solidFill>
              </a:rPr>
              <a:t>磁场力的功</a:t>
            </a:r>
          </a:p>
        </p:txBody>
      </p:sp>
      <p:graphicFrame>
        <p:nvGraphicFramePr>
          <p:cNvPr id="208977" name="Object 14">
            <a:extLst>
              <a:ext uri="{FF2B5EF4-FFF2-40B4-BE49-F238E27FC236}">
                <a16:creationId xmlns:a16="http://schemas.microsoft.com/office/drawing/2014/main" id="{AC33B1D8-CE27-B6F6-3235-4E4EF3FF7BE0}"/>
              </a:ext>
            </a:extLst>
          </p:cNvPr>
          <p:cNvGraphicFramePr>
            <a:graphicFrameLocks/>
          </p:cNvGraphicFramePr>
          <p:nvPr/>
        </p:nvGraphicFramePr>
        <p:xfrm>
          <a:off x="863600" y="4467225"/>
          <a:ext cx="39370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901440" imgH="358112" progId="Equation.3">
                  <p:embed/>
                </p:oleObj>
              </mc:Choice>
              <mc:Fallback>
                <p:oleObj name="Equation" r:id="rId26" imgW="3901440" imgH="358112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4467225"/>
                        <a:ext cx="39370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78" name="Object 15">
            <a:extLst>
              <a:ext uri="{FF2B5EF4-FFF2-40B4-BE49-F238E27FC236}">
                <a16:creationId xmlns:a16="http://schemas.microsoft.com/office/drawing/2014/main" id="{8348D4C0-100D-3252-4BEF-CC2668FEE32C}"/>
              </a:ext>
            </a:extLst>
          </p:cNvPr>
          <p:cNvGraphicFramePr>
            <a:graphicFrameLocks/>
          </p:cNvGraphicFramePr>
          <p:nvPr/>
        </p:nvGraphicFramePr>
        <p:xfrm>
          <a:off x="882650" y="5000625"/>
          <a:ext cx="318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147029" imgH="396018" progId="Equation.3">
                  <p:embed/>
                </p:oleObj>
              </mc:Choice>
              <mc:Fallback>
                <p:oleObj name="Equation" r:id="rId28" imgW="3147029" imgH="396018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5000625"/>
                        <a:ext cx="318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79" name="AutoShape 83">
            <a:extLst>
              <a:ext uri="{FF2B5EF4-FFF2-40B4-BE49-F238E27FC236}">
                <a16:creationId xmlns:a16="http://schemas.microsoft.com/office/drawing/2014/main" id="{4616AA92-FB80-D015-7B5C-85D4ABC74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644900"/>
            <a:ext cx="4316413" cy="466725"/>
          </a:xfrm>
          <a:prstGeom prst="wedgeRectCallout">
            <a:avLst>
              <a:gd name="adj1" fmla="val -40657"/>
              <a:gd name="adj2" fmla="val 142856"/>
            </a:avLst>
          </a:prstGeom>
          <a:solidFill>
            <a:srgbClr val="006699"/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</a:rPr>
              <a:t>负号表示力矩作正功时</a:t>
            </a:r>
            <a:r>
              <a:rPr lang="zh-CN" altLang="en-US" i="1">
                <a:solidFill>
                  <a:srgbClr val="66FFFF"/>
                </a:solidFill>
                <a:sym typeface="Symbol" panose="05050102010706020507" pitchFamily="18" charset="2"/>
              </a:rPr>
              <a:t> </a:t>
            </a:r>
            <a:r>
              <a:rPr lang="zh-CN" altLang="en-US">
                <a:solidFill>
                  <a:schemeClr val="bg1"/>
                </a:solidFill>
              </a:rPr>
              <a:t>减小</a:t>
            </a:r>
          </a:p>
        </p:txBody>
      </p:sp>
      <p:graphicFrame>
        <p:nvGraphicFramePr>
          <p:cNvPr id="208980" name="Object 16">
            <a:extLst>
              <a:ext uri="{FF2B5EF4-FFF2-40B4-BE49-F238E27FC236}">
                <a16:creationId xmlns:a16="http://schemas.microsoft.com/office/drawing/2014/main" id="{DBA8456E-6E9F-B421-DB07-4EEA141FFEDB}"/>
              </a:ext>
            </a:extLst>
          </p:cNvPr>
          <p:cNvGraphicFramePr>
            <a:graphicFrameLocks/>
          </p:cNvGraphicFramePr>
          <p:nvPr/>
        </p:nvGraphicFramePr>
        <p:xfrm>
          <a:off x="827088" y="5686425"/>
          <a:ext cx="4316412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4282627" imgH="739168" progId="Equation.3">
                  <p:embed/>
                </p:oleObj>
              </mc:Choice>
              <mc:Fallback>
                <p:oleObj name="公式" r:id="rId30" imgW="4282627" imgH="739168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686425"/>
                        <a:ext cx="4316412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85">
            <a:extLst>
              <a:ext uri="{FF2B5EF4-FFF2-40B4-BE49-F238E27FC236}">
                <a16:creationId xmlns:a16="http://schemas.microsoft.com/office/drawing/2014/main" id="{E6D14C6C-6275-5225-78F1-583BAE129947}"/>
              </a:ext>
            </a:extLst>
          </p:cNvPr>
          <p:cNvGrpSpPr>
            <a:grpSpLocks/>
          </p:cNvGrpSpPr>
          <p:nvPr/>
        </p:nvGrpSpPr>
        <p:grpSpPr bwMode="auto">
          <a:xfrm>
            <a:off x="6065838" y="4365625"/>
            <a:ext cx="2827337" cy="2087563"/>
            <a:chOff x="1701" y="1752"/>
            <a:chExt cx="1781" cy="1488"/>
          </a:xfrm>
        </p:grpSpPr>
        <p:sp>
          <p:nvSpPr>
            <p:cNvPr id="24626" name="Line 86">
              <a:extLst>
                <a:ext uri="{FF2B5EF4-FFF2-40B4-BE49-F238E27FC236}">
                  <a16:creationId xmlns:a16="http://schemas.microsoft.com/office/drawing/2014/main" id="{A9A3E4C9-7CCF-4B62-E3A2-4BC183748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232"/>
              <a:ext cx="15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7" name="Line 87">
              <a:extLst>
                <a:ext uri="{FF2B5EF4-FFF2-40B4-BE49-F238E27FC236}">
                  <a16:creationId xmlns:a16="http://schemas.microsoft.com/office/drawing/2014/main" id="{5BCB8ACD-2238-A263-84EA-591642978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760"/>
              <a:ext cx="15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8" name="Line 88">
              <a:extLst>
                <a:ext uri="{FF2B5EF4-FFF2-40B4-BE49-F238E27FC236}">
                  <a16:creationId xmlns:a16="http://schemas.microsoft.com/office/drawing/2014/main" id="{5522BCE3-0DC6-58E6-7559-D619995FB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752"/>
              <a:ext cx="15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29" name="Line 89">
              <a:extLst>
                <a:ext uri="{FF2B5EF4-FFF2-40B4-BE49-F238E27FC236}">
                  <a16:creationId xmlns:a16="http://schemas.microsoft.com/office/drawing/2014/main" id="{26F33400-08D3-8026-E839-383E8570EB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3240"/>
              <a:ext cx="15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30" name="Object 24">
              <a:extLst>
                <a:ext uri="{FF2B5EF4-FFF2-40B4-BE49-F238E27FC236}">
                  <a16:creationId xmlns:a16="http://schemas.microsoft.com/office/drawing/2014/main" id="{92DC7619-5C99-6B31-36EE-D1ADE91385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5" y="2375"/>
            <a:ext cx="177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43840" imgH="304745" progId="Equation.3">
                    <p:embed/>
                  </p:oleObj>
                </mc:Choice>
                <mc:Fallback>
                  <p:oleObj name="Equation" r:id="rId32" imgW="243840" imgH="30474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5" y="2375"/>
                          <a:ext cx="177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8987" name="Line 91">
            <a:extLst>
              <a:ext uri="{FF2B5EF4-FFF2-40B4-BE49-F238E27FC236}">
                <a16:creationId xmlns:a16="http://schemas.microsoft.com/office/drawing/2014/main" id="{FE755190-6535-FACC-B575-53127E65F3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24613" y="4775200"/>
            <a:ext cx="1655762" cy="107950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609" name="Object 17">
            <a:extLst>
              <a:ext uri="{FF2B5EF4-FFF2-40B4-BE49-F238E27FC236}">
                <a16:creationId xmlns:a16="http://schemas.microsoft.com/office/drawing/2014/main" id="{485EC067-B372-8EC5-5AE7-510F1848A8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2250" y="4637088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190500" imgH="419100" progId="Equation.3">
                  <p:embed/>
                </p:oleObj>
              </mc:Choice>
              <mc:Fallback>
                <p:oleObj name="公式" r:id="rId34" imgW="190500" imgH="4191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0" y="4637088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89" name="Oval 93">
            <a:extLst>
              <a:ext uri="{FF2B5EF4-FFF2-40B4-BE49-F238E27FC236}">
                <a16:creationId xmlns:a16="http://schemas.microsoft.com/office/drawing/2014/main" id="{AB455D2F-987B-9DAD-0427-191C14A599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66063" y="4718050"/>
            <a:ext cx="273050" cy="273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360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208990" name="Oval 94">
            <a:extLst>
              <a:ext uri="{FF2B5EF4-FFF2-40B4-BE49-F238E27FC236}">
                <a16:creationId xmlns:a16="http://schemas.microsoft.com/office/drawing/2014/main" id="{AC7DAB3F-FEC5-BF8D-F04B-DAFAC229F6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08713" y="5718175"/>
            <a:ext cx="273050" cy="273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320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208991" name="Line 95">
            <a:extLst>
              <a:ext uri="{FF2B5EF4-FFF2-40B4-BE49-F238E27FC236}">
                <a16:creationId xmlns:a16="http://schemas.microsoft.com/office/drawing/2014/main" id="{C114670C-4CA9-2816-4496-2F3B88757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5338" y="5351463"/>
            <a:ext cx="576262" cy="79057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8992" name="Object 18">
            <a:extLst>
              <a:ext uri="{FF2B5EF4-FFF2-40B4-BE49-F238E27FC236}">
                <a16:creationId xmlns:a16="http://schemas.microsoft.com/office/drawing/2014/main" id="{008A9C3A-CFEE-1BA5-C6D3-CC53E4DE2F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6525" y="5949950"/>
          <a:ext cx="4159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91564" imgH="129679" progId="Equation.3">
                  <p:embed/>
                </p:oleObj>
              </mc:Choice>
              <mc:Fallback>
                <p:oleObj name="Equation" r:id="rId36" imgW="91564" imgH="129679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6525" y="5949950"/>
                        <a:ext cx="4159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93" name="Line 97">
            <a:extLst>
              <a:ext uri="{FF2B5EF4-FFF2-40B4-BE49-F238E27FC236}">
                <a16:creationId xmlns:a16="http://schemas.microsoft.com/office/drawing/2014/main" id="{181934EE-630A-B299-60C1-049EBC4717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3175" y="5854700"/>
            <a:ext cx="0" cy="86360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94" name="Line 98">
            <a:extLst>
              <a:ext uri="{FF2B5EF4-FFF2-40B4-BE49-F238E27FC236}">
                <a16:creationId xmlns:a16="http://schemas.microsoft.com/office/drawing/2014/main" id="{5DDC42DA-8075-95FE-66A9-99D94C96A0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8938" y="3911600"/>
            <a:ext cx="0" cy="86360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8995" name="Object 19">
            <a:extLst>
              <a:ext uri="{FF2B5EF4-FFF2-40B4-BE49-F238E27FC236}">
                <a16:creationId xmlns:a16="http://schemas.microsoft.com/office/drawing/2014/main" id="{01C8D4E8-032B-1641-3120-9FD934D68A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876925"/>
          <a:ext cx="5842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13484" imgH="190528" progId="Equation.3">
                  <p:embed/>
                </p:oleObj>
              </mc:Choice>
              <mc:Fallback>
                <p:oleObj name="Equation" r:id="rId38" imgW="213484" imgH="190528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876925"/>
                        <a:ext cx="5842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96" name="Object 20">
            <a:extLst>
              <a:ext uri="{FF2B5EF4-FFF2-40B4-BE49-F238E27FC236}">
                <a16:creationId xmlns:a16="http://schemas.microsoft.com/office/drawing/2014/main" id="{5FF680B7-E66A-D4B8-776B-42B441ED1D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2450" y="3644900"/>
          <a:ext cx="51435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28413" imgH="205989" progId="Equation.3">
                  <p:embed/>
                </p:oleObj>
              </mc:Choice>
              <mc:Fallback>
                <p:oleObj name="Equation" r:id="rId40" imgW="228413" imgH="20598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3644900"/>
                        <a:ext cx="51435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97" name="Line 101">
            <a:extLst>
              <a:ext uri="{FF2B5EF4-FFF2-40B4-BE49-F238E27FC236}">
                <a16:creationId xmlns:a16="http://schemas.microsoft.com/office/drawing/2014/main" id="{A6E296F4-C87B-3E74-5C97-45C5D5596827}"/>
              </a:ext>
            </a:extLst>
          </p:cNvPr>
          <p:cNvSpPr>
            <a:spLocks noChangeShapeType="1"/>
          </p:cNvSpPr>
          <p:nvPr/>
        </p:nvSpPr>
        <p:spPr bwMode="auto">
          <a:xfrm rot="20091018" flipV="1">
            <a:off x="6353175" y="4846638"/>
            <a:ext cx="1655763" cy="1079500"/>
          </a:xfrm>
          <a:prstGeom prst="line">
            <a:avLst/>
          </a:prstGeom>
          <a:noFill/>
          <a:ln w="76200">
            <a:solidFill>
              <a:srgbClr val="FF99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98" name="Line 102">
            <a:extLst>
              <a:ext uri="{FF2B5EF4-FFF2-40B4-BE49-F238E27FC236}">
                <a16:creationId xmlns:a16="http://schemas.microsoft.com/office/drawing/2014/main" id="{19F14CB8-019F-D4BA-2B11-58A954BBA7FC}"/>
              </a:ext>
            </a:extLst>
          </p:cNvPr>
          <p:cNvSpPr>
            <a:spLocks noChangeShapeType="1"/>
          </p:cNvSpPr>
          <p:nvPr/>
        </p:nvSpPr>
        <p:spPr bwMode="auto">
          <a:xfrm rot="-2016293">
            <a:off x="7361238" y="5135563"/>
            <a:ext cx="576262" cy="790575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8999" name="Arc 103">
            <a:extLst>
              <a:ext uri="{FF2B5EF4-FFF2-40B4-BE49-F238E27FC236}">
                <a16:creationId xmlns:a16="http://schemas.microsoft.com/office/drawing/2014/main" id="{1B24F4A3-BF75-EABF-3547-1716324F6367}"/>
              </a:ext>
            </a:extLst>
          </p:cNvPr>
          <p:cNvSpPr>
            <a:spLocks/>
          </p:cNvSpPr>
          <p:nvPr/>
        </p:nvSpPr>
        <p:spPr bwMode="auto">
          <a:xfrm rot="6828035">
            <a:off x="6983412" y="4935538"/>
            <a:ext cx="498475" cy="895350"/>
          </a:xfrm>
          <a:custGeom>
            <a:avLst/>
            <a:gdLst>
              <a:gd name="T0" fmla="*/ 2147483646 w 11778"/>
              <a:gd name="T1" fmla="*/ 0 h 21143"/>
              <a:gd name="T2" fmla="*/ 2147483646 w 11778"/>
              <a:gd name="T3" fmla="*/ 2147483646 h 21143"/>
              <a:gd name="T4" fmla="*/ 0 w 11778"/>
              <a:gd name="T5" fmla="*/ 2147483646 h 21143"/>
              <a:gd name="T6" fmla="*/ 0 60000 65536"/>
              <a:gd name="T7" fmla="*/ 0 60000 65536"/>
              <a:gd name="T8" fmla="*/ 0 60000 65536"/>
              <a:gd name="T9" fmla="*/ 0 w 11778"/>
              <a:gd name="T10" fmla="*/ 0 h 21143"/>
              <a:gd name="T11" fmla="*/ 11778 w 11778"/>
              <a:gd name="T12" fmla="*/ 21143 h 211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778" h="21143" fill="none" extrusionOk="0">
                <a:moveTo>
                  <a:pt x="4419" y="-1"/>
                </a:moveTo>
                <a:cubicBezTo>
                  <a:pt x="7038" y="547"/>
                  <a:pt x="9534" y="1577"/>
                  <a:pt x="11777" y="3036"/>
                </a:cubicBezTo>
              </a:path>
              <a:path w="11778" h="21143" stroke="0" extrusionOk="0">
                <a:moveTo>
                  <a:pt x="4419" y="-1"/>
                </a:moveTo>
                <a:cubicBezTo>
                  <a:pt x="7038" y="547"/>
                  <a:pt x="9534" y="1577"/>
                  <a:pt x="11777" y="3036"/>
                </a:cubicBezTo>
                <a:lnTo>
                  <a:pt x="0" y="21143"/>
                </a:lnTo>
                <a:lnTo>
                  <a:pt x="4419" y="-1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9000" name="Object 21">
            <a:extLst>
              <a:ext uri="{FF2B5EF4-FFF2-40B4-BE49-F238E27FC236}">
                <a16:creationId xmlns:a16="http://schemas.microsoft.com/office/drawing/2014/main" id="{3355AC06-5C94-DEF4-7D32-5D9DC416E9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9038" y="5605463"/>
          <a:ext cx="46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434433" imgH="358112" progId="Equation.3">
                  <p:embed/>
                </p:oleObj>
              </mc:Choice>
              <mc:Fallback>
                <p:oleObj name="公式" r:id="rId42" imgW="434433" imgH="358112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9038" y="5605463"/>
                        <a:ext cx="469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001" name="Line 105">
            <a:extLst>
              <a:ext uri="{FF2B5EF4-FFF2-40B4-BE49-F238E27FC236}">
                <a16:creationId xmlns:a16="http://schemas.microsoft.com/office/drawing/2014/main" id="{DD2B6677-B33B-F92A-8425-8A5FCFBC3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9938" y="5351463"/>
            <a:ext cx="2735262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9002" name="Arc 106">
            <a:extLst>
              <a:ext uri="{FF2B5EF4-FFF2-40B4-BE49-F238E27FC236}">
                <a16:creationId xmlns:a16="http://schemas.microsoft.com/office/drawing/2014/main" id="{4E50E20F-0500-8C7A-56B7-C787788F24DB}"/>
              </a:ext>
            </a:extLst>
          </p:cNvPr>
          <p:cNvSpPr>
            <a:spLocks/>
          </p:cNvSpPr>
          <p:nvPr/>
        </p:nvSpPr>
        <p:spPr bwMode="auto">
          <a:xfrm rot="4257213">
            <a:off x="7311232" y="5077619"/>
            <a:ext cx="487362" cy="895350"/>
          </a:xfrm>
          <a:custGeom>
            <a:avLst/>
            <a:gdLst>
              <a:gd name="T0" fmla="*/ 2147483646 w 11531"/>
              <a:gd name="T1" fmla="*/ 0 h 21143"/>
              <a:gd name="T2" fmla="*/ 2147483646 w 11531"/>
              <a:gd name="T3" fmla="*/ 2147483646 h 21143"/>
              <a:gd name="T4" fmla="*/ 0 w 11531"/>
              <a:gd name="T5" fmla="*/ 2147483646 h 21143"/>
              <a:gd name="T6" fmla="*/ 0 60000 65536"/>
              <a:gd name="T7" fmla="*/ 0 60000 65536"/>
              <a:gd name="T8" fmla="*/ 0 60000 65536"/>
              <a:gd name="T9" fmla="*/ 0 w 11531"/>
              <a:gd name="T10" fmla="*/ 0 h 21143"/>
              <a:gd name="T11" fmla="*/ 11531 w 11531"/>
              <a:gd name="T12" fmla="*/ 21143 h 211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531" h="21143" fill="none" extrusionOk="0">
                <a:moveTo>
                  <a:pt x="4419" y="-1"/>
                </a:moveTo>
                <a:cubicBezTo>
                  <a:pt x="6942" y="527"/>
                  <a:pt x="9350" y="1502"/>
                  <a:pt x="11530" y="2878"/>
                </a:cubicBezTo>
              </a:path>
              <a:path w="11531" h="21143" stroke="0" extrusionOk="0">
                <a:moveTo>
                  <a:pt x="4419" y="-1"/>
                </a:moveTo>
                <a:cubicBezTo>
                  <a:pt x="6942" y="527"/>
                  <a:pt x="9350" y="1502"/>
                  <a:pt x="11530" y="2878"/>
                </a:cubicBezTo>
                <a:lnTo>
                  <a:pt x="0" y="21143"/>
                </a:lnTo>
                <a:lnTo>
                  <a:pt x="4419" y="-1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9003" name="Object 22">
            <a:extLst>
              <a:ext uri="{FF2B5EF4-FFF2-40B4-BE49-F238E27FC236}">
                <a16:creationId xmlns:a16="http://schemas.microsoft.com/office/drawing/2014/main" id="{DF3B1C74-F2B5-97D5-A14D-CEE66D0CCF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5351463"/>
          <a:ext cx="266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4" imgW="228413" imgH="281801" progId="Equation.3">
                  <p:embed/>
                </p:oleObj>
              </mc:Choice>
              <mc:Fallback>
                <p:oleObj name="公式" r:id="rId44" imgW="228413" imgH="281801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5351463"/>
                        <a:ext cx="266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004" name="Object 23">
            <a:extLst>
              <a:ext uri="{FF2B5EF4-FFF2-40B4-BE49-F238E27FC236}">
                <a16:creationId xmlns:a16="http://schemas.microsoft.com/office/drawing/2014/main" id="{76B29A73-CBBD-9E58-7ADD-ECEF8BED10C2}"/>
              </a:ext>
            </a:extLst>
          </p:cNvPr>
          <p:cNvGraphicFramePr>
            <a:graphicFrameLocks/>
          </p:cNvGraphicFramePr>
          <p:nvPr/>
        </p:nvGraphicFramePr>
        <p:xfrm>
          <a:off x="2916238" y="6402388"/>
          <a:ext cx="111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6" imgW="1081853" imgH="396018" progId="Equation.3">
                  <p:embed/>
                </p:oleObj>
              </mc:Choice>
              <mc:Fallback>
                <p:oleObj name="公式" r:id="rId46" imgW="1081853" imgH="396018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6402388"/>
                        <a:ext cx="1117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08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08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208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0" fill="hold"/>
                                        <p:tgtEl>
                                          <p:spTgt spid="208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0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20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20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300"/>
                                        <p:tgtEl>
                                          <p:spTgt spid="20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300"/>
                                        <p:tgtEl>
                                          <p:spTgt spid="20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20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20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20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0" fill="hold"/>
                                        <p:tgtEl>
                                          <p:spTgt spid="208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0" fill="hold"/>
                                        <p:tgtEl>
                                          <p:spTgt spid="208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0" fill="hold"/>
                                        <p:tgtEl>
                                          <p:spTgt spid="20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0" fill="hold"/>
                                        <p:tgtEl>
                                          <p:spTgt spid="20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300"/>
                                        <p:tgtEl>
                                          <p:spTgt spid="20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0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1000"/>
                                        <p:tgtEl>
                                          <p:spTgt spid="208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1000"/>
                                        <p:tgtEl>
                                          <p:spTgt spid="208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208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208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208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20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208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20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20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208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20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20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20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20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20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20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0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209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8" grpId="0" autoUpdateAnimBg="0"/>
      <p:bldP spid="208899" grpId="0" autoUpdateAnimBg="0"/>
      <p:bldP spid="208951" grpId="0" animBg="1"/>
      <p:bldP spid="208958" grpId="0" autoUpdateAnimBg="0"/>
      <p:bldP spid="208959" grpId="0" autoUpdateAnimBg="0"/>
      <p:bldP spid="208963" grpId="0" autoUpdateAnimBg="0"/>
      <p:bldP spid="208973" grpId="0" animBg="1"/>
      <p:bldP spid="208974" grpId="0" animBg="1"/>
      <p:bldP spid="208975" grpId="0" animBg="1"/>
      <p:bldP spid="208976" grpId="0" autoUpdateAnimBg="0"/>
      <p:bldP spid="208979" grpId="0" animBg="1" autoUpdateAnimBg="0"/>
      <p:bldP spid="208989" grpId="0" animBg="1"/>
      <p:bldP spid="20899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>
            <a:extLst>
              <a:ext uri="{FF2B5EF4-FFF2-40B4-BE49-F238E27FC236}">
                <a16:creationId xmlns:a16="http://schemas.microsoft.com/office/drawing/2014/main" id="{6AB10B4E-25DB-E51B-FB63-DFD5069EC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50" y="219868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60E8F83D-563C-301C-DCEF-ED14CC3DD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10525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0" lang="zh-CN" altLang="en-US">
                <a:solidFill>
                  <a:srgbClr val="FFFF00"/>
                </a:solidFill>
              </a:rPr>
              <a:t>求</a:t>
            </a:r>
          </a:p>
        </p:txBody>
      </p:sp>
      <p:sp>
        <p:nvSpPr>
          <p:cNvPr id="297988" name="Rectangle 4">
            <a:extLst>
              <a:ext uri="{FF2B5EF4-FFF2-40B4-BE49-F238E27FC236}">
                <a16:creationId xmlns:a16="http://schemas.microsoft.com/office/drawing/2014/main" id="{43C4C789-B7F6-17E3-9804-DA25CBE8B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89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0"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297989" name="Text Box 5">
            <a:extLst>
              <a:ext uri="{FF2B5EF4-FFF2-40B4-BE49-F238E27FC236}">
                <a16:creationId xmlns:a16="http://schemas.microsoft.com/office/drawing/2014/main" id="{E74FB7E6-4547-0FEA-BCDA-7A5AB5C5E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0"/>
            <a:ext cx="79216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0" lang="zh-CN" altLang="en-US">
                <a:solidFill>
                  <a:srgbClr val="FFFFFF"/>
                </a:solidFill>
                <a:latin typeface="宋体" pitchFamily="2" charset="-122"/>
              </a:rPr>
              <a:t>半径为</a:t>
            </a:r>
            <a:r>
              <a:rPr kumimoji="0" lang="en-US" altLang="zh-CN" i="1">
                <a:solidFill>
                  <a:srgbClr val="66FFFF"/>
                </a:solidFill>
              </a:rPr>
              <a:t>R</a:t>
            </a:r>
            <a:r>
              <a:rPr kumimoji="0" lang="en-US" altLang="zh-CN">
                <a:solidFill>
                  <a:srgbClr val="66FFFF"/>
                </a:solidFill>
              </a:rPr>
              <a:t>=0.10m</a:t>
            </a:r>
            <a:r>
              <a:rPr kumimoji="0" lang="zh-CN" altLang="en-US">
                <a:solidFill>
                  <a:srgbClr val="FFFFFF"/>
                </a:solidFill>
                <a:latin typeface="宋体" pitchFamily="2" charset="-122"/>
              </a:rPr>
              <a:t>的半圆形闭合线圈，载有电流</a:t>
            </a:r>
            <a:r>
              <a:rPr kumimoji="0" lang="en-US" altLang="zh-CN" i="1">
                <a:solidFill>
                  <a:srgbClr val="66FFFF"/>
                </a:solidFill>
              </a:rPr>
              <a:t>I</a:t>
            </a:r>
            <a:r>
              <a:rPr kumimoji="0" lang="en-US" altLang="zh-CN">
                <a:solidFill>
                  <a:srgbClr val="66FFFF"/>
                </a:solidFill>
              </a:rPr>
              <a:t>=10A</a:t>
            </a:r>
            <a:r>
              <a:rPr kumimoji="0" lang="zh-CN" altLang="en-US">
                <a:solidFill>
                  <a:srgbClr val="FFFFFF"/>
                </a:solidFill>
                <a:latin typeface="宋体" pitchFamily="2" charset="-122"/>
              </a:rPr>
              <a:t>，置于匀强磁场中，磁场方向与线圈平面平行，</a:t>
            </a:r>
            <a:endParaRPr kumimoji="0" lang="zh-CN" altLang="en-US" i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297990" name="Rectangle 6">
            <a:extLst>
              <a:ext uri="{FF2B5EF4-FFF2-40B4-BE49-F238E27FC236}">
                <a16:creationId xmlns:a16="http://schemas.microsoft.com/office/drawing/2014/main" id="{90FA4CB7-9181-B444-B2D1-89DC78F68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1052513"/>
            <a:ext cx="337343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0" lang="en-US" altLang="zh-CN">
                <a:solidFill>
                  <a:srgbClr val="FFFFFF"/>
                </a:solidFill>
                <a:ea typeface="楷体_GB2312" pitchFamily="49" charset="-122"/>
              </a:rPr>
              <a:t>(1) </a:t>
            </a:r>
            <a:r>
              <a:rPr kumimoji="0" lang="zh-CN" altLang="en-US">
                <a:solidFill>
                  <a:srgbClr val="FFFFFF"/>
                </a:solidFill>
                <a:latin typeface="宋体" pitchFamily="2" charset="-122"/>
              </a:rPr>
              <a:t>线圈所受的磁力</a:t>
            </a:r>
            <a:r>
              <a:rPr kumimoji="0" lang="zh-CN" alt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矩</a:t>
            </a:r>
            <a:r>
              <a:rPr kumimoji="0" lang="zh-CN" altLang="en-US">
                <a:solidFill>
                  <a:srgbClr val="FFFFFF"/>
                </a:solidFill>
                <a:latin typeface="宋体" pitchFamily="2" charset="-122"/>
              </a:rPr>
              <a:t>；</a:t>
            </a:r>
          </a:p>
        </p:txBody>
      </p:sp>
      <p:sp>
        <p:nvSpPr>
          <p:cNvPr id="297991" name="Rectangle 7">
            <a:extLst>
              <a:ext uri="{FF2B5EF4-FFF2-40B4-BE49-F238E27FC236}">
                <a16:creationId xmlns:a16="http://schemas.microsoft.com/office/drawing/2014/main" id="{236BA2BD-6513-EEB1-F462-73B0E9008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1628775"/>
            <a:ext cx="8353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>
                <a:solidFill>
                  <a:srgbClr val="FFFFFF"/>
                </a:solidFill>
                <a:ea typeface="楷体_GB2312" pitchFamily="49" charset="-122"/>
              </a:rPr>
              <a:t>(2) </a:t>
            </a:r>
            <a:r>
              <a:rPr kumimoji="0"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在磁力矩作用下，线圈转过</a:t>
            </a:r>
            <a:r>
              <a:rPr kumimoji="0" lang="en-US" altLang="zh-CN">
                <a:solidFill>
                  <a:srgbClr val="66FFFF"/>
                </a:solidFill>
              </a:rPr>
              <a:t>90</a:t>
            </a:r>
            <a:r>
              <a:rPr kumimoji="0" lang="en-US" altLang="zh-CN" baseline="30000">
                <a:solidFill>
                  <a:srgbClr val="66FFFF"/>
                </a:solidFill>
              </a:rPr>
              <a:t>0</a:t>
            </a:r>
            <a:r>
              <a:rPr kumimoji="0"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角时，磁力矩作的功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365DBAE2-8A9D-A5FF-84B1-9C6F5E0D50F2}"/>
              </a:ext>
            </a:extLst>
          </p:cNvPr>
          <p:cNvGrpSpPr>
            <a:grpSpLocks/>
          </p:cNvGrpSpPr>
          <p:nvPr/>
        </p:nvGrpSpPr>
        <p:grpSpPr bwMode="auto">
          <a:xfrm>
            <a:off x="6340475" y="2568575"/>
            <a:ext cx="1676400" cy="1447800"/>
            <a:chOff x="3790" y="2926"/>
            <a:chExt cx="1056" cy="912"/>
          </a:xfrm>
        </p:grpSpPr>
        <p:sp>
          <p:nvSpPr>
            <p:cNvPr id="25631" name="Line 9">
              <a:extLst>
                <a:ext uri="{FF2B5EF4-FFF2-40B4-BE49-F238E27FC236}">
                  <a16:creationId xmlns:a16="http://schemas.microsoft.com/office/drawing/2014/main" id="{95078A05-8750-5CAA-C094-1B759A12B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6" y="3022"/>
              <a:ext cx="0" cy="816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32" name="Group 10">
              <a:extLst>
                <a:ext uri="{FF2B5EF4-FFF2-40B4-BE49-F238E27FC236}">
                  <a16:creationId xmlns:a16="http://schemas.microsoft.com/office/drawing/2014/main" id="{D8089757-E3C4-C610-42F3-C272B4EA45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0" y="2926"/>
              <a:ext cx="1056" cy="912"/>
              <a:chOff x="2074" y="2843"/>
              <a:chExt cx="1056" cy="912"/>
            </a:xfrm>
          </p:grpSpPr>
          <p:sp>
            <p:nvSpPr>
              <p:cNvPr id="25633" name="Oval 11">
                <a:extLst>
                  <a:ext uri="{FF2B5EF4-FFF2-40B4-BE49-F238E27FC236}">
                    <a16:creationId xmlns:a16="http://schemas.microsoft.com/office/drawing/2014/main" id="{BDEE4B66-F3D5-09FD-2719-94B7E0EA69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8" y="2939"/>
                <a:ext cx="912" cy="816"/>
              </a:xfrm>
              <a:prstGeom prst="ellipse">
                <a:avLst/>
              </a:prstGeom>
              <a:noFill/>
              <a:ln w="38100">
                <a:solidFill>
                  <a:srgbClr val="66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endParaRPr kumimoji="0"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634" name="Rectangle 12">
                <a:extLst>
                  <a:ext uri="{FF2B5EF4-FFF2-40B4-BE49-F238E27FC236}">
                    <a16:creationId xmlns:a16="http://schemas.microsoft.com/office/drawing/2014/main" id="{C795A1C9-F27A-0171-2F89-10C4B0EB3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4" y="2843"/>
                <a:ext cx="576" cy="912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endParaRPr kumimoji="0"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635" name="Text Box 13">
                <a:extLst>
                  <a:ext uri="{FF2B5EF4-FFF2-40B4-BE49-F238E27FC236}">
                    <a16:creationId xmlns:a16="http://schemas.microsoft.com/office/drawing/2014/main" id="{A396ED89-BE21-4570-F60B-439CCC3068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3125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i="1">
                    <a:solidFill>
                      <a:srgbClr val="66FFFF"/>
                    </a:solidFill>
                  </a:rPr>
                  <a:t>I</a:t>
                </a:r>
              </a:p>
            </p:txBody>
          </p:sp>
        </p:grp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9DEA1768-0F32-FE2E-8DBA-EC88550F8F9B}"/>
              </a:ext>
            </a:extLst>
          </p:cNvPr>
          <p:cNvGrpSpPr>
            <a:grpSpLocks/>
          </p:cNvGrpSpPr>
          <p:nvPr/>
        </p:nvGrpSpPr>
        <p:grpSpPr bwMode="auto">
          <a:xfrm>
            <a:off x="6035675" y="2492375"/>
            <a:ext cx="2590800" cy="1524000"/>
            <a:chOff x="672" y="3360"/>
            <a:chExt cx="1632" cy="960"/>
          </a:xfrm>
        </p:grpSpPr>
        <p:sp>
          <p:nvSpPr>
            <p:cNvPr id="25626" name="Line 15">
              <a:extLst>
                <a:ext uri="{FF2B5EF4-FFF2-40B4-BE49-F238E27FC236}">
                  <a16:creationId xmlns:a16="http://schemas.microsoft.com/office/drawing/2014/main" id="{01951D8E-03E8-F6AD-234C-BC9D16DDC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360"/>
              <a:ext cx="1632" cy="0"/>
            </a:xfrm>
            <a:prstGeom prst="line">
              <a:avLst/>
            </a:prstGeom>
            <a:noFill/>
            <a:ln w="28575">
              <a:solidFill>
                <a:srgbClr val="66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Line 16">
              <a:extLst>
                <a:ext uri="{FF2B5EF4-FFF2-40B4-BE49-F238E27FC236}">
                  <a16:creationId xmlns:a16="http://schemas.microsoft.com/office/drawing/2014/main" id="{21A450EF-A37B-1D89-FBB7-249FE776A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600"/>
              <a:ext cx="1632" cy="0"/>
            </a:xfrm>
            <a:prstGeom prst="line">
              <a:avLst/>
            </a:prstGeom>
            <a:noFill/>
            <a:ln w="28575">
              <a:solidFill>
                <a:srgbClr val="66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Line 17">
              <a:extLst>
                <a:ext uri="{FF2B5EF4-FFF2-40B4-BE49-F238E27FC236}">
                  <a16:creationId xmlns:a16="http://schemas.microsoft.com/office/drawing/2014/main" id="{9D520D71-630C-8A68-6F74-8B6D6AECB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840"/>
              <a:ext cx="1632" cy="0"/>
            </a:xfrm>
            <a:prstGeom prst="line">
              <a:avLst/>
            </a:prstGeom>
            <a:noFill/>
            <a:ln w="28575">
              <a:solidFill>
                <a:srgbClr val="66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Line 18">
              <a:extLst>
                <a:ext uri="{FF2B5EF4-FFF2-40B4-BE49-F238E27FC236}">
                  <a16:creationId xmlns:a16="http://schemas.microsoft.com/office/drawing/2014/main" id="{2F3FA032-3072-9DBC-56C4-6049BB381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4080"/>
              <a:ext cx="1632" cy="0"/>
            </a:xfrm>
            <a:prstGeom prst="line">
              <a:avLst/>
            </a:prstGeom>
            <a:noFill/>
            <a:ln w="28575">
              <a:solidFill>
                <a:srgbClr val="66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0" name="Line 19">
              <a:extLst>
                <a:ext uri="{FF2B5EF4-FFF2-40B4-BE49-F238E27FC236}">
                  <a16:creationId xmlns:a16="http://schemas.microsoft.com/office/drawing/2014/main" id="{C67A523A-4C74-CD2E-42E2-71868CFC4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4320"/>
              <a:ext cx="1632" cy="0"/>
            </a:xfrm>
            <a:prstGeom prst="line">
              <a:avLst/>
            </a:prstGeom>
            <a:noFill/>
            <a:ln w="28575">
              <a:solidFill>
                <a:srgbClr val="66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8004" name="Object 2">
            <a:extLst>
              <a:ext uri="{FF2B5EF4-FFF2-40B4-BE49-F238E27FC236}">
                <a16:creationId xmlns:a16="http://schemas.microsoft.com/office/drawing/2014/main" id="{61BA52A6-E9C7-3D79-2D6E-38048C7876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02675" y="2949575"/>
          <a:ext cx="4413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456" imgH="152622" progId="Equation.3">
                  <p:embed/>
                </p:oleObj>
              </mc:Choice>
              <mc:Fallback>
                <p:oleObj name="Equation" r:id="rId3" imgW="114456" imgH="15262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2675" y="2949575"/>
                        <a:ext cx="4413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005" name="Object 3">
            <a:extLst>
              <a:ext uri="{FF2B5EF4-FFF2-40B4-BE49-F238E27FC236}">
                <a16:creationId xmlns:a16="http://schemas.microsoft.com/office/drawing/2014/main" id="{0DD6F95A-09BF-B295-D5B8-C9D18401E7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863" y="2852738"/>
          <a:ext cx="492601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19393" imgH="381055" progId="Equation.DSMT4">
                  <p:embed/>
                </p:oleObj>
              </mc:Choice>
              <mc:Fallback>
                <p:oleObj name="Equation" r:id="rId5" imgW="2019393" imgH="38105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2852738"/>
                        <a:ext cx="4926012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006" name="Object 4">
            <a:extLst>
              <a:ext uri="{FF2B5EF4-FFF2-40B4-BE49-F238E27FC236}">
                <a16:creationId xmlns:a16="http://schemas.microsoft.com/office/drawing/2014/main" id="{DF7FD773-5B02-8654-9D7E-2375C6D698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276475"/>
          <a:ext cx="18034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24056" imgH="205989" progId="Equation.3">
                  <p:embed/>
                </p:oleObj>
              </mc:Choice>
              <mc:Fallback>
                <p:oleObj name="公式" r:id="rId7" imgW="724056" imgH="20598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276475"/>
                        <a:ext cx="18034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007" name="Object 5">
            <a:extLst>
              <a:ext uri="{FF2B5EF4-FFF2-40B4-BE49-F238E27FC236}">
                <a16:creationId xmlns:a16="http://schemas.microsoft.com/office/drawing/2014/main" id="{AFA49976-1BF6-8EBD-7711-959F2110A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75" y="2276475"/>
          <a:ext cx="137795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33462" imgH="205989" progId="Equation.3">
                  <p:embed/>
                </p:oleObj>
              </mc:Choice>
              <mc:Fallback>
                <p:oleObj name="公式" r:id="rId9" imgW="533462" imgH="20598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276475"/>
                        <a:ext cx="137795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008" name="Rectangle 24">
            <a:extLst>
              <a:ext uri="{FF2B5EF4-FFF2-40B4-BE49-F238E27FC236}">
                <a16:creationId xmlns:a16="http://schemas.microsoft.com/office/drawing/2014/main" id="{600F74D5-67D1-5E19-20CF-93C715674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19868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>
                <a:solidFill>
                  <a:srgbClr val="FFFFFF"/>
                </a:solidFill>
                <a:ea typeface="楷体_GB2312" pitchFamily="49" charset="-122"/>
              </a:rPr>
              <a:t>(1)</a:t>
            </a:r>
          </a:p>
        </p:txBody>
      </p:sp>
      <p:graphicFrame>
        <p:nvGraphicFramePr>
          <p:cNvPr id="298009" name="Object 6">
            <a:extLst>
              <a:ext uri="{FF2B5EF4-FFF2-40B4-BE49-F238E27FC236}">
                <a16:creationId xmlns:a16="http://schemas.microsoft.com/office/drawing/2014/main" id="{48C992E4-321C-7C48-FA12-88086D07D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860800"/>
          <a:ext cx="30559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025109" imgH="434423" progId="Equation.3">
                  <p:embed/>
                </p:oleObj>
              </mc:Choice>
              <mc:Fallback>
                <p:oleObj name="公式" r:id="rId11" imgW="3025109" imgH="4344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860800"/>
                        <a:ext cx="305593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8010" name="Line 26">
            <a:extLst>
              <a:ext uri="{FF2B5EF4-FFF2-40B4-BE49-F238E27FC236}">
                <a16:creationId xmlns:a16="http://schemas.microsoft.com/office/drawing/2014/main" id="{89CBED95-6D19-4271-686E-559D4DBB45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59675" y="2360613"/>
            <a:ext cx="0" cy="83820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8011" name="Object 7">
            <a:extLst>
              <a:ext uri="{FF2B5EF4-FFF2-40B4-BE49-F238E27FC236}">
                <a16:creationId xmlns:a16="http://schemas.microsoft.com/office/drawing/2014/main" id="{6F7B3BEB-5B25-0DD8-EB38-B5DA5D1D94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5575" y="2520950"/>
          <a:ext cx="392113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58296" imgH="304745" progId="Equation.3">
                  <p:embed/>
                </p:oleObj>
              </mc:Choice>
              <mc:Fallback>
                <p:oleObj name="公式" r:id="rId13" imgW="358296" imgH="30474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5575" y="2520950"/>
                        <a:ext cx="392113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8012" name="Object 8">
            <a:extLst>
              <a:ext uri="{FF2B5EF4-FFF2-40B4-BE49-F238E27FC236}">
                <a16:creationId xmlns:a16="http://schemas.microsoft.com/office/drawing/2014/main" id="{D29B7DA2-1088-0901-F2F5-F03685249A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549275"/>
          <a:ext cx="23082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270698" imgH="434423" progId="Equation.3">
                  <p:embed/>
                </p:oleObj>
              </mc:Choice>
              <mc:Fallback>
                <p:oleObj name="公式" r:id="rId15" imgW="2270698" imgH="43442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549275"/>
                        <a:ext cx="23082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0" name="Text Box 2">
            <a:extLst>
              <a:ext uri="{FF2B5EF4-FFF2-40B4-BE49-F238E27FC236}">
                <a16:creationId xmlns:a16="http://schemas.microsoft.com/office/drawing/2014/main" id="{2717B85E-5F1B-43B2-ADDD-D9305BCB5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025" y="4545013"/>
            <a:ext cx="3400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由于回路中电流不变，</a:t>
            </a:r>
            <a:r>
              <a:rPr kumimoji="0" lang="zh-CN" altLang="en-US" b="0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299011" name="Object 30">
            <a:extLst>
              <a:ext uri="{FF2B5EF4-FFF2-40B4-BE49-F238E27FC236}">
                <a16:creationId xmlns:a16="http://schemas.microsoft.com/office/drawing/2014/main" id="{FBA93DD7-CAB9-D110-5141-F7728F9893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5450" y="5157788"/>
          <a:ext cx="37750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749164" imgH="434423" progId="Equation.3">
                  <p:embed/>
                </p:oleObj>
              </mc:Choice>
              <mc:Fallback>
                <p:oleObj name="公式" r:id="rId17" imgW="3749164" imgH="434423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5157788"/>
                        <a:ext cx="377507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12" name="Object 31">
            <a:extLst>
              <a:ext uri="{FF2B5EF4-FFF2-40B4-BE49-F238E27FC236}">
                <a16:creationId xmlns:a16="http://schemas.microsoft.com/office/drawing/2014/main" id="{B9BA4543-AB1E-A06D-2631-A15D1322E0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5230813"/>
          <a:ext cx="86042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823084" imgH="281801" progId="Equation.3">
                  <p:embed/>
                </p:oleObj>
              </mc:Choice>
              <mc:Fallback>
                <p:oleObj name="公式" r:id="rId19" imgW="823084" imgH="28180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30813"/>
                        <a:ext cx="86042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3" name="Rectangle 5">
            <a:extLst>
              <a:ext uri="{FF2B5EF4-FFF2-40B4-BE49-F238E27FC236}">
                <a16:creationId xmlns:a16="http://schemas.microsoft.com/office/drawing/2014/main" id="{ED7F13CB-A365-1E4B-8DFA-0CC5659AB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863" y="459263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>
                <a:solidFill>
                  <a:srgbClr val="FFFFFF"/>
                </a:solidFill>
                <a:ea typeface="楷体_GB2312" pitchFamily="49" charset="-122"/>
              </a:rPr>
              <a:t>(2)</a:t>
            </a:r>
          </a:p>
        </p:txBody>
      </p:sp>
      <p:graphicFrame>
        <p:nvGraphicFramePr>
          <p:cNvPr id="299014" name="Object 33">
            <a:extLst>
              <a:ext uri="{FF2B5EF4-FFF2-40B4-BE49-F238E27FC236}">
                <a16:creationId xmlns:a16="http://schemas.microsoft.com/office/drawing/2014/main" id="{27313C72-4B66-5336-5CD4-992AFFC24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7025" y="5230813"/>
          <a:ext cx="12049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165953" imgH="358112" progId="Equation.3">
                  <p:embed/>
                </p:oleObj>
              </mc:Choice>
              <mc:Fallback>
                <p:oleObj name="公式" r:id="rId21" imgW="1165953" imgH="358112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5230813"/>
                        <a:ext cx="12049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15" name="Object 34">
            <a:extLst>
              <a:ext uri="{FF2B5EF4-FFF2-40B4-BE49-F238E27FC236}">
                <a16:creationId xmlns:a16="http://schemas.microsoft.com/office/drawing/2014/main" id="{494E4754-4FE2-4A3E-5863-1827C6025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0" y="5830888"/>
          <a:ext cx="134461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310764" imgH="838422" progId="Equation.3">
                  <p:embed/>
                </p:oleObj>
              </mc:Choice>
              <mc:Fallback>
                <p:oleObj name="公式" r:id="rId23" imgW="1310764" imgH="838422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5830888"/>
                        <a:ext cx="1344613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16" name="Object 35">
            <a:extLst>
              <a:ext uri="{FF2B5EF4-FFF2-40B4-BE49-F238E27FC236}">
                <a16:creationId xmlns:a16="http://schemas.microsoft.com/office/drawing/2014/main" id="{02F51577-15A6-F184-6489-448C946AC1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7250" y="6057900"/>
          <a:ext cx="18510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813373" imgH="358112" progId="Equation.3">
                  <p:embed/>
                </p:oleObj>
              </mc:Choice>
              <mc:Fallback>
                <p:oleObj name="公式" r:id="rId25" imgW="1813373" imgH="358112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0" y="6057900"/>
                        <a:ext cx="18510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2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9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9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9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9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9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9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29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2000"/>
                                        <p:tgtEl>
                                          <p:spTgt spid="2980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29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299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29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29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0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0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2000"/>
                                        <p:tgtEl>
                                          <p:spTgt spid="29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/>
      <p:bldP spid="297987" grpId="0"/>
      <p:bldP spid="297988" grpId="0" autoUpdateAnimBg="0"/>
      <p:bldP spid="297989" grpId="0"/>
      <p:bldP spid="297990" grpId="0"/>
      <p:bldP spid="297991" grpId="0"/>
      <p:bldP spid="298008" grpId="0"/>
      <p:bldP spid="299010" grpId="0" autoUpdateAnimBg="0"/>
      <p:bldP spid="2990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Text Box 2">
            <a:extLst>
              <a:ext uri="{FF2B5EF4-FFF2-40B4-BE49-F238E27FC236}">
                <a16:creationId xmlns:a16="http://schemas.microsoft.com/office/drawing/2014/main" id="{1C667147-7964-6692-BE90-B7DBFE40C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6763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洛伦兹力</a:t>
            </a:r>
          </a:p>
        </p:txBody>
      </p:sp>
      <p:sp>
        <p:nvSpPr>
          <p:cNvPr id="207875" name="AutoShape 3">
            <a:extLst>
              <a:ext uri="{FF2B5EF4-FFF2-40B4-BE49-F238E27FC236}">
                <a16:creationId xmlns:a16="http://schemas.microsoft.com/office/drawing/2014/main" id="{CF517034-E6B4-0283-D646-CAA522107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613" y="2579688"/>
            <a:ext cx="3810000" cy="1219200"/>
          </a:xfrm>
          <a:prstGeom prst="parallelogram">
            <a:avLst>
              <a:gd name="adj" fmla="val 78125"/>
            </a:avLst>
          </a:prstGeom>
          <a:gradFill rotWithShape="1">
            <a:gsLst>
              <a:gs pos="0">
                <a:srgbClr val="3399FF">
                  <a:gamma/>
                  <a:shade val="46275"/>
                  <a:invGamma/>
                  <a:alpha val="70000"/>
                </a:srgbClr>
              </a:gs>
              <a:gs pos="50000">
                <a:srgbClr val="3399FF">
                  <a:alpha val="52000"/>
                </a:srgbClr>
              </a:gs>
              <a:gs pos="100000">
                <a:srgbClr val="3399FF">
                  <a:gamma/>
                  <a:shade val="46275"/>
                  <a:invGamma/>
                  <a:alpha val="70000"/>
                </a:srgbClr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>
              <a:defRPr/>
            </a:pPr>
            <a:endParaRPr lang="zh-CN" altLang="en-US"/>
          </a:p>
        </p:txBody>
      </p:sp>
      <p:sp>
        <p:nvSpPr>
          <p:cNvPr id="207876" name="Text Box 4">
            <a:extLst>
              <a:ext uri="{FF2B5EF4-FFF2-40B4-BE49-F238E27FC236}">
                <a16:creationId xmlns:a16="http://schemas.microsoft.com/office/drawing/2014/main" id="{5246F604-688A-EA39-5F66-763C289BC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2014538"/>
            <a:ext cx="2195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FFFF00"/>
                </a:solidFill>
              </a:rPr>
              <a:t>•</a:t>
            </a:r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实验结果</a:t>
            </a:r>
          </a:p>
        </p:txBody>
      </p:sp>
      <p:sp>
        <p:nvSpPr>
          <p:cNvPr id="207877" name="Oval 5">
            <a:extLst>
              <a:ext uri="{FF2B5EF4-FFF2-40B4-BE49-F238E27FC236}">
                <a16:creationId xmlns:a16="http://schemas.microsoft.com/office/drawing/2014/main" id="{BB2D569D-4D38-379A-4AF4-E4249E17E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413" y="3036888"/>
            <a:ext cx="304800" cy="304800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07878" name="Object 2">
            <a:extLst>
              <a:ext uri="{FF2B5EF4-FFF2-40B4-BE49-F238E27FC236}">
                <a16:creationId xmlns:a16="http://schemas.microsoft.com/office/drawing/2014/main" id="{2FF7EE48-98D3-1083-A0A6-1BC57A675CFB}"/>
              </a:ext>
            </a:extLst>
          </p:cNvPr>
          <p:cNvGraphicFramePr>
            <a:graphicFrameLocks/>
          </p:cNvGraphicFramePr>
          <p:nvPr/>
        </p:nvGraphicFramePr>
        <p:xfrm>
          <a:off x="5916613" y="3113088"/>
          <a:ext cx="230187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593" imgH="266839" progId="Equation.3">
                  <p:embed/>
                </p:oleObj>
              </mc:Choice>
              <mc:Fallback>
                <p:oleObj name="Equation" r:id="rId2" imgW="190593" imgH="266839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6613" y="3113088"/>
                        <a:ext cx="230187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79" name="Line 7">
            <a:extLst>
              <a:ext uri="{FF2B5EF4-FFF2-40B4-BE49-F238E27FC236}">
                <a16:creationId xmlns:a16="http://schemas.microsoft.com/office/drawing/2014/main" id="{78CFFC5F-C385-BFBE-A8E7-B6FA28819D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50013" y="2655888"/>
            <a:ext cx="1447800" cy="53340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880" name="Line 8">
            <a:extLst>
              <a:ext uri="{FF2B5EF4-FFF2-40B4-BE49-F238E27FC236}">
                <a16:creationId xmlns:a16="http://schemas.microsoft.com/office/drawing/2014/main" id="{630CC680-6383-014B-C0AF-0090DAC56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3813" y="3189288"/>
            <a:ext cx="1143000" cy="2286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7881" name="Object 3">
            <a:extLst>
              <a:ext uri="{FF2B5EF4-FFF2-40B4-BE49-F238E27FC236}">
                <a16:creationId xmlns:a16="http://schemas.microsoft.com/office/drawing/2014/main" id="{443BC290-8E59-3183-2196-7735B511972C}"/>
              </a:ext>
            </a:extLst>
          </p:cNvPr>
          <p:cNvGraphicFramePr>
            <a:graphicFrameLocks/>
          </p:cNvGraphicFramePr>
          <p:nvPr/>
        </p:nvGraphicFramePr>
        <p:xfrm>
          <a:off x="7880350" y="2622550"/>
          <a:ext cx="2809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40" imgH="304745" progId="Equation.3">
                  <p:embed/>
                </p:oleObj>
              </mc:Choice>
              <mc:Fallback>
                <p:oleObj name="Equation" r:id="rId4" imgW="243840" imgH="304745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0350" y="2622550"/>
                        <a:ext cx="280988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2" name="Object 4">
            <a:extLst>
              <a:ext uri="{FF2B5EF4-FFF2-40B4-BE49-F238E27FC236}">
                <a16:creationId xmlns:a16="http://schemas.microsoft.com/office/drawing/2014/main" id="{B199A7CC-629D-4410-DE67-FE8F341E9EFC}"/>
              </a:ext>
            </a:extLst>
          </p:cNvPr>
          <p:cNvGraphicFramePr>
            <a:graphicFrameLocks/>
          </p:cNvGraphicFramePr>
          <p:nvPr/>
        </p:nvGraphicFramePr>
        <p:xfrm>
          <a:off x="7589838" y="3319463"/>
          <a:ext cx="2301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593" imgH="251377" progId="Equation.3">
                  <p:embed/>
                </p:oleObj>
              </mc:Choice>
              <mc:Fallback>
                <p:oleObj name="Equation" r:id="rId6" imgW="190593" imgH="251377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9838" y="3319463"/>
                        <a:ext cx="23018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83" name="Line 11">
            <a:extLst>
              <a:ext uri="{FF2B5EF4-FFF2-40B4-BE49-F238E27FC236}">
                <a16:creationId xmlns:a16="http://schemas.microsoft.com/office/drawing/2014/main" id="{518FE30F-CD58-C29B-668D-0B66AEDD2B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3813" y="2198688"/>
            <a:ext cx="0" cy="99060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7884" name="Object 5">
            <a:extLst>
              <a:ext uri="{FF2B5EF4-FFF2-40B4-BE49-F238E27FC236}">
                <a16:creationId xmlns:a16="http://schemas.microsoft.com/office/drawing/2014/main" id="{A4E4B413-6DA1-1C98-CC07-C64C2E2606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34138" y="1884363"/>
          <a:ext cx="2921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3840" imgH="403999" progId="Equation.3">
                  <p:embed/>
                </p:oleObj>
              </mc:Choice>
              <mc:Fallback>
                <p:oleObj name="Equation" r:id="rId8" imgW="243840" imgH="40399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138" y="1884363"/>
                        <a:ext cx="29210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5" name="Object 6">
            <a:extLst>
              <a:ext uri="{FF2B5EF4-FFF2-40B4-BE49-F238E27FC236}">
                <a16:creationId xmlns:a16="http://schemas.microsoft.com/office/drawing/2014/main" id="{65412EBC-C39D-3FA8-F96D-A806958CA97E}"/>
              </a:ext>
            </a:extLst>
          </p:cNvPr>
          <p:cNvGraphicFramePr>
            <a:graphicFrameLocks/>
          </p:cNvGraphicFramePr>
          <p:nvPr/>
        </p:nvGraphicFramePr>
        <p:xfrm>
          <a:off x="893763" y="2547938"/>
          <a:ext cx="230981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70698" imgH="358112" progId="Equation.3">
                  <p:embed/>
                </p:oleObj>
              </mc:Choice>
              <mc:Fallback>
                <p:oleObj name="Equation" r:id="rId10" imgW="2270698" imgH="358112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2547938"/>
                        <a:ext cx="2309812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6" name="Object 7">
            <a:extLst>
              <a:ext uri="{FF2B5EF4-FFF2-40B4-BE49-F238E27FC236}">
                <a16:creationId xmlns:a16="http://schemas.microsoft.com/office/drawing/2014/main" id="{01625C0C-95CA-A5A5-03D3-96AEE94EF117}"/>
              </a:ext>
            </a:extLst>
          </p:cNvPr>
          <p:cNvGraphicFramePr>
            <a:graphicFrameLocks/>
          </p:cNvGraphicFramePr>
          <p:nvPr/>
        </p:nvGraphicFramePr>
        <p:xfrm>
          <a:off x="7059613" y="2960688"/>
          <a:ext cx="2301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593" imgH="281801" progId="Equation.3">
                  <p:embed/>
                </p:oleObj>
              </mc:Choice>
              <mc:Fallback>
                <p:oleObj name="Equation" r:id="rId12" imgW="190593" imgH="281801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9613" y="2960688"/>
                        <a:ext cx="230187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7" name="Object 8">
            <a:extLst>
              <a:ext uri="{FF2B5EF4-FFF2-40B4-BE49-F238E27FC236}">
                <a16:creationId xmlns:a16="http://schemas.microsoft.com/office/drawing/2014/main" id="{77073253-C668-39D6-A04B-26F654450140}"/>
              </a:ext>
            </a:extLst>
          </p:cNvPr>
          <p:cNvGraphicFramePr>
            <a:graphicFrameLocks/>
          </p:cNvGraphicFramePr>
          <p:nvPr/>
        </p:nvGraphicFramePr>
        <p:xfrm>
          <a:off x="3635375" y="2489200"/>
          <a:ext cx="2005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66147" imgH="472329" progId="Equation.3">
                  <p:embed/>
                </p:oleObj>
              </mc:Choice>
              <mc:Fallback>
                <p:oleObj name="Equation" r:id="rId14" imgW="1966147" imgH="472329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489200"/>
                        <a:ext cx="20050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88" name="Rectangle 16">
            <a:extLst>
              <a:ext uri="{FF2B5EF4-FFF2-40B4-BE49-F238E27FC236}">
                <a16:creationId xmlns:a16="http://schemas.microsoft.com/office/drawing/2014/main" id="{45C0CBED-D5AD-482C-DB4C-D8AE9C46C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60350"/>
            <a:ext cx="678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00FF00"/>
                </a:solidFill>
                <a:ea typeface="黑体" panose="02010609060101010101" pitchFamily="49" charset="-122"/>
              </a:rPr>
              <a:t>9-6</a:t>
            </a:r>
            <a:r>
              <a:rPr lang="en-US" altLang="zh-CN" sz="28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带电粒子在磁场中的运动</a:t>
            </a:r>
          </a:p>
        </p:txBody>
      </p:sp>
      <p:sp>
        <p:nvSpPr>
          <p:cNvPr id="207889" name="AutoShape 17">
            <a:extLst>
              <a:ext uri="{FF2B5EF4-FFF2-40B4-BE49-F238E27FC236}">
                <a16:creationId xmlns:a16="http://schemas.microsoft.com/office/drawing/2014/main" id="{FB54C084-62AF-F61D-F984-F2F734158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141663"/>
            <a:ext cx="2232025" cy="792162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07890" name="Object 9">
            <a:extLst>
              <a:ext uri="{FF2B5EF4-FFF2-40B4-BE49-F238E27FC236}">
                <a16:creationId xmlns:a16="http://schemas.microsoft.com/office/drawing/2014/main" id="{C1941891-5E1B-6537-9A78-D517C3B2A404}"/>
              </a:ext>
            </a:extLst>
          </p:cNvPr>
          <p:cNvGraphicFramePr>
            <a:graphicFrameLocks/>
          </p:cNvGraphicFramePr>
          <p:nvPr/>
        </p:nvGraphicFramePr>
        <p:xfrm>
          <a:off x="2197100" y="3286125"/>
          <a:ext cx="170338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61098" imgH="418961" progId="Equation.3">
                  <p:embed/>
                </p:oleObj>
              </mc:Choice>
              <mc:Fallback>
                <p:oleObj name="Equation" r:id="rId16" imgW="1661098" imgH="418961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3286125"/>
                        <a:ext cx="170338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91" name="Rectangle 19">
            <a:extLst>
              <a:ext uri="{FF2B5EF4-FFF2-40B4-BE49-F238E27FC236}">
                <a16:creationId xmlns:a16="http://schemas.microsoft.com/office/drawing/2014/main" id="{B8EDAA1C-0BE0-5865-BEB5-52773BFB0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387475"/>
            <a:ext cx="8640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以速度</a:t>
            </a:r>
            <a:r>
              <a:rPr lang="en-US" altLang="zh-CN" i="1">
                <a:solidFill>
                  <a:srgbClr val="FF3300"/>
                </a:solidFill>
                <a:latin typeface="Bookman Old Style" panose="02050604050505020204" pitchFamily="18" charset="0"/>
              </a:rPr>
              <a:t>v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运动的单个带电量</a:t>
            </a:r>
            <a:r>
              <a:rPr lang="en-US" altLang="zh-CN" i="1">
                <a:solidFill>
                  <a:srgbClr val="FF3300"/>
                </a:solidFill>
              </a:rPr>
              <a:t>q</a:t>
            </a:r>
            <a:r>
              <a:rPr lang="zh-CN" altLang="en-US">
                <a:solidFill>
                  <a:schemeClr val="bg1"/>
                </a:solidFill>
              </a:rPr>
              <a:t>的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粒子在磁场中受到的磁场力</a:t>
            </a:r>
            <a:r>
              <a:rPr lang="en-US" altLang="zh-CN" i="1">
                <a:solidFill>
                  <a:srgbClr val="FF3300"/>
                </a:solidFill>
              </a:rPr>
              <a:t>f</a:t>
            </a:r>
            <a:r>
              <a:rPr lang="en-US" altLang="zh-CN" i="1">
                <a:solidFill>
                  <a:srgbClr val="FFFF99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07893" name="Arc 21">
            <a:extLst>
              <a:ext uri="{FF2B5EF4-FFF2-40B4-BE49-F238E27FC236}">
                <a16:creationId xmlns:a16="http://schemas.microsoft.com/office/drawing/2014/main" id="{14E8DEF5-E92B-F711-3DBB-E8C1ADA0DCCB}"/>
              </a:ext>
            </a:extLst>
          </p:cNvPr>
          <p:cNvSpPr>
            <a:spLocks/>
          </p:cNvSpPr>
          <p:nvPr/>
        </p:nvSpPr>
        <p:spPr bwMode="auto">
          <a:xfrm rot="4483828">
            <a:off x="6437312" y="2811463"/>
            <a:ext cx="352425" cy="914400"/>
          </a:xfrm>
          <a:custGeom>
            <a:avLst/>
            <a:gdLst>
              <a:gd name="T0" fmla="*/ 0 w 8316"/>
              <a:gd name="T1" fmla="*/ 0 h 21600"/>
              <a:gd name="T2" fmla="*/ 2147483646 w 8316"/>
              <a:gd name="T3" fmla="*/ 2147483646 h 21600"/>
              <a:gd name="T4" fmla="*/ 0 w 8316"/>
              <a:gd name="T5" fmla="*/ 2147483646 h 21600"/>
              <a:gd name="T6" fmla="*/ 0 60000 65536"/>
              <a:gd name="T7" fmla="*/ 0 60000 65536"/>
              <a:gd name="T8" fmla="*/ 0 60000 65536"/>
              <a:gd name="T9" fmla="*/ 0 w 8316"/>
              <a:gd name="T10" fmla="*/ 0 h 21600"/>
              <a:gd name="T11" fmla="*/ 8316 w 8316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16" h="21600" fill="none" extrusionOk="0">
                <a:moveTo>
                  <a:pt x="-1" y="0"/>
                </a:moveTo>
                <a:cubicBezTo>
                  <a:pt x="2854" y="0"/>
                  <a:pt x="5681" y="565"/>
                  <a:pt x="8315" y="1665"/>
                </a:cubicBezTo>
              </a:path>
              <a:path w="8316" h="21600" stroke="0" extrusionOk="0">
                <a:moveTo>
                  <a:pt x="-1" y="0"/>
                </a:moveTo>
                <a:cubicBezTo>
                  <a:pt x="2854" y="0"/>
                  <a:pt x="5681" y="565"/>
                  <a:pt x="8315" y="166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96" name="Text Box 24">
            <a:extLst>
              <a:ext uri="{FF2B5EF4-FFF2-40B4-BE49-F238E27FC236}">
                <a16:creationId xmlns:a16="http://schemas.microsoft.com/office/drawing/2014/main" id="{DFB33840-976D-8CBB-F037-392D5FFF5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4076700"/>
            <a:ext cx="436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FFFF00"/>
                </a:solidFill>
              </a:rPr>
              <a:t>•</a:t>
            </a:r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安培力与洛伦兹力的关系</a:t>
            </a:r>
          </a:p>
        </p:txBody>
      </p:sp>
      <p:graphicFrame>
        <p:nvGraphicFramePr>
          <p:cNvPr id="207897" name="Object 11">
            <a:extLst>
              <a:ext uri="{FF2B5EF4-FFF2-40B4-BE49-F238E27FC236}">
                <a16:creationId xmlns:a16="http://schemas.microsoft.com/office/drawing/2014/main" id="{529E47FB-9647-6C1D-866D-8C34996F7F09}"/>
              </a:ext>
            </a:extLst>
          </p:cNvPr>
          <p:cNvGraphicFramePr>
            <a:graphicFrameLocks/>
          </p:cNvGraphicFramePr>
          <p:nvPr/>
        </p:nvGraphicFramePr>
        <p:xfrm>
          <a:off x="3348038" y="5459413"/>
          <a:ext cx="2411412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77689" imgH="800017" progId="Equation.3">
                  <p:embed/>
                </p:oleObj>
              </mc:Choice>
              <mc:Fallback>
                <p:oleObj name="Equation" r:id="rId18" imgW="2377689" imgH="800017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459413"/>
                        <a:ext cx="2411412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98" name="Object 12">
            <a:extLst>
              <a:ext uri="{FF2B5EF4-FFF2-40B4-BE49-F238E27FC236}">
                <a16:creationId xmlns:a16="http://schemas.microsoft.com/office/drawing/2014/main" id="{E016787E-6D6A-4767-6276-D5CD8CF69FF5}"/>
              </a:ext>
            </a:extLst>
          </p:cNvPr>
          <p:cNvGraphicFramePr>
            <a:graphicFrameLocks/>
          </p:cNvGraphicFramePr>
          <p:nvPr/>
        </p:nvGraphicFramePr>
        <p:xfrm>
          <a:off x="800100" y="4725988"/>
          <a:ext cx="18272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790482" imgH="327688" progId="Equation.3">
                  <p:embed/>
                </p:oleObj>
              </mc:Choice>
              <mc:Fallback>
                <p:oleObj name="公式" r:id="rId20" imgW="1790482" imgH="327688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4725988"/>
                        <a:ext cx="18272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99" name="Object 13">
            <a:extLst>
              <a:ext uri="{FF2B5EF4-FFF2-40B4-BE49-F238E27FC236}">
                <a16:creationId xmlns:a16="http://schemas.microsoft.com/office/drawing/2014/main" id="{A01A655C-E944-6979-34B2-0DAD80E74886}"/>
              </a:ext>
            </a:extLst>
          </p:cNvPr>
          <p:cNvGraphicFramePr>
            <a:graphicFrameLocks/>
          </p:cNvGraphicFramePr>
          <p:nvPr/>
        </p:nvGraphicFramePr>
        <p:xfrm>
          <a:off x="2693988" y="4714875"/>
          <a:ext cx="187801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844227" imgH="403999" progId="Equation.3">
                  <p:embed/>
                </p:oleObj>
              </mc:Choice>
              <mc:Fallback>
                <p:oleObj name="Equation" r:id="rId22" imgW="1844227" imgH="403999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4714875"/>
                        <a:ext cx="1878012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00" name="Object 14">
            <a:extLst>
              <a:ext uri="{FF2B5EF4-FFF2-40B4-BE49-F238E27FC236}">
                <a16:creationId xmlns:a16="http://schemas.microsoft.com/office/drawing/2014/main" id="{974B1A5E-3EB2-CAFA-9664-A9A89C4CA6D3}"/>
              </a:ext>
            </a:extLst>
          </p:cNvPr>
          <p:cNvGraphicFramePr>
            <a:graphicFrameLocks/>
          </p:cNvGraphicFramePr>
          <p:nvPr/>
        </p:nvGraphicFramePr>
        <p:xfrm>
          <a:off x="1323975" y="5651500"/>
          <a:ext cx="166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623278" imgH="396018" progId="Equation.3">
                  <p:embed/>
                </p:oleObj>
              </mc:Choice>
              <mc:Fallback>
                <p:oleObj name="公式" r:id="rId24" imgW="1623278" imgH="396018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3975" y="5651500"/>
                        <a:ext cx="1663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1" name="Rectangle 29">
            <a:extLst>
              <a:ext uri="{FF2B5EF4-FFF2-40B4-BE49-F238E27FC236}">
                <a16:creationId xmlns:a16="http://schemas.microsoft.com/office/drawing/2014/main" id="{0C2E45B0-4578-583E-899F-F9F6423B1CF0}"/>
              </a:ext>
            </a:extLst>
          </p:cNvPr>
          <p:cNvSpPr>
            <a:spLocks noChangeArrowheads="1"/>
          </p:cNvSpPr>
          <p:nvPr/>
        </p:nvSpPr>
        <p:spPr bwMode="auto">
          <a:xfrm rot="-1560000">
            <a:off x="6242050" y="4841875"/>
            <a:ext cx="1616075" cy="936625"/>
          </a:xfrm>
          <a:prstGeom prst="rect">
            <a:avLst/>
          </a:prstGeom>
          <a:noFill/>
          <a:ln w="19050">
            <a:solidFill>
              <a:srgbClr val="FF7C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7902" name="Oval 30">
            <a:extLst>
              <a:ext uri="{FF2B5EF4-FFF2-40B4-BE49-F238E27FC236}">
                <a16:creationId xmlns:a16="http://schemas.microsoft.com/office/drawing/2014/main" id="{BA475165-9F6E-971F-6061-55DE88D82747}"/>
              </a:ext>
            </a:extLst>
          </p:cNvPr>
          <p:cNvSpPr>
            <a:spLocks noChangeArrowheads="1"/>
          </p:cNvSpPr>
          <p:nvPr/>
        </p:nvSpPr>
        <p:spPr bwMode="auto">
          <a:xfrm rot="-1560000">
            <a:off x="6073775" y="5191125"/>
            <a:ext cx="503238" cy="936625"/>
          </a:xfrm>
          <a:prstGeom prst="ellipse">
            <a:avLst/>
          </a:prstGeom>
          <a:gradFill rotWithShape="1">
            <a:gsLst>
              <a:gs pos="0">
                <a:srgbClr val="00CC99">
                  <a:alpha val="89998"/>
                </a:srgbClr>
              </a:gs>
              <a:gs pos="100000">
                <a:srgbClr val="005E47">
                  <a:alpha val="89998"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FF7C8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7903" name="Rectangle 31">
            <a:extLst>
              <a:ext uri="{FF2B5EF4-FFF2-40B4-BE49-F238E27FC236}">
                <a16:creationId xmlns:a16="http://schemas.microsoft.com/office/drawing/2014/main" id="{0B592B76-38BD-1EF8-4F42-D7A5FF358756}"/>
              </a:ext>
            </a:extLst>
          </p:cNvPr>
          <p:cNvSpPr>
            <a:spLocks noChangeArrowheads="1"/>
          </p:cNvSpPr>
          <p:nvPr/>
        </p:nvSpPr>
        <p:spPr bwMode="auto">
          <a:xfrm rot="-1560000">
            <a:off x="6242050" y="4841875"/>
            <a:ext cx="1616075" cy="936625"/>
          </a:xfrm>
          <a:prstGeom prst="rect">
            <a:avLst/>
          </a:prstGeom>
          <a:gradFill rotWithShape="1">
            <a:gsLst>
              <a:gs pos="0">
                <a:srgbClr val="005E47">
                  <a:alpha val="70000"/>
                </a:srgbClr>
              </a:gs>
              <a:gs pos="50000">
                <a:srgbClr val="00CC99">
                  <a:alpha val="70000"/>
                </a:srgbClr>
              </a:gs>
              <a:gs pos="100000">
                <a:srgbClr val="005E47">
                  <a:alpha val="70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7904" name="Oval 32">
            <a:extLst>
              <a:ext uri="{FF2B5EF4-FFF2-40B4-BE49-F238E27FC236}">
                <a16:creationId xmlns:a16="http://schemas.microsoft.com/office/drawing/2014/main" id="{E8348F89-37D0-5F6E-A7B2-CE0605F5FC34}"/>
              </a:ext>
            </a:extLst>
          </p:cNvPr>
          <p:cNvSpPr>
            <a:spLocks noChangeArrowheads="1"/>
          </p:cNvSpPr>
          <p:nvPr/>
        </p:nvSpPr>
        <p:spPr bwMode="auto">
          <a:xfrm rot="20040000">
            <a:off x="7516813" y="4489450"/>
            <a:ext cx="503237" cy="936625"/>
          </a:xfrm>
          <a:prstGeom prst="ellipse">
            <a:avLst/>
          </a:prstGeom>
          <a:gradFill rotWithShape="1">
            <a:gsLst>
              <a:gs pos="0">
                <a:schemeClr val="accent1">
                  <a:alpha val="89999"/>
                </a:schemeClr>
              </a:gs>
              <a:gs pos="100000">
                <a:schemeClr val="accent1">
                  <a:gamma/>
                  <a:shade val="46275"/>
                  <a:invGamma/>
                  <a:alpha val="89999"/>
                </a:schemeClr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FF7C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just">
              <a:defRPr/>
            </a:pPr>
            <a:endParaRPr lang="zh-CN" altLang="en-US"/>
          </a:p>
        </p:txBody>
      </p:sp>
      <p:graphicFrame>
        <p:nvGraphicFramePr>
          <p:cNvPr id="207905" name="Object 15">
            <a:extLst>
              <a:ext uri="{FF2B5EF4-FFF2-40B4-BE49-F238E27FC236}">
                <a16:creationId xmlns:a16="http://schemas.microsoft.com/office/drawing/2014/main" id="{23B2A248-7B79-6E1B-2C50-5CF70C7BB8A7}"/>
              </a:ext>
            </a:extLst>
          </p:cNvPr>
          <p:cNvGraphicFramePr>
            <a:graphicFrameLocks/>
          </p:cNvGraphicFramePr>
          <p:nvPr/>
        </p:nvGraphicFramePr>
        <p:xfrm>
          <a:off x="6457950" y="4445000"/>
          <a:ext cx="392113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58296" imgH="327688" progId="Equation.3">
                  <p:embed/>
                </p:oleObj>
              </mc:Choice>
              <mc:Fallback>
                <p:oleObj name="Equation" r:id="rId26" imgW="358296" imgH="327688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950" y="4445000"/>
                        <a:ext cx="392113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6" name="Line 34">
            <a:extLst>
              <a:ext uri="{FF2B5EF4-FFF2-40B4-BE49-F238E27FC236}">
                <a16:creationId xmlns:a16="http://schemas.microsoft.com/office/drawing/2014/main" id="{7DFC7791-B3FD-AF87-4F7E-A2F441E9BF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26375" y="4516438"/>
            <a:ext cx="720725" cy="4064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7907" name="Object 16">
            <a:extLst>
              <a:ext uri="{FF2B5EF4-FFF2-40B4-BE49-F238E27FC236}">
                <a16:creationId xmlns:a16="http://schemas.microsoft.com/office/drawing/2014/main" id="{EEF01F35-60D9-736E-214C-C5A99F645B88}"/>
              </a:ext>
            </a:extLst>
          </p:cNvPr>
          <p:cNvGraphicFramePr>
            <a:graphicFrameLocks/>
          </p:cNvGraphicFramePr>
          <p:nvPr/>
        </p:nvGraphicFramePr>
        <p:xfrm>
          <a:off x="8618538" y="4373563"/>
          <a:ext cx="2016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7702" imgH="251377" progId="Equation.3">
                  <p:embed/>
                </p:oleObj>
              </mc:Choice>
              <mc:Fallback>
                <p:oleObj name="Equation" r:id="rId28" imgW="167702" imgH="251377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8538" y="4373563"/>
                        <a:ext cx="2016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8" name="Line 36">
            <a:extLst>
              <a:ext uri="{FF2B5EF4-FFF2-40B4-BE49-F238E27FC236}">
                <a16:creationId xmlns:a16="http://schemas.microsoft.com/office/drawing/2014/main" id="{CA214877-E168-E6D2-15EE-3881118A8F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2413" y="5165725"/>
            <a:ext cx="647700" cy="304800"/>
          </a:xfrm>
          <a:prstGeom prst="line">
            <a:avLst/>
          </a:prstGeom>
          <a:noFill/>
          <a:ln w="28575">
            <a:solidFill>
              <a:srgbClr val="FF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909" name="Oval 37">
            <a:extLst>
              <a:ext uri="{FF2B5EF4-FFF2-40B4-BE49-F238E27FC236}">
                <a16:creationId xmlns:a16="http://schemas.microsoft.com/office/drawing/2014/main" id="{2DD8BD20-CE63-9478-668C-FD85139D8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7950" y="5381625"/>
            <a:ext cx="228600" cy="228600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07910" name="Object 17">
            <a:extLst>
              <a:ext uri="{FF2B5EF4-FFF2-40B4-BE49-F238E27FC236}">
                <a16:creationId xmlns:a16="http://schemas.microsoft.com/office/drawing/2014/main" id="{6D0E27C9-B0E9-6481-FFBB-63681A3D1867}"/>
              </a:ext>
            </a:extLst>
          </p:cNvPr>
          <p:cNvGraphicFramePr>
            <a:graphicFrameLocks/>
          </p:cNvGraphicFramePr>
          <p:nvPr/>
        </p:nvGraphicFramePr>
        <p:xfrm>
          <a:off x="6386513" y="5597525"/>
          <a:ext cx="230187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0593" imgH="266839" progId="Equation.3">
                  <p:embed/>
                </p:oleObj>
              </mc:Choice>
              <mc:Fallback>
                <p:oleObj name="Equation" r:id="rId30" imgW="190593" imgH="266839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6513" y="5597525"/>
                        <a:ext cx="230187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11" name="Object 18">
            <a:extLst>
              <a:ext uri="{FF2B5EF4-FFF2-40B4-BE49-F238E27FC236}">
                <a16:creationId xmlns:a16="http://schemas.microsoft.com/office/drawing/2014/main" id="{7B613F4B-DEA7-44FD-7124-8535B6B25DE6}"/>
              </a:ext>
            </a:extLst>
          </p:cNvPr>
          <p:cNvGraphicFramePr>
            <a:graphicFrameLocks/>
          </p:cNvGraphicFramePr>
          <p:nvPr/>
        </p:nvGraphicFramePr>
        <p:xfrm>
          <a:off x="7754938" y="5021263"/>
          <a:ext cx="255587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213484" imgH="281801" progId="Equation.3">
                  <p:embed/>
                </p:oleObj>
              </mc:Choice>
              <mc:Fallback>
                <p:oleObj name="公式" r:id="rId32" imgW="213484" imgH="281801" progId="Equation.3">
                  <p:embed/>
                  <p:pic>
                    <p:nvPicPr>
                      <p:cNvPr id="0" name="Object 18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4938" y="5021263"/>
                        <a:ext cx="255587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12" name="Object 19">
            <a:extLst>
              <a:ext uri="{FF2B5EF4-FFF2-40B4-BE49-F238E27FC236}">
                <a16:creationId xmlns:a16="http://schemas.microsoft.com/office/drawing/2014/main" id="{96AFC08E-C7C6-9C53-25C6-2FF7C052D6FD}"/>
              </a:ext>
            </a:extLst>
          </p:cNvPr>
          <p:cNvGraphicFramePr>
            <a:graphicFrameLocks/>
          </p:cNvGraphicFramePr>
          <p:nvPr/>
        </p:nvGraphicFramePr>
        <p:xfrm>
          <a:off x="7250113" y="5021263"/>
          <a:ext cx="2301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90593" imgH="251377" progId="Equation.3">
                  <p:embed/>
                </p:oleObj>
              </mc:Choice>
              <mc:Fallback>
                <p:oleObj name="Equation" r:id="rId34" imgW="190593" imgH="251377" progId="Equation.3">
                  <p:embed/>
                  <p:pic>
                    <p:nvPicPr>
                      <p:cNvPr id="0" name="Object 19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0113" y="5021263"/>
                        <a:ext cx="23018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13" name="Text Box 41">
            <a:extLst>
              <a:ext uri="{FF2B5EF4-FFF2-40B4-BE49-F238E27FC236}">
                <a16:creationId xmlns:a16="http://schemas.microsoft.com/office/drawing/2014/main" id="{C9FF613A-D971-9664-E954-DE9098381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6308725"/>
            <a:ext cx="7080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安培力是大量带电粒子洛伦兹力的关系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0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20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7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20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0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207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207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2000"/>
                                        <p:tgtEl>
                                          <p:spTgt spid="20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000"/>
                                        <p:tgtEl>
                                          <p:spTgt spid="20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20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0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2000"/>
                                        <p:tgtEl>
                                          <p:spTgt spid="20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0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9" dur="2000"/>
                                        <p:tgtEl>
                                          <p:spTgt spid="20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2000"/>
                                        <p:tgtEl>
                                          <p:spTgt spid="20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2000"/>
                                        <p:tgtEl>
                                          <p:spTgt spid="20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2000"/>
                                        <p:tgtEl>
                                          <p:spTgt spid="20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2000"/>
                                        <p:tgtEl>
                                          <p:spTgt spid="20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2000"/>
                                        <p:tgtEl>
                                          <p:spTgt spid="20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2000"/>
                                        <p:tgtEl>
                                          <p:spTgt spid="20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 autoUpdateAnimBg="0"/>
      <p:bldP spid="207876" grpId="0" autoUpdateAnimBg="0"/>
      <p:bldP spid="207877" grpId="0" animBg="1"/>
      <p:bldP spid="207888" grpId="0" autoUpdateAnimBg="0"/>
      <p:bldP spid="207889" grpId="0" animBg="1"/>
      <p:bldP spid="207891" grpId="0"/>
      <p:bldP spid="207896" grpId="0" autoUpdateAnimBg="0"/>
      <p:bldP spid="207901" grpId="0" animBg="1"/>
      <p:bldP spid="207902" grpId="0" animBg="1"/>
      <p:bldP spid="207903" grpId="0" animBg="1"/>
      <p:bldP spid="207904" grpId="0" animBg="1"/>
      <p:bldP spid="207909" grpId="0" animBg="1"/>
      <p:bldP spid="20791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Line 2">
            <a:extLst>
              <a:ext uri="{FF2B5EF4-FFF2-40B4-BE49-F238E27FC236}">
                <a16:creationId xmlns:a16="http://schemas.microsoft.com/office/drawing/2014/main" id="{A88ACAB7-B91F-14C7-87F8-AF337B8C05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8000" y="5445125"/>
            <a:ext cx="0" cy="6477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851" name="AutoShape 3">
            <a:extLst>
              <a:ext uri="{FF2B5EF4-FFF2-40B4-BE49-F238E27FC236}">
                <a16:creationId xmlns:a16="http://schemas.microsoft.com/office/drawing/2014/main" id="{F3240DB3-19E8-BEB7-A54C-BC34A607E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2894013"/>
            <a:ext cx="2160588" cy="792162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/>
          </a:p>
        </p:txBody>
      </p:sp>
      <p:sp>
        <p:nvSpPr>
          <p:cNvPr id="206852" name="Text Box 4">
            <a:extLst>
              <a:ext uri="{FF2B5EF4-FFF2-40B4-BE49-F238E27FC236}">
                <a16:creationId xmlns:a16="http://schemas.microsoft.com/office/drawing/2014/main" id="{51021E53-FFCB-74F1-0712-D7F55E47A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800100"/>
            <a:ext cx="674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ea typeface="楷体_GB2312" pitchFamily="49" charset="-122"/>
              </a:rPr>
              <a:t>(1)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洛伦兹力始终与电荷运动方向垂直，故</a:t>
            </a:r>
          </a:p>
        </p:txBody>
      </p:sp>
      <p:sp>
        <p:nvSpPr>
          <p:cNvPr id="206853" name="Text Box 5">
            <a:extLst>
              <a:ext uri="{FF2B5EF4-FFF2-40B4-BE49-F238E27FC236}">
                <a16:creationId xmlns:a16="http://schemas.microsoft.com/office/drawing/2014/main" id="{AC158A25-C65F-C7AA-9BB7-24092649C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385763"/>
            <a:ext cx="178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说明</a:t>
            </a:r>
          </a:p>
        </p:txBody>
      </p:sp>
      <p:sp>
        <p:nvSpPr>
          <p:cNvPr id="206854" name="Text Box 6">
            <a:extLst>
              <a:ext uri="{FF2B5EF4-FFF2-40B4-BE49-F238E27FC236}">
                <a16:creationId xmlns:a16="http://schemas.microsoft.com/office/drawing/2014/main" id="{B0F1307E-952E-0E2E-6392-66D323300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50" y="765175"/>
            <a:ext cx="230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楷体_GB2312" pitchFamily="49" charset="-122"/>
                <a:ea typeface="楷体_GB2312" pitchFamily="49" charset="-122"/>
              </a:rPr>
              <a:t>对电荷不作功</a:t>
            </a:r>
          </a:p>
        </p:txBody>
      </p:sp>
      <p:graphicFrame>
        <p:nvGraphicFramePr>
          <p:cNvPr id="206855" name="Object 2">
            <a:extLst>
              <a:ext uri="{FF2B5EF4-FFF2-40B4-BE49-F238E27FC236}">
                <a16:creationId xmlns:a16="http://schemas.microsoft.com/office/drawing/2014/main" id="{864AC7C1-4040-294C-E6E6-6C74CAB74FB4}"/>
              </a:ext>
            </a:extLst>
          </p:cNvPr>
          <p:cNvGraphicFramePr>
            <a:graphicFrameLocks/>
          </p:cNvGraphicFramePr>
          <p:nvPr/>
        </p:nvGraphicFramePr>
        <p:xfrm>
          <a:off x="6591300" y="800100"/>
          <a:ext cx="2794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304" imgH="411480" progId="Equation.3">
                  <p:embed/>
                </p:oleObj>
              </mc:Choice>
              <mc:Fallback>
                <p:oleObj name="Equation" r:id="rId2" imgW="251304" imgH="411480" progId="Equation.3">
                  <p:embed/>
                  <p:pic>
                    <p:nvPicPr>
                      <p:cNvPr id="206855" name="Object 2">
                        <a:extLst>
                          <a:ext uri="{FF2B5EF4-FFF2-40B4-BE49-F238E27FC236}">
                            <a16:creationId xmlns:a16="http://schemas.microsoft.com/office/drawing/2014/main" id="{864AC7C1-4040-294C-E6E6-6C74CAB74F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1300" y="800100"/>
                        <a:ext cx="2794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6" name="Text Box 8">
            <a:extLst>
              <a:ext uri="{FF2B5EF4-FFF2-40B4-BE49-F238E27FC236}">
                <a16:creationId xmlns:a16="http://schemas.microsoft.com/office/drawing/2014/main" id="{E40EC939-7544-66A4-BC69-994E77A0B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1762125"/>
            <a:ext cx="79771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>
                <a:ea typeface="楷体_GB2312" pitchFamily="49" charset="-122"/>
              </a:rPr>
              <a:t>(2)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在一般情况下，空间中电场和磁场同时存在时，带电    </a:t>
            </a:r>
          </a:p>
          <a:p>
            <a:pPr>
              <a:lnSpc>
                <a:spcPct val="125000"/>
              </a:lnSpc>
            </a:pPr>
            <a:r>
              <a:rPr lang="zh-CN" altLang="en-US">
                <a:latin typeface="楷体_GB2312" pitchFamily="49" charset="-122"/>
                <a:ea typeface="楷体_GB2312" pitchFamily="49" charset="-122"/>
              </a:rPr>
              <a:t>   粒子所受的力为</a:t>
            </a:r>
          </a:p>
        </p:txBody>
      </p:sp>
      <p:graphicFrame>
        <p:nvGraphicFramePr>
          <p:cNvPr id="206857" name="Object 3">
            <a:extLst>
              <a:ext uri="{FF2B5EF4-FFF2-40B4-BE49-F238E27FC236}">
                <a16:creationId xmlns:a16="http://schemas.microsoft.com/office/drawing/2014/main" id="{9171C3D8-CEBD-194C-2D27-3F581ABBAFD4}"/>
              </a:ext>
            </a:extLst>
          </p:cNvPr>
          <p:cNvGraphicFramePr>
            <a:graphicFrameLocks/>
          </p:cNvGraphicFramePr>
          <p:nvPr/>
        </p:nvGraphicFramePr>
        <p:xfrm>
          <a:off x="1338263" y="3038475"/>
          <a:ext cx="163988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7851" imgH="426942" progId="Equation.3">
                  <p:embed/>
                </p:oleObj>
              </mc:Choice>
              <mc:Fallback>
                <p:oleObj name="公式" r:id="rId4" imgW="1607851" imgH="426942" progId="Equation.3">
                  <p:embed/>
                  <p:pic>
                    <p:nvPicPr>
                      <p:cNvPr id="206857" name="Object 3">
                        <a:extLst>
                          <a:ext uri="{FF2B5EF4-FFF2-40B4-BE49-F238E27FC236}">
                            <a16:creationId xmlns:a16="http://schemas.microsoft.com/office/drawing/2014/main" id="{9171C3D8-CEBD-194C-2D27-3F581ABBAFD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3" y="3038475"/>
                        <a:ext cx="1639887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8" name="Object 4">
            <a:extLst>
              <a:ext uri="{FF2B5EF4-FFF2-40B4-BE49-F238E27FC236}">
                <a16:creationId xmlns:a16="http://schemas.microsoft.com/office/drawing/2014/main" id="{9A689E0F-D47B-1204-E768-2FCCF469F83B}"/>
              </a:ext>
            </a:extLst>
          </p:cNvPr>
          <p:cNvGraphicFramePr>
            <a:graphicFrameLocks/>
          </p:cNvGraphicFramePr>
          <p:nvPr/>
        </p:nvGraphicFramePr>
        <p:xfrm>
          <a:off x="3030538" y="3038475"/>
          <a:ext cx="1993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66147" imgH="403999" progId="Equation.3">
                  <p:embed/>
                </p:oleObj>
              </mc:Choice>
              <mc:Fallback>
                <p:oleObj name="Equation" r:id="rId6" imgW="1966147" imgH="403999" progId="Equation.3">
                  <p:embed/>
                  <p:pic>
                    <p:nvPicPr>
                      <p:cNvPr id="206858" name="Object 4">
                        <a:extLst>
                          <a:ext uri="{FF2B5EF4-FFF2-40B4-BE49-F238E27FC236}">
                            <a16:creationId xmlns:a16="http://schemas.microsoft.com/office/drawing/2014/main" id="{9A689E0F-D47B-1204-E768-2FCCF469F83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8" y="3038475"/>
                        <a:ext cx="1993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9" name="Object 5">
            <a:extLst>
              <a:ext uri="{FF2B5EF4-FFF2-40B4-BE49-F238E27FC236}">
                <a16:creationId xmlns:a16="http://schemas.microsoft.com/office/drawing/2014/main" id="{6BA1D718-62BB-9717-AE50-ABB7085E6995}"/>
              </a:ext>
            </a:extLst>
          </p:cNvPr>
          <p:cNvGraphicFramePr>
            <a:graphicFrameLocks/>
          </p:cNvGraphicFramePr>
          <p:nvPr/>
        </p:nvGraphicFramePr>
        <p:xfrm>
          <a:off x="5232400" y="3082925"/>
          <a:ext cx="115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27636" imgH="365594" progId="Equation.3">
                  <p:embed/>
                </p:oleObj>
              </mc:Choice>
              <mc:Fallback>
                <p:oleObj name="Equation" r:id="rId8" imgW="1127636" imgH="365594" progId="Equation.3">
                  <p:embed/>
                  <p:pic>
                    <p:nvPicPr>
                      <p:cNvPr id="206859" name="Object 5">
                        <a:extLst>
                          <a:ext uri="{FF2B5EF4-FFF2-40B4-BE49-F238E27FC236}">
                            <a16:creationId xmlns:a16="http://schemas.microsoft.com/office/drawing/2014/main" id="{6BA1D718-62BB-9717-AE50-ABB7085E699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3082925"/>
                        <a:ext cx="1155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0" name="AutoShape 12">
            <a:extLst>
              <a:ext uri="{FF2B5EF4-FFF2-40B4-BE49-F238E27FC236}">
                <a16:creationId xmlns:a16="http://schemas.microsoft.com/office/drawing/2014/main" id="{A1BC7DB3-19F7-6CF0-836F-D769FBCFE0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6713" y="358775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just">
              <a:defRPr/>
            </a:pPr>
            <a:endParaRPr lang="zh-CN" altLang="en-US"/>
          </a:p>
        </p:txBody>
      </p:sp>
      <p:sp>
        <p:nvSpPr>
          <p:cNvPr id="206862" name="Rectangle 14">
            <a:extLst>
              <a:ext uri="{FF2B5EF4-FFF2-40B4-BE49-F238E27FC236}">
                <a16:creationId xmlns:a16="http://schemas.microsoft.com/office/drawing/2014/main" id="{BC25D199-384D-766B-0EDB-E3142D4A5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3762375"/>
            <a:ext cx="3138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ea typeface="楷体_GB2312" pitchFamily="49" charset="-122"/>
              </a:rPr>
              <a:t>(3)      </a:t>
            </a:r>
            <a:r>
              <a:rPr lang="zh-CN" altLang="en-US">
                <a:ea typeface="楷体_GB2312" pitchFamily="49" charset="-122"/>
              </a:rPr>
              <a:t>为负时，</a:t>
            </a:r>
          </a:p>
        </p:txBody>
      </p:sp>
      <p:graphicFrame>
        <p:nvGraphicFramePr>
          <p:cNvPr id="206863" name="Object 6">
            <a:extLst>
              <a:ext uri="{FF2B5EF4-FFF2-40B4-BE49-F238E27FC236}">
                <a16:creationId xmlns:a16="http://schemas.microsoft.com/office/drawing/2014/main" id="{D5F6A812-0E07-8075-514B-790387203BAC}"/>
              </a:ext>
            </a:extLst>
          </p:cNvPr>
          <p:cNvGraphicFramePr>
            <a:graphicFrameLocks/>
          </p:cNvGraphicFramePr>
          <p:nvPr/>
        </p:nvGraphicFramePr>
        <p:xfrm>
          <a:off x="2916238" y="3776663"/>
          <a:ext cx="2794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1304" imgH="411480" progId="Equation.3">
                  <p:embed/>
                </p:oleObj>
              </mc:Choice>
              <mc:Fallback>
                <p:oleObj name="Equation" r:id="rId10" imgW="251304" imgH="411480" progId="Equation.3">
                  <p:embed/>
                  <p:pic>
                    <p:nvPicPr>
                      <p:cNvPr id="206863" name="Object 6">
                        <a:extLst>
                          <a:ext uri="{FF2B5EF4-FFF2-40B4-BE49-F238E27FC236}">
                            <a16:creationId xmlns:a16="http://schemas.microsoft.com/office/drawing/2014/main" id="{D5F6A812-0E07-8075-514B-790387203B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776663"/>
                        <a:ext cx="2794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4" name="Rectangle 16">
            <a:extLst>
              <a:ext uri="{FF2B5EF4-FFF2-40B4-BE49-F238E27FC236}">
                <a16:creationId xmlns:a16="http://schemas.microsoft.com/office/drawing/2014/main" id="{D8E806AF-615C-60E3-4D28-E33955D07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716338"/>
            <a:ext cx="1908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a typeface="楷体_GB2312" pitchFamily="49" charset="-122"/>
              </a:rPr>
              <a:t>反向</a:t>
            </a:r>
          </a:p>
        </p:txBody>
      </p:sp>
      <p:graphicFrame>
        <p:nvGraphicFramePr>
          <p:cNvPr id="206865" name="Object 7">
            <a:extLst>
              <a:ext uri="{FF2B5EF4-FFF2-40B4-BE49-F238E27FC236}">
                <a16:creationId xmlns:a16="http://schemas.microsoft.com/office/drawing/2014/main" id="{06E3CF80-CD6C-8794-94D6-AC77B66EF2C1}"/>
              </a:ext>
            </a:extLst>
          </p:cNvPr>
          <p:cNvGraphicFramePr>
            <a:graphicFrameLocks/>
          </p:cNvGraphicFramePr>
          <p:nvPr/>
        </p:nvGraphicFramePr>
        <p:xfrm>
          <a:off x="1439863" y="3848100"/>
          <a:ext cx="2286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98058" imgH="274320" progId="Equation.3">
                  <p:embed/>
                </p:oleObj>
              </mc:Choice>
              <mc:Fallback>
                <p:oleObj name="公式" r:id="rId12" imgW="198058" imgH="274320" progId="Equation.3">
                  <p:embed/>
                  <p:pic>
                    <p:nvPicPr>
                      <p:cNvPr id="206865" name="Object 7">
                        <a:extLst>
                          <a:ext uri="{FF2B5EF4-FFF2-40B4-BE49-F238E27FC236}">
                            <a16:creationId xmlns:a16="http://schemas.microsoft.com/office/drawing/2014/main" id="{06E3CF80-CD6C-8794-94D6-AC77B66EF2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3848100"/>
                        <a:ext cx="228600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6" name="Text Box 18">
            <a:extLst>
              <a:ext uri="{FF2B5EF4-FFF2-40B4-BE49-F238E27FC236}">
                <a16:creationId xmlns:a16="http://schemas.microsoft.com/office/drawing/2014/main" id="{9B667722-9C43-F944-1251-6ED886144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268413"/>
            <a:ext cx="7345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楷体_GB2312" pitchFamily="49" charset="-122"/>
                <a:ea typeface="楷体_GB2312" pitchFamily="49" charset="-122"/>
              </a:rPr>
              <a:t>只改变粒子的方向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而不改变它的速率和动能</a:t>
            </a:r>
          </a:p>
        </p:txBody>
      </p:sp>
      <p:sp>
        <p:nvSpPr>
          <p:cNvPr id="206867" name="Rectangle 19">
            <a:extLst>
              <a:ext uri="{FF2B5EF4-FFF2-40B4-BE49-F238E27FC236}">
                <a16:creationId xmlns:a16="http://schemas.microsoft.com/office/drawing/2014/main" id="{4FFF0DDA-A210-F617-6336-4B60C13C0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460533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02E00211-904A-1D2D-C0F9-B1CB687D68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7088" y="5091113"/>
            <a:ext cx="111125" cy="161925"/>
            <a:chOff x="2112" y="3120"/>
            <a:chExt cx="144" cy="192"/>
          </a:xfrm>
        </p:grpSpPr>
        <p:sp>
          <p:nvSpPr>
            <p:cNvPr id="10439" name="Line 21">
              <a:extLst>
                <a:ext uri="{FF2B5EF4-FFF2-40B4-BE49-F238E27FC236}">
                  <a16:creationId xmlns:a16="http://schemas.microsoft.com/office/drawing/2014/main" id="{ED94A7A2-4F72-D8FB-203A-0E330A9CFE4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0" name="Line 22">
              <a:extLst>
                <a:ext uri="{FF2B5EF4-FFF2-40B4-BE49-F238E27FC236}">
                  <a16:creationId xmlns:a16="http://schemas.microsoft.com/office/drawing/2014/main" id="{2BB2C641-39A3-8CB5-0BF4-1B8580FCF5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3">
            <a:extLst>
              <a:ext uri="{FF2B5EF4-FFF2-40B4-BE49-F238E27FC236}">
                <a16:creationId xmlns:a16="http://schemas.microsoft.com/office/drawing/2014/main" id="{F5C8F512-77F6-27AE-BCE2-51EB421F04B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7088" y="6124575"/>
            <a:ext cx="111125" cy="161925"/>
            <a:chOff x="2112" y="3120"/>
            <a:chExt cx="144" cy="192"/>
          </a:xfrm>
        </p:grpSpPr>
        <p:sp>
          <p:nvSpPr>
            <p:cNvPr id="10437" name="Line 24">
              <a:extLst>
                <a:ext uri="{FF2B5EF4-FFF2-40B4-BE49-F238E27FC236}">
                  <a16:creationId xmlns:a16="http://schemas.microsoft.com/office/drawing/2014/main" id="{98A139CF-B85B-9E0B-9042-C8C2EDA1BB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8" name="Line 25">
              <a:extLst>
                <a:ext uri="{FF2B5EF4-FFF2-40B4-BE49-F238E27FC236}">
                  <a16:creationId xmlns:a16="http://schemas.microsoft.com/office/drawing/2014/main" id="{050C0495-5E8E-BD1F-2CE1-20D6AB14E02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6">
            <a:extLst>
              <a:ext uri="{FF2B5EF4-FFF2-40B4-BE49-F238E27FC236}">
                <a16:creationId xmlns:a16="http://schemas.microsoft.com/office/drawing/2014/main" id="{DFCFAD27-63EE-A52A-2716-F706212B38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7088" y="5580063"/>
            <a:ext cx="111125" cy="161925"/>
            <a:chOff x="2112" y="3120"/>
            <a:chExt cx="144" cy="192"/>
          </a:xfrm>
        </p:grpSpPr>
        <p:sp>
          <p:nvSpPr>
            <p:cNvPr id="10435" name="Line 27">
              <a:extLst>
                <a:ext uri="{FF2B5EF4-FFF2-40B4-BE49-F238E27FC236}">
                  <a16:creationId xmlns:a16="http://schemas.microsoft.com/office/drawing/2014/main" id="{0C33A52B-6BE2-C286-933A-E897F3DC2E8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6" name="Line 28">
              <a:extLst>
                <a:ext uri="{FF2B5EF4-FFF2-40B4-BE49-F238E27FC236}">
                  <a16:creationId xmlns:a16="http://schemas.microsoft.com/office/drawing/2014/main" id="{68FE6909-F612-36A8-2530-89B6BD7972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9">
            <a:extLst>
              <a:ext uri="{FF2B5EF4-FFF2-40B4-BE49-F238E27FC236}">
                <a16:creationId xmlns:a16="http://schemas.microsoft.com/office/drawing/2014/main" id="{E8D00486-64F7-5EF2-FAE5-F19BD2B22F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03350" y="5580063"/>
            <a:ext cx="111125" cy="161925"/>
            <a:chOff x="2112" y="3120"/>
            <a:chExt cx="144" cy="192"/>
          </a:xfrm>
        </p:grpSpPr>
        <p:sp>
          <p:nvSpPr>
            <p:cNvPr id="10433" name="Line 30">
              <a:extLst>
                <a:ext uri="{FF2B5EF4-FFF2-40B4-BE49-F238E27FC236}">
                  <a16:creationId xmlns:a16="http://schemas.microsoft.com/office/drawing/2014/main" id="{E634D91A-B4AC-4C4C-B418-E035CD0CDE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4" name="Line 31">
              <a:extLst>
                <a:ext uri="{FF2B5EF4-FFF2-40B4-BE49-F238E27FC236}">
                  <a16:creationId xmlns:a16="http://schemas.microsoft.com/office/drawing/2014/main" id="{5928453F-692F-6050-7375-13D6A1AA33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2">
            <a:extLst>
              <a:ext uri="{FF2B5EF4-FFF2-40B4-BE49-F238E27FC236}">
                <a16:creationId xmlns:a16="http://schemas.microsoft.com/office/drawing/2014/main" id="{9B5D9470-13D3-B1BC-7813-116DF8F21C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03350" y="6124575"/>
            <a:ext cx="111125" cy="161925"/>
            <a:chOff x="2112" y="3120"/>
            <a:chExt cx="144" cy="192"/>
          </a:xfrm>
        </p:grpSpPr>
        <p:sp>
          <p:nvSpPr>
            <p:cNvPr id="10431" name="Line 33">
              <a:extLst>
                <a:ext uri="{FF2B5EF4-FFF2-40B4-BE49-F238E27FC236}">
                  <a16:creationId xmlns:a16="http://schemas.microsoft.com/office/drawing/2014/main" id="{AC44539B-6EBA-98DA-581B-25000B30920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2" name="Line 34">
              <a:extLst>
                <a:ext uri="{FF2B5EF4-FFF2-40B4-BE49-F238E27FC236}">
                  <a16:creationId xmlns:a16="http://schemas.microsoft.com/office/drawing/2014/main" id="{6934D952-28A2-20E8-337F-860C9889BF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35">
            <a:extLst>
              <a:ext uri="{FF2B5EF4-FFF2-40B4-BE49-F238E27FC236}">
                <a16:creationId xmlns:a16="http://schemas.microsoft.com/office/drawing/2014/main" id="{802C6629-A03C-AA56-DC47-D4A9CD8D726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11413" y="5580063"/>
            <a:ext cx="111125" cy="161925"/>
            <a:chOff x="2112" y="3120"/>
            <a:chExt cx="144" cy="192"/>
          </a:xfrm>
        </p:grpSpPr>
        <p:sp>
          <p:nvSpPr>
            <p:cNvPr id="10429" name="Line 36">
              <a:extLst>
                <a:ext uri="{FF2B5EF4-FFF2-40B4-BE49-F238E27FC236}">
                  <a16:creationId xmlns:a16="http://schemas.microsoft.com/office/drawing/2014/main" id="{34F12E7A-44ED-8ED5-2918-D725221559E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0" name="Line 37">
              <a:extLst>
                <a:ext uri="{FF2B5EF4-FFF2-40B4-BE49-F238E27FC236}">
                  <a16:creationId xmlns:a16="http://schemas.microsoft.com/office/drawing/2014/main" id="{10785EAA-0CED-B2AC-6AAF-8E2615151DD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8">
            <a:extLst>
              <a:ext uri="{FF2B5EF4-FFF2-40B4-BE49-F238E27FC236}">
                <a16:creationId xmlns:a16="http://schemas.microsoft.com/office/drawing/2014/main" id="{89BD8277-32EC-FFD1-E0F6-4084A14C72A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11413" y="5091113"/>
            <a:ext cx="111125" cy="161925"/>
            <a:chOff x="2112" y="3120"/>
            <a:chExt cx="144" cy="192"/>
          </a:xfrm>
        </p:grpSpPr>
        <p:sp>
          <p:nvSpPr>
            <p:cNvPr id="10427" name="Line 39">
              <a:extLst>
                <a:ext uri="{FF2B5EF4-FFF2-40B4-BE49-F238E27FC236}">
                  <a16:creationId xmlns:a16="http://schemas.microsoft.com/office/drawing/2014/main" id="{B1414672-1D61-00EF-AECA-9F86F8FC77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8" name="Line 40">
              <a:extLst>
                <a:ext uri="{FF2B5EF4-FFF2-40B4-BE49-F238E27FC236}">
                  <a16:creationId xmlns:a16="http://schemas.microsoft.com/office/drawing/2014/main" id="{D3DCCF34-7306-D62C-5CBF-B29A6FBAA4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1">
            <a:extLst>
              <a:ext uri="{FF2B5EF4-FFF2-40B4-BE49-F238E27FC236}">
                <a16:creationId xmlns:a16="http://schemas.microsoft.com/office/drawing/2014/main" id="{AB721F27-D081-2222-E9C6-5EAEB236E2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08175" y="5091113"/>
            <a:ext cx="111125" cy="161925"/>
            <a:chOff x="2112" y="3120"/>
            <a:chExt cx="144" cy="192"/>
          </a:xfrm>
        </p:grpSpPr>
        <p:sp>
          <p:nvSpPr>
            <p:cNvPr id="10425" name="Line 42">
              <a:extLst>
                <a:ext uri="{FF2B5EF4-FFF2-40B4-BE49-F238E27FC236}">
                  <a16:creationId xmlns:a16="http://schemas.microsoft.com/office/drawing/2014/main" id="{199D0B81-6D71-C958-AC26-6C1002C518F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6" name="Line 43">
              <a:extLst>
                <a:ext uri="{FF2B5EF4-FFF2-40B4-BE49-F238E27FC236}">
                  <a16:creationId xmlns:a16="http://schemas.microsoft.com/office/drawing/2014/main" id="{920AA0D4-3D1C-87F5-46B5-B82D7C31ED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44">
            <a:extLst>
              <a:ext uri="{FF2B5EF4-FFF2-40B4-BE49-F238E27FC236}">
                <a16:creationId xmlns:a16="http://schemas.microsoft.com/office/drawing/2014/main" id="{6310F02A-EBAC-57F3-4599-A2F1B9D91F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03350" y="5091113"/>
            <a:ext cx="111125" cy="161925"/>
            <a:chOff x="2112" y="3120"/>
            <a:chExt cx="144" cy="192"/>
          </a:xfrm>
        </p:grpSpPr>
        <p:sp>
          <p:nvSpPr>
            <p:cNvPr id="10423" name="Line 45">
              <a:extLst>
                <a:ext uri="{FF2B5EF4-FFF2-40B4-BE49-F238E27FC236}">
                  <a16:creationId xmlns:a16="http://schemas.microsoft.com/office/drawing/2014/main" id="{7F5DD2C8-B4E4-DC6B-3C6B-EF6105FBC5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4" name="Line 46">
              <a:extLst>
                <a:ext uri="{FF2B5EF4-FFF2-40B4-BE49-F238E27FC236}">
                  <a16:creationId xmlns:a16="http://schemas.microsoft.com/office/drawing/2014/main" id="{65F6429A-4BB7-17E4-660E-7E78136534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47">
            <a:extLst>
              <a:ext uri="{FF2B5EF4-FFF2-40B4-BE49-F238E27FC236}">
                <a16:creationId xmlns:a16="http://schemas.microsoft.com/office/drawing/2014/main" id="{5DC13ADA-7067-F324-AEE7-B41C478FFFA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08175" y="5580063"/>
            <a:ext cx="111125" cy="161925"/>
            <a:chOff x="2112" y="3120"/>
            <a:chExt cx="144" cy="192"/>
          </a:xfrm>
        </p:grpSpPr>
        <p:sp>
          <p:nvSpPr>
            <p:cNvPr id="10421" name="Line 48">
              <a:extLst>
                <a:ext uri="{FF2B5EF4-FFF2-40B4-BE49-F238E27FC236}">
                  <a16:creationId xmlns:a16="http://schemas.microsoft.com/office/drawing/2014/main" id="{0F509C25-2F6F-2EA6-583C-890E26CBCD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2" name="Line 49">
              <a:extLst>
                <a:ext uri="{FF2B5EF4-FFF2-40B4-BE49-F238E27FC236}">
                  <a16:creationId xmlns:a16="http://schemas.microsoft.com/office/drawing/2014/main" id="{2A8C08C1-EF79-91B3-A53F-312E4501F3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50">
            <a:extLst>
              <a:ext uri="{FF2B5EF4-FFF2-40B4-BE49-F238E27FC236}">
                <a16:creationId xmlns:a16="http://schemas.microsoft.com/office/drawing/2014/main" id="{040849A0-097D-1ADE-3C52-788B93CA4FF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11413" y="6124575"/>
            <a:ext cx="111125" cy="161925"/>
            <a:chOff x="2112" y="3120"/>
            <a:chExt cx="144" cy="192"/>
          </a:xfrm>
        </p:grpSpPr>
        <p:sp>
          <p:nvSpPr>
            <p:cNvPr id="10419" name="Line 51">
              <a:extLst>
                <a:ext uri="{FF2B5EF4-FFF2-40B4-BE49-F238E27FC236}">
                  <a16:creationId xmlns:a16="http://schemas.microsoft.com/office/drawing/2014/main" id="{DAF3649A-D210-8D5E-AADB-BB360E0A775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0" name="Line 52">
              <a:extLst>
                <a:ext uri="{FF2B5EF4-FFF2-40B4-BE49-F238E27FC236}">
                  <a16:creationId xmlns:a16="http://schemas.microsoft.com/office/drawing/2014/main" id="{68AC275A-852D-A8A8-E8FE-9611DA1EA9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53">
            <a:extLst>
              <a:ext uri="{FF2B5EF4-FFF2-40B4-BE49-F238E27FC236}">
                <a16:creationId xmlns:a16="http://schemas.microsoft.com/office/drawing/2014/main" id="{6930C701-5C92-5E1F-C9B2-B157918E750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08175" y="6124575"/>
            <a:ext cx="111125" cy="161925"/>
            <a:chOff x="2112" y="3120"/>
            <a:chExt cx="144" cy="192"/>
          </a:xfrm>
        </p:grpSpPr>
        <p:sp>
          <p:nvSpPr>
            <p:cNvPr id="10417" name="Line 54">
              <a:extLst>
                <a:ext uri="{FF2B5EF4-FFF2-40B4-BE49-F238E27FC236}">
                  <a16:creationId xmlns:a16="http://schemas.microsoft.com/office/drawing/2014/main" id="{8E54E943-69FB-E528-8219-BFBED2A23E0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8" name="Line 55">
              <a:extLst>
                <a:ext uri="{FF2B5EF4-FFF2-40B4-BE49-F238E27FC236}">
                  <a16:creationId xmlns:a16="http://schemas.microsoft.com/office/drawing/2014/main" id="{97B67965-54A2-5DFD-763C-E6FD9172F99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56">
            <a:extLst>
              <a:ext uri="{FF2B5EF4-FFF2-40B4-BE49-F238E27FC236}">
                <a16:creationId xmlns:a16="http://schemas.microsoft.com/office/drawing/2014/main" id="{F55D6E81-D784-FE26-C8E9-2D15AC738FA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7088" y="4605338"/>
            <a:ext cx="111125" cy="161925"/>
            <a:chOff x="2112" y="3120"/>
            <a:chExt cx="144" cy="192"/>
          </a:xfrm>
        </p:grpSpPr>
        <p:sp>
          <p:nvSpPr>
            <p:cNvPr id="10415" name="Line 57">
              <a:extLst>
                <a:ext uri="{FF2B5EF4-FFF2-40B4-BE49-F238E27FC236}">
                  <a16:creationId xmlns:a16="http://schemas.microsoft.com/office/drawing/2014/main" id="{CBF8F6E1-0DF5-41D3-C543-1FCB5E825B0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6" name="Line 58">
              <a:extLst>
                <a:ext uri="{FF2B5EF4-FFF2-40B4-BE49-F238E27FC236}">
                  <a16:creationId xmlns:a16="http://schemas.microsoft.com/office/drawing/2014/main" id="{AEE38C94-09DB-DC06-FDB4-2F16CEE72D3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59">
            <a:extLst>
              <a:ext uri="{FF2B5EF4-FFF2-40B4-BE49-F238E27FC236}">
                <a16:creationId xmlns:a16="http://schemas.microsoft.com/office/drawing/2014/main" id="{BD1ED782-8989-130A-1416-993850516A5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11413" y="4605338"/>
            <a:ext cx="111125" cy="161925"/>
            <a:chOff x="2112" y="3120"/>
            <a:chExt cx="144" cy="192"/>
          </a:xfrm>
        </p:grpSpPr>
        <p:sp>
          <p:nvSpPr>
            <p:cNvPr id="10413" name="Line 60">
              <a:extLst>
                <a:ext uri="{FF2B5EF4-FFF2-40B4-BE49-F238E27FC236}">
                  <a16:creationId xmlns:a16="http://schemas.microsoft.com/office/drawing/2014/main" id="{1C90301A-2F9B-3BCB-BF48-431A7930E1E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4" name="Line 61">
              <a:extLst>
                <a:ext uri="{FF2B5EF4-FFF2-40B4-BE49-F238E27FC236}">
                  <a16:creationId xmlns:a16="http://schemas.microsoft.com/office/drawing/2014/main" id="{17B1967E-5B12-0F8E-45F0-BE99C061316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62">
            <a:extLst>
              <a:ext uri="{FF2B5EF4-FFF2-40B4-BE49-F238E27FC236}">
                <a16:creationId xmlns:a16="http://schemas.microsoft.com/office/drawing/2014/main" id="{D6FEE1F1-F619-29DD-8A62-E78A5EDBA8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08175" y="4605338"/>
            <a:ext cx="111125" cy="161925"/>
            <a:chOff x="2112" y="3120"/>
            <a:chExt cx="144" cy="192"/>
          </a:xfrm>
        </p:grpSpPr>
        <p:sp>
          <p:nvSpPr>
            <p:cNvPr id="10411" name="Line 63">
              <a:extLst>
                <a:ext uri="{FF2B5EF4-FFF2-40B4-BE49-F238E27FC236}">
                  <a16:creationId xmlns:a16="http://schemas.microsoft.com/office/drawing/2014/main" id="{4C60239D-139E-B5D1-B1C2-51C8D3AC46A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2" name="Line 64">
              <a:extLst>
                <a:ext uri="{FF2B5EF4-FFF2-40B4-BE49-F238E27FC236}">
                  <a16:creationId xmlns:a16="http://schemas.microsoft.com/office/drawing/2014/main" id="{BAE96201-913B-407A-7FAC-60CB8118D2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65">
            <a:extLst>
              <a:ext uri="{FF2B5EF4-FFF2-40B4-BE49-F238E27FC236}">
                <a16:creationId xmlns:a16="http://schemas.microsoft.com/office/drawing/2014/main" id="{CA9D60A4-887E-B7F4-7101-18EDDE64A80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03350" y="4605338"/>
            <a:ext cx="111125" cy="161925"/>
            <a:chOff x="2112" y="3120"/>
            <a:chExt cx="144" cy="192"/>
          </a:xfrm>
        </p:grpSpPr>
        <p:sp>
          <p:nvSpPr>
            <p:cNvPr id="10409" name="Line 66">
              <a:extLst>
                <a:ext uri="{FF2B5EF4-FFF2-40B4-BE49-F238E27FC236}">
                  <a16:creationId xmlns:a16="http://schemas.microsoft.com/office/drawing/2014/main" id="{B2A2A50A-D5E4-F52D-D7D2-458A7B0002F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0" name="Line 67">
              <a:extLst>
                <a:ext uri="{FF2B5EF4-FFF2-40B4-BE49-F238E27FC236}">
                  <a16:creationId xmlns:a16="http://schemas.microsoft.com/office/drawing/2014/main" id="{A93E8BB1-12BD-3B44-ED0D-B50D477FCBC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06916" name="Object 8">
            <a:extLst>
              <a:ext uri="{FF2B5EF4-FFF2-40B4-BE49-F238E27FC236}">
                <a16:creationId xmlns:a16="http://schemas.microsoft.com/office/drawing/2014/main" id="{41484AF8-B95A-9705-BA1E-7F0B1DFFDF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425" y="527843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4196" imgH="274320" progId="Equation.3">
                  <p:embed/>
                </p:oleObj>
              </mc:Choice>
              <mc:Fallback>
                <p:oleObj name="公式" r:id="rId14" imgW="274196" imgH="274320" progId="Equation.3">
                  <p:embed/>
                  <p:pic>
                    <p:nvPicPr>
                      <p:cNvPr id="206916" name="Object 8">
                        <a:extLst>
                          <a:ext uri="{FF2B5EF4-FFF2-40B4-BE49-F238E27FC236}">
                            <a16:creationId xmlns:a16="http://schemas.microsoft.com/office/drawing/2014/main" id="{41484AF8-B95A-9705-BA1E-7F0B1DFFDF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5278438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917" name="Line 69">
            <a:extLst>
              <a:ext uri="{FF2B5EF4-FFF2-40B4-BE49-F238E27FC236}">
                <a16:creationId xmlns:a16="http://schemas.microsoft.com/office/drawing/2014/main" id="{B79F198F-B3B0-2AD3-3486-071AB4E948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5421313"/>
            <a:ext cx="647700" cy="11112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6918" name="Object 9">
            <a:extLst>
              <a:ext uri="{FF2B5EF4-FFF2-40B4-BE49-F238E27FC236}">
                <a16:creationId xmlns:a16="http://schemas.microsoft.com/office/drawing/2014/main" id="{C1D2ED14-B284-2769-A1F9-C2510B4E0FA3}"/>
              </a:ext>
            </a:extLst>
          </p:cNvPr>
          <p:cNvGraphicFramePr>
            <a:graphicFrameLocks/>
          </p:cNvGraphicFramePr>
          <p:nvPr/>
        </p:nvGraphicFramePr>
        <p:xfrm>
          <a:off x="2124075" y="5278438"/>
          <a:ext cx="2301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058" imgH="258858" progId="Equation.3">
                  <p:embed/>
                </p:oleObj>
              </mc:Choice>
              <mc:Fallback>
                <p:oleObj name="Equation" r:id="rId16" imgW="198058" imgH="258858" progId="Equation.3">
                  <p:embed/>
                  <p:pic>
                    <p:nvPicPr>
                      <p:cNvPr id="206918" name="Object 9">
                        <a:extLst>
                          <a:ext uri="{FF2B5EF4-FFF2-40B4-BE49-F238E27FC236}">
                            <a16:creationId xmlns:a16="http://schemas.microsoft.com/office/drawing/2014/main" id="{C1D2ED14-B284-2769-A1F9-C2510B4E0F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278438"/>
                        <a:ext cx="23018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919" name="Object 10">
            <a:extLst>
              <a:ext uri="{FF2B5EF4-FFF2-40B4-BE49-F238E27FC236}">
                <a16:creationId xmlns:a16="http://schemas.microsoft.com/office/drawing/2014/main" id="{0EC8F15A-BAA7-D30F-AD57-13526D3C85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0488" y="4581525"/>
          <a:ext cx="4032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50333" imgH="426942" progId="Equation.3">
                  <p:embed/>
                </p:oleObj>
              </mc:Choice>
              <mc:Fallback>
                <p:oleObj name="公式" r:id="rId18" imgW="350333" imgH="426942" progId="Equation.3">
                  <p:embed/>
                  <p:pic>
                    <p:nvPicPr>
                      <p:cNvPr id="206919" name="Object 10">
                        <a:extLst>
                          <a:ext uri="{FF2B5EF4-FFF2-40B4-BE49-F238E27FC236}">
                            <a16:creationId xmlns:a16="http://schemas.microsoft.com/office/drawing/2014/main" id="{0EC8F15A-BAA7-D30F-AD57-13526D3C85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88" y="4581525"/>
                        <a:ext cx="40322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920" name="Line 72">
            <a:extLst>
              <a:ext uri="{FF2B5EF4-FFF2-40B4-BE49-F238E27FC236}">
                <a16:creationId xmlns:a16="http://schemas.microsoft.com/office/drawing/2014/main" id="{4258DC86-231B-8490-8FDE-87792CFC3A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58888" y="4702175"/>
            <a:ext cx="0" cy="6477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" name="Group 73">
            <a:extLst>
              <a:ext uri="{FF2B5EF4-FFF2-40B4-BE49-F238E27FC236}">
                <a16:creationId xmlns:a16="http://schemas.microsoft.com/office/drawing/2014/main" id="{5913A25F-96DF-AD54-EBFC-94F80D5E0B0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59113" y="5043488"/>
            <a:ext cx="111125" cy="161925"/>
            <a:chOff x="2112" y="3120"/>
            <a:chExt cx="144" cy="192"/>
          </a:xfrm>
        </p:grpSpPr>
        <p:sp>
          <p:nvSpPr>
            <p:cNvPr id="10407" name="Line 74">
              <a:extLst>
                <a:ext uri="{FF2B5EF4-FFF2-40B4-BE49-F238E27FC236}">
                  <a16:creationId xmlns:a16="http://schemas.microsoft.com/office/drawing/2014/main" id="{06854EB2-592F-FCF5-606A-D803DC70EB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8" name="Line 75">
              <a:extLst>
                <a:ext uri="{FF2B5EF4-FFF2-40B4-BE49-F238E27FC236}">
                  <a16:creationId xmlns:a16="http://schemas.microsoft.com/office/drawing/2014/main" id="{2262EC30-A63F-AD50-49D5-6549DA6145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76">
            <a:extLst>
              <a:ext uri="{FF2B5EF4-FFF2-40B4-BE49-F238E27FC236}">
                <a16:creationId xmlns:a16="http://schemas.microsoft.com/office/drawing/2014/main" id="{C0B99F16-24AF-AEEE-9A84-315BF42EA5F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59113" y="6076950"/>
            <a:ext cx="111125" cy="161925"/>
            <a:chOff x="2112" y="3120"/>
            <a:chExt cx="144" cy="192"/>
          </a:xfrm>
        </p:grpSpPr>
        <p:sp>
          <p:nvSpPr>
            <p:cNvPr id="10405" name="Line 77">
              <a:extLst>
                <a:ext uri="{FF2B5EF4-FFF2-40B4-BE49-F238E27FC236}">
                  <a16:creationId xmlns:a16="http://schemas.microsoft.com/office/drawing/2014/main" id="{72BC50EE-515A-F5AA-5752-6ECD5AC32F3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6" name="Line 78">
              <a:extLst>
                <a:ext uri="{FF2B5EF4-FFF2-40B4-BE49-F238E27FC236}">
                  <a16:creationId xmlns:a16="http://schemas.microsoft.com/office/drawing/2014/main" id="{54E47C2D-CE76-04B5-D99C-2C99792072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79">
            <a:extLst>
              <a:ext uri="{FF2B5EF4-FFF2-40B4-BE49-F238E27FC236}">
                <a16:creationId xmlns:a16="http://schemas.microsoft.com/office/drawing/2014/main" id="{F104EAE1-9A35-334F-C337-578FBF996F0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59113" y="5532438"/>
            <a:ext cx="111125" cy="161925"/>
            <a:chOff x="2112" y="3120"/>
            <a:chExt cx="144" cy="192"/>
          </a:xfrm>
        </p:grpSpPr>
        <p:sp>
          <p:nvSpPr>
            <p:cNvPr id="10403" name="Line 80">
              <a:extLst>
                <a:ext uri="{FF2B5EF4-FFF2-40B4-BE49-F238E27FC236}">
                  <a16:creationId xmlns:a16="http://schemas.microsoft.com/office/drawing/2014/main" id="{0E84BEE3-A4F5-907C-D762-4A4FAA801F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4" name="Line 81">
              <a:extLst>
                <a:ext uri="{FF2B5EF4-FFF2-40B4-BE49-F238E27FC236}">
                  <a16:creationId xmlns:a16="http://schemas.microsoft.com/office/drawing/2014/main" id="{CF2DC8A4-00D1-F2B5-2109-8C98FC430F6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82">
            <a:extLst>
              <a:ext uri="{FF2B5EF4-FFF2-40B4-BE49-F238E27FC236}">
                <a16:creationId xmlns:a16="http://schemas.microsoft.com/office/drawing/2014/main" id="{FCB2F1AA-1750-822A-9EE4-BD6E4C8EFEB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5375" y="5532438"/>
            <a:ext cx="111125" cy="161925"/>
            <a:chOff x="2112" y="3120"/>
            <a:chExt cx="144" cy="192"/>
          </a:xfrm>
        </p:grpSpPr>
        <p:sp>
          <p:nvSpPr>
            <p:cNvPr id="10401" name="Line 83">
              <a:extLst>
                <a:ext uri="{FF2B5EF4-FFF2-40B4-BE49-F238E27FC236}">
                  <a16:creationId xmlns:a16="http://schemas.microsoft.com/office/drawing/2014/main" id="{86C42EA1-8940-58E3-3FE8-FB7F4AF84D2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2" name="Line 84">
              <a:extLst>
                <a:ext uri="{FF2B5EF4-FFF2-40B4-BE49-F238E27FC236}">
                  <a16:creationId xmlns:a16="http://schemas.microsoft.com/office/drawing/2014/main" id="{8A3C3C11-5CBC-AE9B-E98C-5FA4F7E1492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85">
            <a:extLst>
              <a:ext uri="{FF2B5EF4-FFF2-40B4-BE49-F238E27FC236}">
                <a16:creationId xmlns:a16="http://schemas.microsoft.com/office/drawing/2014/main" id="{D5204C26-9283-5F95-D58D-6839D7CF791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5375" y="6076950"/>
            <a:ext cx="111125" cy="161925"/>
            <a:chOff x="2112" y="3120"/>
            <a:chExt cx="144" cy="192"/>
          </a:xfrm>
        </p:grpSpPr>
        <p:sp>
          <p:nvSpPr>
            <p:cNvPr id="10399" name="Line 86">
              <a:extLst>
                <a:ext uri="{FF2B5EF4-FFF2-40B4-BE49-F238E27FC236}">
                  <a16:creationId xmlns:a16="http://schemas.microsoft.com/office/drawing/2014/main" id="{E906B220-D208-A146-028B-F7EF12098CA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0" name="Line 87">
              <a:extLst>
                <a:ext uri="{FF2B5EF4-FFF2-40B4-BE49-F238E27FC236}">
                  <a16:creationId xmlns:a16="http://schemas.microsoft.com/office/drawing/2014/main" id="{EFFBE308-EBB2-FCD1-40E1-C5397957D3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88">
            <a:extLst>
              <a:ext uri="{FF2B5EF4-FFF2-40B4-BE49-F238E27FC236}">
                <a16:creationId xmlns:a16="http://schemas.microsoft.com/office/drawing/2014/main" id="{C79DEC1D-5E81-E6F0-A9E9-E0D94EF3821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43438" y="5532438"/>
            <a:ext cx="111125" cy="161925"/>
            <a:chOff x="2112" y="3120"/>
            <a:chExt cx="144" cy="192"/>
          </a:xfrm>
        </p:grpSpPr>
        <p:sp>
          <p:nvSpPr>
            <p:cNvPr id="10397" name="Line 89">
              <a:extLst>
                <a:ext uri="{FF2B5EF4-FFF2-40B4-BE49-F238E27FC236}">
                  <a16:creationId xmlns:a16="http://schemas.microsoft.com/office/drawing/2014/main" id="{FF1D8EA5-FFBC-8F82-5405-F6AE0E3F6B9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8" name="Line 90">
              <a:extLst>
                <a:ext uri="{FF2B5EF4-FFF2-40B4-BE49-F238E27FC236}">
                  <a16:creationId xmlns:a16="http://schemas.microsoft.com/office/drawing/2014/main" id="{A0FF53B3-5830-55E1-6442-EAA56698FC7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91">
            <a:extLst>
              <a:ext uri="{FF2B5EF4-FFF2-40B4-BE49-F238E27FC236}">
                <a16:creationId xmlns:a16="http://schemas.microsoft.com/office/drawing/2014/main" id="{9FC117B5-66D3-72AB-6C92-0DA17E9464C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43438" y="5043488"/>
            <a:ext cx="111125" cy="161925"/>
            <a:chOff x="2112" y="3120"/>
            <a:chExt cx="144" cy="192"/>
          </a:xfrm>
        </p:grpSpPr>
        <p:sp>
          <p:nvSpPr>
            <p:cNvPr id="10395" name="Line 92">
              <a:extLst>
                <a:ext uri="{FF2B5EF4-FFF2-40B4-BE49-F238E27FC236}">
                  <a16:creationId xmlns:a16="http://schemas.microsoft.com/office/drawing/2014/main" id="{A4C12038-7B70-C47C-66DF-9B632D0CF1F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6" name="Line 93">
              <a:extLst>
                <a:ext uri="{FF2B5EF4-FFF2-40B4-BE49-F238E27FC236}">
                  <a16:creationId xmlns:a16="http://schemas.microsoft.com/office/drawing/2014/main" id="{74E85472-3D49-2B9E-8A9E-0730A0BF2C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94">
            <a:extLst>
              <a:ext uri="{FF2B5EF4-FFF2-40B4-BE49-F238E27FC236}">
                <a16:creationId xmlns:a16="http://schemas.microsoft.com/office/drawing/2014/main" id="{3B11CC73-BBD6-5AC8-51E3-975C36DA084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40200" y="5043488"/>
            <a:ext cx="111125" cy="161925"/>
            <a:chOff x="2112" y="3120"/>
            <a:chExt cx="144" cy="192"/>
          </a:xfrm>
        </p:grpSpPr>
        <p:sp>
          <p:nvSpPr>
            <p:cNvPr id="10393" name="Line 95">
              <a:extLst>
                <a:ext uri="{FF2B5EF4-FFF2-40B4-BE49-F238E27FC236}">
                  <a16:creationId xmlns:a16="http://schemas.microsoft.com/office/drawing/2014/main" id="{81EB4CC4-4848-0D21-882B-DF1F2C01F7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4" name="Line 96">
              <a:extLst>
                <a:ext uri="{FF2B5EF4-FFF2-40B4-BE49-F238E27FC236}">
                  <a16:creationId xmlns:a16="http://schemas.microsoft.com/office/drawing/2014/main" id="{5001574C-F842-604B-758F-0CA4241E3A5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97">
            <a:extLst>
              <a:ext uri="{FF2B5EF4-FFF2-40B4-BE49-F238E27FC236}">
                <a16:creationId xmlns:a16="http://schemas.microsoft.com/office/drawing/2014/main" id="{DC4EE43A-D57D-6EE2-B19E-ADE28F4B4F4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5375" y="5043488"/>
            <a:ext cx="111125" cy="161925"/>
            <a:chOff x="2112" y="3120"/>
            <a:chExt cx="144" cy="192"/>
          </a:xfrm>
        </p:grpSpPr>
        <p:sp>
          <p:nvSpPr>
            <p:cNvPr id="10391" name="Line 98">
              <a:extLst>
                <a:ext uri="{FF2B5EF4-FFF2-40B4-BE49-F238E27FC236}">
                  <a16:creationId xmlns:a16="http://schemas.microsoft.com/office/drawing/2014/main" id="{7AB3F2FE-2F0D-A0E6-14E1-1D38366582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2" name="Line 99">
              <a:extLst>
                <a:ext uri="{FF2B5EF4-FFF2-40B4-BE49-F238E27FC236}">
                  <a16:creationId xmlns:a16="http://schemas.microsoft.com/office/drawing/2014/main" id="{06690290-E9E5-B4C5-6BDB-89012E0817B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100">
            <a:extLst>
              <a:ext uri="{FF2B5EF4-FFF2-40B4-BE49-F238E27FC236}">
                <a16:creationId xmlns:a16="http://schemas.microsoft.com/office/drawing/2014/main" id="{DC9498BE-4485-A430-1D7A-2AF7D53E69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40200" y="5532438"/>
            <a:ext cx="111125" cy="161925"/>
            <a:chOff x="2112" y="3120"/>
            <a:chExt cx="144" cy="192"/>
          </a:xfrm>
        </p:grpSpPr>
        <p:sp>
          <p:nvSpPr>
            <p:cNvPr id="10389" name="Line 101">
              <a:extLst>
                <a:ext uri="{FF2B5EF4-FFF2-40B4-BE49-F238E27FC236}">
                  <a16:creationId xmlns:a16="http://schemas.microsoft.com/office/drawing/2014/main" id="{69AF3654-9B16-0F1B-7F10-DE5D206F550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0" name="Line 102">
              <a:extLst>
                <a:ext uri="{FF2B5EF4-FFF2-40B4-BE49-F238E27FC236}">
                  <a16:creationId xmlns:a16="http://schemas.microsoft.com/office/drawing/2014/main" id="{DAE2F848-2103-21F9-2DC5-D5CF8D1BD5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103">
            <a:extLst>
              <a:ext uri="{FF2B5EF4-FFF2-40B4-BE49-F238E27FC236}">
                <a16:creationId xmlns:a16="http://schemas.microsoft.com/office/drawing/2014/main" id="{1ECD7E5F-7F4A-A9DB-798B-65395C77701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43438" y="6076950"/>
            <a:ext cx="111125" cy="161925"/>
            <a:chOff x="2112" y="3120"/>
            <a:chExt cx="144" cy="192"/>
          </a:xfrm>
        </p:grpSpPr>
        <p:sp>
          <p:nvSpPr>
            <p:cNvPr id="10387" name="Line 104">
              <a:extLst>
                <a:ext uri="{FF2B5EF4-FFF2-40B4-BE49-F238E27FC236}">
                  <a16:creationId xmlns:a16="http://schemas.microsoft.com/office/drawing/2014/main" id="{DF50861D-D535-FDF3-9AC1-5381870AB1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8" name="Line 105">
              <a:extLst>
                <a:ext uri="{FF2B5EF4-FFF2-40B4-BE49-F238E27FC236}">
                  <a16:creationId xmlns:a16="http://schemas.microsoft.com/office/drawing/2014/main" id="{ECAED2D2-2830-0D80-C80E-CF5F4F0CC8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Group 106">
            <a:extLst>
              <a:ext uri="{FF2B5EF4-FFF2-40B4-BE49-F238E27FC236}">
                <a16:creationId xmlns:a16="http://schemas.microsoft.com/office/drawing/2014/main" id="{C6DB2889-6537-5A0E-048A-2657196607C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40200" y="6076950"/>
            <a:ext cx="111125" cy="161925"/>
            <a:chOff x="2112" y="3120"/>
            <a:chExt cx="144" cy="192"/>
          </a:xfrm>
        </p:grpSpPr>
        <p:sp>
          <p:nvSpPr>
            <p:cNvPr id="10385" name="Line 107">
              <a:extLst>
                <a:ext uri="{FF2B5EF4-FFF2-40B4-BE49-F238E27FC236}">
                  <a16:creationId xmlns:a16="http://schemas.microsoft.com/office/drawing/2014/main" id="{33E3A7DF-1514-2E01-5285-F6DB08E5A9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6" name="Line 108">
              <a:extLst>
                <a:ext uri="{FF2B5EF4-FFF2-40B4-BE49-F238E27FC236}">
                  <a16:creationId xmlns:a16="http://schemas.microsoft.com/office/drawing/2014/main" id="{A0F221BC-5B46-5E00-9F68-8FB17C5199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Group 109">
            <a:extLst>
              <a:ext uri="{FF2B5EF4-FFF2-40B4-BE49-F238E27FC236}">
                <a16:creationId xmlns:a16="http://schemas.microsoft.com/office/drawing/2014/main" id="{4589A188-4D96-E800-322A-FC9979B52F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59113" y="4557713"/>
            <a:ext cx="111125" cy="161925"/>
            <a:chOff x="2112" y="3120"/>
            <a:chExt cx="144" cy="192"/>
          </a:xfrm>
        </p:grpSpPr>
        <p:sp>
          <p:nvSpPr>
            <p:cNvPr id="10383" name="Line 110">
              <a:extLst>
                <a:ext uri="{FF2B5EF4-FFF2-40B4-BE49-F238E27FC236}">
                  <a16:creationId xmlns:a16="http://schemas.microsoft.com/office/drawing/2014/main" id="{171E75D4-9F5E-A900-064D-7D5ECEB8CD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4" name="Line 111">
              <a:extLst>
                <a:ext uri="{FF2B5EF4-FFF2-40B4-BE49-F238E27FC236}">
                  <a16:creationId xmlns:a16="http://schemas.microsoft.com/office/drawing/2014/main" id="{1EC645D4-3C7E-6253-0026-F20F1CDACC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112">
            <a:extLst>
              <a:ext uri="{FF2B5EF4-FFF2-40B4-BE49-F238E27FC236}">
                <a16:creationId xmlns:a16="http://schemas.microsoft.com/office/drawing/2014/main" id="{A65191D1-0BA4-28A1-3C1B-69DE7112DFA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43438" y="4557713"/>
            <a:ext cx="111125" cy="161925"/>
            <a:chOff x="2112" y="3120"/>
            <a:chExt cx="144" cy="192"/>
          </a:xfrm>
        </p:grpSpPr>
        <p:sp>
          <p:nvSpPr>
            <p:cNvPr id="10381" name="Line 113">
              <a:extLst>
                <a:ext uri="{FF2B5EF4-FFF2-40B4-BE49-F238E27FC236}">
                  <a16:creationId xmlns:a16="http://schemas.microsoft.com/office/drawing/2014/main" id="{D4BDB59E-EA48-6AF6-2F90-22E60A890F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2" name="Line 114">
              <a:extLst>
                <a:ext uri="{FF2B5EF4-FFF2-40B4-BE49-F238E27FC236}">
                  <a16:creationId xmlns:a16="http://schemas.microsoft.com/office/drawing/2014/main" id="{EAD4B223-BCE9-827A-9DDD-EE44859B7F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48" name="Group 115">
            <a:extLst>
              <a:ext uri="{FF2B5EF4-FFF2-40B4-BE49-F238E27FC236}">
                <a16:creationId xmlns:a16="http://schemas.microsoft.com/office/drawing/2014/main" id="{330B718B-C94E-FEB2-79E3-321AB17D063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40200" y="4557713"/>
            <a:ext cx="111125" cy="161925"/>
            <a:chOff x="2112" y="3120"/>
            <a:chExt cx="144" cy="192"/>
          </a:xfrm>
        </p:grpSpPr>
        <p:sp>
          <p:nvSpPr>
            <p:cNvPr id="10379" name="Line 116">
              <a:extLst>
                <a:ext uri="{FF2B5EF4-FFF2-40B4-BE49-F238E27FC236}">
                  <a16:creationId xmlns:a16="http://schemas.microsoft.com/office/drawing/2014/main" id="{33A0DEBE-6DC0-FF41-B71A-5021305962D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0" name="Line 117">
              <a:extLst>
                <a:ext uri="{FF2B5EF4-FFF2-40B4-BE49-F238E27FC236}">
                  <a16:creationId xmlns:a16="http://schemas.microsoft.com/office/drawing/2014/main" id="{A9AA08C3-2D42-F542-E9DB-C96AD1A4AA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49" name="Group 118">
            <a:extLst>
              <a:ext uri="{FF2B5EF4-FFF2-40B4-BE49-F238E27FC236}">
                <a16:creationId xmlns:a16="http://schemas.microsoft.com/office/drawing/2014/main" id="{73C568F0-0944-1F8C-FCDC-ADDC3FEB7AF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35375" y="4557713"/>
            <a:ext cx="111125" cy="161925"/>
            <a:chOff x="2112" y="3120"/>
            <a:chExt cx="144" cy="192"/>
          </a:xfrm>
        </p:grpSpPr>
        <p:sp>
          <p:nvSpPr>
            <p:cNvPr id="10377" name="Line 119">
              <a:extLst>
                <a:ext uri="{FF2B5EF4-FFF2-40B4-BE49-F238E27FC236}">
                  <a16:creationId xmlns:a16="http://schemas.microsoft.com/office/drawing/2014/main" id="{E39573A2-7918-D4F4-DC86-21268C6EDE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8" name="Line 120">
              <a:extLst>
                <a:ext uri="{FF2B5EF4-FFF2-40B4-BE49-F238E27FC236}">
                  <a16:creationId xmlns:a16="http://schemas.microsoft.com/office/drawing/2014/main" id="{489E15FC-7C91-4A89-ED56-5A3A1313FBE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06969" name="Object 11">
            <a:extLst>
              <a:ext uri="{FF2B5EF4-FFF2-40B4-BE49-F238E27FC236}">
                <a16:creationId xmlns:a16="http://schemas.microsoft.com/office/drawing/2014/main" id="{3BF7C6EA-A8DD-E9D1-A890-ADC720A4BC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527843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74196" imgH="274320" progId="Equation.3">
                  <p:embed/>
                </p:oleObj>
              </mc:Choice>
              <mc:Fallback>
                <p:oleObj name="公式" r:id="rId14" imgW="274196" imgH="274320" progId="Equation.3">
                  <p:embed/>
                  <p:pic>
                    <p:nvPicPr>
                      <p:cNvPr id="206969" name="Object 11">
                        <a:extLst>
                          <a:ext uri="{FF2B5EF4-FFF2-40B4-BE49-F238E27FC236}">
                            <a16:creationId xmlns:a16="http://schemas.microsoft.com/office/drawing/2014/main" id="{3BF7C6EA-A8DD-E9D1-A890-ADC720A4BC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278438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970" name="Line 122">
            <a:extLst>
              <a:ext uri="{FF2B5EF4-FFF2-40B4-BE49-F238E27FC236}">
                <a16:creationId xmlns:a16="http://schemas.microsoft.com/office/drawing/2014/main" id="{3796F7F8-52A6-39B7-9613-77AC347026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9475" y="5421313"/>
            <a:ext cx="647700" cy="11112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6971" name="Object 12">
            <a:extLst>
              <a:ext uri="{FF2B5EF4-FFF2-40B4-BE49-F238E27FC236}">
                <a16:creationId xmlns:a16="http://schemas.microsoft.com/office/drawing/2014/main" id="{6611F843-6407-C488-5714-1098EDB18D39}"/>
              </a:ext>
            </a:extLst>
          </p:cNvPr>
          <p:cNvGraphicFramePr>
            <a:graphicFrameLocks/>
          </p:cNvGraphicFramePr>
          <p:nvPr/>
        </p:nvGraphicFramePr>
        <p:xfrm>
          <a:off x="3059113" y="5278438"/>
          <a:ext cx="2301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058" imgH="258858" progId="Equation.3">
                  <p:embed/>
                </p:oleObj>
              </mc:Choice>
              <mc:Fallback>
                <p:oleObj name="Equation" r:id="rId16" imgW="198058" imgH="258858" progId="Equation.3">
                  <p:embed/>
                  <p:pic>
                    <p:nvPicPr>
                      <p:cNvPr id="206971" name="Object 12">
                        <a:extLst>
                          <a:ext uri="{FF2B5EF4-FFF2-40B4-BE49-F238E27FC236}">
                            <a16:creationId xmlns:a16="http://schemas.microsoft.com/office/drawing/2014/main" id="{6611F843-6407-C488-5714-1098EDB18D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278438"/>
                        <a:ext cx="23018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972" name="Object 13">
            <a:extLst>
              <a:ext uri="{FF2B5EF4-FFF2-40B4-BE49-F238E27FC236}">
                <a16:creationId xmlns:a16="http://schemas.microsoft.com/office/drawing/2014/main" id="{13028DFF-970D-391B-702D-391884BB73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3075" y="5926138"/>
          <a:ext cx="4032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50333" imgH="426942" progId="Equation.3">
                  <p:embed/>
                </p:oleObj>
              </mc:Choice>
              <mc:Fallback>
                <p:oleObj name="公式" r:id="rId22" imgW="350333" imgH="426942" progId="Equation.3">
                  <p:embed/>
                  <p:pic>
                    <p:nvPicPr>
                      <p:cNvPr id="206972" name="Object 13">
                        <a:extLst>
                          <a:ext uri="{FF2B5EF4-FFF2-40B4-BE49-F238E27FC236}">
                            <a16:creationId xmlns:a16="http://schemas.microsoft.com/office/drawing/2014/main" id="{13028DFF-970D-391B-702D-391884BB73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075" y="5926138"/>
                        <a:ext cx="4032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973" name="Line 125">
            <a:extLst>
              <a:ext uri="{FF2B5EF4-FFF2-40B4-BE49-F238E27FC236}">
                <a16:creationId xmlns:a16="http://schemas.microsoft.com/office/drawing/2014/main" id="{6214D7E9-17DC-9725-A286-CAC2FB7377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2750" y="5494338"/>
            <a:ext cx="0" cy="6477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6861" name="Group 126">
            <a:extLst>
              <a:ext uri="{FF2B5EF4-FFF2-40B4-BE49-F238E27FC236}">
                <a16:creationId xmlns:a16="http://schemas.microsoft.com/office/drawing/2014/main" id="{B7C5278D-D505-2EB1-C886-F4DD4BF6FBC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19700" y="5041900"/>
            <a:ext cx="111125" cy="161925"/>
            <a:chOff x="2112" y="3120"/>
            <a:chExt cx="144" cy="192"/>
          </a:xfrm>
        </p:grpSpPr>
        <p:sp>
          <p:nvSpPr>
            <p:cNvPr id="10375" name="Line 127">
              <a:extLst>
                <a:ext uri="{FF2B5EF4-FFF2-40B4-BE49-F238E27FC236}">
                  <a16:creationId xmlns:a16="http://schemas.microsoft.com/office/drawing/2014/main" id="{24065036-A44C-75D3-BAD3-342BAEC37DE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6" name="Line 128">
              <a:extLst>
                <a:ext uri="{FF2B5EF4-FFF2-40B4-BE49-F238E27FC236}">
                  <a16:creationId xmlns:a16="http://schemas.microsoft.com/office/drawing/2014/main" id="{703AF655-4D94-49D0-ABD0-5C61A6F506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68" name="Group 129">
            <a:extLst>
              <a:ext uri="{FF2B5EF4-FFF2-40B4-BE49-F238E27FC236}">
                <a16:creationId xmlns:a16="http://schemas.microsoft.com/office/drawing/2014/main" id="{0D5A3838-CE73-F8DD-2EB1-4C7640C4573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19700" y="6075363"/>
            <a:ext cx="111125" cy="161925"/>
            <a:chOff x="2112" y="3120"/>
            <a:chExt cx="144" cy="192"/>
          </a:xfrm>
        </p:grpSpPr>
        <p:sp>
          <p:nvSpPr>
            <p:cNvPr id="10373" name="Line 130">
              <a:extLst>
                <a:ext uri="{FF2B5EF4-FFF2-40B4-BE49-F238E27FC236}">
                  <a16:creationId xmlns:a16="http://schemas.microsoft.com/office/drawing/2014/main" id="{3CDFA2DD-EA14-5B89-8E0A-DF9F37397D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4" name="Line 131">
              <a:extLst>
                <a:ext uri="{FF2B5EF4-FFF2-40B4-BE49-F238E27FC236}">
                  <a16:creationId xmlns:a16="http://schemas.microsoft.com/office/drawing/2014/main" id="{252A8271-7931-6546-98F3-04E4DE43E52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69" name="Group 132">
            <a:extLst>
              <a:ext uri="{FF2B5EF4-FFF2-40B4-BE49-F238E27FC236}">
                <a16:creationId xmlns:a16="http://schemas.microsoft.com/office/drawing/2014/main" id="{ACBC8D64-832F-8A94-96B0-4F189A1EA2D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19700" y="5530850"/>
            <a:ext cx="111125" cy="161925"/>
            <a:chOff x="2112" y="3120"/>
            <a:chExt cx="144" cy="192"/>
          </a:xfrm>
        </p:grpSpPr>
        <p:sp>
          <p:nvSpPr>
            <p:cNvPr id="10371" name="Line 133">
              <a:extLst>
                <a:ext uri="{FF2B5EF4-FFF2-40B4-BE49-F238E27FC236}">
                  <a16:creationId xmlns:a16="http://schemas.microsoft.com/office/drawing/2014/main" id="{9807B229-4CDF-63A4-4EE2-31C6CF5F70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2" name="Line 134">
              <a:extLst>
                <a:ext uri="{FF2B5EF4-FFF2-40B4-BE49-F238E27FC236}">
                  <a16:creationId xmlns:a16="http://schemas.microsoft.com/office/drawing/2014/main" id="{257EEA61-6B7D-1FBD-3517-4378B9E0ED2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70" name="Group 135">
            <a:extLst>
              <a:ext uri="{FF2B5EF4-FFF2-40B4-BE49-F238E27FC236}">
                <a16:creationId xmlns:a16="http://schemas.microsoft.com/office/drawing/2014/main" id="{9A119C17-30ED-F0BA-DA68-DFD3990F359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95963" y="5530850"/>
            <a:ext cx="111125" cy="161925"/>
            <a:chOff x="2112" y="3120"/>
            <a:chExt cx="144" cy="192"/>
          </a:xfrm>
        </p:grpSpPr>
        <p:sp>
          <p:nvSpPr>
            <p:cNvPr id="10369" name="Line 136">
              <a:extLst>
                <a:ext uri="{FF2B5EF4-FFF2-40B4-BE49-F238E27FC236}">
                  <a16:creationId xmlns:a16="http://schemas.microsoft.com/office/drawing/2014/main" id="{48F78837-3366-BEF5-C289-DAE4C5E6872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0" name="Line 137">
              <a:extLst>
                <a:ext uri="{FF2B5EF4-FFF2-40B4-BE49-F238E27FC236}">
                  <a16:creationId xmlns:a16="http://schemas.microsoft.com/office/drawing/2014/main" id="{6DB0346B-20B6-6689-BFE8-BDFB2295F67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71" name="Group 138">
            <a:extLst>
              <a:ext uri="{FF2B5EF4-FFF2-40B4-BE49-F238E27FC236}">
                <a16:creationId xmlns:a16="http://schemas.microsoft.com/office/drawing/2014/main" id="{2248F3B1-90F1-DC68-4974-03142D5B9B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95963" y="6075363"/>
            <a:ext cx="111125" cy="161925"/>
            <a:chOff x="2112" y="3120"/>
            <a:chExt cx="144" cy="192"/>
          </a:xfrm>
        </p:grpSpPr>
        <p:sp>
          <p:nvSpPr>
            <p:cNvPr id="10367" name="Line 139">
              <a:extLst>
                <a:ext uri="{FF2B5EF4-FFF2-40B4-BE49-F238E27FC236}">
                  <a16:creationId xmlns:a16="http://schemas.microsoft.com/office/drawing/2014/main" id="{1DA9EC09-D66A-1576-7A76-1A2A5E9CAC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8" name="Line 140">
              <a:extLst>
                <a:ext uri="{FF2B5EF4-FFF2-40B4-BE49-F238E27FC236}">
                  <a16:creationId xmlns:a16="http://schemas.microsoft.com/office/drawing/2014/main" id="{37CE93D7-6A9E-4253-2964-266EF36884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72" name="Group 141">
            <a:extLst>
              <a:ext uri="{FF2B5EF4-FFF2-40B4-BE49-F238E27FC236}">
                <a16:creationId xmlns:a16="http://schemas.microsoft.com/office/drawing/2014/main" id="{81ABFF0E-28A1-D14C-C91D-28E8BE3B4F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04025" y="5530850"/>
            <a:ext cx="111125" cy="161925"/>
            <a:chOff x="2112" y="3120"/>
            <a:chExt cx="144" cy="192"/>
          </a:xfrm>
        </p:grpSpPr>
        <p:sp>
          <p:nvSpPr>
            <p:cNvPr id="10365" name="Line 142">
              <a:extLst>
                <a:ext uri="{FF2B5EF4-FFF2-40B4-BE49-F238E27FC236}">
                  <a16:creationId xmlns:a16="http://schemas.microsoft.com/office/drawing/2014/main" id="{C9C7E80D-338F-6E0C-F046-24EA0E8976D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6" name="Line 143">
              <a:extLst>
                <a:ext uri="{FF2B5EF4-FFF2-40B4-BE49-F238E27FC236}">
                  <a16:creationId xmlns:a16="http://schemas.microsoft.com/office/drawing/2014/main" id="{CBBB249C-E355-130D-728B-59FF208A01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73" name="Group 144">
            <a:extLst>
              <a:ext uri="{FF2B5EF4-FFF2-40B4-BE49-F238E27FC236}">
                <a16:creationId xmlns:a16="http://schemas.microsoft.com/office/drawing/2014/main" id="{4031F2C4-52F5-0EC6-2653-2D292DD7BA0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04025" y="5041900"/>
            <a:ext cx="111125" cy="161925"/>
            <a:chOff x="2112" y="3120"/>
            <a:chExt cx="144" cy="192"/>
          </a:xfrm>
        </p:grpSpPr>
        <p:sp>
          <p:nvSpPr>
            <p:cNvPr id="10363" name="Line 145">
              <a:extLst>
                <a:ext uri="{FF2B5EF4-FFF2-40B4-BE49-F238E27FC236}">
                  <a16:creationId xmlns:a16="http://schemas.microsoft.com/office/drawing/2014/main" id="{BD5CAE39-98D1-466C-194E-28B22A170B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4" name="Line 146">
              <a:extLst>
                <a:ext uri="{FF2B5EF4-FFF2-40B4-BE49-F238E27FC236}">
                  <a16:creationId xmlns:a16="http://schemas.microsoft.com/office/drawing/2014/main" id="{7A741C78-ED23-7FE4-C58C-83B665FCD8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74" name="Group 147">
            <a:extLst>
              <a:ext uri="{FF2B5EF4-FFF2-40B4-BE49-F238E27FC236}">
                <a16:creationId xmlns:a16="http://schemas.microsoft.com/office/drawing/2014/main" id="{60A470FE-04DB-6183-3FF0-D1E79E57CA3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00788" y="5041900"/>
            <a:ext cx="111125" cy="161925"/>
            <a:chOff x="2112" y="3120"/>
            <a:chExt cx="144" cy="192"/>
          </a:xfrm>
        </p:grpSpPr>
        <p:sp>
          <p:nvSpPr>
            <p:cNvPr id="10361" name="Line 148">
              <a:extLst>
                <a:ext uri="{FF2B5EF4-FFF2-40B4-BE49-F238E27FC236}">
                  <a16:creationId xmlns:a16="http://schemas.microsoft.com/office/drawing/2014/main" id="{3845C290-3338-6767-4B98-91A5ABA2BC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2" name="Line 149">
              <a:extLst>
                <a:ext uri="{FF2B5EF4-FFF2-40B4-BE49-F238E27FC236}">
                  <a16:creationId xmlns:a16="http://schemas.microsoft.com/office/drawing/2014/main" id="{9B9FA943-F730-4BC7-D102-BE142637548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75" name="Group 150">
            <a:extLst>
              <a:ext uri="{FF2B5EF4-FFF2-40B4-BE49-F238E27FC236}">
                <a16:creationId xmlns:a16="http://schemas.microsoft.com/office/drawing/2014/main" id="{379A9F17-5C8D-9F21-1EF7-B084F6F43CF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95963" y="5041900"/>
            <a:ext cx="111125" cy="161925"/>
            <a:chOff x="2112" y="3120"/>
            <a:chExt cx="144" cy="192"/>
          </a:xfrm>
        </p:grpSpPr>
        <p:sp>
          <p:nvSpPr>
            <p:cNvPr id="10359" name="Line 151">
              <a:extLst>
                <a:ext uri="{FF2B5EF4-FFF2-40B4-BE49-F238E27FC236}">
                  <a16:creationId xmlns:a16="http://schemas.microsoft.com/office/drawing/2014/main" id="{A83E457D-65B9-4CC0-FE67-9A03710EBB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0" name="Line 152">
              <a:extLst>
                <a:ext uri="{FF2B5EF4-FFF2-40B4-BE49-F238E27FC236}">
                  <a16:creationId xmlns:a16="http://schemas.microsoft.com/office/drawing/2014/main" id="{E0141478-D3D2-80DD-60A0-852DA5D301A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76" name="Group 153">
            <a:extLst>
              <a:ext uri="{FF2B5EF4-FFF2-40B4-BE49-F238E27FC236}">
                <a16:creationId xmlns:a16="http://schemas.microsoft.com/office/drawing/2014/main" id="{D8F6290F-F55E-7B04-3F3A-5246E2BA500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00788" y="5530850"/>
            <a:ext cx="111125" cy="161925"/>
            <a:chOff x="2112" y="3120"/>
            <a:chExt cx="144" cy="192"/>
          </a:xfrm>
        </p:grpSpPr>
        <p:sp>
          <p:nvSpPr>
            <p:cNvPr id="10357" name="Line 154">
              <a:extLst>
                <a:ext uri="{FF2B5EF4-FFF2-40B4-BE49-F238E27FC236}">
                  <a16:creationId xmlns:a16="http://schemas.microsoft.com/office/drawing/2014/main" id="{D75E4D11-DF25-AABC-2CCF-07A36AF691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8" name="Line 155">
              <a:extLst>
                <a:ext uri="{FF2B5EF4-FFF2-40B4-BE49-F238E27FC236}">
                  <a16:creationId xmlns:a16="http://schemas.microsoft.com/office/drawing/2014/main" id="{93F8680B-ABA6-16BF-DDDC-8A9325A453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77" name="Group 156">
            <a:extLst>
              <a:ext uri="{FF2B5EF4-FFF2-40B4-BE49-F238E27FC236}">
                <a16:creationId xmlns:a16="http://schemas.microsoft.com/office/drawing/2014/main" id="{CD9EA980-0EC2-A758-7F42-66DFD2CE63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04025" y="6075363"/>
            <a:ext cx="111125" cy="161925"/>
            <a:chOff x="2112" y="3120"/>
            <a:chExt cx="144" cy="192"/>
          </a:xfrm>
        </p:grpSpPr>
        <p:sp>
          <p:nvSpPr>
            <p:cNvPr id="10355" name="Line 157">
              <a:extLst>
                <a:ext uri="{FF2B5EF4-FFF2-40B4-BE49-F238E27FC236}">
                  <a16:creationId xmlns:a16="http://schemas.microsoft.com/office/drawing/2014/main" id="{E532B4D6-8008-4D38-CFA8-0E0C8A6A91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6" name="Line 158">
              <a:extLst>
                <a:ext uri="{FF2B5EF4-FFF2-40B4-BE49-F238E27FC236}">
                  <a16:creationId xmlns:a16="http://schemas.microsoft.com/office/drawing/2014/main" id="{FDA8B772-4939-644D-F4C2-B0495D2170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78" name="Group 159">
            <a:extLst>
              <a:ext uri="{FF2B5EF4-FFF2-40B4-BE49-F238E27FC236}">
                <a16:creationId xmlns:a16="http://schemas.microsoft.com/office/drawing/2014/main" id="{215F89A5-47AD-CF99-D8FA-B4FA2F1CA4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00788" y="6075363"/>
            <a:ext cx="111125" cy="161925"/>
            <a:chOff x="2112" y="3120"/>
            <a:chExt cx="144" cy="192"/>
          </a:xfrm>
        </p:grpSpPr>
        <p:sp>
          <p:nvSpPr>
            <p:cNvPr id="10353" name="Line 160">
              <a:extLst>
                <a:ext uri="{FF2B5EF4-FFF2-40B4-BE49-F238E27FC236}">
                  <a16:creationId xmlns:a16="http://schemas.microsoft.com/office/drawing/2014/main" id="{F7EB2B59-F843-8CC8-CEF1-5E78430E6E4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4" name="Line 161">
              <a:extLst>
                <a:ext uri="{FF2B5EF4-FFF2-40B4-BE49-F238E27FC236}">
                  <a16:creationId xmlns:a16="http://schemas.microsoft.com/office/drawing/2014/main" id="{6E917101-40D3-E2DA-2D3A-952F7753A4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79" name="Group 162">
            <a:extLst>
              <a:ext uri="{FF2B5EF4-FFF2-40B4-BE49-F238E27FC236}">
                <a16:creationId xmlns:a16="http://schemas.microsoft.com/office/drawing/2014/main" id="{EDAB3E3F-1B69-63E3-5343-6B99E1EFA1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19700" y="4556125"/>
            <a:ext cx="111125" cy="161925"/>
            <a:chOff x="2112" y="3120"/>
            <a:chExt cx="144" cy="192"/>
          </a:xfrm>
        </p:grpSpPr>
        <p:sp>
          <p:nvSpPr>
            <p:cNvPr id="10351" name="Line 163">
              <a:extLst>
                <a:ext uri="{FF2B5EF4-FFF2-40B4-BE49-F238E27FC236}">
                  <a16:creationId xmlns:a16="http://schemas.microsoft.com/office/drawing/2014/main" id="{A4B29DAC-4F95-80B5-8A94-F2A1C36DE18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2" name="Line 164">
              <a:extLst>
                <a:ext uri="{FF2B5EF4-FFF2-40B4-BE49-F238E27FC236}">
                  <a16:creationId xmlns:a16="http://schemas.microsoft.com/office/drawing/2014/main" id="{BBC71269-6CF6-9D88-DD45-DE48137A34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912" name="Group 165">
            <a:extLst>
              <a:ext uri="{FF2B5EF4-FFF2-40B4-BE49-F238E27FC236}">
                <a16:creationId xmlns:a16="http://schemas.microsoft.com/office/drawing/2014/main" id="{9A7B6C21-14D5-3C9E-3A61-E4FEA8A8D85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04025" y="4556125"/>
            <a:ext cx="111125" cy="161925"/>
            <a:chOff x="2112" y="3120"/>
            <a:chExt cx="144" cy="192"/>
          </a:xfrm>
        </p:grpSpPr>
        <p:sp>
          <p:nvSpPr>
            <p:cNvPr id="10349" name="Line 166">
              <a:extLst>
                <a:ext uri="{FF2B5EF4-FFF2-40B4-BE49-F238E27FC236}">
                  <a16:creationId xmlns:a16="http://schemas.microsoft.com/office/drawing/2014/main" id="{9DD738C8-8FC4-7D9E-F133-EABB2D7026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" name="Line 167">
              <a:extLst>
                <a:ext uri="{FF2B5EF4-FFF2-40B4-BE49-F238E27FC236}">
                  <a16:creationId xmlns:a16="http://schemas.microsoft.com/office/drawing/2014/main" id="{E564A428-B08F-E037-E824-213EF3AE94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913" name="Group 168">
            <a:extLst>
              <a:ext uri="{FF2B5EF4-FFF2-40B4-BE49-F238E27FC236}">
                <a16:creationId xmlns:a16="http://schemas.microsoft.com/office/drawing/2014/main" id="{1ED88E90-9437-E0BA-45E1-2F40584F2CC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00788" y="4556125"/>
            <a:ext cx="111125" cy="161925"/>
            <a:chOff x="2112" y="3120"/>
            <a:chExt cx="144" cy="192"/>
          </a:xfrm>
        </p:grpSpPr>
        <p:sp>
          <p:nvSpPr>
            <p:cNvPr id="10347" name="Line 169">
              <a:extLst>
                <a:ext uri="{FF2B5EF4-FFF2-40B4-BE49-F238E27FC236}">
                  <a16:creationId xmlns:a16="http://schemas.microsoft.com/office/drawing/2014/main" id="{F8006E4E-9E50-12F9-FF35-337F5DE696C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" name="Line 170">
              <a:extLst>
                <a:ext uri="{FF2B5EF4-FFF2-40B4-BE49-F238E27FC236}">
                  <a16:creationId xmlns:a16="http://schemas.microsoft.com/office/drawing/2014/main" id="{1FF5DA83-ADE4-2B76-6C87-ED4A6562487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914" name="Group 171">
            <a:extLst>
              <a:ext uri="{FF2B5EF4-FFF2-40B4-BE49-F238E27FC236}">
                <a16:creationId xmlns:a16="http://schemas.microsoft.com/office/drawing/2014/main" id="{592818E8-81A4-13CF-3B47-BDEA5AC4401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95963" y="4556125"/>
            <a:ext cx="111125" cy="161925"/>
            <a:chOff x="2112" y="3120"/>
            <a:chExt cx="144" cy="192"/>
          </a:xfrm>
        </p:grpSpPr>
        <p:sp>
          <p:nvSpPr>
            <p:cNvPr id="10345" name="Line 172">
              <a:extLst>
                <a:ext uri="{FF2B5EF4-FFF2-40B4-BE49-F238E27FC236}">
                  <a16:creationId xmlns:a16="http://schemas.microsoft.com/office/drawing/2014/main" id="{EAC56A19-616C-D714-9036-BA28AC6C11D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" name="Line 173">
              <a:extLst>
                <a:ext uri="{FF2B5EF4-FFF2-40B4-BE49-F238E27FC236}">
                  <a16:creationId xmlns:a16="http://schemas.microsoft.com/office/drawing/2014/main" id="{E8D72C86-C003-E788-E939-641D1836C9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7022" name="Oval 174">
            <a:extLst>
              <a:ext uri="{FF2B5EF4-FFF2-40B4-BE49-F238E27FC236}">
                <a16:creationId xmlns:a16="http://schemas.microsoft.com/office/drawing/2014/main" id="{AA97A089-C2C7-8185-08E3-634E74BB6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5300663"/>
            <a:ext cx="304800" cy="304800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endParaRPr lang="zh-CN" altLang="en-US"/>
          </a:p>
        </p:txBody>
      </p:sp>
      <p:graphicFrame>
        <p:nvGraphicFramePr>
          <p:cNvPr id="207023" name="Object 14">
            <a:extLst>
              <a:ext uri="{FF2B5EF4-FFF2-40B4-BE49-F238E27FC236}">
                <a16:creationId xmlns:a16="http://schemas.microsoft.com/office/drawing/2014/main" id="{0278BFFC-85D2-8397-DB3F-428AD59E5211}"/>
              </a:ext>
            </a:extLst>
          </p:cNvPr>
          <p:cNvGraphicFramePr>
            <a:graphicFrameLocks/>
          </p:cNvGraphicFramePr>
          <p:nvPr/>
        </p:nvGraphicFramePr>
        <p:xfrm>
          <a:off x="5330825" y="4941888"/>
          <a:ext cx="487363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49362" imgH="274320" progId="Equation.3">
                  <p:embed/>
                </p:oleObj>
              </mc:Choice>
              <mc:Fallback>
                <p:oleObj name="公式" r:id="rId24" imgW="449362" imgH="274320" progId="Equation.3">
                  <p:embed/>
                  <p:pic>
                    <p:nvPicPr>
                      <p:cNvPr id="207023" name="Object 14">
                        <a:extLst>
                          <a:ext uri="{FF2B5EF4-FFF2-40B4-BE49-F238E27FC236}">
                            <a16:creationId xmlns:a16="http://schemas.microsoft.com/office/drawing/2014/main" id="{0278BFFC-85D2-8397-DB3F-428AD59E521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825" y="4941888"/>
                        <a:ext cx="487363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024" name="Line 176">
            <a:extLst>
              <a:ext uri="{FF2B5EF4-FFF2-40B4-BE49-F238E27FC236}">
                <a16:creationId xmlns:a16="http://schemas.microsoft.com/office/drawing/2014/main" id="{BFEDD695-5E83-BEBE-33CD-06AF59BFB2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48338" y="5443538"/>
            <a:ext cx="647700" cy="11112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7025" name="Object 15">
            <a:extLst>
              <a:ext uri="{FF2B5EF4-FFF2-40B4-BE49-F238E27FC236}">
                <a16:creationId xmlns:a16="http://schemas.microsoft.com/office/drawing/2014/main" id="{162B96C5-77D8-B579-5F68-21B4C0B44C16}"/>
              </a:ext>
            </a:extLst>
          </p:cNvPr>
          <p:cNvGraphicFramePr>
            <a:graphicFrameLocks/>
          </p:cNvGraphicFramePr>
          <p:nvPr/>
        </p:nvGraphicFramePr>
        <p:xfrm>
          <a:off x="6469063" y="5300663"/>
          <a:ext cx="2301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8058" imgH="258858" progId="Equation.3">
                  <p:embed/>
                </p:oleObj>
              </mc:Choice>
              <mc:Fallback>
                <p:oleObj name="Equation" r:id="rId26" imgW="198058" imgH="258858" progId="Equation.3">
                  <p:embed/>
                  <p:pic>
                    <p:nvPicPr>
                      <p:cNvPr id="207025" name="Object 15">
                        <a:extLst>
                          <a:ext uri="{FF2B5EF4-FFF2-40B4-BE49-F238E27FC236}">
                            <a16:creationId xmlns:a16="http://schemas.microsoft.com/office/drawing/2014/main" id="{162B96C5-77D8-B579-5F68-21B4C0B44C1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63" y="5300663"/>
                        <a:ext cx="23018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26" name="Object 16">
            <a:extLst>
              <a:ext uri="{FF2B5EF4-FFF2-40B4-BE49-F238E27FC236}">
                <a16:creationId xmlns:a16="http://schemas.microsoft.com/office/drawing/2014/main" id="{F4EA7FAD-F6E2-91DA-1E8F-FDB651AFD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8325" y="5926138"/>
          <a:ext cx="4032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50333" imgH="426942" progId="Equation.3">
                  <p:embed/>
                </p:oleObj>
              </mc:Choice>
              <mc:Fallback>
                <p:oleObj name="公式" r:id="rId22" imgW="350333" imgH="426942" progId="Equation.3">
                  <p:embed/>
                  <p:pic>
                    <p:nvPicPr>
                      <p:cNvPr id="207026" name="Object 16">
                        <a:extLst>
                          <a:ext uri="{FF2B5EF4-FFF2-40B4-BE49-F238E27FC236}">
                            <a16:creationId xmlns:a16="http://schemas.microsoft.com/office/drawing/2014/main" id="{F4EA7FAD-F6E2-91DA-1E8F-FDB651AFDE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5926138"/>
                        <a:ext cx="4032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2" name="Object 17">
            <a:extLst>
              <a:ext uri="{FF2B5EF4-FFF2-40B4-BE49-F238E27FC236}">
                <a16:creationId xmlns:a16="http://schemas.microsoft.com/office/drawing/2014/main" id="{FBF985FA-A8A0-DCD1-10A1-2A942AB63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6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90500" imgH="419100" progId="Equation.3">
                  <p:embed/>
                </p:oleObj>
              </mc:Choice>
              <mc:Fallback>
                <p:oleObj name="公式" r:id="rId29" imgW="190500" imgH="419100" progId="Equation.3">
                  <p:embed/>
                  <p:pic>
                    <p:nvPicPr>
                      <p:cNvPr id="10322" name="Object 17">
                        <a:extLst>
                          <a:ext uri="{FF2B5EF4-FFF2-40B4-BE49-F238E27FC236}">
                            <a16:creationId xmlns:a16="http://schemas.microsoft.com/office/drawing/2014/main" id="{FBF985FA-A8A0-DCD1-10A1-2A942AB635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3" name="Object 18">
            <a:extLst>
              <a:ext uri="{FF2B5EF4-FFF2-40B4-BE49-F238E27FC236}">
                <a16:creationId xmlns:a16="http://schemas.microsoft.com/office/drawing/2014/main" id="{36B7288D-5275-1044-AE0D-C2523FEA42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6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190500" imgH="419100" progId="Equation.3">
                  <p:embed/>
                </p:oleObj>
              </mc:Choice>
              <mc:Fallback>
                <p:oleObj name="公式" r:id="rId31" imgW="190500" imgH="419100" progId="Equation.3">
                  <p:embed/>
                  <p:pic>
                    <p:nvPicPr>
                      <p:cNvPr id="10323" name="Object 18">
                        <a:extLst>
                          <a:ext uri="{FF2B5EF4-FFF2-40B4-BE49-F238E27FC236}">
                            <a16:creationId xmlns:a16="http://schemas.microsoft.com/office/drawing/2014/main" id="{36B7288D-5275-1044-AE0D-C2523FEA42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29" name="Object 19">
            <a:extLst>
              <a:ext uri="{FF2B5EF4-FFF2-40B4-BE49-F238E27FC236}">
                <a16:creationId xmlns:a16="http://schemas.microsoft.com/office/drawing/2014/main" id="{2F5D872B-9AAD-D567-F344-61E315821A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7413" y="4664075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60238" imgH="160103" progId="Equation.3">
                  <p:embed/>
                </p:oleObj>
              </mc:Choice>
              <mc:Fallback>
                <p:oleObj name="公式" r:id="rId32" imgW="160238" imgH="160103" progId="Equation.3">
                  <p:embed/>
                  <p:pic>
                    <p:nvPicPr>
                      <p:cNvPr id="207029" name="Object 19">
                        <a:extLst>
                          <a:ext uri="{FF2B5EF4-FFF2-40B4-BE49-F238E27FC236}">
                            <a16:creationId xmlns:a16="http://schemas.microsoft.com/office/drawing/2014/main" id="{2F5D872B-9AAD-D567-F344-61E315821A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413" y="4664075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30" name="Object 20">
            <a:extLst>
              <a:ext uri="{FF2B5EF4-FFF2-40B4-BE49-F238E27FC236}">
                <a16:creationId xmlns:a16="http://schemas.microsoft.com/office/drawing/2014/main" id="{32D280DD-BEF8-4CAB-C150-03C9DAF380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1763" y="4664075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60238" imgH="160103" progId="Equation.3">
                  <p:embed/>
                </p:oleObj>
              </mc:Choice>
              <mc:Fallback>
                <p:oleObj name="公式" r:id="rId32" imgW="160238" imgH="160103" progId="Equation.3">
                  <p:embed/>
                  <p:pic>
                    <p:nvPicPr>
                      <p:cNvPr id="207030" name="Object 20">
                        <a:extLst>
                          <a:ext uri="{FF2B5EF4-FFF2-40B4-BE49-F238E27FC236}">
                            <a16:creationId xmlns:a16="http://schemas.microsoft.com/office/drawing/2014/main" id="{32D280DD-BEF8-4CAB-C150-03C9DAF380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3" y="4664075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31" name="Object 21">
            <a:extLst>
              <a:ext uri="{FF2B5EF4-FFF2-40B4-BE49-F238E27FC236}">
                <a16:creationId xmlns:a16="http://schemas.microsoft.com/office/drawing/2014/main" id="{FF96CB65-2229-9FD3-D8AE-8239CBF7F9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6588" y="4664075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160238" imgH="160103" progId="Equation.3">
                  <p:embed/>
                </p:oleObj>
              </mc:Choice>
              <mc:Fallback>
                <p:oleObj name="公式" r:id="rId32" imgW="160238" imgH="160103" progId="Equation.3">
                  <p:embed/>
                  <p:pic>
                    <p:nvPicPr>
                      <p:cNvPr id="207031" name="Object 21">
                        <a:extLst>
                          <a:ext uri="{FF2B5EF4-FFF2-40B4-BE49-F238E27FC236}">
                            <a16:creationId xmlns:a16="http://schemas.microsoft.com/office/drawing/2014/main" id="{FF96CB65-2229-9FD3-D8AE-8239CBF7F9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8" y="4664075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32" name="Object 22">
            <a:extLst>
              <a:ext uri="{FF2B5EF4-FFF2-40B4-BE49-F238E27FC236}">
                <a16:creationId xmlns:a16="http://schemas.microsoft.com/office/drawing/2014/main" id="{6B98C226-29F1-8387-69D1-2DF162759D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59825" y="4664075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60238" imgH="160103" progId="Equation.3">
                  <p:embed/>
                </p:oleObj>
              </mc:Choice>
              <mc:Fallback>
                <p:oleObj name="公式" r:id="rId36" imgW="160238" imgH="160103" progId="Equation.3">
                  <p:embed/>
                  <p:pic>
                    <p:nvPicPr>
                      <p:cNvPr id="207032" name="Object 22">
                        <a:extLst>
                          <a:ext uri="{FF2B5EF4-FFF2-40B4-BE49-F238E27FC236}">
                            <a16:creationId xmlns:a16="http://schemas.microsoft.com/office/drawing/2014/main" id="{6B98C226-29F1-8387-69D1-2DF162759D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9825" y="4664075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33" name="Object 23">
            <a:extLst>
              <a:ext uri="{FF2B5EF4-FFF2-40B4-BE49-F238E27FC236}">
                <a16:creationId xmlns:a16="http://schemas.microsoft.com/office/drawing/2014/main" id="{8AA39AA3-C1BD-69F9-9B46-B7B94BA093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7413" y="5084763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60238" imgH="160103" progId="Equation.3">
                  <p:embed/>
                </p:oleObj>
              </mc:Choice>
              <mc:Fallback>
                <p:oleObj name="公式" r:id="rId36" imgW="160238" imgH="160103" progId="Equation.3">
                  <p:embed/>
                  <p:pic>
                    <p:nvPicPr>
                      <p:cNvPr id="207033" name="Object 23">
                        <a:extLst>
                          <a:ext uri="{FF2B5EF4-FFF2-40B4-BE49-F238E27FC236}">
                            <a16:creationId xmlns:a16="http://schemas.microsoft.com/office/drawing/2014/main" id="{8AA39AA3-C1BD-69F9-9B46-B7B94BA093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413" y="5084763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34" name="Object 24">
            <a:extLst>
              <a:ext uri="{FF2B5EF4-FFF2-40B4-BE49-F238E27FC236}">
                <a16:creationId xmlns:a16="http://schemas.microsoft.com/office/drawing/2014/main" id="{EF9BEA60-114A-D031-A525-E70CE93E09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1763" y="5084763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60238" imgH="160103" progId="Equation.3">
                  <p:embed/>
                </p:oleObj>
              </mc:Choice>
              <mc:Fallback>
                <p:oleObj name="公式" r:id="rId36" imgW="160238" imgH="160103" progId="Equation.3">
                  <p:embed/>
                  <p:pic>
                    <p:nvPicPr>
                      <p:cNvPr id="207034" name="Object 24">
                        <a:extLst>
                          <a:ext uri="{FF2B5EF4-FFF2-40B4-BE49-F238E27FC236}">
                            <a16:creationId xmlns:a16="http://schemas.microsoft.com/office/drawing/2014/main" id="{EF9BEA60-114A-D031-A525-E70CE93E09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3" y="5084763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35" name="Object 25">
            <a:extLst>
              <a:ext uri="{FF2B5EF4-FFF2-40B4-BE49-F238E27FC236}">
                <a16:creationId xmlns:a16="http://schemas.microsoft.com/office/drawing/2014/main" id="{7A0494EB-5584-2FEF-2F29-DBADF8B28A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6588" y="5084763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60238" imgH="160103" progId="Equation.3">
                  <p:embed/>
                </p:oleObj>
              </mc:Choice>
              <mc:Fallback>
                <p:oleObj name="公式" r:id="rId36" imgW="160238" imgH="160103" progId="Equation.3">
                  <p:embed/>
                  <p:pic>
                    <p:nvPicPr>
                      <p:cNvPr id="207035" name="Object 25">
                        <a:extLst>
                          <a:ext uri="{FF2B5EF4-FFF2-40B4-BE49-F238E27FC236}">
                            <a16:creationId xmlns:a16="http://schemas.microsoft.com/office/drawing/2014/main" id="{7A0494EB-5584-2FEF-2F29-DBADF8B28A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8" y="5084763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36" name="Object 26">
            <a:extLst>
              <a:ext uri="{FF2B5EF4-FFF2-40B4-BE49-F238E27FC236}">
                <a16:creationId xmlns:a16="http://schemas.microsoft.com/office/drawing/2014/main" id="{12CE19B8-42F0-D00C-8A6E-692FB8B39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59825" y="5084763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60238" imgH="160103" progId="Equation.3">
                  <p:embed/>
                </p:oleObj>
              </mc:Choice>
              <mc:Fallback>
                <p:oleObj name="公式" r:id="rId36" imgW="160238" imgH="160103" progId="Equation.3">
                  <p:embed/>
                  <p:pic>
                    <p:nvPicPr>
                      <p:cNvPr id="207036" name="Object 26">
                        <a:extLst>
                          <a:ext uri="{FF2B5EF4-FFF2-40B4-BE49-F238E27FC236}">
                            <a16:creationId xmlns:a16="http://schemas.microsoft.com/office/drawing/2014/main" id="{12CE19B8-42F0-D00C-8A6E-692FB8B39A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9825" y="5084763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37" name="Object 27">
            <a:extLst>
              <a:ext uri="{FF2B5EF4-FFF2-40B4-BE49-F238E27FC236}">
                <a16:creationId xmlns:a16="http://schemas.microsoft.com/office/drawing/2014/main" id="{9FECAB85-1B89-1841-9B4D-82931A3D69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7413" y="5599113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60238" imgH="160103" progId="Equation.3">
                  <p:embed/>
                </p:oleObj>
              </mc:Choice>
              <mc:Fallback>
                <p:oleObj name="公式" r:id="rId36" imgW="160238" imgH="160103" progId="Equation.3">
                  <p:embed/>
                  <p:pic>
                    <p:nvPicPr>
                      <p:cNvPr id="207037" name="Object 27">
                        <a:extLst>
                          <a:ext uri="{FF2B5EF4-FFF2-40B4-BE49-F238E27FC236}">
                            <a16:creationId xmlns:a16="http://schemas.microsoft.com/office/drawing/2014/main" id="{9FECAB85-1B89-1841-9B4D-82931A3D69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413" y="5599113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38" name="Object 28">
            <a:extLst>
              <a:ext uri="{FF2B5EF4-FFF2-40B4-BE49-F238E27FC236}">
                <a16:creationId xmlns:a16="http://schemas.microsoft.com/office/drawing/2014/main" id="{06AB6D1E-9FBB-C9F6-2781-32BD9B3A43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1763" y="5599113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60238" imgH="160103" progId="Equation.3">
                  <p:embed/>
                </p:oleObj>
              </mc:Choice>
              <mc:Fallback>
                <p:oleObj name="公式" r:id="rId36" imgW="160238" imgH="160103" progId="Equation.3">
                  <p:embed/>
                  <p:pic>
                    <p:nvPicPr>
                      <p:cNvPr id="207038" name="Object 28">
                        <a:extLst>
                          <a:ext uri="{FF2B5EF4-FFF2-40B4-BE49-F238E27FC236}">
                            <a16:creationId xmlns:a16="http://schemas.microsoft.com/office/drawing/2014/main" id="{06AB6D1E-9FBB-C9F6-2781-32BD9B3A43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3" y="5599113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39" name="Object 29">
            <a:extLst>
              <a:ext uri="{FF2B5EF4-FFF2-40B4-BE49-F238E27FC236}">
                <a16:creationId xmlns:a16="http://schemas.microsoft.com/office/drawing/2014/main" id="{D28D5313-3373-9F60-F35E-D506D3E559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6588" y="5599113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60238" imgH="160103" progId="Equation.3">
                  <p:embed/>
                </p:oleObj>
              </mc:Choice>
              <mc:Fallback>
                <p:oleObj name="公式" r:id="rId36" imgW="160238" imgH="160103" progId="Equation.3">
                  <p:embed/>
                  <p:pic>
                    <p:nvPicPr>
                      <p:cNvPr id="207039" name="Object 29">
                        <a:extLst>
                          <a:ext uri="{FF2B5EF4-FFF2-40B4-BE49-F238E27FC236}">
                            <a16:creationId xmlns:a16="http://schemas.microsoft.com/office/drawing/2014/main" id="{D28D5313-3373-9F60-F35E-D506D3E559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8" y="5599113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40" name="Object 30">
            <a:extLst>
              <a:ext uri="{FF2B5EF4-FFF2-40B4-BE49-F238E27FC236}">
                <a16:creationId xmlns:a16="http://schemas.microsoft.com/office/drawing/2014/main" id="{C643EDC2-C2C3-2EEC-A468-454BE0DF03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59825" y="5599113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5" imgW="160238" imgH="160103" progId="Equation.3">
                  <p:embed/>
                </p:oleObj>
              </mc:Choice>
              <mc:Fallback>
                <p:oleObj name="公式" r:id="rId45" imgW="160238" imgH="160103" progId="Equation.3">
                  <p:embed/>
                  <p:pic>
                    <p:nvPicPr>
                      <p:cNvPr id="207040" name="Object 30">
                        <a:extLst>
                          <a:ext uri="{FF2B5EF4-FFF2-40B4-BE49-F238E27FC236}">
                            <a16:creationId xmlns:a16="http://schemas.microsoft.com/office/drawing/2014/main" id="{C643EDC2-C2C3-2EEC-A468-454BE0DF03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9825" y="5599113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41" name="Object 31">
            <a:extLst>
              <a:ext uri="{FF2B5EF4-FFF2-40B4-BE49-F238E27FC236}">
                <a16:creationId xmlns:a16="http://schemas.microsoft.com/office/drawing/2014/main" id="{6964A5BD-6A4A-1BD9-9EF6-5B0F57298E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7413" y="6103938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5" imgW="160238" imgH="160103" progId="Equation.3">
                  <p:embed/>
                </p:oleObj>
              </mc:Choice>
              <mc:Fallback>
                <p:oleObj name="公式" r:id="rId45" imgW="160238" imgH="160103" progId="Equation.3">
                  <p:embed/>
                  <p:pic>
                    <p:nvPicPr>
                      <p:cNvPr id="207041" name="Object 31">
                        <a:extLst>
                          <a:ext uri="{FF2B5EF4-FFF2-40B4-BE49-F238E27FC236}">
                            <a16:creationId xmlns:a16="http://schemas.microsoft.com/office/drawing/2014/main" id="{6964A5BD-6A4A-1BD9-9EF6-5B0F57298E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413" y="6103938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42" name="Object 32">
            <a:extLst>
              <a:ext uri="{FF2B5EF4-FFF2-40B4-BE49-F238E27FC236}">
                <a16:creationId xmlns:a16="http://schemas.microsoft.com/office/drawing/2014/main" id="{12E05953-6812-C3DD-8CC6-3DB214D055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1763" y="6103938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5" imgW="160238" imgH="160103" progId="Equation.3">
                  <p:embed/>
                </p:oleObj>
              </mc:Choice>
              <mc:Fallback>
                <p:oleObj name="公式" r:id="rId45" imgW="160238" imgH="160103" progId="Equation.3">
                  <p:embed/>
                  <p:pic>
                    <p:nvPicPr>
                      <p:cNvPr id="207042" name="Object 32">
                        <a:extLst>
                          <a:ext uri="{FF2B5EF4-FFF2-40B4-BE49-F238E27FC236}">
                            <a16:creationId xmlns:a16="http://schemas.microsoft.com/office/drawing/2014/main" id="{12E05953-6812-C3DD-8CC6-3DB214D055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3" y="6103938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43" name="Object 33">
            <a:extLst>
              <a:ext uri="{FF2B5EF4-FFF2-40B4-BE49-F238E27FC236}">
                <a16:creationId xmlns:a16="http://schemas.microsoft.com/office/drawing/2014/main" id="{7539895C-2B19-876D-62B2-14251BB843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6588" y="6103938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5" imgW="160238" imgH="160103" progId="Equation.3">
                  <p:embed/>
                </p:oleObj>
              </mc:Choice>
              <mc:Fallback>
                <p:oleObj name="公式" r:id="rId45" imgW="160238" imgH="160103" progId="Equation.3">
                  <p:embed/>
                  <p:pic>
                    <p:nvPicPr>
                      <p:cNvPr id="207043" name="Object 33">
                        <a:extLst>
                          <a:ext uri="{FF2B5EF4-FFF2-40B4-BE49-F238E27FC236}">
                            <a16:creationId xmlns:a16="http://schemas.microsoft.com/office/drawing/2014/main" id="{7539895C-2B19-876D-62B2-14251BB843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8" y="6103938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44" name="Object 34">
            <a:extLst>
              <a:ext uri="{FF2B5EF4-FFF2-40B4-BE49-F238E27FC236}">
                <a16:creationId xmlns:a16="http://schemas.microsoft.com/office/drawing/2014/main" id="{84AFCD80-F829-FABF-1ED8-B45CE5058E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59825" y="6103938"/>
          <a:ext cx="133350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5" imgW="160238" imgH="160103" progId="Equation.3">
                  <p:embed/>
                </p:oleObj>
              </mc:Choice>
              <mc:Fallback>
                <p:oleObj name="公式" r:id="rId45" imgW="160238" imgH="160103" progId="Equation.3">
                  <p:embed/>
                  <p:pic>
                    <p:nvPicPr>
                      <p:cNvPr id="207044" name="Object 34">
                        <a:extLst>
                          <a:ext uri="{FF2B5EF4-FFF2-40B4-BE49-F238E27FC236}">
                            <a16:creationId xmlns:a16="http://schemas.microsoft.com/office/drawing/2014/main" id="{84AFCD80-F829-FABF-1ED8-B45CE5058E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9825" y="6103938"/>
                        <a:ext cx="133350" cy="13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45" name="Object 35">
            <a:extLst>
              <a:ext uri="{FF2B5EF4-FFF2-40B4-BE49-F238E27FC236}">
                <a16:creationId xmlns:a16="http://schemas.microsoft.com/office/drawing/2014/main" id="{4DABA250-4734-575F-AF0B-50D39C085E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6913" y="522922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1" imgW="274196" imgH="274320" progId="Equation.3">
                  <p:embed/>
                </p:oleObj>
              </mc:Choice>
              <mc:Fallback>
                <p:oleObj name="公式" r:id="rId51" imgW="274196" imgH="274320" progId="Equation.3">
                  <p:embed/>
                  <p:pic>
                    <p:nvPicPr>
                      <p:cNvPr id="207045" name="Object 35">
                        <a:extLst>
                          <a:ext uri="{FF2B5EF4-FFF2-40B4-BE49-F238E27FC236}">
                            <a16:creationId xmlns:a16="http://schemas.microsoft.com/office/drawing/2014/main" id="{4DABA250-4734-575F-AF0B-50D39C085E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6913" y="522922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046" name="Line 198">
            <a:extLst>
              <a:ext uri="{FF2B5EF4-FFF2-40B4-BE49-F238E27FC236}">
                <a16:creationId xmlns:a16="http://schemas.microsoft.com/office/drawing/2014/main" id="{9A060861-D670-A92D-CA5F-E5B2DD302A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69213" y="5372100"/>
            <a:ext cx="647700" cy="11113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7047" name="Object 36">
            <a:extLst>
              <a:ext uri="{FF2B5EF4-FFF2-40B4-BE49-F238E27FC236}">
                <a16:creationId xmlns:a16="http://schemas.microsoft.com/office/drawing/2014/main" id="{7F766E4A-C500-DC15-3B52-B0EA502986D7}"/>
              </a:ext>
            </a:extLst>
          </p:cNvPr>
          <p:cNvGraphicFramePr>
            <a:graphicFrameLocks/>
          </p:cNvGraphicFramePr>
          <p:nvPr/>
        </p:nvGraphicFramePr>
        <p:xfrm>
          <a:off x="7308850" y="5229225"/>
          <a:ext cx="2301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3" imgW="198058" imgH="258858" progId="Equation.3">
                  <p:embed/>
                </p:oleObj>
              </mc:Choice>
              <mc:Fallback>
                <p:oleObj name="Equation" r:id="rId53" imgW="198058" imgH="258858" progId="Equation.3">
                  <p:embed/>
                  <p:pic>
                    <p:nvPicPr>
                      <p:cNvPr id="207047" name="Object 36">
                        <a:extLst>
                          <a:ext uri="{FF2B5EF4-FFF2-40B4-BE49-F238E27FC236}">
                            <a16:creationId xmlns:a16="http://schemas.microsoft.com/office/drawing/2014/main" id="{7F766E4A-C500-DC15-3B52-B0EA502986D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5229225"/>
                        <a:ext cx="23018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048" name="Object 37">
            <a:extLst>
              <a:ext uri="{FF2B5EF4-FFF2-40B4-BE49-F238E27FC236}">
                <a16:creationId xmlns:a16="http://schemas.microsoft.com/office/drawing/2014/main" id="{6BD7C68E-3CD4-B5E0-646B-BBF1080CCF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6550" y="4508500"/>
          <a:ext cx="40322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5" imgW="350333" imgH="426942" progId="Equation.3">
                  <p:embed/>
                </p:oleObj>
              </mc:Choice>
              <mc:Fallback>
                <p:oleObj name="公式" r:id="rId55" imgW="350333" imgH="426942" progId="Equation.3">
                  <p:embed/>
                  <p:pic>
                    <p:nvPicPr>
                      <p:cNvPr id="207048" name="Object 37">
                        <a:extLst>
                          <a:ext uri="{FF2B5EF4-FFF2-40B4-BE49-F238E27FC236}">
                            <a16:creationId xmlns:a16="http://schemas.microsoft.com/office/drawing/2014/main" id="{6BD7C68E-3CD4-B5E0-646B-BBF1080CCF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550" y="4508500"/>
                        <a:ext cx="40322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049" name="Line 201">
            <a:extLst>
              <a:ext uri="{FF2B5EF4-FFF2-40B4-BE49-F238E27FC236}">
                <a16:creationId xmlns:a16="http://schemas.microsoft.com/office/drawing/2014/main" id="{43E9B777-5697-173E-EE70-EDC1126623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88363" y="4557713"/>
            <a:ext cx="0" cy="6477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0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0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06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2000"/>
                                        <p:tgtEl>
                                          <p:spTgt spid="20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0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06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20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20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06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06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0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1000"/>
                                        <p:tgtEl>
                                          <p:spTgt spid="20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8" dur="1000"/>
                                        <p:tgtEl>
                                          <p:spTgt spid="206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1" dur="1000"/>
                                        <p:tgtEl>
                                          <p:spTgt spid="206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06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06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1000"/>
                                        <p:tgtEl>
                                          <p:spTgt spid="206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8" dur="1000"/>
                                        <p:tgtEl>
                                          <p:spTgt spid="20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1" dur="1000"/>
                                        <p:tgtEl>
                                          <p:spTgt spid="20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4" dur="1000"/>
                                        <p:tgtEl>
                                          <p:spTgt spid="20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7" dur="1000"/>
                                        <p:tgtEl>
                                          <p:spTgt spid="20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0" dur="1000"/>
                                        <p:tgtEl>
                                          <p:spTgt spid="20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3" dur="1000"/>
                                        <p:tgtEl>
                                          <p:spTgt spid="20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6" dur="1000"/>
                                        <p:tgtEl>
                                          <p:spTgt spid="20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9" dur="1000"/>
                                        <p:tgtEl>
                                          <p:spTgt spid="20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2" dur="1000"/>
                                        <p:tgtEl>
                                          <p:spTgt spid="20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5" dur="1000"/>
                                        <p:tgtEl>
                                          <p:spTgt spid="20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8" dur="1000"/>
                                        <p:tgtEl>
                                          <p:spTgt spid="20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1" dur="1000"/>
                                        <p:tgtEl>
                                          <p:spTgt spid="20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4" dur="1000"/>
                                        <p:tgtEl>
                                          <p:spTgt spid="20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7" dur="1000"/>
                                        <p:tgtEl>
                                          <p:spTgt spid="20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0" dur="1000"/>
                                        <p:tgtEl>
                                          <p:spTgt spid="20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3" dur="1000"/>
                                        <p:tgtEl>
                                          <p:spTgt spid="20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 nodeType="clickPar">
                      <p:stCondLst>
                        <p:cond delay="indefinite"/>
                      </p:stCondLst>
                      <p:childTnLst>
                        <p:par>
                          <p:cTn id="2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8" dur="2000"/>
                                        <p:tgtEl>
                                          <p:spTgt spid="20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20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 nodeType="clickPar">
                      <p:stCondLst>
                        <p:cond delay="indefinite"/>
                      </p:stCondLst>
                      <p:childTnLst>
                        <p:par>
                          <p:cTn id="2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4" dur="1000"/>
                                        <p:tgtEl>
                                          <p:spTgt spid="20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0" dur="500"/>
                                        <p:tgtEl>
                                          <p:spTgt spid="20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3" dur="500"/>
                                        <p:tgtEl>
                                          <p:spTgt spid="20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6" dur="500"/>
                                        <p:tgtEl>
                                          <p:spTgt spid="20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9" dur="500"/>
                                        <p:tgtEl>
                                          <p:spTgt spid="20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2" dur="500"/>
                                        <p:tgtEl>
                                          <p:spTgt spid="20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5" dur="500"/>
                                        <p:tgtEl>
                                          <p:spTgt spid="20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8" dur="500"/>
                                        <p:tgtEl>
                                          <p:spTgt spid="20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1" dur="500"/>
                                        <p:tgtEl>
                                          <p:spTgt spid="20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4" dur="500"/>
                                        <p:tgtEl>
                                          <p:spTgt spid="207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7" dur="500"/>
                                        <p:tgtEl>
                                          <p:spTgt spid="20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0" dur="500"/>
                                        <p:tgtEl>
                                          <p:spTgt spid="20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3" dur="500"/>
                                        <p:tgtEl>
                                          <p:spTgt spid="20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6" dur="500"/>
                                        <p:tgtEl>
                                          <p:spTgt spid="20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9" dur="500"/>
                                        <p:tgtEl>
                                          <p:spTgt spid="20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2" dur="500"/>
                                        <p:tgtEl>
                                          <p:spTgt spid="20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5" dur="500"/>
                                        <p:tgtEl>
                                          <p:spTgt spid="20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 nodeType="clickPar">
                      <p:stCondLst>
                        <p:cond delay="indefinite"/>
                      </p:stCondLst>
                      <p:childTnLst>
                        <p:par>
                          <p:cTn id="3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0" dur="500" fill="hold"/>
                                        <p:tgtEl>
                                          <p:spTgt spid="207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207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 nodeType="clickPar">
                      <p:stCondLst>
                        <p:cond delay="indefinite"/>
                      </p:stCondLst>
                      <p:childTnLst>
                        <p:par>
                          <p:cTn id="3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6" dur="500"/>
                                        <p:tgtEl>
                                          <p:spTgt spid="20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 nodeType="clickPar">
                      <p:stCondLst>
                        <p:cond delay="indefinite"/>
                      </p:stCondLst>
                      <p:childTnLst>
                        <p:par>
                          <p:cTn id="3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4" dur="1000"/>
                                        <p:tgtEl>
                                          <p:spTgt spid="20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1" grpId="0" animBg="1"/>
      <p:bldP spid="206852" grpId="0" autoUpdateAnimBg="0"/>
      <p:bldP spid="206853" grpId="0" autoUpdateAnimBg="0"/>
      <p:bldP spid="206854" grpId="0" autoUpdateAnimBg="0"/>
      <p:bldP spid="206856" grpId="0" autoUpdateAnimBg="0"/>
      <p:bldP spid="206862" grpId="0"/>
      <p:bldP spid="206864" grpId="0"/>
      <p:bldP spid="206866" grpId="0"/>
      <p:bldP spid="206867" grpId="0" autoUpdateAnimBg="0"/>
      <p:bldP spid="2070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63393E03-DDE6-13F3-7161-1E8AE2B0B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4813"/>
            <a:ext cx="6648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kumimoji="1"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kumimoji="1"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带电粒子在均匀磁场中的运动</a:t>
            </a:r>
          </a:p>
        </p:txBody>
      </p:sp>
      <p:sp>
        <p:nvSpPr>
          <p:cNvPr id="205827" name="Text Box 3">
            <a:extLst>
              <a:ext uri="{FF2B5EF4-FFF2-40B4-BE49-F238E27FC236}">
                <a16:creationId xmlns:a16="http://schemas.microsoft.com/office/drawing/2014/main" id="{8DCCBA2C-E8E6-91CF-5F37-9F314905B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1014413"/>
            <a:ext cx="442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00"/>
                </a:solidFill>
              </a:rPr>
              <a:t>•</a:t>
            </a:r>
            <a:r>
              <a:rPr kumimoji="1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205828" name="Object 2">
            <a:extLst>
              <a:ext uri="{FF2B5EF4-FFF2-40B4-BE49-F238E27FC236}">
                <a16:creationId xmlns:a16="http://schemas.microsoft.com/office/drawing/2014/main" id="{47F11BA2-D902-0649-D426-EFE3AE548690}"/>
              </a:ext>
            </a:extLst>
          </p:cNvPr>
          <p:cNvGraphicFramePr>
            <a:graphicFrameLocks/>
          </p:cNvGraphicFramePr>
          <p:nvPr/>
        </p:nvGraphicFramePr>
        <p:xfrm>
          <a:off x="838200" y="1041400"/>
          <a:ext cx="863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30549" imgH="403999" progId="Equation.3">
                  <p:embed/>
                </p:oleObj>
              </mc:Choice>
              <mc:Fallback>
                <p:oleObj name="公式" r:id="rId2" imgW="830549" imgH="403999" progId="Equation.3">
                  <p:embed/>
                  <p:pic>
                    <p:nvPicPr>
                      <p:cNvPr id="205828" name="Object 2">
                        <a:extLst>
                          <a:ext uri="{FF2B5EF4-FFF2-40B4-BE49-F238E27FC236}">
                            <a16:creationId xmlns:a16="http://schemas.microsoft.com/office/drawing/2014/main" id="{47F11BA2-D902-0649-D426-EFE3AE5486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041400"/>
                        <a:ext cx="863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29" name="Text Box 5">
            <a:extLst>
              <a:ext uri="{FF2B5EF4-FFF2-40B4-BE49-F238E27FC236}">
                <a16:creationId xmlns:a16="http://schemas.microsoft.com/office/drawing/2014/main" id="{7A8D3ED5-A3ED-6DD4-0406-EE4CEE0F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1009650"/>
            <a:ext cx="1246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情况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D03C2BBF-FCC2-34C2-8B31-C745299CB4A3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112838"/>
            <a:ext cx="71438" cy="287337"/>
            <a:chOff x="4176" y="2928"/>
            <a:chExt cx="96" cy="288"/>
          </a:xfrm>
        </p:grpSpPr>
        <p:sp>
          <p:nvSpPr>
            <p:cNvPr id="11394" name="Line 7">
              <a:extLst>
                <a:ext uri="{FF2B5EF4-FFF2-40B4-BE49-F238E27FC236}">
                  <a16:creationId xmlns:a16="http://schemas.microsoft.com/office/drawing/2014/main" id="{40BD2BF1-8BAD-0643-1ED5-7ED37CC4F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928"/>
              <a:ext cx="0" cy="288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5" name="Line 8">
              <a:extLst>
                <a:ext uri="{FF2B5EF4-FFF2-40B4-BE49-F238E27FC236}">
                  <a16:creationId xmlns:a16="http://schemas.microsoft.com/office/drawing/2014/main" id="{EAF7C307-2144-CDAC-121C-F70454B8DB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928"/>
              <a:ext cx="0" cy="288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05833" name="Object 3">
            <a:extLst>
              <a:ext uri="{FF2B5EF4-FFF2-40B4-BE49-F238E27FC236}">
                <a16:creationId xmlns:a16="http://schemas.microsoft.com/office/drawing/2014/main" id="{35ACA8E4-82BB-E6F6-2516-6609F6F312C6}"/>
              </a:ext>
            </a:extLst>
          </p:cNvPr>
          <p:cNvGraphicFramePr>
            <a:graphicFrameLocks/>
          </p:cNvGraphicFramePr>
          <p:nvPr/>
        </p:nvGraphicFramePr>
        <p:xfrm>
          <a:off x="1139825" y="1620838"/>
          <a:ext cx="17033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8562" imgH="426942" progId="Equation.3">
                  <p:embed/>
                </p:oleObj>
              </mc:Choice>
              <mc:Fallback>
                <p:oleObj name="Equation" r:id="rId4" imgW="1668562" imgH="426942" progId="Equation.3">
                  <p:embed/>
                  <p:pic>
                    <p:nvPicPr>
                      <p:cNvPr id="205833" name="Object 3">
                        <a:extLst>
                          <a:ext uri="{FF2B5EF4-FFF2-40B4-BE49-F238E27FC236}">
                            <a16:creationId xmlns:a16="http://schemas.microsoft.com/office/drawing/2014/main" id="{35ACA8E4-82BB-E6F6-2516-6609F6F312C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825" y="1620838"/>
                        <a:ext cx="170338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34" name="Rectangle 10">
            <a:extLst>
              <a:ext uri="{FF2B5EF4-FFF2-40B4-BE49-F238E27FC236}">
                <a16:creationId xmlns:a16="http://schemas.microsoft.com/office/drawing/2014/main" id="{087761B8-C560-6ACB-BAAD-F04F755CF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557338"/>
            <a:ext cx="521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</a:rPr>
              <a:t>带电粒子的运动</a:t>
            </a:r>
            <a:r>
              <a:rPr kumimoji="1" lang="zh-CN" altLang="en-US">
                <a:solidFill>
                  <a:srgbClr val="FF9900"/>
                </a:solidFill>
                <a:latin typeface="宋体" panose="02010600030101010101" pitchFamily="2" charset="-122"/>
              </a:rPr>
              <a:t>不</a:t>
            </a:r>
            <a:r>
              <a:rPr kumimoji="1" lang="zh-CN" altLang="en-US">
                <a:latin typeface="宋体" panose="02010600030101010101" pitchFamily="2" charset="-122"/>
              </a:rPr>
              <a:t>受磁场影响</a:t>
            </a:r>
          </a:p>
        </p:txBody>
      </p:sp>
      <p:graphicFrame>
        <p:nvGraphicFramePr>
          <p:cNvPr id="205835" name="Object 4">
            <a:extLst>
              <a:ext uri="{FF2B5EF4-FFF2-40B4-BE49-F238E27FC236}">
                <a16:creationId xmlns:a16="http://schemas.microsoft.com/office/drawing/2014/main" id="{DA2B876B-7236-F1FB-EE9C-3654031AC057}"/>
              </a:ext>
            </a:extLst>
          </p:cNvPr>
          <p:cNvGraphicFramePr>
            <a:graphicFrameLocks/>
          </p:cNvGraphicFramePr>
          <p:nvPr/>
        </p:nvGraphicFramePr>
        <p:xfrm>
          <a:off x="2865438" y="1685925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49362" imgH="289782" progId="Equation.3">
                  <p:embed/>
                </p:oleObj>
              </mc:Choice>
              <mc:Fallback>
                <p:oleObj name="公式" r:id="rId6" imgW="449362" imgH="289782" progId="Equation.3">
                  <p:embed/>
                  <p:pic>
                    <p:nvPicPr>
                      <p:cNvPr id="205835" name="Object 4">
                        <a:extLst>
                          <a:ext uri="{FF2B5EF4-FFF2-40B4-BE49-F238E27FC236}">
                            <a16:creationId xmlns:a16="http://schemas.microsoft.com/office/drawing/2014/main" id="{DA2B876B-7236-F1FB-EE9C-3654031AC05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438" y="1685925"/>
                        <a:ext cx="4826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36" name="AutoShape 12">
            <a:extLst>
              <a:ext uri="{FF2B5EF4-FFF2-40B4-BE49-F238E27FC236}">
                <a16:creationId xmlns:a16="http://schemas.microsoft.com/office/drawing/2014/main" id="{FCB2F148-75D1-8355-6B5D-283CE0A8B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573463"/>
            <a:ext cx="1944687" cy="1008062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4A3D90A3-BD77-F345-2ED0-D4D052D604A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68938" y="2862263"/>
            <a:ext cx="111125" cy="161925"/>
            <a:chOff x="2112" y="3120"/>
            <a:chExt cx="144" cy="192"/>
          </a:xfrm>
        </p:grpSpPr>
        <p:sp>
          <p:nvSpPr>
            <p:cNvPr id="11392" name="Line 14">
              <a:extLst>
                <a:ext uri="{FF2B5EF4-FFF2-40B4-BE49-F238E27FC236}">
                  <a16:creationId xmlns:a16="http://schemas.microsoft.com/office/drawing/2014/main" id="{5696C9D1-B2AF-06CF-0297-C1D296263D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3" name="Line 15">
              <a:extLst>
                <a:ext uri="{FF2B5EF4-FFF2-40B4-BE49-F238E27FC236}">
                  <a16:creationId xmlns:a16="http://schemas.microsoft.com/office/drawing/2014/main" id="{A1D269E2-382F-7C52-E921-DB89FA5696E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id="{0439D911-BD9D-1176-2F19-56666273432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68938" y="3895725"/>
            <a:ext cx="111125" cy="161925"/>
            <a:chOff x="2112" y="3120"/>
            <a:chExt cx="144" cy="192"/>
          </a:xfrm>
        </p:grpSpPr>
        <p:sp>
          <p:nvSpPr>
            <p:cNvPr id="11390" name="Line 17">
              <a:extLst>
                <a:ext uri="{FF2B5EF4-FFF2-40B4-BE49-F238E27FC236}">
                  <a16:creationId xmlns:a16="http://schemas.microsoft.com/office/drawing/2014/main" id="{59512668-C8E7-2296-D2B2-676CF59E92E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1" name="Line 18">
              <a:extLst>
                <a:ext uri="{FF2B5EF4-FFF2-40B4-BE49-F238E27FC236}">
                  <a16:creationId xmlns:a16="http://schemas.microsoft.com/office/drawing/2014/main" id="{02A45B22-A797-39B0-F587-03FD2503544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9">
            <a:extLst>
              <a:ext uri="{FF2B5EF4-FFF2-40B4-BE49-F238E27FC236}">
                <a16:creationId xmlns:a16="http://schemas.microsoft.com/office/drawing/2014/main" id="{C74354FF-D0C2-4DB2-04DE-EB69F0F4C4B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68938" y="3351213"/>
            <a:ext cx="111125" cy="161925"/>
            <a:chOff x="2112" y="3120"/>
            <a:chExt cx="144" cy="192"/>
          </a:xfrm>
        </p:grpSpPr>
        <p:sp>
          <p:nvSpPr>
            <p:cNvPr id="11388" name="Line 20">
              <a:extLst>
                <a:ext uri="{FF2B5EF4-FFF2-40B4-BE49-F238E27FC236}">
                  <a16:creationId xmlns:a16="http://schemas.microsoft.com/office/drawing/2014/main" id="{37A5F5FF-BE26-BBB0-535E-A3F122D678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9" name="Line 21">
              <a:extLst>
                <a:ext uri="{FF2B5EF4-FFF2-40B4-BE49-F238E27FC236}">
                  <a16:creationId xmlns:a16="http://schemas.microsoft.com/office/drawing/2014/main" id="{6452C9CB-008B-FE3C-76A3-98D6E601AE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2">
            <a:extLst>
              <a:ext uri="{FF2B5EF4-FFF2-40B4-BE49-F238E27FC236}">
                <a16:creationId xmlns:a16="http://schemas.microsoft.com/office/drawing/2014/main" id="{E6147474-327E-CA9E-E27C-2F890864AA1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11863" y="3351213"/>
            <a:ext cx="111125" cy="161925"/>
            <a:chOff x="2112" y="3120"/>
            <a:chExt cx="144" cy="192"/>
          </a:xfrm>
        </p:grpSpPr>
        <p:sp>
          <p:nvSpPr>
            <p:cNvPr id="11386" name="Line 23">
              <a:extLst>
                <a:ext uri="{FF2B5EF4-FFF2-40B4-BE49-F238E27FC236}">
                  <a16:creationId xmlns:a16="http://schemas.microsoft.com/office/drawing/2014/main" id="{98EE9B08-2990-E443-7F77-0C332F55CF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7" name="Line 24">
              <a:extLst>
                <a:ext uri="{FF2B5EF4-FFF2-40B4-BE49-F238E27FC236}">
                  <a16:creationId xmlns:a16="http://schemas.microsoft.com/office/drawing/2014/main" id="{68ABD52A-7537-790E-1A64-2CEB85344E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5">
            <a:extLst>
              <a:ext uri="{FF2B5EF4-FFF2-40B4-BE49-F238E27FC236}">
                <a16:creationId xmlns:a16="http://schemas.microsoft.com/office/drawing/2014/main" id="{2B29333F-C676-B0B4-D42D-CF7F275634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11863" y="3895725"/>
            <a:ext cx="111125" cy="161925"/>
            <a:chOff x="2112" y="3120"/>
            <a:chExt cx="144" cy="192"/>
          </a:xfrm>
        </p:grpSpPr>
        <p:sp>
          <p:nvSpPr>
            <p:cNvPr id="11384" name="Line 26">
              <a:extLst>
                <a:ext uri="{FF2B5EF4-FFF2-40B4-BE49-F238E27FC236}">
                  <a16:creationId xmlns:a16="http://schemas.microsoft.com/office/drawing/2014/main" id="{72A97D2C-B607-5C0B-558A-D32EE12088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5" name="Line 27">
              <a:extLst>
                <a:ext uri="{FF2B5EF4-FFF2-40B4-BE49-F238E27FC236}">
                  <a16:creationId xmlns:a16="http://schemas.microsoft.com/office/drawing/2014/main" id="{7412B8FA-5FFE-FB15-A567-11A5C51149F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8">
            <a:extLst>
              <a:ext uri="{FF2B5EF4-FFF2-40B4-BE49-F238E27FC236}">
                <a16:creationId xmlns:a16="http://schemas.microsoft.com/office/drawing/2014/main" id="{B137136C-2CB5-081F-4B02-728865C0E80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19925" y="3351213"/>
            <a:ext cx="111125" cy="161925"/>
            <a:chOff x="2112" y="3120"/>
            <a:chExt cx="144" cy="192"/>
          </a:xfrm>
        </p:grpSpPr>
        <p:sp>
          <p:nvSpPr>
            <p:cNvPr id="11382" name="Line 29">
              <a:extLst>
                <a:ext uri="{FF2B5EF4-FFF2-40B4-BE49-F238E27FC236}">
                  <a16:creationId xmlns:a16="http://schemas.microsoft.com/office/drawing/2014/main" id="{B7586F09-E260-2EBF-08DA-79F30DFC5C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3" name="Line 30">
              <a:extLst>
                <a:ext uri="{FF2B5EF4-FFF2-40B4-BE49-F238E27FC236}">
                  <a16:creationId xmlns:a16="http://schemas.microsoft.com/office/drawing/2014/main" id="{A799C4FD-1544-5131-D604-999AD94E9F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31">
            <a:extLst>
              <a:ext uri="{FF2B5EF4-FFF2-40B4-BE49-F238E27FC236}">
                <a16:creationId xmlns:a16="http://schemas.microsoft.com/office/drawing/2014/main" id="{C98AAEE0-8A32-F0D8-AA7D-D872CAA0293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19925" y="2862263"/>
            <a:ext cx="111125" cy="161925"/>
            <a:chOff x="2112" y="3120"/>
            <a:chExt cx="144" cy="192"/>
          </a:xfrm>
        </p:grpSpPr>
        <p:sp>
          <p:nvSpPr>
            <p:cNvPr id="11380" name="Line 32">
              <a:extLst>
                <a:ext uri="{FF2B5EF4-FFF2-40B4-BE49-F238E27FC236}">
                  <a16:creationId xmlns:a16="http://schemas.microsoft.com/office/drawing/2014/main" id="{DBBE5C4D-C062-AB18-351D-A13619FEB17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1" name="Line 33">
              <a:extLst>
                <a:ext uri="{FF2B5EF4-FFF2-40B4-BE49-F238E27FC236}">
                  <a16:creationId xmlns:a16="http://schemas.microsoft.com/office/drawing/2014/main" id="{9AE60D5B-985A-2C1A-7EBC-6499130CE3E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34">
            <a:extLst>
              <a:ext uri="{FF2B5EF4-FFF2-40B4-BE49-F238E27FC236}">
                <a16:creationId xmlns:a16="http://schemas.microsoft.com/office/drawing/2014/main" id="{25169E85-A79D-48CB-74A8-79EAB08B6CD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16688" y="2862263"/>
            <a:ext cx="111125" cy="161925"/>
            <a:chOff x="2112" y="3120"/>
            <a:chExt cx="144" cy="192"/>
          </a:xfrm>
        </p:grpSpPr>
        <p:sp>
          <p:nvSpPr>
            <p:cNvPr id="11378" name="Line 35">
              <a:extLst>
                <a:ext uri="{FF2B5EF4-FFF2-40B4-BE49-F238E27FC236}">
                  <a16:creationId xmlns:a16="http://schemas.microsoft.com/office/drawing/2014/main" id="{098DAFB2-D9C2-0AEE-49D3-7E43D2E6DD0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9" name="Line 36">
              <a:extLst>
                <a:ext uri="{FF2B5EF4-FFF2-40B4-BE49-F238E27FC236}">
                  <a16:creationId xmlns:a16="http://schemas.microsoft.com/office/drawing/2014/main" id="{F1D318A9-A7A8-9D55-1D87-E2121BA4670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37">
            <a:extLst>
              <a:ext uri="{FF2B5EF4-FFF2-40B4-BE49-F238E27FC236}">
                <a16:creationId xmlns:a16="http://schemas.microsoft.com/office/drawing/2014/main" id="{C7F2E7ED-B151-BAF0-8F0A-F7696E09F62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11863" y="2862263"/>
            <a:ext cx="111125" cy="161925"/>
            <a:chOff x="2112" y="3120"/>
            <a:chExt cx="144" cy="192"/>
          </a:xfrm>
        </p:grpSpPr>
        <p:sp>
          <p:nvSpPr>
            <p:cNvPr id="11376" name="Line 38">
              <a:extLst>
                <a:ext uri="{FF2B5EF4-FFF2-40B4-BE49-F238E27FC236}">
                  <a16:creationId xmlns:a16="http://schemas.microsoft.com/office/drawing/2014/main" id="{6C29AB67-027A-E06F-3493-1AD0676F1C5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7" name="Line 39">
              <a:extLst>
                <a:ext uri="{FF2B5EF4-FFF2-40B4-BE49-F238E27FC236}">
                  <a16:creationId xmlns:a16="http://schemas.microsoft.com/office/drawing/2014/main" id="{94FBB680-17D4-E5A5-1E4E-C7C92ACD4B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40">
            <a:extLst>
              <a:ext uri="{FF2B5EF4-FFF2-40B4-BE49-F238E27FC236}">
                <a16:creationId xmlns:a16="http://schemas.microsoft.com/office/drawing/2014/main" id="{A00AAA4E-6F46-751F-49EE-9FCD204942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16688" y="3351213"/>
            <a:ext cx="111125" cy="161925"/>
            <a:chOff x="2112" y="3120"/>
            <a:chExt cx="144" cy="192"/>
          </a:xfrm>
        </p:grpSpPr>
        <p:sp>
          <p:nvSpPr>
            <p:cNvPr id="11374" name="Line 41">
              <a:extLst>
                <a:ext uri="{FF2B5EF4-FFF2-40B4-BE49-F238E27FC236}">
                  <a16:creationId xmlns:a16="http://schemas.microsoft.com/office/drawing/2014/main" id="{AD71995A-AE68-5BE0-EA0C-B61FA3ACCB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5" name="Line 42">
              <a:extLst>
                <a:ext uri="{FF2B5EF4-FFF2-40B4-BE49-F238E27FC236}">
                  <a16:creationId xmlns:a16="http://schemas.microsoft.com/office/drawing/2014/main" id="{A367A33B-6A1D-FB82-4C03-8273E85884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43">
            <a:extLst>
              <a:ext uri="{FF2B5EF4-FFF2-40B4-BE49-F238E27FC236}">
                <a16:creationId xmlns:a16="http://schemas.microsoft.com/office/drawing/2014/main" id="{824960C2-F396-DEFA-1842-9733C15A2E9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19925" y="3895725"/>
            <a:ext cx="111125" cy="161925"/>
            <a:chOff x="2112" y="3120"/>
            <a:chExt cx="144" cy="192"/>
          </a:xfrm>
        </p:grpSpPr>
        <p:sp>
          <p:nvSpPr>
            <p:cNvPr id="11372" name="Line 44">
              <a:extLst>
                <a:ext uri="{FF2B5EF4-FFF2-40B4-BE49-F238E27FC236}">
                  <a16:creationId xmlns:a16="http://schemas.microsoft.com/office/drawing/2014/main" id="{4A43667C-911C-8A28-D115-C3FB8D4644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3" name="Line 45">
              <a:extLst>
                <a:ext uri="{FF2B5EF4-FFF2-40B4-BE49-F238E27FC236}">
                  <a16:creationId xmlns:a16="http://schemas.microsoft.com/office/drawing/2014/main" id="{612F92FB-5544-72B6-A981-F9E7CF5E687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46">
            <a:extLst>
              <a:ext uri="{FF2B5EF4-FFF2-40B4-BE49-F238E27FC236}">
                <a16:creationId xmlns:a16="http://schemas.microsoft.com/office/drawing/2014/main" id="{2465AAA8-CEA0-FE1B-997E-23819DC517F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16688" y="3895725"/>
            <a:ext cx="111125" cy="161925"/>
            <a:chOff x="2112" y="3120"/>
            <a:chExt cx="144" cy="192"/>
          </a:xfrm>
        </p:grpSpPr>
        <p:sp>
          <p:nvSpPr>
            <p:cNvPr id="11370" name="Line 47">
              <a:extLst>
                <a:ext uri="{FF2B5EF4-FFF2-40B4-BE49-F238E27FC236}">
                  <a16:creationId xmlns:a16="http://schemas.microsoft.com/office/drawing/2014/main" id="{6D688212-491E-F6A6-04B6-3335970D14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" name="Line 48">
              <a:extLst>
                <a:ext uri="{FF2B5EF4-FFF2-40B4-BE49-F238E27FC236}">
                  <a16:creationId xmlns:a16="http://schemas.microsoft.com/office/drawing/2014/main" id="{231BC26A-CA99-D2BD-ED51-AF5333A1190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49">
            <a:extLst>
              <a:ext uri="{FF2B5EF4-FFF2-40B4-BE49-F238E27FC236}">
                <a16:creationId xmlns:a16="http://schemas.microsoft.com/office/drawing/2014/main" id="{440B3049-059B-32A9-2D7D-721E43BFA0F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24750" y="2862263"/>
            <a:ext cx="111125" cy="161925"/>
            <a:chOff x="2112" y="3120"/>
            <a:chExt cx="144" cy="192"/>
          </a:xfrm>
        </p:grpSpPr>
        <p:sp>
          <p:nvSpPr>
            <p:cNvPr id="11368" name="Line 50">
              <a:extLst>
                <a:ext uri="{FF2B5EF4-FFF2-40B4-BE49-F238E27FC236}">
                  <a16:creationId xmlns:a16="http://schemas.microsoft.com/office/drawing/2014/main" id="{C58141B7-D403-21DD-82D2-C0C1205B81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" name="Line 51">
              <a:extLst>
                <a:ext uri="{FF2B5EF4-FFF2-40B4-BE49-F238E27FC236}">
                  <a16:creationId xmlns:a16="http://schemas.microsoft.com/office/drawing/2014/main" id="{51082643-8544-40E8-2A5B-54434F7E589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52">
            <a:extLst>
              <a:ext uri="{FF2B5EF4-FFF2-40B4-BE49-F238E27FC236}">
                <a16:creationId xmlns:a16="http://schemas.microsoft.com/office/drawing/2014/main" id="{F16CC4DC-E9AA-763C-F264-BA4D57613D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24750" y="3365500"/>
            <a:ext cx="111125" cy="161925"/>
            <a:chOff x="2112" y="3120"/>
            <a:chExt cx="144" cy="192"/>
          </a:xfrm>
        </p:grpSpPr>
        <p:sp>
          <p:nvSpPr>
            <p:cNvPr id="11366" name="Line 53">
              <a:extLst>
                <a:ext uri="{FF2B5EF4-FFF2-40B4-BE49-F238E27FC236}">
                  <a16:creationId xmlns:a16="http://schemas.microsoft.com/office/drawing/2014/main" id="{736E78BC-D0A0-EFC2-810E-42FF9A6844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" name="Line 54">
              <a:extLst>
                <a:ext uri="{FF2B5EF4-FFF2-40B4-BE49-F238E27FC236}">
                  <a16:creationId xmlns:a16="http://schemas.microsoft.com/office/drawing/2014/main" id="{40B96AB6-0EC0-696C-DBAB-2A38975AAF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55">
            <a:extLst>
              <a:ext uri="{FF2B5EF4-FFF2-40B4-BE49-F238E27FC236}">
                <a16:creationId xmlns:a16="http://schemas.microsoft.com/office/drawing/2014/main" id="{1F9A120C-D486-0D0B-0D27-1A7BE8E48E9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24750" y="3887788"/>
            <a:ext cx="111125" cy="161925"/>
            <a:chOff x="2112" y="3120"/>
            <a:chExt cx="144" cy="192"/>
          </a:xfrm>
        </p:grpSpPr>
        <p:sp>
          <p:nvSpPr>
            <p:cNvPr id="11364" name="Line 56">
              <a:extLst>
                <a:ext uri="{FF2B5EF4-FFF2-40B4-BE49-F238E27FC236}">
                  <a16:creationId xmlns:a16="http://schemas.microsoft.com/office/drawing/2014/main" id="{D5546C3A-CB46-0DE8-55D1-8E311D1A411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5" name="Line 57">
              <a:extLst>
                <a:ext uri="{FF2B5EF4-FFF2-40B4-BE49-F238E27FC236}">
                  <a16:creationId xmlns:a16="http://schemas.microsoft.com/office/drawing/2014/main" id="{27D48552-7393-C427-1EC6-B8ECC8CD37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58">
            <a:extLst>
              <a:ext uri="{FF2B5EF4-FFF2-40B4-BE49-F238E27FC236}">
                <a16:creationId xmlns:a16="http://schemas.microsoft.com/office/drawing/2014/main" id="{0C4C7190-C919-951C-9C45-1C79111772F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68938" y="4446588"/>
            <a:ext cx="111125" cy="161925"/>
            <a:chOff x="2112" y="3120"/>
            <a:chExt cx="144" cy="192"/>
          </a:xfrm>
        </p:grpSpPr>
        <p:sp>
          <p:nvSpPr>
            <p:cNvPr id="11362" name="Line 59">
              <a:extLst>
                <a:ext uri="{FF2B5EF4-FFF2-40B4-BE49-F238E27FC236}">
                  <a16:creationId xmlns:a16="http://schemas.microsoft.com/office/drawing/2014/main" id="{6642B0CF-A125-AED1-E470-6ED5B47A699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3" name="Line 60">
              <a:extLst>
                <a:ext uri="{FF2B5EF4-FFF2-40B4-BE49-F238E27FC236}">
                  <a16:creationId xmlns:a16="http://schemas.microsoft.com/office/drawing/2014/main" id="{52AF2EA7-B31F-5756-B3F3-1BFB154D7A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61">
            <a:extLst>
              <a:ext uri="{FF2B5EF4-FFF2-40B4-BE49-F238E27FC236}">
                <a16:creationId xmlns:a16="http://schemas.microsoft.com/office/drawing/2014/main" id="{9D50E0B2-D7D4-DEC4-2D6E-E52258B7DA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11863" y="4446588"/>
            <a:ext cx="111125" cy="161925"/>
            <a:chOff x="2112" y="3120"/>
            <a:chExt cx="144" cy="192"/>
          </a:xfrm>
        </p:grpSpPr>
        <p:sp>
          <p:nvSpPr>
            <p:cNvPr id="11360" name="Line 62">
              <a:extLst>
                <a:ext uri="{FF2B5EF4-FFF2-40B4-BE49-F238E27FC236}">
                  <a16:creationId xmlns:a16="http://schemas.microsoft.com/office/drawing/2014/main" id="{7FD269B7-0F47-3C75-316C-6FFE669B4B2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1" name="Line 63">
              <a:extLst>
                <a:ext uri="{FF2B5EF4-FFF2-40B4-BE49-F238E27FC236}">
                  <a16:creationId xmlns:a16="http://schemas.microsoft.com/office/drawing/2014/main" id="{DD3886D0-6C5E-83CD-03BF-9DE7B0109C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64">
            <a:extLst>
              <a:ext uri="{FF2B5EF4-FFF2-40B4-BE49-F238E27FC236}">
                <a16:creationId xmlns:a16="http://schemas.microsoft.com/office/drawing/2014/main" id="{C5EA985D-3C8D-1E09-133B-7D88DDEFD0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19925" y="4446588"/>
            <a:ext cx="111125" cy="161925"/>
            <a:chOff x="2112" y="3120"/>
            <a:chExt cx="144" cy="192"/>
          </a:xfrm>
        </p:grpSpPr>
        <p:sp>
          <p:nvSpPr>
            <p:cNvPr id="11358" name="Line 65">
              <a:extLst>
                <a:ext uri="{FF2B5EF4-FFF2-40B4-BE49-F238E27FC236}">
                  <a16:creationId xmlns:a16="http://schemas.microsoft.com/office/drawing/2014/main" id="{12085933-BEBD-8087-A8FD-E45267D55B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9" name="Line 66">
              <a:extLst>
                <a:ext uri="{FF2B5EF4-FFF2-40B4-BE49-F238E27FC236}">
                  <a16:creationId xmlns:a16="http://schemas.microsoft.com/office/drawing/2014/main" id="{A1558257-67DF-0082-FB39-A625C8D3ED2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67">
            <a:extLst>
              <a:ext uri="{FF2B5EF4-FFF2-40B4-BE49-F238E27FC236}">
                <a16:creationId xmlns:a16="http://schemas.microsoft.com/office/drawing/2014/main" id="{EA21BDE0-92BD-66CE-5C37-37A89293D2E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16688" y="4446588"/>
            <a:ext cx="111125" cy="161925"/>
            <a:chOff x="2112" y="3120"/>
            <a:chExt cx="144" cy="192"/>
          </a:xfrm>
        </p:grpSpPr>
        <p:sp>
          <p:nvSpPr>
            <p:cNvPr id="11356" name="Line 68">
              <a:extLst>
                <a:ext uri="{FF2B5EF4-FFF2-40B4-BE49-F238E27FC236}">
                  <a16:creationId xmlns:a16="http://schemas.microsoft.com/office/drawing/2014/main" id="{2269F94E-E1EC-E117-F454-61C4A9E925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7" name="Line 69">
              <a:extLst>
                <a:ext uri="{FF2B5EF4-FFF2-40B4-BE49-F238E27FC236}">
                  <a16:creationId xmlns:a16="http://schemas.microsoft.com/office/drawing/2014/main" id="{A1B6B8EC-93A2-1F47-8841-B7E1F517D1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70">
            <a:extLst>
              <a:ext uri="{FF2B5EF4-FFF2-40B4-BE49-F238E27FC236}">
                <a16:creationId xmlns:a16="http://schemas.microsoft.com/office/drawing/2014/main" id="{5776D54A-028D-666F-93A5-8754D1C98C9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24750" y="4438650"/>
            <a:ext cx="111125" cy="161925"/>
            <a:chOff x="2112" y="3120"/>
            <a:chExt cx="144" cy="192"/>
          </a:xfrm>
        </p:grpSpPr>
        <p:sp>
          <p:nvSpPr>
            <p:cNvPr id="11354" name="Line 71">
              <a:extLst>
                <a:ext uri="{FF2B5EF4-FFF2-40B4-BE49-F238E27FC236}">
                  <a16:creationId xmlns:a16="http://schemas.microsoft.com/office/drawing/2014/main" id="{BD16BA30-CE82-69DC-1894-A71FFDFA48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5" name="Line 72">
              <a:extLst>
                <a:ext uri="{FF2B5EF4-FFF2-40B4-BE49-F238E27FC236}">
                  <a16:creationId xmlns:a16="http://schemas.microsoft.com/office/drawing/2014/main" id="{D7A0E20B-CD05-F469-C4A5-34BFA6F694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73">
            <a:extLst>
              <a:ext uri="{FF2B5EF4-FFF2-40B4-BE49-F238E27FC236}">
                <a16:creationId xmlns:a16="http://schemas.microsoft.com/office/drawing/2014/main" id="{7043071E-66CA-7E59-12D1-47DEDA922D2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68938" y="2376488"/>
            <a:ext cx="111125" cy="161925"/>
            <a:chOff x="2112" y="3120"/>
            <a:chExt cx="144" cy="192"/>
          </a:xfrm>
        </p:grpSpPr>
        <p:sp>
          <p:nvSpPr>
            <p:cNvPr id="11352" name="Line 74">
              <a:extLst>
                <a:ext uri="{FF2B5EF4-FFF2-40B4-BE49-F238E27FC236}">
                  <a16:creationId xmlns:a16="http://schemas.microsoft.com/office/drawing/2014/main" id="{C4AB48BD-7FFC-5A1D-FCE2-1CD74821E25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3" name="Line 75">
              <a:extLst>
                <a:ext uri="{FF2B5EF4-FFF2-40B4-BE49-F238E27FC236}">
                  <a16:creationId xmlns:a16="http://schemas.microsoft.com/office/drawing/2014/main" id="{AA4569F2-7F5C-8C06-340E-86D05C72299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76">
            <a:extLst>
              <a:ext uri="{FF2B5EF4-FFF2-40B4-BE49-F238E27FC236}">
                <a16:creationId xmlns:a16="http://schemas.microsoft.com/office/drawing/2014/main" id="{D1CE4077-058B-2328-3574-24FA2B50ED1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19925" y="2376488"/>
            <a:ext cx="111125" cy="161925"/>
            <a:chOff x="2112" y="3120"/>
            <a:chExt cx="144" cy="192"/>
          </a:xfrm>
        </p:grpSpPr>
        <p:sp>
          <p:nvSpPr>
            <p:cNvPr id="11350" name="Line 77">
              <a:extLst>
                <a:ext uri="{FF2B5EF4-FFF2-40B4-BE49-F238E27FC236}">
                  <a16:creationId xmlns:a16="http://schemas.microsoft.com/office/drawing/2014/main" id="{FCD268AA-7AC7-CDE1-4D13-FA6BB9D2AC5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1" name="Line 78">
              <a:extLst>
                <a:ext uri="{FF2B5EF4-FFF2-40B4-BE49-F238E27FC236}">
                  <a16:creationId xmlns:a16="http://schemas.microsoft.com/office/drawing/2014/main" id="{FD7B4B69-EC32-2491-EB43-3E451AB3E2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79">
            <a:extLst>
              <a:ext uri="{FF2B5EF4-FFF2-40B4-BE49-F238E27FC236}">
                <a16:creationId xmlns:a16="http://schemas.microsoft.com/office/drawing/2014/main" id="{9BCB7693-7C2E-B34A-AEF6-94910EF3230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16688" y="2376488"/>
            <a:ext cx="111125" cy="161925"/>
            <a:chOff x="2112" y="3120"/>
            <a:chExt cx="144" cy="192"/>
          </a:xfrm>
        </p:grpSpPr>
        <p:sp>
          <p:nvSpPr>
            <p:cNvPr id="11348" name="Line 80">
              <a:extLst>
                <a:ext uri="{FF2B5EF4-FFF2-40B4-BE49-F238E27FC236}">
                  <a16:creationId xmlns:a16="http://schemas.microsoft.com/office/drawing/2014/main" id="{E55298C2-5B50-2F49-A097-378BE14FD0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9" name="Line 81">
              <a:extLst>
                <a:ext uri="{FF2B5EF4-FFF2-40B4-BE49-F238E27FC236}">
                  <a16:creationId xmlns:a16="http://schemas.microsoft.com/office/drawing/2014/main" id="{B1BE2B2E-A78B-E39C-AF08-48269511014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82">
            <a:extLst>
              <a:ext uri="{FF2B5EF4-FFF2-40B4-BE49-F238E27FC236}">
                <a16:creationId xmlns:a16="http://schemas.microsoft.com/office/drawing/2014/main" id="{0ED0E798-56AE-6A4E-BC99-9BF8F875407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11863" y="2376488"/>
            <a:ext cx="111125" cy="161925"/>
            <a:chOff x="2112" y="3120"/>
            <a:chExt cx="144" cy="192"/>
          </a:xfrm>
        </p:grpSpPr>
        <p:sp>
          <p:nvSpPr>
            <p:cNvPr id="11346" name="Line 83">
              <a:extLst>
                <a:ext uri="{FF2B5EF4-FFF2-40B4-BE49-F238E27FC236}">
                  <a16:creationId xmlns:a16="http://schemas.microsoft.com/office/drawing/2014/main" id="{049853C5-6F78-77D9-7437-C022E6E6B6F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7" name="Line 84">
              <a:extLst>
                <a:ext uri="{FF2B5EF4-FFF2-40B4-BE49-F238E27FC236}">
                  <a16:creationId xmlns:a16="http://schemas.microsoft.com/office/drawing/2014/main" id="{941700E2-DA1D-10CF-4181-36190EAAB2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85">
            <a:extLst>
              <a:ext uri="{FF2B5EF4-FFF2-40B4-BE49-F238E27FC236}">
                <a16:creationId xmlns:a16="http://schemas.microsoft.com/office/drawing/2014/main" id="{66677F09-5CD5-C79B-1C01-2C4752E7AE2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24750" y="2376488"/>
            <a:ext cx="111125" cy="161925"/>
            <a:chOff x="2112" y="3120"/>
            <a:chExt cx="144" cy="192"/>
          </a:xfrm>
        </p:grpSpPr>
        <p:sp>
          <p:nvSpPr>
            <p:cNvPr id="11344" name="Line 86">
              <a:extLst>
                <a:ext uri="{FF2B5EF4-FFF2-40B4-BE49-F238E27FC236}">
                  <a16:creationId xmlns:a16="http://schemas.microsoft.com/office/drawing/2014/main" id="{8A071CAE-1789-AF6C-F1AC-FF23EB2211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5" name="Line 87">
              <a:extLst>
                <a:ext uri="{FF2B5EF4-FFF2-40B4-BE49-F238E27FC236}">
                  <a16:creationId xmlns:a16="http://schemas.microsoft.com/office/drawing/2014/main" id="{9AB47C93-155C-3FDA-ACA2-63EF733DC2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88">
            <a:extLst>
              <a:ext uri="{FF2B5EF4-FFF2-40B4-BE49-F238E27FC236}">
                <a16:creationId xmlns:a16="http://schemas.microsoft.com/office/drawing/2014/main" id="{DC847F54-400E-9C9B-300B-08EC9F1B9E7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89888" y="2862263"/>
            <a:ext cx="111125" cy="161925"/>
            <a:chOff x="2112" y="3120"/>
            <a:chExt cx="144" cy="192"/>
          </a:xfrm>
        </p:grpSpPr>
        <p:sp>
          <p:nvSpPr>
            <p:cNvPr id="11342" name="Line 89">
              <a:extLst>
                <a:ext uri="{FF2B5EF4-FFF2-40B4-BE49-F238E27FC236}">
                  <a16:creationId xmlns:a16="http://schemas.microsoft.com/office/drawing/2014/main" id="{534183F3-EE59-70CE-F196-EDF68B5152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3" name="Line 90">
              <a:extLst>
                <a:ext uri="{FF2B5EF4-FFF2-40B4-BE49-F238E27FC236}">
                  <a16:creationId xmlns:a16="http://schemas.microsoft.com/office/drawing/2014/main" id="{AEEA5EF9-0008-250E-70A8-515E1C13965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Group 91">
            <a:extLst>
              <a:ext uri="{FF2B5EF4-FFF2-40B4-BE49-F238E27FC236}">
                <a16:creationId xmlns:a16="http://schemas.microsoft.com/office/drawing/2014/main" id="{E42DE3E8-36DE-C667-442E-5C0421E616D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89888" y="3365500"/>
            <a:ext cx="111125" cy="161925"/>
            <a:chOff x="2112" y="3120"/>
            <a:chExt cx="144" cy="192"/>
          </a:xfrm>
        </p:grpSpPr>
        <p:sp>
          <p:nvSpPr>
            <p:cNvPr id="11340" name="Line 92">
              <a:extLst>
                <a:ext uri="{FF2B5EF4-FFF2-40B4-BE49-F238E27FC236}">
                  <a16:creationId xmlns:a16="http://schemas.microsoft.com/office/drawing/2014/main" id="{D21F63AD-58EE-96F9-8B93-70B1AF7D274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1" name="Line 93">
              <a:extLst>
                <a:ext uri="{FF2B5EF4-FFF2-40B4-BE49-F238E27FC236}">
                  <a16:creationId xmlns:a16="http://schemas.microsoft.com/office/drawing/2014/main" id="{6B2F5F51-389C-7E10-4AE5-B1C3C7A770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Group 94">
            <a:extLst>
              <a:ext uri="{FF2B5EF4-FFF2-40B4-BE49-F238E27FC236}">
                <a16:creationId xmlns:a16="http://schemas.microsoft.com/office/drawing/2014/main" id="{07B3F0D2-5321-FB09-50A6-4D1159EB63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89888" y="3887788"/>
            <a:ext cx="111125" cy="161925"/>
            <a:chOff x="2112" y="3120"/>
            <a:chExt cx="144" cy="192"/>
          </a:xfrm>
        </p:grpSpPr>
        <p:sp>
          <p:nvSpPr>
            <p:cNvPr id="11338" name="Line 95">
              <a:extLst>
                <a:ext uri="{FF2B5EF4-FFF2-40B4-BE49-F238E27FC236}">
                  <a16:creationId xmlns:a16="http://schemas.microsoft.com/office/drawing/2014/main" id="{E9424829-1CDE-1259-4CC8-CCE13BB1D0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9" name="Line 96">
              <a:extLst>
                <a:ext uri="{FF2B5EF4-FFF2-40B4-BE49-F238E27FC236}">
                  <a16:creationId xmlns:a16="http://schemas.microsoft.com/office/drawing/2014/main" id="{809A368B-9A45-CD53-5C7D-49EBF4402E2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97">
            <a:extLst>
              <a:ext uri="{FF2B5EF4-FFF2-40B4-BE49-F238E27FC236}">
                <a16:creationId xmlns:a16="http://schemas.microsoft.com/office/drawing/2014/main" id="{FF5279C7-D35C-0CB0-C36A-9C597DA565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89888" y="4438650"/>
            <a:ext cx="111125" cy="161925"/>
            <a:chOff x="2112" y="3120"/>
            <a:chExt cx="144" cy="192"/>
          </a:xfrm>
        </p:grpSpPr>
        <p:sp>
          <p:nvSpPr>
            <p:cNvPr id="11336" name="Line 98">
              <a:extLst>
                <a:ext uri="{FF2B5EF4-FFF2-40B4-BE49-F238E27FC236}">
                  <a16:creationId xmlns:a16="http://schemas.microsoft.com/office/drawing/2014/main" id="{7F3BCDBC-9710-6F49-E775-3E5957BFEC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7" name="Line 99">
              <a:extLst>
                <a:ext uri="{FF2B5EF4-FFF2-40B4-BE49-F238E27FC236}">
                  <a16:creationId xmlns:a16="http://schemas.microsoft.com/office/drawing/2014/main" id="{FBB45FC1-8BE9-FE9D-8C97-D317A96BC39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96" name="Group 100">
            <a:extLst>
              <a:ext uri="{FF2B5EF4-FFF2-40B4-BE49-F238E27FC236}">
                <a16:creationId xmlns:a16="http://schemas.microsoft.com/office/drawing/2014/main" id="{E28C367A-D6E2-402E-7B3F-0DA6C332087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89888" y="2376488"/>
            <a:ext cx="111125" cy="161925"/>
            <a:chOff x="2112" y="3120"/>
            <a:chExt cx="144" cy="192"/>
          </a:xfrm>
        </p:grpSpPr>
        <p:sp>
          <p:nvSpPr>
            <p:cNvPr id="11334" name="Line 101">
              <a:extLst>
                <a:ext uri="{FF2B5EF4-FFF2-40B4-BE49-F238E27FC236}">
                  <a16:creationId xmlns:a16="http://schemas.microsoft.com/office/drawing/2014/main" id="{FE15D611-B38C-62DE-5C95-0A0BCCFCFC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5" name="Line 102">
              <a:extLst>
                <a:ext uri="{FF2B5EF4-FFF2-40B4-BE49-F238E27FC236}">
                  <a16:creationId xmlns:a16="http://schemas.microsoft.com/office/drawing/2014/main" id="{98C15374-B5F0-4D32-085F-8AE1B0A8D09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927" name="Text Box 103">
            <a:extLst>
              <a:ext uri="{FF2B5EF4-FFF2-40B4-BE49-F238E27FC236}">
                <a16:creationId xmlns:a16="http://schemas.microsoft.com/office/drawing/2014/main" id="{6180B042-5502-AA99-8B76-C64097E1E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2205038"/>
            <a:ext cx="442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00"/>
                </a:solidFill>
              </a:rPr>
              <a:t>•</a:t>
            </a:r>
            <a:r>
              <a:rPr kumimoji="1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205928" name="Object 5">
            <a:extLst>
              <a:ext uri="{FF2B5EF4-FFF2-40B4-BE49-F238E27FC236}">
                <a16:creationId xmlns:a16="http://schemas.microsoft.com/office/drawing/2014/main" id="{6DF74BD4-17A0-4E05-D081-B235053CDC22}"/>
              </a:ext>
            </a:extLst>
          </p:cNvPr>
          <p:cNvGraphicFramePr>
            <a:graphicFrameLocks/>
          </p:cNvGraphicFramePr>
          <p:nvPr/>
        </p:nvGraphicFramePr>
        <p:xfrm>
          <a:off x="900113" y="2257425"/>
          <a:ext cx="863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0549" imgH="327688" progId="Equation.3">
                  <p:embed/>
                </p:oleObj>
              </mc:Choice>
              <mc:Fallback>
                <p:oleObj name="Equation" r:id="rId8" imgW="830549" imgH="327688" progId="Equation.3">
                  <p:embed/>
                  <p:pic>
                    <p:nvPicPr>
                      <p:cNvPr id="205928" name="Object 5">
                        <a:extLst>
                          <a:ext uri="{FF2B5EF4-FFF2-40B4-BE49-F238E27FC236}">
                            <a16:creationId xmlns:a16="http://schemas.microsoft.com/office/drawing/2014/main" id="{6DF74BD4-17A0-4E05-D081-B235053CDC2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257425"/>
                        <a:ext cx="863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929" name="Object 6">
            <a:extLst>
              <a:ext uri="{FF2B5EF4-FFF2-40B4-BE49-F238E27FC236}">
                <a16:creationId xmlns:a16="http://schemas.microsoft.com/office/drawing/2014/main" id="{657604B1-D83C-4291-60F7-B78C19D4C4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3500438"/>
          <a:ext cx="2952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1304" imgH="312226" progId="Equation.3">
                  <p:embed/>
                </p:oleObj>
              </mc:Choice>
              <mc:Fallback>
                <p:oleObj name="Equation" r:id="rId10" imgW="251304" imgH="312226" progId="Equation.3">
                  <p:embed/>
                  <p:pic>
                    <p:nvPicPr>
                      <p:cNvPr id="205929" name="Object 6">
                        <a:extLst>
                          <a:ext uri="{FF2B5EF4-FFF2-40B4-BE49-F238E27FC236}">
                            <a16:creationId xmlns:a16="http://schemas.microsoft.com/office/drawing/2014/main" id="{657604B1-D83C-4291-60F7-B78C19D4C4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500438"/>
                        <a:ext cx="2952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30" name="Line 106">
            <a:extLst>
              <a:ext uri="{FF2B5EF4-FFF2-40B4-BE49-F238E27FC236}">
                <a16:creationId xmlns:a16="http://schemas.microsoft.com/office/drawing/2014/main" id="{9287E396-305A-A96E-3A06-D089B4ABC6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2950" y="3143250"/>
            <a:ext cx="341313" cy="2413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5931" name="Object 7">
            <a:extLst>
              <a:ext uri="{FF2B5EF4-FFF2-40B4-BE49-F238E27FC236}">
                <a16:creationId xmlns:a16="http://schemas.microsoft.com/office/drawing/2014/main" id="{70CF0FBD-B6F5-ECD9-A30A-90A939DF96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1150" y="2952750"/>
          <a:ext cx="2952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1304" imgH="411480" progId="Equation.3">
                  <p:embed/>
                </p:oleObj>
              </mc:Choice>
              <mc:Fallback>
                <p:oleObj name="公式" r:id="rId12" imgW="251304" imgH="411480" progId="Equation.3">
                  <p:embed/>
                  <p:pic>
                    <p:nvPicPr>
                      <p:cNvPr id="205931" name="Object 7">
                        <a:extLst>
                          <a:ext uri="{FF2B5EF4-FFF2-40B4-BE49-F238E27FC236}">
                            <a16:creationId xmlns:a16="http://schemas.microsoft.com/office/drawing/2014/main" id="{70CF0FBD-B6F5-ECD9-A30A-90A939DF96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2952750"/>
                        <a:ext cx="2952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32" name="Line 108">
            <a:extLst>
              <a:ext uri="{FF2B5EF4-FFF2-40B4-BE49-F238E27FC236}">
                <a16:creationId xmlns:a16="http://schemas.microsoft.com/office/drawing/2014/main" id="{4695B92D-B3FC-511C-4D80-6A2D851ADFF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19925" y="2376488"/>
            <a:ext cx="414338" cy="614362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5933" name="Object 8">
            <a:extLst>
              <a:ext uri="{FF2B5EF4-FFF2-40B4-BE49-F238E27FC236}">
                <a16:creationId xmlns:a16="http://schemas.microsoft.com/office/drawing/2014/main" id="{E77E59E5-3926-5DD7-894E-A102983C2199}"/>
              </a:ext>
            </a:extLst>
          </p:cNvPr>
          <p:cNvGraphicFramePr>
            <a:graphicFrameLocks/>
          </p:cNvGraphicFramePr>
          <p:nvPr/>
        </p:nvGraphicFramePr>
        <p:xfrm>
          <a:off x="7637463" y="2838450"/>
          <a:ext cx="230187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8058" imgH="274320" progId="Equation.3">
                  <p:embed/>
                </p:oleObj>
              </mc:Choice>
              <mc:Fallback>
                <p:oleObj name="公式" r:id="rId14" imgW="198058" imgH="274320" progId="Equation.3">
                  <p:embed/>
                  <p:pic>
                    <p:nvPicPr>
                      <p:cNvPr id="205933" name="Object 8">
                        <a:extLst>
                          <a:ext uri="{FF2B5EF4-FFF2-40B4-BE49-F238E27FC236}">
                            <a16:creationId xmlns:a16="http://schemas.microsoft.com/office/drawing/2014/main" id="{E77E59E5-3926-5DD7-894E-A102983C219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7463" y="2838450"/>
                        <a:ext cx="230187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934" name="Object 9">
            <a:extLst>
              <a:ext uri="{FF2B5EF4-FFF2-40B4-BE49-F238E27FC236}">
                <a16:creationId xmlns:a16="http://schemas.microsoft.com/office/drawing/2014/main" id="{3AA0D3AD-459A-151A-6E44-9D622FC50A7E}"/>
              </a:ext>
            </a:extLst>
          </p:cNvPr>
          <p:cNvGraphicFramePr>
            <a:graphicFrameLocks/>
          </p:cNvGraphicFramePr>
          <p:nvPr/>
        </p:nvGraphicFramePr>
        <p:xfrm>
          <a:off x="1274763" y="2592388"/>
          <a:ext cx="236061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31907" imgH="845903" progId="Equation.3">
                  <p:embed/>
                </p:oleObj>
              </mc:Choice>
              <mc:Fallback>
                <p:oleObj name="Equation" r:id="rId16" imgW="2331907" imgH="845903" progId="Equation.3">
                  <p:embed/>
                  <p:pic>
                    <p:nvPicPr>
                      <p:cNvPr id="205934" name="Object 9">
                        <a:extLst>
                          <a:ext uri="{FF2B5EF4-FFF2-40B4-BE49-F238E27FC236}">
                            <a16:creationId xmlns:a16="http://schemas.microsoft.com/office/drawing/2014/main" id="{3AA0D3AD-459A-151A-6E44-9D622FC50A7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3" y="2592388"/>
                        <a:ext cx="2360612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935" name="Object 10">
            <a:extLst>
              <a:ext uri="{FF2B5EF4-FFF2-40B4-BE49-F238E27FC236}">
                <a16:creationId xmlns:a16="http://schemas.microsoft.com/office/drawing/2014/main" id="{1D0C2705-16A0-5AE2-D380-91407B5BB270}"/>
              </a:ext>
            </a:extLst>
          </p:cNvPr>
          <p:cNvGraphicFramePr>
            <a:graphicFrameLocks/>
          </p:cNvGraphicFramePr>
          <p:nvPr/>
        </p:nvGraphicFramePr>
        <p:xfrm>
          <a:off x="900113" y="3644900"/>
          <a:ext cx="114458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12707" imgH="868846" progId="Equation.3">
                  <p:embed/>
                </p:oleObj>
              </mc:Choice>
              <mc:Fallback>
                <p:oleObj name="Equation" r:id="rId18" imgW="1112707" imgH="868846" progId="Equation.3">
                  <p:embed/>
                  <p:pic>
                    <p:nvPicPr>
                      <p:cNvPr id="205935" name="Object 10">
                        <a:extLst>
                          <a:ext uri="{FF2B5EF4-FFF2-40B4-BE49-F238E27FC236}">
                            <a16:creationId xmlns:a16="http://schemas.microsoft.com/office/drawing/2014/main" id="{1D0C2705-16A0-5AE2-D380-91407B5BB27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644900"/>
                        <a:ext cx="114458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36" name="Text Box 112">
            <a:extLst>
              <a:ext uri="{FF2B5EF4-FFF2-40B4-BE49-F238E27FC236}">
                <a16:creationId xmlns:a16="http://schemas.microsoft.com/office/drawing/2014/main" id="{56774743-B559-093D-F789-520F46126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2219325"/>
            <a:ext cx="1319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情况</a:t>
            </a:r>
          </a:p>
        </p:txBody>
      </p:sp>
      <p:graphicFrame>
        <p:nvGraphicFramePr>
          <p:cNvPr id="205937" name="Object 11">
            <a:extLst>
              <a:ext uri="{FF2B5EF4-FFF2-40B4-BE49-F238E27FC236}">
                <a16:creationId xmlns:a16="http://schemas.microsoft.com/office/drawing/2014/main" id="{F1AA1024-BF2B-679A-5390-257660B2EC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91388" y="2305050"/>
          <a:ext cx="24606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8058" imgH="258858" progId="Equation.3">
                  <p:embed/>
                </p:oleObj>
              </mc:Choice>
              <mc:Fallback>
                <p:oleObj name="Equation" r:id="rId20" imgW="198058" imgH="258858" progId="Equation.3">
                  <p:embed/>
                  <p:pic>
                    <p:nvPicPr>
                      <p:cNvPr id="205937" name="Object 11">
                        <a:extLst>
                          <a:ext uri="{FF2B5EF4-FFF2-40B4-BE49-F238E27FC236}">
                            <a16:creationId xmlns:a16="http://schemas.microsoft.com/office/drawing/2014/main" id="{F1AA1024-BF2B-679A-5390-257660B2EC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1388" y="2305050"/>
                        <a:ext cx="24606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38" name="Oval 114">
            <a:extLst>
              <a:ext uri="{FF2B5EF4-FFF2-40B4-BE49-F238E27FC236}">
                <a16:creationId xmlns:a16="http://schemas.microsoft.com/office/drawing/2014/main" id="{8B552C70-C6E1-CFB5-E6CE-6B2209A26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263" y="2686050"/>
            <a:ext cx="1676400" cy="16764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05939" name="Oval 115">
            <a:extLst>
              <a:ext uri="{FF2B5EF4-FFF2-40B4-BE49-F238E27FC236}">
                <a16:creationId xmlns:a16="http://schemas.microsoft.com/office/drawing/2014/main" id="{82B8BF72-A6D5-E270-8B76-AEB47D5C5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063" y="2990850"/>
            <a:ext cx="228600" cy="228600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05940" name="Oval 116">
            <a:extLst>
              <a:ext uri="{FF2B5EF4-FFF2-40B4-BE49-F238E27FC236}">
                <a16:creationId xmlns:a16="http://schemas.microsoft.com/office/drawing/2014/main" id="{ED3D101E-DEBB-AD80-BB8C-B5359DCB2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2716213"/>
            <a:ext cx="1676400" cy="16764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05941" name="Oval 117">
            <a:extLst>
              <a:ext uri="{FF2B5EF4-FFF2-40B4-BE49-F238E27FC236}">
                <a16:creationId xmlns:a16="http://schemas.microsoft.com/office/drawing/2014/main" id="{9919FCF6-12D0-D462-6713-ABEA326BB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7588" y="3021013"/>
            <a:ext cx="228600" cy="228600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05942" name="Line 118">
            <a:extLst>
              <a:ext uri="{FF2B5EF4-FFF2-40B4-BE49-F238E27FC236}">
                <a16:creationId xmlns:a16="http://schemas.microsoft.com/office/drawing/2014/main" id="{7F69B2E9-BE4F-FF0F-B0DB-30C8037E39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9350" y="3529013"/>
            <a:ext cx="574675" cy="6477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5943" name="Oval 119">
            <a:extLst>
              <a:ext uri="{FF2B5EF4-FFF2-40B4-BE49-F238E27FC236}">
                <a16:creationId xmlns:a16="http://schemas.microsoft.com/office/drawing/2014/main" id="{5D31BC22-0D34-78D1-B647-F41D62D17E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83388" y="3500438"/>
            <a:ext cx="57150" cy="571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05944" name="Text Box 120">
            <a:extLst>
              <a:ext uri="{FF2B5EF4-FFF2-40B4-BE49-F238E27FC236}">
                <a16:creationId xmlns:a16="http://schemas.microsoft.com/office/drawing/2014/main" id="{C9DD799C-9D8B-6249-A07F-429C27125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9575" y="3359150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/>
              <a:t>O</a:t>
            </a:r>
          </a:p>
        </p:txBody>
      </p:sp>
      <p:sp>
        <p:nvSpPr>
          <p:cNvPr id="205945" name="Text Box 121">
            <a:extLst>
              <a:ext uri="{FF2B5EF4-FFF2-40B4-BE49-F238E27FC236}">
                <a16:creationId xmlns:a16="http://schemas.microsoft.com/office/drawing/2014/main" id="{13E75D49-E2C8-3660-409C-0CC99537F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345598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>
                <a:solidFill>
                  <a:srgbClr val="FF3300"/>
                </a:solidFill>
              </a:rPr>
              <a:t>R</a:t>
            </a:r>
          </a:p>
        </p:txBody>
      </p:sp>
      <p:sp>
        <p:nvSpPr>
          <p:cNvPr id="205946" name="AutoShape 122">
            <a:extLst>
              <a:ext uri="{FF2B5EF4-FFF2-40B4-BE49-F238E27FC236}">
                <a16:creationId xmlns:a16="http://schemas.microsoft.com/office/drawing/2014/main" id="{755DE3A2-6289-5187-B6E6-43FA781A0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5229225"/>
            <a:ext cx="2951162" cy="1008063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05947" name="Object 12">
            <a:extLst>
              <a:ext uri="{FF2B5EF4-FFF2-40B4-BE49-F238E27FC236}">
                <a16:creationId xmlns:a16="http://schemas.microsoft.com/office/drawing/2014/main" id="{DD8AD34E-AFB0-3DC1-2B0D-F5899A2CFF49}"/>
              </a:ext>
            </a:extLst>
          </p:cNvPr>
          <p:cNvGraphicFramePr>
            <a:graphicFrameLocks/>
          </p:cNvGraphicFramePr>
          <p:nvPr/>
        </p:nvGraphicFramePr>
        <p:xfrm>
          <a:off x="1619250" y="5338763"/>
          <a:ext cx="124301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211736" imgH="792535" progId="Equation.3">
                  <p:embed/>
                </p:oleObj>
              </mc:Choice>
              <mc:Fallback>
                <p:oleObj name="公式" r:id="rId22" imgW="1211736" imgH="792535" progId="Equation.3">
                  <p:embed/>
                  <p:pic>
                    <p:nvPicPr>
                      <p:cNvPr id="205947" name="Object 12">
                        <a:extLst>
                          <a:ext uri="{FF2B5EF4-FFF2-40B4-BE49-F238E27FC236}">
                            <a16:creationId xmlns:a16="http://schemas.microsoft.com/office/drawing/2014/main" id="{DD8AD34E-AFB0-3DC1-2B0D-F5899A2CFF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338763"/>
                        <a:ext cx="124301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948" name="Object 13">
            <a:extLst>
              <a:ext uri="{FF2B5EF4-FFF2-40B4-BE49-F238E27FC236}">
                <a16:creationId xmlns:a16="http://schemas.microsoft.com/office/drawing/2014/main" id="{50DCF1DF-A3E4-5295-E1E7-658CFDB5D986}"/>
              </a:ext>
            </a:extLst>
          </p:cNvPr>
          <p:cNvGraphicFramePr>
            <a:graphicFrameLocks/>
          </p:cNvGraphicFramePr>
          <p:nvPr/>
        </p:nvGraphicFramePr>
        <p:xfrm>
          <a:off x="6804025" y="5229225"/>
          <a:ext cx="12446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211736" imgH="792535" progId="Equation.3">
                  <p:embed/>
                </p:oleObj>
              </mc:Choice>
              <mc:Fallback>
                <p:oleObj name="公式" r:id="rId24" imgW="1211736" imgH="792535" progId="Equation.3">
                  <p:embed/>
                  <p:pic>
                    <p:nvPicPr>
                      <p:cNvPr id="205948" name="Object 13">
                        <a:extLst>
                          <a:ext uri="{FF2B5EF4-FFF2-40B4-BE49-F238E27FC236}">
                            <a16:creationId xmlns:a16="http://schemas.microsoft.com/office/drawing/2014/main" id="{50DCF1DF-A3E4-5295-E1E7-658CFDB5D9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5229225"/>
                        <a:ext cx="12446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49" name="Text Box 125">
            <a:extLst>
              <a:ext uri="{FF2B5EF4-FFF2-40B4-BE49-F238E27FC236}">
                <a16:creationId xmlns:a16="http://schemas.microsoft.com/office/drawing/2014/main" id="{D67F6A08-D720-BA80-A09B-4B8C2140D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3933825"/>
            <a:ext cx="316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66FFFF"/>
                </a:solidFill>
              </a:rPr>
              <a:t>R </a:t>
            </a:r>
            <a:r>
              <a:rPr lang="zh-CN" altLang="en-US"/>
              <a:t>与      成正比</a:t>
            </a:r>
          </a:p>
        </p:txBody>
      </p:sp>
      <p:graphicFrame>
        <p:nvGraphicFramePr>
          <p:cNvPr id="205950" name="Object 14">
            <a:extLst>
              <a:ext uri="{FF2B5EF4-FFF2-40B4-BE49-F238E27FC236}">
                <a16:creationId xmlns:a16="http://schemas.microsoft.com/office/drawing/2014/main" id="{8867809C-9552-4F20-59C6-BB2AC59253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4083050"/>
          <a:ext cx="246063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98058" imgH="213471" progId="Equation.3">
                  <p:embed/>
                </p:oleObj>
              </mc:Choice>
              <mc:Fallback>
                <p:oleObj name="公式" r:id="rId26" imgW="198058" imgH="213471" progId="Equation.3">
                  <p:embed/>
                  <p:pic>
                    <p:nvPicPr>
                      <p:cNvPr id="205950" name="Object 14">
                        <a:extLst>
                          <a:ext uri="{FF2B5EF4-FFF2-40B4-BE49-F238E27FC236}">
                            <a16:creationId xmlns:a16="http://schemas.microsoft.com/office/drawing/2014/main" id="{8867809C-9552-4F20-59C6-BB2AC59253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083050"/>
                        <a:ext cx="246063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51" name="Text Box 127">
            <a:extLst>
              <a:ext uri="{FF2B5EF4-FFF2-40B4-BE49-F238E27FC236}">
                <a16:creationId xmlns:a16="http://schemas.microsoft.com/office/drawing/2014/main" id="{D7DFE476-0C5C-6567-E0C2-92271F233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5013" y="5492750"/>
            <a:ext cx="2332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66FFFF"/>
                </a:solidFill>
              </a:rPr>
              <a:t>T </a:t>
            </a:r>
            <a:r>
              <a:rPr lang="zh-CN" altLang="en-US"/>
              <a:t>与      无关</a:t>
            </a:r>
          </a:p>
        </p:txBody>
      </p:sp>
      <p:graphicFrame>
        <p:nvGraphicFramePr>
          <p:cNvPr id="205952" name="Object 15">
            <a:extLst>
              <a:ext uri="{FF2B5EF4-FFF2-40B4-BE49-F238E27FC236}">
                <a16:creationId xmlns:a16="http://schemas.microsoft.com/office/drawing/2014/main" id="{033C0DB5-4D6D-4CA8-1BD7-FBB50D2E85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5738" y="5589588"/>
          <a:ext cx="24606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98058" imgH="213471" progId="Equation.3">
                  <p:embed/>
                </p:oleObj>
              </mc:Choice>
              <mc:Fallback>
                <p:oleObj name="公式" r:id="rId28" imgW="198058" imgH="213471" progId="Equation.3">
                  <p:embed/>
                  <p:pic>
                    <p:nvPicPr>
                      <p:cNvPr id="205952" name="Object 15">
                        <a:extLst>
                          <a:ext uri="{FF2B5EF4-FFF2-40B4-BE49-F238E27FC236}">
                            <a16:creationId xmlns:a16="http://schemas.microsoft.com/office/drawing/2014/main" id="{033C0DB5-4D6D-4CA8-1BD7-FBB50D2E85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5738" y="5589588"/>
                        <a:ext cx="246062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953" name="Object 16">
            <a:extLst>
              <a:ext uri="{FF2B5EF4-FFF2-40B4-BE49-F238E27FC236}">
                <a16:creationId xmlns:a16="http://schemas.microsoft.com/office/drawing/2014/main" id="{485EDD11-235F-B764-D9A8-F73ED36D9DFA}"/>
              </a:ext>
            </a:extLst>
          </p:cNvPr>
          <p:cNvGraphicFramePr>
            <a:graphicFrameLocks/>
          </p:cNvGraphicFramePr>
          <p:nvPr/>
        </p:nvGraphicFramePr>
        <p:xfrm>
          <a:off x="2916238" y="5302250"/>
          <a:ext cx="9779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945004" imgH="868846" progId="Equation.3">
                  <p:embed/>
                </p:oleObj>
              </mc:Choice>
              <mc:Fallback>
                <p:oleObj name="公式" r:id="rId30" imgW="945004" imgH="868846" progId="Equation.3">
                  <p:embed/>
                  <p:pic>
                    <p:nvPicPr>
                      <p:cNvPr id="205953" name="Object 16">
                        <a:extLst>
                          <a:ext uri="{FF2B5EF4-FFF2-40B4-BE49-F238E27FC236}">
                            <a16:creationId xmlns:a16="http://schemas.microsoft.com/office/drawing/2014/main" id="{485EDD11-235F-B764-D9A8-F73ED36D9D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302250"/>
                        <a:ext cx="97790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54" name="Text Box 130">
            <a:extLst>
              <a:ext uri="{FF2B5EF4-FFF2-40B4-BE49-F238E27FC236}">
                <a16:creationId xmlns:a16="http://schemas.microsoft.com/office/drawing/2014/main" id="{6CF369AB-F3D5-CF9E-C759-2A758FC6C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400800"/>
            <a:ext cx="643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它是</a:t>
            </a:r>
            <a:r>
              <a:rPr kumimoji="1" lang="zh-CN" altLang="en-US">
                <a:solidFill>
                  <a:srgbClr val="66FFFF"/>
                </a:solidFill>
              </a:rPr>
              <a:t>磁聚焦</a:t>
            </a:r>
            <a:r>
              <a:rPr kumimoji="1" lang="en-US" altLang="zh-CN">
                <a:solidFill>
                  <a:srgbClr val="66FFFF"/>
                </a:solidFill>
              </a:rPr>
              <a:t>,  </a:t>
            </a:r>
            <a:r>
              <a:rPr kumimoji="1" lang="zh-CN" altLang="en-US">
                <a:solidFill>
                  <a:srgbClr val="66FFFF"/>
                </a:solidFill>
              </a:rPr>
              <a:t>回旋加速器</a:t>
            </a:r>
            <a:r>
              <a:rPr lang="zh-CN" altLang="en-US"/>
              <a:t>的基本理论依据</a:t>
            </a:r>
          </a:p>
        </p:txBody>
      </p:sp>
      <p:sp>
        <p:nvSpPr>
          <p:cNvPr id="205957" name="Text Box 133">
            <a:extLst>
              <a:ext uri="{FF2B5EF4-FFF2-40B4-BE49-F238E27FC236}">
                <a16:creationId xmlns:a16="http://schemas.microsoft.com/office/drawing/2014/main" id="{6505DC65-14BA-3C28-D26C-B4555D9E1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652963"/>
            <a:ext cx="3186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00"/>
                </a:solidFill>
              </a:rPr>
              <a:t>•</a:t>
            </a:r>
            <a:r>
              <a:rPr kumimoji="1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粒子回转周期与频率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0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5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9" dur="1000"/>
                                        <p:tgtEl>
                                          <p:spTgt spid="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205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05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7" dur="500"/>
                                        <p:tgtEl>
                                          <p:spTgt spid="20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0" dur="500"/>
                                        <p:tgtEl>
                                          <p:spTgt spid="20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8 -0.01922 C -0.01337 -0.02153 -0.01805 -0.0294 -0.02135 -0.03357 C -0.02465 -0.03774 -0.02725 -0.04074 -0.03177 -0.04468 C -0.03628 -0.04862 -0.04028 -0.05394 -0.04843 -0.05718 C -0.05659 -0.06042 -0.07257 -0.06366 -0.08073 -0.06412 C -0.08889 -0.06459 -0.08958 -0.06366 -0.09757 -0.06042 C -0.10555 -0.05718 -0.121 -0.04908 -0.12847 -0.04445 C -0.13593 -0.03982 -0.13871 -0.03658 -0.14271 -0.03195 C -0.1467 -0.02732 -0.14913 -0.0213 -0.15225 -0.01598 C -0.15538 -0.01065 -0.15937 -0.00579 -0.1618 4.07407E-6 C -0.16423 0.00578 -0.16475 0.01226 -0.16718 0.01921 C -0.16962 0.02615 -0.17517 0.0324 -0.17604 0.0412 C -0.17691 0.05 -0.17343 0.06388 -0.17239 0.07199 C -0.17135 0.08009 -0.17153 0.08171 -0.16927 0.09004 C -0.16701 0.09838 -0.16163 0.11435 -0.15885 0.12199 C -0.15607 0.12963 -0.15486 0.13125 -0.15225 0.13634 C -0.14965 0.14143 -0.14705 0.14745 -0.14271 0.15231 C -0.13837 0.15717 -0.13073 0.16134 -0.12604 0.16504 C -0.12135 0.16875 -0.11979 0.17199 -0.11423 0.17453 C -0.10868 0.17708 -0.10017 0.17986 -0.09271 0.18078 C -0.08524 0.18171 -0.07691 0.18171 -0.06892 0.18078 C -0.06093 0.17986 -0.05225 0.17824 -0.04514 0.17453 C -0.03802 0.17083 -0.03194 0.16412 -0.02604 0.15856 C -0.02014 0.15301 -0.01441 0.14745 -0.00989 0.14143 C -0.00538 0.13541 -0.00121 0.12916 0.00157 0.12199 C 0.00434 0.11481 0.00556 0.10601 0.00729 0.09838 C 0.00903 0.09074 0.01129 0.08356 0.01198 0.07615 C 0.01268 0.06875 0.01233 0.06088 0.01198 0.05393 C 0.01163 0.04699 0.01146 0.04375 0.00955 0.03472 C 0.00764 0.02569 0.00382 0.01273 -2.5E-6 4.07407E-6 " pathEditMode="relative" rAng="0" ptsTypes="aaaaaaaaaaaaaaaaaaaaaaaaaaaaaa">
                                      <p:cBhvr>
                                        <p:cTn id="193" dur="5000" fill="hold"/>
                                        <p:tgtEl>
                                          <p:spTgt spid="2059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31" y="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9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2000"/>
                                        <p:tgtEl>
                                          <p:spTgt spid="205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2000"/>
                                        <p:tgtEl>
                                          <p:spTgt spid="20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2000"/>
                                        <p:tgtEl>
                                          <p:spTgt spid="205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2000"/>
                                        <p:tgtEl>
                                          <p:spTgt spid="205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2000"/>
                                        <p:tgtEl>
                                          <p:spTgt spid="20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1000"/>
                                        <p:tgtEl>
                                          <p:spTgt spid="20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20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2000"/>
                                        <p:tgtEl>
                                          <p:spTgt spid="20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2000"/>
                                        <p:tgtEl>
                                          <p:spTgt spid="20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2000"/>
                                        <p:tgtEl>
                                          <p:spTgt spid="20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2000"/>
                                        <p:tgtEl>
                                          <p:spTgt spid="20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2000"/>
                                        <p:tgtEl>
                                          <p:spTgt spid="205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2000"/>
                                        <p:tgtEl>
                                          <p:spTgt spid="20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 nodeType="clickPar">
                      <p:stCondLst>
                        <p:cond delay="indefinite"/>
                      </p:stCondLst>
                      <p:childTnLst>
                        <p:par>
                          <p:cTn id="2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2000"/>
                                        <p:tgtEl>
                                          <p:spTgt spid="20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7" grpId="0" autoUpdateAnimBg="0"/>
      <p:bldP spid="205829" grpId="0" autoUpdateAnimBg="0"/>
      <p:bldP spid="205834" grpId="0"/>
      <p:bldP spid="205836" grpId="0" animBg="1"/>
      <p:bldP spid="205927" grpId="0" autoUpdateAnimBg="0"/>
      <p:bldP spid="205936" grpId="0" autoUpdateAnimBg="0"/>
      <p:bldP spid="205938" grpId="0" animBg="1"/>
      <p:bldP spid="205938" grpId="1" animBg="1"/>
      <p:bldP spid="205938" grpId="2" animBg="1"/>
      <p:bldP spid="205939" grpId="0" animBg="1"/>
      <p:bldP spid="205939" grpId="1" animBg="1"/>
      <p:bldP spid="205939" grpId="2" animBg="1"/>
      <p:bldP spid="205940" grpId="0" animBg="1"/>
      <p:bldP spid="205940" grpId="1" animBg="1"/>
      <p:bldP spid="205941" grpId="0" animBg="1"/>
      <p:bldP spid="205941" grpId="1" animBg="1"/>
      <p:bldP spid="205941" grpId="2" animBg="1"/>
      <p:bldP spid="205943" grpId="0" animBg="1"/>
      <p:bldP spid="205944" grpId="0"/>
      <p:bldP spid="205945" grpId="0"/>
      <p:bldP spid="205946" grpId="0" animBg="1"/>
      <p:bldP spid="205949" grpId="0"/>
      <p:bldP spid="205951" grpId="0"/>
      <p:bldP spid="205954" grpId="0"/>
      <p:bldP spid="20595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Text Box 2">
            <a:extLst>
              <a:ext uri="{FF2B5EF4-FFF2-40B4-BE49-F238E27FC236}">
                <a16:creationId xmlns:a16="http://schemas.microsoft.com/office/drawing/2014/main" id="{F40852D8-2241-0A0E-5656-519A28146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287338"/>
            <a:ext cx="178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267267" name="AutoShape 3">
            <a:extLst>
              <a:ext uri="{FF2B5EF4-FFF2-40B4-BE49-F238E27FC236}">
                <a16:creationId xmlns:a16="http://schemas.microsoft.com/office/drawing/2014/main" id="{00375542-67D9-A8F8-F87F-14EF2A42F1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6713" y="260350"/>
            <a:ext cx="460375" cy="403225"/>
          </a:xfrm>
          <a:prstGeom prst="star5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6549FD64-317B-4CB5-1A4C-7B74C5158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815975"/>
            <a:ext cx="4932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/>
              <a:t>(1) </a:t>
            </a:r>
            <a:r>
              <a:rPr kumimoji="1" lang="zh-CN" altLang="en-US">
                <a:latin typeface="宋体" panose="02010600030101010101" pitchFamily="2" charset="-122"/>
              </a:rPr>
              <a:t>如何观察粒子的轨迹？</a:t>
            </a:r>
            <a:endParaRPr kumimoji="1" lang="zh-CN" altLang="en-US"/>
          </a:p>
        </p:txBody>
      </p:sp>
      <p:sp>
        <p:nvSpPr>
          <p:cNvPr id="267269" name="Text Box 5">
            <a:extLst>
              <a:ext uri="{FF2B5EF4-FFF2-40B4-BE49-F238E27FC236}">
                <a16:creationId xmlns:a16="http://schemas.microsoft.com/office/drawing/2014/main" id="{30902980-A753-890F-DA47-624EB9B99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744538"/>
            <a:ext cx="16652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i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云室，</a:t>
            </a:r>
          </a:p>
        </p:txBody>
      </p:sp>
      <p:sp>
        <p:nvSpPr>
          <p:cNvPr id="267270" name="Rectangle 6">
            <a:extLst>
              <a:ext uri="{FF2B5EF4-FFF2-40B4-BE49-F238E27FC236}">
                <a16:creationId xmlns:a16="http://schemas.microsoft.com/office/drawing/2014/main" id="{6BBFFA1D-E0E5-8F6F-0695-86D911D93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714375"/>
            <a:ext cx="31670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sz="2800" i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气泡室</a:t>
            </a:r>
          </a:p>
        </p:txBody>
      </p:sp>
      <p:sp>
        <p:nvSpPr>
          <p:cNvPr id="267271" name="Rectangle 7">
            <a:extLst>
              <a:ext uri="{FF2B5EF4-FFF2-40B4-BE49-F238E27FC236}">
                <a16:creationId xmlns:a16="http://schemas.microsoft.com/office/drawing/2014/main" id="{2209D378-EF0B-1FE2-3D83-395589F1C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255838"/>
            <a:ext cx="668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dirty="0"/>
              <a:t>(2) </a:t>
            </a:r>
            <a:r>
              <a:rPr kumimoji="1" lang="zh-CN" altLang="en-US" dirty="0">
                <a:latin typeface="宋体" panose="02010600030101010101" pitchFamily="2" charset="-122"/>
              </a:rPr>
              <a:t>确定粒子的速度和能量。</a:t>
            </a:r>
            <a:endParaRPr kumimoji="1" lang="zh-CN" altLang="en-US" dirty="0"/>
          </a:p>
        </p:txBody>
      </p:sp>
      <p:sp>
        <p:nvSpPr>
          <p:cNvPr id="267272" name="Rectangle 8">
            <a:extLst>
              <a:ext uri="{FF2B5EF4-FFF2-40B4-BE49-F238E27FC236}">
                <a16:creationId xmlns:a16="http://schemas.microsoft.com/office/drawing/2014/main" id="{2D6837F0-339F-CCD6-524D-7BA6A3DE2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924175"/>
            <a:ext cx="7353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/>
              <a:t>(3) </a:t>
            </a:r>
            <a:r>
              <a:rPr kumimoji="1" lang="zh-CN" altLang="en-US">
                <a:latin typeface="宋体" panose="02010600030101010101" pitchFamily="2" charset="-122"/>
              </a:rPr>
              <a:t>判别粒子所带电荷的正负。</a:t>
            </a:r>
            <a:endParaRPr kumimoji="1" lang="zh-CN" altLang="en-US"/>
          </a:p>
        </p:txBody>
      </p:sp>
      <p:graphicFrame>
        <p:nvGraphicFramePr>
          <p:cNvPr id="267273" name="Object 2">
            <a:extLst>
              <a:ext uri="{FF2B5EF4-FFF2-40B4-BE49-F238E27FC236}">
                <a16:creationId xmlns:a16="http://schemas.microsoft.com/office/drawing/2014/main" id="{5581AAC4-8BC7-0AED-04BD-FA520BDED589}"/>
              </a:ext>
            </a:extLst>
          </p:cNvPr>
          <p:cNvGraphicFramePr>
            <a:graphicFrameLocks/>
          </p:cNvGraphicFramePr>
          <p:nvPr/>
        </p:nvGraphicFramePr>
        <p:xfrm>
          <a:off x="4932363" y="2060575"/>
          <a:ext cx="114458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2707" imgH="868846" progId="Equation.3">
                  <p:embed/>
                </p:oleObj>
              </mc:Choice>
              <mc:Fallback>
                <p:oleObj name="Equation" r:id="rId2" imgW="1112707" imgH="868846" progId="Equation.3">
                  <p:embed/>
                  <p:pic>
                    <p:nvPicPr>
                      <p:cNvPr id="267273" name="Object 2">
                        <a:extLst>
                          <a:ext uri="{FF2B5EF4-FFF2-40B4-BE49-F238E27FC236}">
                            <a16:creationId xmlns:a16="http://schemas.microsoft.com/office/drawing/2014/main" id="{5581AAC4-8BC7-0AED-04BD-FA520BDED5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060575"/>
                        <a:ext cx="114458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4" name="Object 3">
            <a:extLst>
              <a:ext uri="{FF2B5EF4-FFF2-40B4-BE49-F238E27FC236}">
                <a16:creationId xmlns:a16="http://schemas.microsoft.com/office/drawing/2014/main" id="{A976668F-DB7E-D394-74A9-5FE9EA6C6C29}"/>
              </a:ext>
            </a:extLst>
          </p:cNvPr>
          <p:cNvGraphicFramePr>
            <a:graphicFrameLocks/>
          </p:cNvGraphicFramePr>
          <p:nvPr/>
        </p:nvGraphicFramePr>
        <p:xfrm>
          <a:off x="6732588" y="2063750"/>
          <a:ext cx="155098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16287" imgH="792535" progId="Equation.3">
                  <p:embed/>
                </p:oleObj>
              </mc:Choice>
              <mc:Fallback>
                <p:oleObj name="公式" r:id="rId4" imgW="1516287" imgH="792535" progId="Equation.3">
                  <p:embed/>
                  <p:pic>
                    <p:nvPicPr>
                      <p:cNvPr id="267274" name="Object 3">
                        <a:extLst>
                          <a:ext uri="{FF2B5EF4-FFF2-40B4-BE49-F238E27FC236}">
                            <a16:creationId xmlns:a16="http://schemas.microsoft.com/office/drawing/2014/main" id="{A976668F-DB7E-D394-74A9-5FE9EA6C6C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2063750"/>
                        <a:ext cx="155098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5" name="Rectangle 11">
            <a:extLst>
              <a:ext uri="{FF2B5EF4-FFF2-40B4-BE49-F238E27FC236}">
                <a16:creationId xmlns:a16="http://schemas.microsoft.com/office/drawing/2014/main" id="{30C99927-85EC-B10E-2F3E-34F25AE2C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5325" y="3500438"/>
            <a:ext cx="36147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zh-CN" altLang="en-US" sz="2800" i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带电粒子的偏转方向</a:t>
            </a:r>
          </a:p>
        </p:txBody>
      </p:sp>
      <p:sp>
        <p:nvSpPr>
          <p:cNvPr id="267277" name="AutoShape 13">
            <a:extLst>
              <a:ext uri="{FF2B5EF4-FFF2-40B4-BE49-F238E27FC236}">
                <a16:creationId xmlns:a16="http://schemas.microsoft.com/office/drawing/2014/main" id="{B76EEC36-0543-4E97-FCC5-BB892AAC1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1412875"/>
            <a:ext cx="1944688" cy="576263"/>
          </a:xfrm>
          <a:prstGeom prst="wedgeRectCallout">
            <a:avLst>
              <a:gd name="adj1" fmla="val 88449"/>
              <a:gd name="adj2" fmla="val -84162"/>
            </a:avLst>
          </a:prstGeom>
          <a:gradFill rotWithShape="1">
            <a:gsLst>
              <a:gs pos="0">
                <a:schemeClr val="accent1">
                  <a:alpha val="63000"/>
                </a:schemeClr>
              </a:gs>
              <a:gs pos="100000">
                <a:schemeClr val="accent1">
                  <a:gamma/>
                  <a:shade val="46275"/>
                  <a:invGamma/>
                  <a:alpha val="75000"/>
                </a:scheme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</a:rPr>
              <a:t>过饱和蒸汽</a:t>
            </a:r>
          </a:p>
          <a:p>
            <a:pPr algn="ctr" eaLnBrk="1" hangingPunct="1">
              <a:defRPr/>
            </a:pPr>
            <a:endParaRPr lang="en-US" altLang="zh-CN" dirty="0"/>
          </a:p>
        </p:txBody>
      </p:sp>
      <p:sp>
        <p:nvSpPr>
          <p:cNvPr id="267278" name="Text Box 14">
            <a:extLst>
              <a:ext uri="{FF2B5EF4-FFF2-40B4-BE49-F238E27FC236}">
                <a16:creationId xmlns:a16="http://schemas.microsoft.com/office/drawing/2014/main" id="{55F6E662-328D-D673-C3FA-837E949D3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1400175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不稳定状态</a:t>
            </a:r>
          </a:p>
        </p:txBody>
      </p:sp>
      <p:sp>
        <p:nvSpPr>
          <p:cNvPr id="267279" name="AutoShape 15">
            <a:extLst>
              <a:ext uri="{FF2B5EF4-FFF2-40B4-BE49-F238E27FC236}">
                <a16:creationId xmlns:a16="http://schemas.microsoft.com/office/drawing/2014/main" id="{9A5D9906-A8DC-FB02-0B65-651A902AC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1323975"/>
            <a:ext cx="1655762" cy="609600"/>
          </a:xfrm>
          <a:prstGeom prst="wedgeRectCallout">
            <a:avLst>
              <a:gd name="adj1" fmla="val -82792"/>
              <a:gd name="adj2" fmla="val -63542"/>
            </a:avLst>
          </a:prstGeom>
          <a:gradFill rotWithShape="1">
            <a:gsLst>
              <a:gs pos="0">
                <a:schemeClr val="accent1">
                  <a:alpha val="63000"/>
                </a:schemeClr>
              </a:gs>
              <a:gs pos="100000">
                <a:schemeClr val="accent1">
                  <a:gamma/>
                  <a:shade val="46275"/>
                  <a:invGamma/>
                  <a:alpha val="75000"/>
                </a:scheme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</a:rPr>
              <a:t>过热液体</a:t>
            </a:r>
          </a:p>
          <a:p>
            <a:pPr algn="ctr" eaLnBrk="1" hangingPunct="1">
              <a:defRPr/>
            </a:pPr>
            <a:endParaRPr lang="en-US" altLang="zh-CN" dirty="0"/>
          </a:p>
        </p:txBody>
      </p:sp>
      <p:sp>
        <p:nvSpPr>
          <p:cNvPr id="267280" name="Text Box 16">
            <a:extLst>
              <a:ext uri="{FF2B5EF4-FFF2-40B4-BE49-F238E27FC236}">
                <a16:creationId xmlns:a16="http://schemas.microsoft.com/office/drawing/2014/main" id="{8FDD6927-D6A2-5610-0AA2-3ACF5392A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571875"/>
            <a:ext cx="172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根据</a:t>
            </a:r>
          </a:p>
        </p:txBody>
      </p:sp>
      <p:sp>
        <p:nvSpPr>
          <p:cNvPr id="267281" name="Text Box 17">
            <a:extLst>
              <a:ext uri="{FF2B5EF4-FFF2-40B4-BE49-F238E27FC236}">
                <a16:creationId xmlns:a16="http://schemas.microsoft.com/office/drawing/2014/main" id="{8342271A-E92B-7966-C463-A1455363D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3571875"/>
            <a:ext cx="2160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来判断</a:t>
            </a:r>
          </a:p>
        </p:txBody>
      </p:sp>
      <p:graphicFrame>
        <p:nvGraphicFramePr>
          <p:cNvPr id="267282" name="Object 4">
            <a:extLst>
              <a:ext uri="{FF2B5EF4-FFF2-40B4-BE49-F238E27FC236}">
                <a16:creationId xmlns:a16="http://schemas.microsoft.com/office/drawing/2014/main" id="{56CB57DC-2B95-413B-C89C-53A8147A9A68}"/>
              </a:ext>
            </a:extLst>
          </p:cNvPr>
          <p:cNvGraphicFramePr>
            <a:graphicFrameLocks/>
          </p:cNvGraphicFramePr>
          <p:nvPr/>
        </p:nvGraphicFramePr>
        <p:xfrm>
          <a:off x="2916238" y="4076700"/>
          <a:ext cx="170338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68562" imgH="426942" progId="Equation.3">
                  <p:embed/>
                </p:oleObj>
              </mc:Choice>
              <mc:Fallback>
                <p:oleObj name="Equation" r:id="rId6" imgW="1668562" imgH="426942" progId="Equation.3">
                  <p:embed/>
                  <p:pic>
                    <p:nvPicPr>
                      <p:cNvPr id="267282" name="Object 4">
                        <a:extLst>
                          <a:ext uri="{FF2B5EF4-FFF2-40B4-BE49-F238E27FC236}">
                            <a16:creationId xmlns:a16="http://schemas.microsoft.com/office/drawing/2014/main" id="{56CB57DC-2B95-413B-C89C-53A8147A9A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076700"/>
                        <a:ext cx="170338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>
            <a:extLst>
              <a:ext uri="{FF2B5EF4-FFF2-40B4-BE49-F238E27FC236}">
                <a16:creationId xmlns:a16="http://schemas.microsoft.com/office/drawing/2014/main" id="{FD119BA3-9BC1-F014-5297-69676C2388B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32238" y="5216525"/>
            <a:ext cx="111125" cy="161925"/>
            <a:chOff x="2112" y="3120"/>
            <a:chExt cx="144" cy="192"/>
          </a:xfrm>
        </p:grpSpPr>
        <p:sp>
          <p:nvSpPr>
            <p:cNvPr id="12407" name="Line 20">
              <a:extLst>
                <a:ext uri="{FF2B5EF4-FFF2-40B4-BE49-F238E27FC236}">
                  <a16:creationId xmlns:a16="http://schemas.microsoft.com/office/drawing/2014/main" id="{9BD9A7E7-7063-D7E3-A656-89321C8A16E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8" name="Line 21">
              <a:extLst>
                <a:ext uri="{FF2B5EF4-FFF2-40B4-BE49-F238E27FC236}">
                  <a16:creationId xmlns:a16="http://schemas.microsoft.com/office/drawing/2014/main" id="{1A5BC33F-9B94-0EDD-C82A-AD2446A01B7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C3BCEA6C-30C9-D36D-66A8-428A66A52A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32238" y="4672013"/>
            <a:ext cx="111125" cy="161925"/>
            <a:chOff x="2112" y="3120"/>
            <a:chExt cx="144" cy="192"/>
          </a:xfrm>
        </p:grpSpPr>
        <p:sp>
          <p:nvSpPr>
            <p:cNvPr id="12405" name="Line 23">
              <a:extLst>
                <a:ext uri="{FF2B5EF4-FFF2-40B4-BE49-F238E27FC236}">
                  <a16:creationId xmlns:a16="http://schemas.microsoft.com/office/drawing/2014/main" id="{6542691D-1A92-D744-AA59-18EE0873C3D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6" name="Line 24">
              <a:extLst>
                <a:ext uri="{FF2B5EF4-FFF2-40B4-BE49-F238E27FC236}">
                  <a16:creationId xmlns:a16="http://schemas.microsoft.com/office/drawing/2014/main" id="{BE72B97F-41F3-59FC-F1D4-D9888F24EA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5">
            <a:extLst>
              <a:ext uri="{FF2B5EF4-FFF2-40B4-BE49-F238E27FC236}">
                <a16:creationId xmlns:a16="http://schemas.microsoft.com/office/drawing/2014/main" id="{C5C1700C-E4C3-13B7-EE99-99D7B42BB19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08500" y="4672013"/>
            <a:ext cx="111125" cy="161925"/>
            <a:chOff x="2112" y="3120"/>
            <a:chExt cx="144" cy="192"/>
          </a:xfrm>
        </p:grpSpPr>
        <p:sp>
          <p:nvSpPr>
            <p:cNvPr id="12403" name="Line 26">
              <a:extLst>
                <a:ext uri="{FF2B5EF4-FFF2-40B4-BE49-F238E27FC236}">
                  <a16:creationId xmlns:a16="http://schemas.microsoft.com/office/drawing/2014/main" id="{179536F6-9866-7FD1-BCE8-A5D3F27DEF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4" name="Line 27">
              <a:extLst>
                <a:ext uri="{FF2B5EF4-FFF2-40B4-BE49-F238E27FC236}">
                  <a16:creationId xmlns:a16="http://schemas.microsoft.com/office/drawing/2014/main" id="{55E62086-A7CA-35C5-CF84-5D7E83C933D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93A09C63-C972-705A-1F63-F50F7B60F4E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08500" y="5216525"/>
            <a:ext cx="111125" cy="161925"/>
            <a:chOff x="2112" y="3120"/>
            <a:chExt cx="144" cy="192"/>
          </a:xfrm>
        </p:grpSpPr>
        <p:sp>
          <p:nvSpPr>
            <p:cNvPr id="12401" name="Line 29">
              <a:extLst>
                <a:ext uri="{FF2B5EF4-FFF2-40B4-BE49-F238E27FC236}">
                  <a16:creationId xmlns:a16="http://schemas.microsoft.com/office/drawing/2014/main" id="{E8F8B750-4782-4CCD-57F1-A175800083B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2" name="Line 30">
              <a:extLst>
                <a:ext uri="{FF2B5EF4-FFF2-40B4-BE49-F238E27FC236}">
                  <a16:creationId xmlns:a16="http://schemas.microsoft.com/office/drawing/2014/main" id="{B187EBE8-48C8-C65D-ADDB-9D6BBA9E1A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1">
            <a:extLst>
              <a:ext uri="{FF2B5EF4-FFF2-40B4-BE49-F238E27FC236}">
                <a16:creationId xmlns:a16="http://schemas.microsoft.com/office/drawing/2014/main" id="{43741F14-75E0-8E05-DC78-B733244B0F7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16563" y="4672013"/>
            <a:ext cx="111125" cy="161925"/>
            <a:chOff x="2112" y="3120"/>
            <a:chExt cx="144" cy="192"/>
          </a:xfrm>
        </p:grpSpPr>
        <p:sp>
          <p:nvSpPr>
            <p:cNvPr id="12399" name="Line 32">
              <a:extLst>
                <a:ext uri="{FF2B5EF4-FFF2-40B4-BE49-F238E27FC236}">
                  <a16:creationId xmlns:a16="http://schemas.microsoft.com/office/drawing/2014/main" id="{BB862DDA-6810-4482-4CCD-0AD1D59FEE0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0" name="Line 33">
              <a:extLst>
                <a:ext uri="{FF2B5EF4-FFF2-40B4-BE49-F238E27FC236}">
                  <a16:creationId xmlns:a16="http://schemas.microsoft.com/office/drawing/2014/main" id="{CCD781E3-4389-19C0-02EA-0483623DBDE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:a16="http://schemas.microsoft.com/office/drawing/2014/main" id="{AD547C3B-3704-81DE-D643-D658B113560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13325" y="4672013"/>
            <a:ext cx="111125" cy="161925"/>
            <a:chOff x="2112" y="3120"/>
            <a:chExt cx="144" cy="192"/>
          </a:xfrm>
        </p:grpSpPr>
        <p:sp>
          <p:nvSpPr>
            <p:cNvPr id="12397" name="Line 35">
              <a:extLst>
                <a:ext uri="{FF2B5EF4-FFF2-40B4-BE49-F238E27FC236}">
                  <a16:creationId xmlns:a16="http://schemas.microsoft.com/office/drawing/2014/main" id="{41FAB620-0357-9A88-1446-F9B2099C6C8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8" name="Line 36">
              <a:extLst>
                <a:ext uri="{FF2B5EF4-FFF2-40B4-BE49-F238E27FC236}">
                  <a16:creationId xmlns:a16="http://schemas.microsoft.com/office/drawing/2014/main" id="{95A625F0-67CB-8B53-8105-681C741436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7">
            <a:extLst>
              <a:ext uri="{FF2B5EF4-FFF2-40B4-BE49-F238E27FC236}">
                <a16:creationId xmlns:a16="http://schemas.microsoft.com/office/drawing/2014/main" id="{C108CCE0-757A-75D2-BDFB-880FD04DC8B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16563" y="5216525"/>
            <a:ext cx="111125" cy="161925"/>
            <a:chOff x="2112" y="3120"/>
            <a:chExt cx="144" cy="192"/>
          </a:xfrm>
        </p:grpSpPr>
        <p:sp>
          <p:nvSpPr>
            <p:cNvPr id="12395" name="Line 38">
              <a:extLst>
                <a:ext uri="{FF2B5EF4-FFF2-40B4-BE49-F238E27FC236}">
                  <a16:creationId xmlns:a16="http://schemas.microsoft.com/office/drawing/2014/main" id="{CB38FA87-9D01-4EDB-FDF9-8FF82049FC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6" name="Line 39">
              <a:extLst>
                <a:ext uri="{FF2B5EF4-FFF2-40B4-BE49-F238E27FC236}">
                  <a16:creationId xmlns:a16="http://schemas.microsoft.com/office/drawing/2014/main" id="{80B039F6-92A0-742A-E654-DF1C3A59AAD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0">
            <a:extLst>
              <a:ext uri="{FF2B5EF4-FFF2-40B4-BE49-F238E27FC236}">
                <a16:creationId xmlns:a16="http://schemas.microsoft.com/office/drawing/2014/main" id="{F7C5CB46-E0BF-C2EF-1802-C36904483C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13325" y="5216525"/>
            <a:ext cx="111125" cy="161925"/>
            <a:chOff x="2112" y="3120"/>
            <a:chExt cx="144" cy="192"/>
          </a:xfrm>
        </p:grpSpPr>
        <p:sp>
          <p:nvSpPr>
            <p:cNvPr id="12393" name="Line 41">
              <a:extLst>
                <a:ext uri="{FF2B5EF4-FFF2-40B4-BE49-F238E27FC236}">
                  <a16:creationId xmlns:a16="http://schemas.microsoft.com/office/drawing/2014/main" id="{58488C10-9BEE-86D9-963B-726E5E62976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" name="Line 42">
              <a:extLst>
                <a:ext uri="{FF2B5EF4-FFF2-40B4-BE49-F238E27FC236}">
                  <a16:creationId xmlns:a16="http://schemas.microsoft.com/office/drawing/2014/main" id="{A76FD96D-36E9-1166-9632-D2C65A193A1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43">
            <a:extLst>
              <a:ext uri="{FF2B5EF4-FFF2-40B4-BE49-F238E27FC236}">
                <a16:creationId xmlns:a16="http://schemas.microsoft.com/office/drawing/2014/main" id="{FAEFEE3C-AD29-94DB-F744-94D682F6CC3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21388" y="4686300"/>
            <a:ext cx="111125" cy="161925"/>
            <a:chOff x="2112" y="3120"/>
            <a:chExt cx="144" cy="192"/>
          </a:xfrm>
        </p:grpSpPr>
        <p:sp>
          <p:nvSpPr>
            <p:cNvPr id="12391" name="Line 44">
              <a:extLst>
                <a:ext uri="{FF2B5EF4-FFF2-40B4-BE49-F238E27FC236}">
                  <a16:creationId xmlns:a16="http://schemas.microsoft.com/office/drawing/2014/main" id="{FEC1AF75-B9D6-F91C-6D83-E4D0A706A4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" name="Line 45">
              <a:extLst>
                <a:ext uri="{FF2B5EF4-FFF2-40B4-BE49-F238E27FC236}">
                  <a16:creationId xmlns:a16="http://schemas.microsoft.com/office/drawing/2014/main" id="{173A9313-2D36-41F2-B209-D0A0B57986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46">
            <a:extLst>
              <a:ext uri="{FF2B5EF4-FFF2-40B4-BE49-F238E27FC236}">
                <a16:creationId xmlns:a16="http://schemas.microsoft.com/office/drawing/2014/main" id="{9B2E6BD8-B869-F8F5-76F0-3C5560DC55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21388" y="5208588"/>
            <a:ext cx="111125" cy="161925"/>
            <a:chOff x="2112" y="3120"/>
            <a:chExt cx="144" cy="192"/>
          </a:xfrm>
        </p:grpSpPr>
        <p:sp>
          <p:nvSpPr>
            <p:cNvPr id="12389" name="Line 47">
              <a:extLst>
                <a:ext uri="{FF2B5EF4-FFF2-40B4-BE49-F238E27FC236}">
                  <a16:creationId xmlns:a16="http://schemas.microsoft.com/office/drawing/2014/main" id="{12E87F2F-5807-83A0-EEDB-CA376A7683D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0" name="Line 48">
              <a:extLst>
                <a:ext uri="{FF2B5EF4-FFF2-40B4-BE49-F238E27FC236}">
                  <a16:creationId xmlns:a16="http://schemas.microsoft.com/office/drawing/2014/main" id="{653392D3-3F6E-AC42-F259-7DFC779DF9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49">
            <a:extLst>
              <a:ext uri="{FF2B5EF4-FFF2-40B4-BE49-F238E27FC236}">
                <a16:creationId xmlns:a16="http://schemas.microsoft.com/office/drawing/2014/main" id="{5148AEB8-03B7-4CE0-6045-A610D75FF78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32238" y="5767388"/>
            <a:ext cx="111125" cy="161925"/>
            <a:chOff x="2112" y="3120"/>
            <a:chExt cx="144" cy="192"/>
          </a:xfrm>
        </p:grpSpPr>
        <p:sp>
          <p:nvSpPr>
            <p:cNvPr id="12387" name="Line 50">
              <a:extLst>
                <a:ext uri="{FF2B5EF4-FFF2-40B4-BE49-F238E27FC236}">
                  <a16:creationId xmlns:a16="http://schemas.microsoft.com/office/drawing/2014/main" id="{823C737E-74F1-1BD2-89BA-83B53DA3CD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8" name="Line 51">
              <a:extLst>
                <a:ext uri="{FF2B5EF4-FFF2-40B4-BE49-F238E27FC236}">
                  <a16:creationId xmlns:a16="http://schemas.microsoft.com/office/drawing/2014/main" id="{1F0C3DF2-3797-E638-F3FB-96CC2DEE91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52">
            <a:extLst>
              <a:ext uri="{FF2B5EF4-FFF2-40B4-BE49-F238E27FC236}">
                <a16:creationId xmlns:a16="http://schemas.microsoft.com/office/drawing/2014/main" id="{A473F033-C870-FFA5-6465-25141923214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08500" y="5767388"/>
            <a:ext cx="111125" cy="161925"/>
            <a:chOff x="2112" y="3120"/>
            <a:chExt cx="144" cy="192"/>
          </a:xfrm>
        </p:grpSpPr>
        <p:sp>
          <p:nvSpPr>
            <p:cNvPr id="12385" name="Line 53">
              <a:extLst>
                <a:ext uri="{FF2B5EF4-FFF2-40B4-BE49-F238E27FC236}">
                  <a16:creationId xmlns:a16="http://schemas.microsoft.com/office/drawing/2014/main" id="{C71AC9DA-1573-5A40-2F91-CF84E763F9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6" name="Line 54">
              <a:extLst>
                <a:ext uri="{FF2B5EF4-FFF2-40B4-BE49-F238E27FC236}">
                  <a16:creationId xmlns:a16="http://schemas.microsoft.com/office/drawing/2014/main" id="{F517F7CB-C370-AC0D-5966-CB8B290B020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55">
            <a:extLst>
              <a:ext uri="{FF2B5EF4-FFF2-40B4-BE49-F238E27FC236}">
                <a16:creationId xmlns:a16="http://schemas.microsoft.com/office/drawing/2014/main" id="{16F5CC9C-3196-D82D-6F88-FD5F700E633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16563" y="5767388"/>
            <a:ext cx="111125" cy="161925"/>
            <a:chOff x="2112" y="3120"/>
            <a:chExt cx="144" cy="192"/>
          </a:xfrm>
        </p:grpSpPr>
        <p:sp>
          <p:nvSpPr>
            <p:cNvPr id="12383" name="Line 56">
              <a:extLst>
                <a:ext uri="{FF2B5EF4-FFF2-40B4-BE49-F238E27FC236}">
                  <a16:creationId xmlns:a16="http://schemas.microsoft.com/office/drawing/2014/main" id="{C96AA390-D98A-6512-603F-D8422316B4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4" name="Line 57">
              <a:extLst>
                <a:ext uri="{FF2B5EF4-FFF2-40B4-BE49-F238E27FC236}">
                  <a16:creationId xmlns:a16="http://schemas.microsoft.com/office/drawing/2014/main" id="{B3F9A25C-1A3E-99B8-5A21-AEA3EDD9A4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58">
            <a:extLst>
              <a:ext uri="{FF2B5EF4-FFF2-40B4-BE49-F238E27FC236}">
                <a16:creationId xmlns:a16="http://schemas.microsoft.com/office/drawing/2014/main" id="{C226B58B-C321-FDB2-1291-5EE366E567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13325" y="5767388"/>
            <a:ext cx="111125" cy="161925"/>
            <a:chOff x="2112" y="3120"/>
            <a:chExt cx="144" cy="192"/>
          </a:xfrm>
        </p:grpSpPr>
        <p:sp>
          <p:nvSpPr>
            <p:cNvPr id="12381" name="Line 59">
              <a:extLst>
                <a:ext uri="{FF2B5EF4-FFF2-40B4-BE49-F238E27FC236}">
                  <a16:creationId xmlns:a16="http://schemas.microsoft.com/office/drawing/2014/main" id="{4F53E2B8-C36D-E16E-A7CC-9498BDDE87F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2" name="Line 60">
              <a:extLst>
                <a:ext uri="{FF2B5EF4-FFF2-40B4-BE49-F238E27FC236}">
                  <a16:creationId xmlns:a16="http://schemas.microsoft.com/office/drawing/2014/main" id="{ED504781-9968-8FFF-8740-F7BC92F6A2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61">
            <a:extLst>
              <a:ext uri="{FF2B5EF4-FFF2-40B4-BE49-F238E27FC236}">
                <a16:creationId xmlns:a16="http://schemas.microsoft.com/office/drawing/2014/main" id="{E32916B0-B45A-9EF2-E17A-EE9D6E5DB2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21388" y="5759450"/>
            <a:ext cx="111125" cy="161925"/>
            <a:chOff x="2112" y="3120"/>
            <a:chExt cx="144" cy="192"/>
          </a:xfrm>
        </p:grpSpPr>
        <p:sp>
          <p:nvSpPr>
            <p:cNvPr id="12379" name="Line 62">
              <a:extLst>
                <a:ext uri="{FF2B5EF4-FFF2-40B4-BE49-F238E27FC236}">
                  <a16:creationId xmlns:a16="http://schemas.microsoft.com/office/drawing/2014/main" id="{611BDFE8-241F-4932-9E1C-B6E9BFA1E48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0" name="Line 63">
              <a:extLst>
                <a:ext uri="{FF2B5EF4-FFF2-40B4-BE49-F238E27FC236}">
                  <a16:creationId xmlns:a16="http://schemas.microsoft.com/office/drawing/2014/main" id="{76FB7AC1-596E-A37D-B8F0-D55D8F4CCB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64">
            <a:extLst>
              <a:ext uri="{FF2B5EF4-FFF2-40B4-BE49-F238E27FC236}">
                <a16:creationId xmlns:a16="http://schemas.microsoft.com/office/drawing/2014/main" id="{1FDAC61E-2C1B-5861-60B7-C19E9AC998F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56375" y="4686300"/>
            <a:ext cx="111125" cy="161925"/>
            <a:chOff x="2112" y="3120"/>
            <a:chExt cx="144" cy="192"/>
          </a:xfrm>
        </p:grpSpPr>
        <p:sp>
          <p:nvSpPr>
            <p:cNvPr id="12377" name="Line 65">
              <a:extLst>
                <a:ext uri="{FF2B5EF4-FFF2-40B4-BE49-F238E27FC236}">
                  <a16:creationId xmlns:a16="http://schemas.microsoft.com/office/drawing/2014/main" id="{E65852DB-A628-5F96-A383-F2F73530D3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8" name="Line 66">
              <a:extLst>
                <a:ext uri="{FF2B5EF4-FFF2-40B4-BE49-F238E27FC236}">
                  <a16:creationId xmlns:a16="http://schemas.microsoft.com/office/drawing/2014/main" id="{9226CD63-E9AE-1B8E-A9C3-D856C950B43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67">
            <a:extLst>
              <a:ext uri="{FF2B5EF4-FFF2-40B4-BE49-F238E27FC236}">
                <a16:creationId xmlns:a16="http://schemas.microsoft.com/office/drawing/2014/main" id="{488EF2DA-BB79-6D15-6DAB-5F3371CC6E2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56375" y="5208588"/>
            <a:ext cx="111125" cy="161925"/>
            <a:chOff x="2112" y="3120"/>
            <a:chExt cx="144" cy="192"/>
          </a:xfrm>
        </p:grpSpPr>
        <p:sp>
          <p:nvSpPr>
            <p:cNvPr id="12375" name="Line 68">
              <a:extLst>
                <a:ext uri="{FF2B5EF4-FFF2-40B4-BE49-F238E27FC236}">
                  <a16:creationId xmlns:a16="http://schemas.microsoft.com/office/drawing/2014/main" id="{5273AE87-B9D7-62E5-0094-9322A182BBE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6" name="Line 69">
              <a:extLst>
                <a:ext uri="{FF2B5EF4-FFF2-40B4-BE49-F238E27FC236}">
                  <a16:creationId xmlns:a16="http://schemas.microsoft.com/office/drawing/2014/main" id="{9C65A080-F16E-2457-E790-431DEB7FF6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70">
            <a:extLst>
              <a:ext uri="{FF2B5EF4-FFF2-40B4-BE49-F238E27FC236}">
                <a16:creationId xmlns:a16="http://schemas.microsoft.com/office/drawing/2014/main" id="{B78669D2-BE4E-D0FA-1205-2DA448FAF5F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556375" y="5759450"/>
            <a:ext cx="111125" cy="161925"/>
            <a:chOff x="2112" y="3120"/>
            <a:chExt cx="144" cy="192"/>
          </a:xfrm>
        </p:grpSpPr>
        <p:sp>
          <p:nvSpPr>
            <p:cNvPr id="12373" name="Line 71">
              <a:extLst>
                <a:ext uri="{FF2B5EF4-FFF2-40B4-BE49-F238E27FC236}">
                  <a16:creationId xmlns:a16="http://schemas.microsoft.com/office/drawing/2014/main" id="{8200799D-1CC4-1B7E-68D2-4E0949DD4D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4" name="Line 72">
              <a:extLst>
                <a:ext uri="{FF2B5EF4-FFF2-40B4-BE49-F238E27FC236}">
                  <a16:creationId xmlns:a16="http://schemas.microsoft.com/office/drawing/2014/main" id="{271EEA63-6420-23A7-C929-612EF8F3C1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73">
            <a:extLst>
              <a:ext uri="{FF2B5EF4-FFF2-40B4-BE49-F238E27FC236}">
                <a16:creationId xmlns:a16="http://schemas.microsoft.com/office/drawing/2014/main" id="{42639D49-CB22-E633-73DB-4D7D7174233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173913" y="5192713"/>
            <a:ext cx="111125" cy="161925"/>
            <a:chOff x="2112" y="3120"/>
            <a:chExt cx="144" cy="192"/>
          </a:xfrm>
        </p:grpSpPr>
        <p:sp>
          <p:nvSpPr>
            <p:cNvPr id="12371" name="Line 74">
              <a:extLst>
                <a:ext uri="{FF2B5EF4-FFF2-40B4-BE49-F238E27FC236}">
                  <a16:creationId xmlns:a16="http://schemas.microsoft.com/office/drawing/2014/main" id="{52365631-A30E-0AEB-5567-78E4CCE40B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2" name="Line 75">
              <a:extLst>
                <a:ext uri="{FF2B5EF4-FFF2-40B4-BE49-F238E27FC236}">
                  <a16:creationId xmlns:a16="http://schemas.microsoft.com/office/drawing/2014/main" id="{40D9AF7C-471A-074F-FD2A-AF941152ED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76">
            <a:extLst>
              <a:ext uri="{FF2B5EF4-FFF2-40B4-BE49-F238E27FC236}">
                <a16:creationId xmlns:a16="http://schemas.microsoft.com/office/drawing/2014/main" id="{D417023B-A808-33F6-44F8-87CEE6EF030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173913" y="5753100"/>
            <a:ext cx="111125" cy="161925"/>
            <a:chOff x="2112" y="3120"/>
            <a:chExt cx="144" cy="192"/>
          </a:xfrm>
        </p:grpSpPr>
        <p:sp>
          <p:nvSpPr>
            <p:cNvPr id="12369" name="Line 77">
              <a:extLst>
                <a:ext uri="{FF2B5EF4-FFF2-40B4-BE49-F238E27FC236}">
                  <a16:creationId xmlns:a16="http://schemas.microsoft.com/office/drawing/2014/main" id="{215FFA0A-0A62-E4AE-C7D3-A5F101DBDE3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0" name="Line 78">
              <a:extLst>
                <a:ext uri="{FF2B5EF4-FFF2-40B4-BE49-F238E27FC236}">
                  <a16:creationId xmlns:a16="http://schemas.microsoft.com/office/drawing/2014/main" id="{918E3244-4896-2673-552C-550ACB50655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79">
            <a:extLst>
              <a:ext uri="{FF2B5EF4-FFF2-40B4-BE49-F238E27FC236}">
                <a16:creationId xmlns:a16="http://schemas.microsoft.com/office/drawing/2014/main" id="{023612F2-BE2E-13F1-8713-7F98DBEA9CF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750175" y="5753100"/>
            <a:ext cx="111125" cy="161925"/>
            <a:chOff x="2112" y="3120"/>
            <a:chExt cx="144" cy="192"/>
          </a:xfrm>
        </p:grpSpPr>
        <p:sp>
          <p:nvSpPr>
            <p:cNvPr id="12367" name="Line 80">
              <a:extLst>
                <a:ext uri="{FF2B5EF4-FFF2-40B4-BE49-F238E27FC236}">
                  <a16:creationId xmlns:a16="http://schemas.microsoft.com/office/drawing/2014/main" id="{BD5A03C9-A49E-591D-B0EF-56DFC34FA3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8" name="Line 81">
              <a:extLst>
                <a:ext uri="{FF2B5EF4-FFF2-40B4-BE49-F238E27FC236}">
                  <a16:creationId xmlns:a16="http://schemas.microsoft.com/office/drawing/2014/main" id="{A86A4DC6-7DFC-732B-D002-66686E1A4C9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82">
            <a:extLst>
              <a:ext uri="{FF2B5EF4-FFF2-40B4-BE49-F238E27FC236}">
                <a16:creationId xmlns:a16="http://schemas.microsoft.com/office/drawing/2014/main" id="{C77A5472-939A-49E8-0D69-CF837062000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758238" y="5753100"/>
            <a:ext cx="111125" cy="161925"/>
            <a:chOff x="2112" y="3120"/>
            <a:chExt cx="144" cy="192"/>
          </a:xfrm>
        </p:grpSpPr>
        <p:sp>
          <p:nvSpPr>
            <p:cNvPr id="12365" name="Line 83">
              <a:extLst>
                <a:ext uri="{FF2B5EF4-FFF2-40B4-BE49-F238E27FC236}">
                  <a16:creationId xmlns:a16="http://schemas.microsoft.com/office/drawing/2014/main" id="{934A10C5-8E85-EF92-E8B7-4F9ED740058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6" name="Line 84">
              <a:extLst>
                <a:ext uri="{FF2B5EF4-FFF2-40B4-BE49-F238E27FC236}">
                  <a16:creationId xmlns:a16="http://schemas.microsoft.com/office/drawing/2014/main" id="{E1ED88F6-FC37-9ADD-2972-C05EF0EBC70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85">
            <a:extLst>
              <a:ext uri="{FF2B5EF4-FFF2-40B4-BE49-F238E27FC236}">
                <a16:creationId xmlns:a16="http://schemas.microsoft.com/office/drawing/2014/main" id="{C5E908C0-1EAD-A29F-8AEB-8F8AA6443B1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758238" y="5192713"/>
            <a:ext cx="111125" cy="161925"/>
            <a:chOff x="2112" y="3120"/>
            <a:chExt cx="144" cy="192"/>
          </a:xfrm>
        </p:grpSpPr>
        <p:sp>
          <p:nvSpPr>
            <p:cNvPr id="12363" name="Line 86">
              <a:extLst>
                <a:ext uri="{FF2B5EF4-FFF2-40B4-BE49-F238E27FC236}">
                  <a16:creationId xmlns:a16="http://schemas.microsoft.com/office/drawing/2014/main" id="{25239238-3666-1EC9-6592-01871BF9C6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4" name="Line 87">
              <a:extLst>
                <a:ext uri="{FF2B5EF4-FFF2-40B4-BE49-F238E27FC236}">
                  <a16:creationId xmlns:a16="http://schemas.microsoft.com/office/drawing/2014/main" id="{6CDA6950-4531-5B27-37F7-9F02C234D7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88">
            <a:extLst>
              <a:ext uri="{FF2B5EF4-FFF2-40B4-BE49-F238E27FC236}">
                <a16:creationId xmlns:a16="http://schemas.microsoft.com/office/drawing/2014/main" id="{89201E06-1BF9-93F1-C004-8E4822DF4FD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55000" y="5192713"/>
            <a:ext cx="111125" cy="161925"/>
            <a:chOff x="2112" y="3120"/>
            <a:chExt cx="144" cy="192"/>
          </a:xfrm>
        </p:grpSpPr>
        <p:sp>
          <p:nvSpPr>
            <p:cNvPr id="12361" name="Line 89">
              <a:extLst>
                <a:ext uri="{FF2B5EF4-FFF2-40B4-BE49-F238E27FC236}">
                  <a16:creationId xmlns:a16="http://schemas.microsoft.com/office/drawing/2014/main" id="{FD01F007-CCDE-8DE1-B100-ACD4C527B28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2" name="Line 90">
              <a:extLst>
                <a:ext uri="{FF2B5EF4-FFF2-40B4-BE49-F238E27FC236}">
                  <a16:creationId xmlns:a16="http://schemas.microsoft.com/office/drawing/2014/main" id="{8C56EDB9-F8BB-3BA9-526C-020DDDEDD17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" name="Group 91">
            <a:extLst>
              <a:ext uri="{FF2B5EF4-FFF2-40B4-BE49-F238E27FC236}">
                <a16:creationId xmlns:a16="http://schemas.microsoft.com/office/drawing/2014/main" id="{F0ADE408-F34A-40CF-9236-7FF0B1DF12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750175" y="5192713"/>
            <a:ext cx="111125" cy="161925"/>
            <a:chOff x="2112" y="3120"/>
            <a:chExt cx="144" cy="192"/>
          </a:xfrm>
        </p:grpSpPr>
        <p:sp>
          <p:nvSpPr>
            <p:cNvPr id="12359" name="Line 92">
              <a:extLst>
                <a:ext uri="{FF2B5EF4-FFF2-40B4-BE49-F238E27FC236}">
                  <a16:creationId xmlns:a16="http://schemas.microsoft.com/office/drawing/2014/main" id="{228F4D95-101B-B4CA-AB43-F4D84F59D93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0" name="Line 93">
              <a:extLst>
                <a:ext uri="{FF2B5EF4-FFF2-40B4-BE49-F238E27FC236}">
                  <a16:creationId xmlns:a16="http://schemas.microsoft.com/office/drawing/2014/main" id="{0A148B57-C671-EF16-6E0F-C636465801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94">
            <a:extLst>
              <a:ext uri="{FF2B5EF4-FFF2-40B4-BE49-F238E27FC236}">
                <a16:creationId xmlns:a16="http://schemas.microsoft.com/office/drawing/2014/main" id="{7174F7F6-E5D3-1C80-2379-261CBD4AE57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55000" y="5753100"/>
            <a:ext cx="111125" cy="161925"/>
            <a:chOff x="2112" y="3120"/>
            <a:chExt cx="144" cy="192"/>
          </a:xfrm>
        </p:grpSpPr>
        <p:sp>
          <p:nvSpPr>
            <p:cNvPr id="12357" name="Line 95">
              <a:extLst>
                <a:ext uri="{FF2B5EF4-FFF2-40B4-BE49-F238E27FC236}">
                  <a16:creationId xmlns:a16="http://schemas.microsoft.com/office/drawing/2014/main" id="{9766978D-49F8-9D5D-E354-E4DEEB34DDA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8" name="Line 96">
              <a:extLst>
                <a:ext uri="{FF2B5EF4-FFF2-40B4-BE49-F238E27FC236}">
                  <a16:creationId xmlns:a16="http://schemas.microsoft.com/office/drawing/2014/main" id="{ADF2FB4B-1AE5-3BCF-1636-4C38B0465D6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97">
            <a:extLst>
              <a:ext uri="{FF2B5EF4-FFF2-40B4-BE49-F238E27FC236}">
                <a16:creationId xmlns:a16="http://schemas.microsoft.com/office/drawing/2014/main" id="{14E1EAD0-9CC8-1592-959C-B8489D52E9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173913" y="4687888"/>
            <a:ext cx="111125" cy="161925"/>
            <a:chOff x="2112" y="3120"/>
            <a:chExt cx="144" cy="192"/>
          </a:xfrm>
        </p:grpSpPr>
        <p:sp>
          <p:nvSpPr>
            <p:cNvPr id="12355" name="Line 98">
              <a:extLst>
                <a:ext uri="{FF2B5EF4-FFF2-40B4-BE49-F238E27FC236}">
                  <a16:creationId xmlns:a16="http://schemas.microsoft.com/office/drawing/2014/main" id="{667341B3-DE41-780D-6F08-A1AF0E5E2D1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6" name="Line 99">
              <a:extLst>
                <a:ext uri="{FF2B5EF4-FFF2-40B4-BE49-F238E27FC236}">
                  <a16:creationId xmlns:a16="http://schemas.microsoft.com/office/drawing/2014/main" id="{D4336E6A-74F3-F756-6B69-7F58434F50F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Group 100">
            <a:extLst>
              <a:ext uri="{FF2B5EF4-FFF2-40B4-BE49-F238E27FC236}">
                <a16:creationId xmlns:a16="http://schemas.microsoft.com/office/drawing/2014/main" id="{E2327F27-30A1-A36B-178C-86473F5EF98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758238" y="4687888"/>
            <a:ext cx="111125" cy="161925"/>
            <a:chOff x="2112" y="3120"/>
            <a:chExt cx="144" cy="192"/>
          </a:xfrm>
        </p:grpSpPr>
        <p:sp>
          <p:nvSpPr>
            <p:cNvPr id="12353" name="Line 101">
              <a:extLst>
                <a:ext uri="{FF2B5EF4-FFF2-40B4-BE49-F238E27FC236}">
                  <a16:creationId xmlns:a16="http://schemas.microsoft.com/office/drawing/2014/main" id="{D458DDC9-E187-82AE-646C-990E6608C3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4" name="Line 102">
              <a:extLst>
                <a:ext uri="{FF2B5EF4-FFF2-40B4-BE49-F238E27FC236}">
                  <a16:creationId xmlns:a16="http://schemas.microsoft.com/office/drawing/2014/main" id="{C233E356-6771-C953-2363-992552F5F8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Group 103">
            <a:extLst>
              <a:ext uri="{FF2B5EF4-FFF2-40B4-BE49-F238E27FC236}">
                <a16:creationId xmlns:a16="http://schemas.microsoft.com/office/drawing/2014/main" id="{CEE6C5C8-497C-C2CD-F413-77563346CE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55000" y="4687888"/>
            <a:ext cx="111125" cy="161925"/>
            <a:chOff x="2112" y="3120"/>
            <a:chExt cx="144" cy="192"/>
          </a:xfrm>
        </p:grpSpPr>
        <p:sp>
          <p:nvSpPr>
            <p:cNvPr id="12351" name="Line 104">
              <a:extLst>
                <a:ext uri="{FF2B5EF4-FFF2-40B4-BE49-F238E27FC236}">
                  <a16:creationId xmlns:a16="http://schemas.microsoft.com/office/drawing/2014/main" id="{4E4ECA8D-91C1-A0FA-59B9-1D2F4434A4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2" name="Line 105">
              <a:extLst>
                <a:ext uri="{FF2B5EF4-FFF2-40B4-BE49-F238E27FC236}">
                  <a16:creationId xmlns:a16="http://schemas.microsoft.com/office/drawing/2014/main" id="{ECC8A716-5690-2AAC-9C9D-C9B7ACFEF6B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106">
            <a:extLst>
              <a:ext uri="{FF2B5EF4-FFF2-40B4-BE49-F238E27FC236}">
                <a16:creationId xmlns:a16="http://schemas.microsoft.com/office/drawing/2014/main" id="{CC97F239-DB6F-B92E-758F-354608A1F0A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750175" y="4687888"/>
            <a:ext cx="111125" cy="161925"/>
            <a:chOff x="2112" y="3120"/>
            <a:chExt cx="144" cy="192"/>
          </a:xfrm>
        </p:grpSpPr>
        <p:sp>
          <p:nvSpPr>
            <p:cNvPr id="12349" name="Line 107">
              <a:extLst>
                <a:ext uri="{FF2B5EF4-FFF2-40B4-BE49-F238E27FC236}">
                  <a16:creationId xmlns:a16="http://schemas.microsoft.com/office/drawing/2014/main" id="{83197529-7DCD-8CF8-3DD9-2B3B04AF10F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0" name="Line 108">
              <a:extLst>
                <a:ext uri="{FF2B5EF4-FFF2-40B4-BE49-F238E27FC236}">
                  <a16:creationId xmlns:a16="http://schemas.microsoft.com/office/drawing/2014/main" id="{05930799-5B57-18DF-75B3-B7C49F18C4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112" y="3120"/>
              <a:ext cx="144" cy="192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7373" name="Arc 109">
            <a:extLst>
              <a:ext uri="{FF2B5EF4-FFF2-40B4-BE49-F238E27FC236}">
                <a16:creationId xmlns:a16="http://schemas.microsoft.com/office/drawing/2014/main" id="{FD63F556-E4DF-1AD6-357A-65AB4860D893}"/>
              </a:ext>
            </a:extLst>
          </p:cNvPr>
          <p:cNvSpPr>
            <a:spLocks noChangeAspect="1"/>
          </p:cNvSpPr>
          <p:nvPr/>
        </p:nvSpPr>
        <p:spPr bwMode="auto">
          <a:xfrm rot="5471946" flipH="1">
            <a:off x="4837907" y="4614069"/>
            <a:ext cx="971550" cy="1824037"/>
          </a:xfrm>
          <a:custGeom>
            <a:avLst/>
            <a:gdLst>
              <a:gd name="T0" fmla="*/ 2147483646 w 22991"/>
              <a:gd name="T1" fmla="*/ 0 h 43200"/>
              <a:gd name="T2" fmla="*/ 0 w 22991"/>
              <a:gd name="T3" fmla="*/ 2147483646 h 43200"/>
              <a:gd name="T4" fmla="*/ 2147483646 w 22991"/>
              <a:gd name="T5" fmla="*/ 2147483646 h 43200"/>
              <a:gd name="T6" fmla="*/ 0 60000 65536"/>
              <a:gd name="T7" fmla="*/ 0 60000 65536"/>
              <a:gd name="T8" fmla="*/ 0 60000 65536"/>
              <a:gd name="T9" fmla="*/ 0 w 22991"/>
              <a:gd name="T10" fmla="*/ 0 h 43200"/>
              <a:gd name="T11" fmla="*/ 22991 w 2299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200" fill="none" extrusionOk="0">
                <a:moveTo>
                  <a:pt x="1390" y="0"/>
                </a:moveTo>
                <a:cubicBezTo>
                  <a:pt x="13320" y="0"/>
                  <a:pt x="22991" y="9670"/>
                  <a:pt x="22991" y="21600"/>
                </a:cubicBezTo>
                <a:cubicBezTo>
                  <a:pt x="22991" y="33529"/>
                  <a:pt x="13320" y="43200"/>
                  <a:pt x="1391" y="43200"/>
                </a:cubicBezTo>
                <a:cubicBezTo>
                  <a:pt x="926" y="43200"/>
                  <a:pt x="463" y="43185"/>
                  <a:pt x="-1" y="43155"/>
                </a:cubicBezTo>
              </a:path>
              <a:path w="22991" h="43200" stroke="0" extrusionOk="0">
                <a:moveTo>
                  <a:pt x="1390" y="0"/>
                </a:moveTo>
                <a:cubicBezTo>
                  <a:pt x="13320" y="0"/>
                  <a:pt x="22991" y="9670"/>
                  <a:pt x="22991" y="21600"/>
                </a:cubicBezTo>
                <a:cubicBezTo>
                  <a:pt x="22991" y="33529"/>
                  <a:pt x="13320" y="43200"/>
                  <a:pt x="1391" y="43200"/>
                </a:cubicBezTo>
                <a:cubicBezTo>
                  <a:pt x="926" y="43200"/>
                  <a:pt x="463" y="43185"/>
                  <a:pt x="-1" y="43155"/>
                </a:cubicBezTo>
                <a:lnTo>
                  <a:pt x="1391" y="21600"/>
                </a:lnTo>
                <a:lnTo>
                  <a:pt x="1390" y="0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7374" name="Arc 110">
            <a:extLst>
              <a:ext uri="{FF2B5EF4-FFF2-40B4-BE49-F238E27FC236}">
                <a16:creationId xmlns:a16="http://schemas.microsoft.com/office/drawing/2014/main" id="{3FF4AD8D-BD0F-22C0-110E-A6F1642D5B9B}"/>
              </a:ext>
            </a:extLst>
          </p:cNvPr>
          <p:cNvSpPr>
            <a:spLocks noChangeAspect="1"/>
          </p:cNvSpPr>
          <p:nvPr/>
        </p:nvSpPr>
        <p:spPr bwMode="auto">
          <a:xfrm rot="-5400000">
            <a:off x="6663532" y="4614069"/>
            <a:ext cx="971550" cy="1824037"/>
          </a:xfrm>
          <a:custGeom>
            <a:avLst/>
            <a:gdLst>
              <a:gd name="T0" fmla="*/ 2147483646 w 22991"/>
              <a:gd name="T1" fmla="*/ 0 h 43200"/>
              <a:gd name="T2" fmla="*/ 0 w 22991"/>
              <a:gd name="T3" fmla="*/ 2147483646 h 43200"/>
              <a:gd name="T4" fmla="*/ 2147483646 w 22991"/>
              <a:gd name="T5" fmla="*/ 2147483646 h 43200"/>
              <a:gd name="T6" fmla="*/ 0 60000 65536"/>
              <a:gd name="T7" fmla="*/ 0 60000 65536"/>
              <a:gd name="T8" fmla="*/ 0 60000 65536"/>
              <a:gd name="T9" fmla="*/ 0 w 22991"/>
              <a:gd name="T10" fmla="*/ 0 h 43200"/>
              <a:gd name="T11" fmla="*/ 22991 w 2299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200" fill="none" extrusionOk="0">
                <a:moveTo>
                  <a:pt x="1390" y="0"/>
                </a:moveTo>
                <a:cubicBezTo>
                  <a:pt x="13320" y="0"/>
                  <a:pt x="22991" y="9670"/>
                  <a:pt x="22991" y="21600"/>
                </a:cubicBezTo>
                <a:cubicBezTo>
                  <a:pt x="22991" y="33529"/>
                  <a:pt x="13320" y="43200"/>
                  <a:pt x="1391" y="43200"/>
                </a:cubicBezTo>
                <a:cubicBezTo>
                  <a:pt x="926" y="43200"/>
                  <a:pt x="463" y="43185"/>
                  <a:pt x="-1" y="43155"/>
                </a:cubicBezTo>
              </a:path>
              <a:path w="22991" h="43200" stroke="0" extrusionOk="0">
                <a:moveTo>
                  <a:pt x="1390" y="0"/>
                </a:moveTo>
                <a:cubicBezTo>
                  <a:pt x="13320" y="0"/>
                  <a:pt x="22991" y="9670"/>
                  <a:pt x="22991" y="21600"/>
                </a:cubicBezTo>
                <a:cubicBezTo>
                  <a:pt x="22991" y="33529"/>
                  <a:pt x="13320" y="43200"/>
                  <a:pt x="1391" y="43200"/>
                </a:cubicBezTo>
                <a:cubicBezTo>
                  <a:pt x="926" y="43200"/>
                  <a:pt x="463" y="43185"/>
                  <a:pt x="-1" y="43155"/>
                </a:cubicBezTo>
                <a:lnTo>
                  <a:pt x="1391" y="21600"/>
                </a:lnTo>
                <a:lnTo>
                  <a:pt x="1390" y="0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7375" name="Line 111">
            <a:extLst>
              <a:ext uri="{FF2B5EF4-FFF2-40B4-BE49-F238E27FC236}">
                <a16:creationId xmlns:a16="http://schemas.microsoft.com/office/drawing/2014/main" id="{225DAF6C-B959-B06B-C4E4-8FFD83CB3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9213" y="5997575"/>
            <a:ext cx="2376487" cy="0"/>
          </a:xfrm>
          <a:prstGeom prst="line">
            <a:avLst/>
          </a:prstGeom>
          <a:noFill/>
          <a:ln w="57150">
            <a:pattFill prst="ltUpDiag">
              <a:fgClr>
                <a:srgbClr val="66CCFF"/>
              </a:fgClr>
              <a:bgClr>
                <a:schemeClr val="folHlink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7376" name="Line 112">
            <a:extLst>
              <a:ext uri="{FF2B5EF4-FFF2-40B4-BE49-F238E27FC236}">
                <a16:creationId xmlns:a16="http://schemas.microsoft.com/office/drawing/2014/main" id="{5639226C-50D8-E9C8-6B8A-F6A364128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5225" y="6002338"/>
            <a:ext cx="2582863" cy="0"/>
          </a:xfrm>
          <a:prstGeom prst="line">
            <a:avLst/>
          </a:prstGeom>
          <a:noFill/>
          <a:ln w="57150">
            <a:pattFill prst="ltUpDiag">
              <a:fgClr>
                <a:srgbClr val="66CCFF"/>
              </a:fgClr>
              <a:bgClr>
                <a:schemeClr val="folHlink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7377" name="Line 113">
            <a:extLst>
              <a:ext uri="{FF2B5EF4-FFF2-40B4-BE49-F238E27FC236}">
                <a16:creationId xmlns:a16="http://schemas.microsoft.com/office/drawing/2014/main" id="{37A85795-786F-1543-E4E7-B7CC627D65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5700" y="6002338"/>
            <a:ext cx="1588" cy="792162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7378" name="Text Box 114">
            <a:extLst>
              <a:ext uri="{FF2B5EF4-FFF2-40B4-BE49-F238E27FC236}">
                <a16:creationId xmlns:a16="http://schemas.microsoft.com/office/drawing/2014/main" id="{D4C48DBF-6304-F767-433A-98970695C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7600" y="6400800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latin typeface="宋体" panose="02010600030101010101" pitchFamily="2" charset="-122"/>
              </a:rPr>
              <a:t>带电粒子</a:t>
            </a:r>
          </a:p>
        </p:txBody>
      </p:sp>
      <p:graphicFrame>
        <p:nvGraphicFramePr>
          <p:cNvPr id="267379" name="Object 5">
            <a:extLst>
              <a:ext uri="{FF2B5EF4-FFF2-40B4-BE49-F238E27FC236}">
                <a16:creationId xmlns:a16="http://schemas.microsoft.com/office/drawing/2014/main" id="{C1594ABD-107B-8335-5322-2C9679C7E328}"/>
              </a:ext>
            </a:extLst>
          </p:cNvPr>
          <p:cNvGraphicFramePr>
            <a:graphicFrameLocks/>
          </p:cNvGraphicFramePr>
          <p:nvPr/>
        </p:nvGraphicFramePr>
        <p:xfrm>
          <a:off x="5862638" y="6289675"/>
          <a:ext cx="2301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8058" imgH="258858" progId="Equation.3">
                  <p:embed/>
                </p:oleObj>
              </mc:Choice>
              <mc:Fallback>
                <p:oleObj name="Equation" r:id="rId8" imgW="198058" imgH="258858" progId="Equation.3">
                  <p:embed/>
                  <p:pic>
                    <p:nvPicPr>
                      <p:cNvPr id="267379" name="Object 5">
                        <a:extLst>
                          <a:ext uri="{FF2B5EF4-FFF2-40B4-BE49-F238E27FC236}">
                            <a16:creationId xmlns:a16="http://schemas.microsoft.com/office/drawing/2014/main" id="{C1594ABD-107B-8335-5322-2C9679C7E32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638" y="6289675"/>
                        <a:ext cx="23018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80" name="Object 6">
            <a:extLst>
              <a:ext uri="{FF2B5EF4-FFF2-40B4-BE49-F238E27FC236}">
                <a16:creationId xmlns:a16="http://schemas.microsoft.com/office/drawing/2014/main" id="{E79AE06F-ABED-9F5C-8067-A6838D587F0F}"/>
              </a:ext>
            </a:extLst>
          </p:cNvPr>
          <p:cNvGraphicFramePr>
            <a:graphicFrameLocks/>
          </p:cNvGraphicFramePr>
          <p:nvPr/>
        </p:nvGraphicFramePr>
        <p:xfrm>
          <a:off x="5443538" y="5319713"/>
          <a:ext cx="48577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49362" imgH="297263" progId="Equation.3">
                  <p:embed/>
                </p:oleObj>
              </mc:Choice>
              <mc:Fallback>
                <p:oleObj name="公式" r:id="rId10" imgW="449362" imgH="297263" progId="Equation.3">
                  <p:embed/>
                  <p:pic>
                    <p:nvPicPr>
                      <p:cNvPr id="267380" name="Object 6">
                        <a:extLst>
                          <a:ext uri="{FF2B5EF4-FFF2-40B4-BE49-F238E27FC236}">
                            <a16:creationId xmlns:a16="http://schemas.microsoft.com/office/drawing/2014/main" id="{E79AE06F-ABED-9F5C-8067-A6838D587F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3538" y="5319713"/>
                        <a:ext cx="485775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81" name="Object 7">
            <a:extLst>
              <a:ext uri="{FF2B5EF4-FFF2-40B4-BE49-F238E27FC236}">
                <a16:creationId xmlns:a16="http://schemas.microsoft.com/office/drawing/2014/main" id="{82B9E061-BC1F-2079-BDB2-7A673B3872F1}"/>
              </a:ext>
            </a:extLst>
          </p:cNvPr>
          <p:cNvGraphicFramePr>
            <a:graphicFrameLocks/>
          </p:cNvGraphicFramePr>
          <p:nvPr/>
        </p:nvGraphicFramePr>
        <p:xfrm>
          <a:off x="6667500" y="5392738"/>
          <a:ext cx="48577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49362" imgH="274320" progId="Equation.3">
                  <p:embed/>
                </p:oleObj>
              </mc:Choice>
              <mc:Fallback>
                <p:oleObj name="公式" r:id="rId12" imgW="449362" imgH="274320" progId="Equation.3">
                  <p:embed/>
                  <p:pic>
                    <p:nvPicPr>
                      <p:cNvPr id="267381" name="Object 7">
                        <a:extLst>
                          <a:ext uri="{FF2B5EF4-FFF2-40B4-BE49-F238E27FC236}">
                            <a16:creationId xmlns:a16="http://schemas.microsoft.com/office/drawing/2014/main" id="{82B9E061-BC1F-2079-BDB2-7A673B3872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0" y="5392738"/>
                        <a:ext cx="48577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82" name="Oval 118">
            <a:extLst>
              <a:ext uri="{FF2B5EF4-FFF2-40B4-BE49-F238E27FC236}">
                <a16:creationId xmlns:a16="http://schemas.microsoft.com/office/drawing/2014/main" id="{A0842A96-4254-6BF9-785E-3853ED4F0C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96063" y="5103813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267383" name="Oval 119">
            <a:extLst>
              <a:ext uri="{FF2B5EF4-FFF2-40B4-BE49-F238E27FC236}">
                <a16:creationId xmlns:a16="http://schemas.microsoft.com/office/drawing/2014/main" id="{D4033DBE-9E4A-F997-2133-9931109875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99075" y="4941888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67384" name="Object 8">
            <a:extLst>
              <a:ext uri="{FF2B5EF4-FFF2-40B4-BE49-F238E27FC236}">
                <a16:creationId xmlns:a16="http://schemas.microsoft.com/office/drawing/2014/main" id="{118DDB98-D6AC-DB05-F963-5DEB8FDFAD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4887913"/>
          <a:ext cx="29527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1304" imgH="312226" progId="Equation.3">
                  <p:embed/>
                </p:oleObj>
              </mc:Choice>
              <mc:Fallback>
                <p:oleObj name="Equation" r:id="rId14" imgW="251304" imgH="312226" progId="Equation.3">
                  <p:embed/>
                  <p:pic>
                    <p:nvPicPr>
                      <p:cNvPr id="267384" name="Object 8">
                        <a:extLst>
                          <a:ext uri="{FF2B5EF4-FFF2-40B4-BE49-F238E27FC236}">
                            <a16:creationId xmlns:a16="http://schemas.microsoft.com/office/drawing/2014/main" id="{118DDB98-D6AC-DB05-F963-5DEB8FDFAD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887913"/>
                        <a:ext cx="29527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85" name="Text Box 121">
            <a:extLst>
              <a:ext uri="{FF2B5EF4-FFF2-40B4-BE49-F238E27FC236}">
                <a16:creationId xmlns:a16="http://schemas.microsoft.com/office/drawing/2014/main" id="{70C7A457-F41D-D4E9-5AE3-DB0165884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4702175"/>
            <a:ext cx="28511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/>
              <a:t>根据宇宙射线轰击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/>
              <a:t>铅板所产生的粒子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/>
              <a:t>轨迹</a:t>
            </a:r>
            <a:r>
              <a:rPr lang="en-US" altLang="zh-CN"/>
              <a:t>,  </a:t>
            </a:r>
            <a:r>
              <a:rPr lang="zh-CN" altLang="en-US"/>
              <a:t>发现了正电子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6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1000"/>
                                        <p:tgtEl>
                                          <p:spTgt spid="267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267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6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267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67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67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67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67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26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7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267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7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6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6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26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26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26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267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267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26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3000"/>
                                        <p:tgtEl>
                                          <p:spTgt spid="26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26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7" dur="500"/>
                                        <p:tgtEl>
                                          <p:spTgt spid="26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2" dur="3000"/>
                                        <p:tgtEl>
                                          <p:spTgt spid="26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26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67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2000"/>
                                        <p:tgtEl>
                                          <p:spTgt spid="267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6" grpId="0" autoUpdateAnimBg="0"/>
      <p:bldP spid="267268" grpId="0"/>
      <p:bldP spid="267269" grpId="0"/>
      <p:bldP spid="267270" grpId="0"/>
      <p:bldP spid="267271" grpId="0"/>
      <p:bldP spid="267272" grpId="0"/>
      <p:bldP spid="267275" grpId="0"/>
      <p:bldP spid="267277" grpId="0" animBg="1"/>
      <p:bldP spid="267278" grpId="0"/>
      <p:bldP spid="267279" grpId="0" animBg="1"/>
      <p:bldP spid="267280" grpId="0"/>
      <p:bldP spid="267281" grpId="0"/>
      <p:bldP spid="267378" grpId="0"/>
      <p:bldP spid="267382" grpId="0" animBg="1"/>
      <p:bldP spid="26738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Text Box 2">
            <a:extLst>
              <a:ext uri="{FF2B5EF4-FFF2-40B4-BE49-F238E27FC236}">
                <a16:creationId xmlns:a16="http://schemas.microsoft.com/office/drawing/2014/main" id="{CFC20F6F-62CE-1240-A1ED-283326DEB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333375"/>
            <a:ext cx="295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/>
              <a:t>(4) </a:t>
            </a:r>
            <a:r>
              <a:rPr kumimoji="1" lang="zh-CN" altLang="en-US">
                <a:solidFill>
                  <a:srgbClr val="66FFFF"/>
                </a:solidFill>
                <a:ea typeface="楷体_GB2312" pitchFamily="49" charset="-122"/>
              </a:rPr>
              <a:t>回旋加速器</a:t>
            </a:r>
            <a:r>
              <a:rPr kumimoji="1" lang="zh-CN" altLang="en-US">
                <a:solidFill>
                  <a:srgbClr val="66FFFF"/>
                </a:solidFill>
              </a:rPr>
              <a:t> 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16B664C3-4D15-80D1-8F9E-85A793099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700" y="944563"/>
            <a:ext cx="21916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kumimoji="1" lang="zh-CN" altLang="en-US" b="0" i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加速 </a:t>
            </a:r>
            <a:r>
              <a:rPr kumimoji="1" lang="zh-CN" altLang="en-US" dirty="0">
                <a:solidFill>
                  <a:schemeClr val="bg1"/>
                </a:solidFill>
                <a:latin typeface="宋体" pitchFamily="2" charset="-122"/>
              </a:rPr>
              <a:t>带电粒子</a:t>
            </a:r>
          </a:p>
        </p:txBody>
      </p:sp>
      <p:sp>
        <p:nvSpPr>
          <p:cNvPr id="266244" name="Text Box 4">
            <a:extLst>
              <a:ext uri="{FF2B5EF4-FFF2-40B4-BE49-F238E27FC236}">
                <a16:creationId xmlns:a16="http://schemas.microsoft.com/office/drawing/2014/main" id="{E34A15E6-06E5-EDF7-CBA0-064261329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38" y="159385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>
                <a:latin typeface="宋体" panose="02010600030101010101" pitchFamily="2" charset="-122"/>
              </a:rPr>
              <a:t>利用</a:t>
            </a:r>
          </a:p>
        </p:txBody>
      </p:sp>
      <p:graphicFrame>
        <p:nvGraphicFramePr>
          <p:cNvPr id="266245" name="Object 2">
            <a:extLst>
              <a:ext uri="{FF2B5EF4-FFF2-40B4-BE49-F238E27FC236}">
                <a16:creationId xmlns:a16="http://schemas.microsoft.com/office/drawing/2014/main" id="{490C4C75-ABF6-66B1-FE3D-FDDDC7DF990F}"/>
              </a:ext>
            </a:extLst>
          </p:cNvPr>
          <p:cNvGraphicFramePr>
            <a:graphicFrameLocks/>
          </p:cNvGraphicFramePr>
          <p:nvPr/>
        </p:nvGraphicFramePr>
        <p:xfrm>
          <a:off x="2316163" y="1449388"/>
          <a:ext cx="12700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42091" imgH="868846" progId="Equation.3">
                  <p:embed/>
                </p:oleObj>
              </mc:Choice>
              <mc:Fallback>
                <p:oleObj name="公式" r:id="rId2" imgW="1242091" imgH="868846" progId="Equation.3">
                  <p:embed/>
                  <p:pic>
                    <p:nvPicPr>
                      <p:cNvPr id="266245" name="Object 2">
                        <a:extLst>
                          <a:ext uri="{FF2B5EF4-FFF2-40B4-BE49-F238E27FC236}">
                            <a16:creationId xmlns:a16="http://schemas.microsoft.com/office/drawing/2014/main" id="{490C4C75-ABF6-66B1-FE3D-FDDDC7DF99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6163" y="1449388"/>
                        <a:ext cx="12700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6" name="Arc 6">
            <a:extLst>
              <a:ext uri="{FF2B5EF4-FFF2-40B4-BE49-F238E27FC236}">
                <a16:creationId xmlns:a16="http://schemas.microsoft.com/office/drawing/2014/main" id="{3F0EED5E-9FBD-BBDB-A7A4-D41950274E77}"/>
              </a:ext>
            </a:extLst>
          </p:cNvPr>
          <p:cNvSpPr>
            <a:spLocks noChangeAspect="1"/>
          </p:cNvSpPr>
          <p:nvPr/>
        </p:nvSpPr>
        <p:spPr bwMode="auto">
          <a:xfrm rot="-5400000">
            <a:off x="6208713" y="1768475"/>
            <a:ext cx="338137" cy="633413"/>
          </a:xfrm>
          <a:custGeom>
            <a:avLst/>
            <a:gdLst>
              <a:gd name="T0" fmla="*/ 2147483646 w 22991"/>
              <a:gd name="T1" fmla="*/ 0 h 43200"/>
              <a:gd name="T2" fmla="*/ 0 w 22991"/>
              <a:gd name="T3" fmla="*/ 2147483646 h 43200"/>
              <a:gd name="T4" fmla="*/ 2147483646 w 22991"/>
              <a:gd name="T5" fmla="*/ 2147483646 h 43200"/>
              <a:gd name="T6" fmla="*/ 0 60000 65536"/>
              <a:gd name="T7" fmla="*/ 0 60000 65536"/>
              <a:gd name="T8" fmla="*/ 0 60000 65536"/>
              <a:gd name="T9" fmla="*/ 0 w 22991"/>
              <a:gd name="T10" fmla="*/ 0 h 43200"/>
              <a:gd name="T11" fmla="*/ 22991 w 2299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200" fill="none" extrusionOk="0">
                <a:moveTo>
                  <a:pt x="1390" y="0"/>
                </a:moveTo>
                <a:cubicBezTo>
                  <a:pt x="13320" y="0"/>
                  <a:pt x="22991" y="9670"/>
                  <a:pt x="22991" y="21600"/>
                </a:cubicBezTo>
                <a:cubicBezTo>
                  <a:pt x="22991" y="33529"/>
                  <a:pt x="13320" y="43200"/>
                  <a:pt x="1391" y="43200"/>
                </a:cubicBezTo>
                <a:cubicBezTo>
                  <a:pt x="926" y="43200"/>
                  <a:pt x="463" y="43185"/>
                  <a:pt x="-1" y="43155"/>
                </a:cubicBezTo>
              </a:path>
              <a:path w="22991" h="43200" stroke="0" extrusionOk="0">
                <a:moveTo>
                  <a:pt x="1390" y="0"/>
                </a:moveTo>
                <a:cubicBezTo>
                  <a:pt x="13320" y="0"/>
                  <a:pt x="22991" y="9670"/>
                  <a:pt x="22991" y="21600"/>
                </a:cubicBezTo>
                <a:cubicBezTo>
                  <a:pt x="22991" y="33529"/>
                  <a:pt x="13320" y="43200"/>
                  <a:pt x="1391" y="43200"/>
                </a:cubicBezTo>
                <a:cubicBezTo>
                  <a:pt x="926" y="43200"/>
                  <a:pt x="463" y="43185"/>
                  <a:pt x="-1" y="43155"/>
                </a:cubicBezTo>
                <a:lnTo>
                  <a:pt x="1391" y="21600"/>
                </a:lnTo>
                <a:lnTo>
                  <a:pt x="1390" y="0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247" name="Freeform 7">
            <a:extLst>
              <a:ext uri="{FF2B5EF4-FFF2-40B4-BE49-F238E27FC236}">
                <a16:creationId xmlns:a16="http://schemas.microsoft.com/office/drawing/2014/main" id="{3CB68941-BB6D-0773-90C5-D248628768D0}"/>
              </a:ext>
            </a:extLst>
          </p:cNvPr>
          <p:cNvSpPr>
            <a:spLocks/>
          </p:cNvSpPr>
          <p:nvPr/>
        </p:nvSpPr>
        <p:spPr bwMode="auto">
          <a:xfrm>
            <a:off x="3613150" y="2203450"/>
            <a:ext cx="1296988" cy="576263"/>
          </a:xfrm>
          <a:custGeom>
            <a:avLst/>
            <a:gdLst>
              <a:gd name="T0" fmla="*/ 2147483646 w 771"/>
              <a:gd name="T1" fmla="*/ 2147483646 h 371"/>
              <a:gd name="T2" fmla="*/ 2147483646 w 771"/>
              <a:gd name="T3" fmla="*/ 2147483646 h 371"/>
              <a:gd name="T4" fmla="*/ 2147483646 w 771"/>
              <a:gd name="T5" fmla="*/ 2147483646 h 371"/>
              <a:gd name="T6" fmla="*/ 2147483646 w 771"/>
              <a:gd name="T7" fmla="*/ 2147483646 h 371"/>
              <a:gd name="T8" fmla="*/ 2147483646 w 771"/>
              <a:gd name="T9" fmla="*/ 2147483646 h 371"/>
              <a:gd name="T10" fmla="*/ 2147483646 w 771"/>
              <a:gd name="T11" fmla="*/ 2147483646 h 371"/>
              <a:gd name="T12" fmla="*/ 0 w 771"/>
              <a:gd name="T13" fmla="*/ 2147483646 h 3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71"/>
              <a:gd name="T22" fmla="*/ 0 h 371"/>
              <a:gd name="T23" fmla="*/ 771 w 771"/>
              <a:gd name="T24" fmla="*/ 371 h 3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71" h="371">
                <a:moveTo>
                  <a:pt x="771" y="8"/>
                </a:moveTo>
                <a:cubicBezTo>
                  <a:pt x="767" y="4"/>
                  <a:pt x="764" y="0"/>
                  <a:pt x="726" y="8"/>
                </a:cubicBezTo>
                <a:cubicBezTo>
                  <a:pt x="688" y="16"/>
                  <a:pt x="597" y="31"/>
                  <a:pt x="544" y="54"/>
                </a:cubicBezTo>
                <a:cubicBezTo>
                  <a:pt x="491" y="77"/>
                  <a:pt x="461" y="115"/>
                  <a:pt x="408" y="145"/>
                </a:cubicBezTo>
                <a:cubicBezTo>
                  <a:pt x="355" y="175"/>
                  <a:pt x="272" y="205"/>
                  <a:pt x="227" y="235"/>
                </a:cubicBezTo>
                <a:cubicBezTo>
                  <a:pt x="182" y="265"/>
                  <a:pt x="174" y="303"/>
                  <a:pt x="136" y="326"/>
                </a:cubicBezTo>
                <a:cubicBezTo>
                  <a:pt x="98" y="349"/>
                  <a:pt x="23" y="364"/>
                  <a:pt x="0" y="371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86163616-B993-40C6-DE22-C15BCD9E1E47}"/>
              </a:ext>
            </a:extLst>
          </p:cNvPr>
          <p:cNvGrpSpPr>
            <a:grpSpLocks/>
          </p:cNvGrpSpPr>
          <p:nvPr/>
        </p:nvGrpSpPr>
        <p:grpSpPr bwMode="auto">
          <a:xfrm>
            <a:off x="5013325" y="3417888"/>
            <a:ext cx="2847975" cy="1235075"/>
            <a:chOff x="2900" y="1972"/>
            <a:chExt cx="1794" cy="778"/>
          </a:xfrm>
        </p:grpSpPr>
        <p:grpSp>
          <p:nvGrpSpPr>
            <p:cNvPr id="13427" name="Group 9">
              <a:extLst>
                <a:ext uri="{FF2B5EF4-FFF2-40B4-BE49-F238E27FC236}">
                  <a16:creationId xmlns:a16="http://schemas.microsoft.com/office/drawing/2014/main" id="{E726A471-01FE-035A-2C3E-4F5EDA45C3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307" y="1973"/>
              <a:ext cx="70" cy="102"/>
              <a:chOff x="2112" y="3120"/>
              <a:chExt cx="144" cy="192"/>
            </a:xfrm>
          </p:grpSpPr>
          <p:sp>
            <p:nvSpPr>
              <p:cNvPr id="13481" name="Line 10">
                <a:extLst>
                  <a:ext uri="{FF2B5EF4-FFF2-40B4-BE49-F238E27FC236}">
                    <a16:creationId xmlns:a16="http://schemas.microsoft.com/office/drawing/2014/main" id="{799DF147-624C-C5C2-77CE-238476C03F0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2" name="Line 11">
                <a:extLst>
                  <a:ext uri="{FF2B5EF4-FFF2-40B4-BE49-F238E27FC236}">
                    <a16:creationId xmlns:a16="http://schemas.microsoft.com/office/drawing/2014/main" id="{55AF88EE-4B73-737F-E0BD-D23F23E59A8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428" name="Group 12">
              <a:extLst>
                <a:ext uri="{FF2B5EF4-FFF2-40B4-BE49-F238E27FC236}">
                  <a16:creationId xmlns:a16="http://schemas.microsoft.com/office/drawing/2014/main" id="{580F9140-3F8F-640F-AF73-EF6995E0B9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0" y="1972"/>
              <a:ext cx="1794" cy="778"/>
              <a:chOff x="2900" y="1972"/>
              <a:chExt cx="1794" cy="778"/>
            </a:xfrm>
          </p:grpSpPr>
          <p:grpSp>
            <p:nvGrpSpPr>
              <p:cNvPr id="13429" name="Group 13">
                <a:extLst>
                  <a:ext uri="{FF2B5EF4-FFF2-40B4-BE49-F238E27FC236}">
                    <a16:creationId xmlns:a16="http://schemas.microsoft.com/office/drawing/2014/main" id="{C5882830-4F5F-5EA2-AB2D-9A5153B72EE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626" y="2291"/>
                <a:ext cx="70" cy="102"/>
                <a:chOff x="2112" y="3120"/>
                <a:chExt cx="144" cy="192"/>
              </a:xfrm>
            </p:grpSpPr>
            <p:sp>
              <p:nvSpPr>
                <p:cNvPr id="13479" name="Line 14">
                  <a:extLst>
                    <a:ext uri="{FF2B5EF4-FFF2-40B4-BE49-F238E27FC236}">
                      <a16:creationId xmlns:a16="http://schemas.microsoft.com/office/drawing/2014/main" id="{5C1D8861-180D-99CA-26DE-8C969AA73EF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80" name="Line 15">
                  <a:extLst>
                    <a:ext uri="{FF2B5EF4-FFF2-40B4-BE49-F238E27FC236}">
                      <a16:creationId xmlns:a16="http://schemas.microsoft.com/office/drawing/2014/main" id="{A749DCFC-F988-E7C0-3256-485EA8D89BB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430" name="Group 16">
                <a:extLst>
                  <a:ext uri="{FF2B5EF4-FFF2-40B4-BE49-F238E27FC236}">
                    <a16:creationId xmlns:a16="http://schemas.microsoft.com/office/drawing/2014/main" id="{2CDA8717-E263-8634-93F5-60BFBEEA80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0" y="1972"/>
                <a:ext cx="1794" cy="778"/>
                <a:chOff x="2900" y="1972"/>
                <a:chExt cx="1794" cy="778"/>
              </a:xfrm>
            </p:grpSpPr>
            <p:grpSp>
              <p:nvGrpSpPr>
                <p:cNvPr id="13431" name="Group 17">
                  <a:extLst>
                    <a:ext uri="{FF2B5EF4-FFF2-40B4-BE49-F238E27FC236}">
                      <a16:creationId xmlns:a16="http://schemas.microsoft.com/office/drawing/2014/main" id="{4DBE20FB-16F1-12B9-4EC0-5A120D9E5A2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900" y="1972"/>
                  <a:ext cx="70" cy="102"/>
                  <a:chOff x="2112" y="3120"/>
                  <a:chExt cx="144" cy="192"/>
                </a:xfrm>
              </p:grpSpPr>
              <p:sp>
                <p:nvSpPr>
                  <p:cNvPr id="13477" name="Line 18">
                    <a:extLst>
                      <a:ext uri="{FF2B5EF4-FFF2-40B4-BE49-F238E27FC236}">
                        <a16:creationId xmlns:a16="http://schemas.microsoft.com/office/drawing/2014/main" id="{E9D459C6-E948-01B3-1FC5-AF6234010717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78" name="Line 19">
                    <a:extLst>
                      <a:ext uri="{FF2B5EF4-FFF2-40B4-BE49-F238E27FC236}">
                        <a16:creationId xmlns:a16="http://schemas.microsoft.com/office/drawing/2014/main" id="{109EB4F0-FB38-A8C3-B244-890EE5188887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32" name="Group 20">
                  <a:extLst>
                    <a:ext uri="{FF2B5EF4-FFF2-40B4-BE49-F238E27FC236}">
                      <a16:creationId xmlns:a16="http://schemas.microsoft.com/office/drawing/2014/main" id="{91137A51-E27E-3CA8-9639-5CE6483CD51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900" y="2301"/>
                  <a:ext cx="70" cy="102"/>
                  <a:chOff x="2112" y="3120"/>
                  <a:chExt cx="144" cy="192"/>
                </a:xfrm>
              </p:grpSpPr>
              <p:sp>
                <p:nvSpPr>
                  <p:cNvPr id="13475" name="Line 21">
                    <a:extLst>
                      <a:ext uri="{FF2B5EF4-FFF2-40B4-BE49-F238E27FC236}">
                        <a16:creationId xmlns:a16="http://schemas.microsoft.com/office/drawing/2014/main" id="{4533CFD9-0CE2-18DA-E496-3623B64003E7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76" name="Line 22">
                    <a:extLst>
                      <a:ext uri="{FF2B5EF4-FFF2-40B4-BE49-F238E27FC236}">
                        <a16:creationId xmlns:a16="http://schemas.microsoft.com/office/drawing/2014/main" id="{A886E41D-FBD6-3132-9556-2952E0411F6E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33" name="Group 23">
                  <a:extLst>
                    <a:ext uri="{FF2B5EF4-FFF2-40B4-BE49-F238E27FC236}">
                      <a16:creationId xmlns:a16="http://schemas.microsoft.com/office/drawing/2014/main" id="{A0F071A9-CAB0-0A94-B396-5A8FABA4B05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900" y="2648"/>
                  <a:ext cx="70" cy="102"/>
                  <a:chOff x="2112" y="3120"/>
                  <a:chExt cx="144" cy="192"/>
                </a:xfrm>
              </p:grpSpPr>
              <p:sp>
                <p:nvSpPr>
                  <p:cNvPr id="13473" name="Line 24">
                    <a:extLst>
                      <a:ext uri="{FF2B5EF4-FFF2-40B4-BE49-F238E27FC236}">
                        <a16:creationId xmlns:a16="http://schemas.microsoft.com/office/drawing/2014/main" id="{8F94047A-040E-B284-587D-1DDA3E22CD9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74" name="Line 25">
                    <a:extLst>
                      <a:ext uri="{FF2B5EF4-FFF2-40B4-BE49-F238E27FC236}">
                        <a16:creationId xmlns:a16="http://schemas.microsoft.com/office/drawing/2014/main" id="{B78846BC-A69F-1DE4-73EB-DF3D3C710905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34" name="Group 26">
                  <a:extLst>
                    <a:ext uri="{FF2B5EF4-FFF2-40B4-BE49-F238E27FC236}">
                      <a16:creationId xmlns:a16="http://schemas.microsoft.com/office/drawing/2014/main" id="{D222F067-F103-2556-352D-358650C3273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37" y="1972"/>
                  <a:ext cx="70" cy="102"/>
                  <a:chOff x="2112" y="3120"/>
                  <a:chExt cx="144" cy="192"/>
                </a:xfrm>
              </p:grpSpPr>
              <p:sp>
                <p:nvSpPr>
                  <p:cNvPr id="13471" name="Line 27">
                    <a:extLst>
                      <a:ext uri="{FF2B5EF4-FFF2-40B4-BE49-F238E27FC236}">
                        <a16:creationId xmlns:a16="http://schemas.microsoft.com/office/drawing/2014/main" id="{57414C20-1501-72ED-8613-10A03F44DDE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72" name="Line 28">
                    <a:extLst>
                      <a:ext uri="{FF2B5EF4-FFF2-40B4-BE49-F238E27FC236}">
                        <a16:creationId xmlns:a16="http://schemas.microsoft.com/office/drawing/2014/main" id="{500CB12A-DE9F-1166-7328-CF745C9CACEB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35" name="Group 29">
                  <a:extLst>
                    <a:ext uri="{FF2B5EF4-FFF2-40B4-BE49-F238E27FC236}">
                      <a16:creationId xmlns:a16="http://schemas.microsoft.com/office/drawing/2014/main" id="{3BB61965-DB77-DA8D-A1CA-0078100F969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37" y="2301"/>
                  <a:ext cx="70" cy="102"/>
                  <a:chOff x="2112" y="3120"/>
                  <a:chExt cx="144" cy="192"/>
                </a:xfrm>
              </p:grpSpPr>
              <p:sp>
                <p:nvSpPr>
                  <p:cNvPr id="13469" name="Line 30">
                    <a:extLst>
                      <a:ext uri="{FF2B5EF4-FFF2-40B4-BE49-F238E27FC236}">
                        <a16:creationId xmlns:a16="http://schemas.microsoft.com/office/drawing/2014/main" id="{22536C1E-2041-DC5C-DE41-2AAD6F8EDEE3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70" name="Line 31">
                    <a:extLst>
                      <a:ext uri="{FF2B5EF4-FFF2-40B4-BE49-F238E27FC236}">
                        <a16:creationId xmlns:a16="http://schemas.microsoft.com/office/drawing/2014/main" id="{4B1A920E-4D82-1254-D0F9-227A55F65300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36" name="Group 32">
                  <a:extLst>
                    <a:ext uri="{FF2B5EF4-FFF2-40B4-BE49-F238E27FC236}">
                      <a16:creationId xmlns:a16="http://schemas.microsoft.com/office/drawing/2014/main" id="{4E636E12-0F5C-0C3C-9E76-7E95273DD61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37" y="2648"/>
                  <a:ext cx="70" cy="102"/>
                  <a:chOff x="2112" y="3120"/>
                  <a:chExt cx="144" cy="192"/>
                </a:xfrm>
              </p:grpSpPr>
              <p:sp>
                <p:nvSpPr>
                  <p:cNvPr id="13467" name="Line 33">
                    <a:extLst>
                      <a:ext uri="{FF2B5EF4-FFF2-40B4-BE49-F238E27FC236}">
                        <a16:creationId xmlns:a16="http://schemas.microsoft.com/office/drawing/2014/main" id="{703BA0F4-0985-DCE5-0FB6-F5AEF2922E4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68" name="Line 34">
                    <a:extLst>
                      <a:ext uri="{FF2B5EF4-FFF2-40B4-BE49-F238E27FC236}">
                        <a16:creationId xmlns:a16="http://schemas.microsoft.com/office/drawing/2014/main" id="{A781E9FE-9BDB-E379-7AE9-B22DFC06C755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37" name="Group 35">
                  <a:extLst>
                    <a:ext uri="{FF2B5EF4-FFF2-40B4-BE49-F238E27FC236}">
                      <a16:creationId xmlns:a16="http://schemas.microsoft.com/office/drawing/2014/main" id="{4F3188E5-13C5-59A3-5934-871CE655D64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626" y="2644"/>
                  <a:ext cx="70" cy="102"/>
                  <a:chOff x="2112" y="3120"/>
                  <a:chExt cx="144" cy="192"/>
                </a:xfrm>
              </p:grpSpPr>
              <p:sp>
                <p:nvSpPr>
                  <p:cNvPr id="13465" name="Line 36">
                    <a:extLst>
                      <a:ext uri="{FF2B5EF4-FFF2-40B4-BE49-F238E27FC236}">
                        <a16:creationId xmlns:a16="http://schemas.microsoft.com/office/drawing/2014/main" id="{321FE3CE-BB2F-4D64-5218-F0774F93DE1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66" name="Line 37">
                    <a:extLst>
                      <a:ext uri="{FF2B5EF4-FFF2-40B4-BE49-F238E27FC236}">
                        <a16:creationId xmlns:a16="http://schemas.microsoft.com/office/drawing/2014/main" id="{0667C7A7-F446-FDDE-2361-C5C8F628A2CF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38" name="Group 38">
                  <a:extLst>
                    <a:ext uri="{FF2B5EF4-FFF2-40B4-BE49-F238E27FC236}">
                      <a16:creationId xmlns:a16="http://schemas.microsoft.com/office/drawing/2014/main" id="{605D165F-62C0-CBC3-855B-489535ECF32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989" y="2644"/>
                  <a:ext cx="70" cy="102"/>
                  <a:chOff x="2112" y="3120"/>
                  <a:chExt cx="144" cy="192"/>
                </a:xfrm>
              </p:grpSpPr>
              <p:sp>
                <p:nvSpPr>
                  <p:cNvPr id="13463" name="Line 39">
                    <a:extLst>
                      <a:ext uri="{FF2B5EF4-FFF2-40B4-BE49-F238E27FC236}">
                        <a16:creationId xmlns:a16="http://schemas.microsoft.com/office/drawing/2014/main" id="{31B02A58-2F70-5AB2-54E4-C01BEB0A08E6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64" name="Line 40">
                    <a:extLst>
                      <a:ext uri="{FF2B5EF4-FFF2-40B4-BE49-F238E27FC236}">
                        <a16:creationId xmlns:a16="http://schemas.microsoft.com/office/drawing/2014/main" id="{8E535B53-0213-8001-3D2A-D997DB2C3304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39" name="Group 41">
                  <a:extLst>
                    <a:ext uri="{FF2B5EF4-FFF2-40B4-BE49-F238E27FC236}">
                      <a16:creationId xmlns:a16="http://schemas.microsoft.com/office/drawing/2014/main" id="{70C2B646-89B7-0CE8-185D-9D2632AF313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624" y="2644"/>
                  <a:ext cx="70" cy="102"/>
                  <a:chOff x="2112" y="3120"/>
                  <a:chExt cx="144" cy="192"/>
                </a:xfrm>
              </p:grpSpPr>
              <p:sp>
                <p:nvSpPr>
                  <p:cNvPr id="13461" name="Line 42">
                    <a:extLst>
                      <a:ext uri="{FF2B5EF4-FFF2-40B4-BE49-F238E27FC236}">
                        <a16:creationId xmlns:a16="http://schemas.microsoft.com/office/drawing/2014/main" id="{5EAB2DBB-576D-6876-4D94-E1F8ED990BB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62" name="Line 43">
                    <a:extLst>
                      <a:ext uri="{FF2B5EF4-FFF2-40B4-BE49-F238E27FC236}">
                        <a16:creationId xmlns:a16="http://schemas.microsoft.com/office/drawing/2014/main" id="{B260D1FB-CBBF-5DEA-72D5-9DEFE621DB74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40" name="Group 44">
                  <a:extLst>
                    <a:ext uri="{FF2B5EF4-FFF2-40B4-BE49-F238E27FC236}">
                      <a16:creationId xmlns:a16="http://schemas.microsoft.com/office/drawing/2014/main" id="{B635087D-23DA-F234-76C7-BA5AD84A257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624" y="2291"/>
                  <a:ext cx="70" cy="102"/>
                  <a:chOff x="2112" y="3120"/>
                  <a:chExt cx="144" cy="192"/>
                </a:xfrm>
              </p:grpSpPr>
              <p:sp>
                <p:nvSpPr>
                  <p:cNvPr id="13459" name="Line 45">
                    <a:extLst>
                      <a:ext uri="{FF2B5EF4-FFF2-40B4-BE49-F238E27FC236}">
                        <a16:creationId xmlns:a16="http://schemas.microsoft.com/office/drawing/2014/main" id="{57C8DD37-3318-5AEF-2E80-42386F848C1F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60" name="Line 46">
                    <a:extLst>
                      <a:ext uri="{FF2B5EF4-FFF2-40B4-BE49-F238E27FC236}">
                        <a16:creationId xmlns:a16="http://schemas.microsoft.com/office/drawing/2014/main" id="{BC018768-3C48-EBFE-9A4C-435FC8E6497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41" name="Group 47">
                  <a:extLst>
                    <a:ext uri="{FF2B5EF4-FFF2-40B4-BE49-F238E27FC236}">
                      <a16:creationId xmlns:a16="http://schemas.microsoft.com/office/drawing/2014/main" id="{D5F04FAA-08BB-83ED-E3D2-EFC71E36FB7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307" y="2291"/>
                  <a:ext cx="70" cy="102"/>
                  <a:chOff x="2112" y="3120"/>
                  <a:chExt cx="144" cy="192"/>
                </a:xfrm>
              </p:grpSpPr>
              <p:sp>
                <p:nvSpPr>
                  <p:cNvPr id="13457" name="Line 48">
                    <a:extLst>
                      <a:ext uri="{FF2B5EF4-FFF2-40B4-BE49-F238E27FC236}">
                        <a16:creationId xmlns:a16="http://schemas.microsoft.com/office/drawing/2014/main" id="{BAE3A777-0BF5-2481-47A7-63D5FB6F20E2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58" name="Line 49">
                    <a:extLst>
                      <a:ext uri="{FF2B5EF4-FFF2-40B4-BE49-F238E27FC236}">
                        <a16:creationId xmlns:a16="http://schemas.microsoft.com/office/drawing/2014/main" id="{82AF67D6-7B52-3104-D58A-12E39B7E170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42" name="Group 50">
                  <a:extLst>
                    <a:ext uri="{FF2B5EF4-FFF2-40B4-BE49-F238E27FC236}">
                      <a16:creationId xmlns:a16="http://schemas.microsoft.com/office/drawing/2014/main" id="{79104A7E-502D-C971-FFAF-A2A06AD18DA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989" y="2291"/>
                  <a:ext cx="70" cy="102"/>
                  <a:chOff x="2112" y="3120"/>
                  <a:chExt cx="144" cy="192"/>
                </a:xfrm>
              </p:grpSpPr>
              <p:sp>
                <p:nvSpPr>
                  <p:cNvPr id="13455" name="Line 51">
                    <a:extLst>
                      <a:ext uri="{FF2B5EF4-FFF2-40B4-BE49-F238E27FC236}">
                        <a16:creationId xmlns:a16="http://schemas.microsoft.com/office/drawing/2014/main" id="{E10C5CFA-F11A-C241-FF2A-70ECF2D0300E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56" name="Line 52">
                    <a:extLst>
                      <a:ext uri="{FF2B5EF4-FFF2-40B4-BE49-F238E27FC236}">
                        <a16:creationId xmlns:a16="http://schemas.microsoft.com/office/drawing/2014/main" id="{E03024BE-4AB0-7AA0-278B-3E41B89BB602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43" name="Group 53">
                  <a:extLst>
                    <a:ext uri="{FF2B5EF4-FFF2-40B4-BE49-F238E27FC236}">
                      <a16:creationId xmlns:a16="http://schemas.microsoft.com/office/drawing/2014/main" id="{E22EA8F0-2479-3073-0706-285DBBADA50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307" y="2644"/>
                  <a:ext cx="70" cy="102"/>
                  <a:chOff x="2112" y="3120"/>
                  <a:chExt cx="144" cy="192"/>
                </a:xfrm>
              </p:grpSpPr>
              <p:sp>
                <p:nvSpPr>
                  <p:cNvPr id="13453" name="Line 54">
                    <a:extLst>
                      <a:ext uri="{FF2B5EF4-FFF2-40B4-BE49-F238E27FC236}">
                        <a16:creationId xmlns:a16="http://schemas.microsoft.com/office/drawing/2014/main" id="{29751E19-1C6F-E1FD-F823-417B7AE693B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54" name="Line 55">
                    <a:extLst>
                      <a:ext uri="{FF2B5EF4-FFF2-40B4-BE49-F238E27FC236}">
                        <a16:creationId xmlns:a16="http://schemas.microsoft.com/office/drawing/2014/main" id="{799E5D9C-DA8C-E0CB-58A4-0C6377C4D0C1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44" name="Group 56">
                  <a:extLst>
                    <a:ext uri="{FF2B5EF4-FFF2-40B4-BE49-F238E27FC236}">
                      <a16:creationId xmlns:a16="http://schemas.microsoft.com/office/drawing/2014/main" id="{C32C5D00-6949-B146-7C8D-898256C604B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626" y="1973"/>
                  <a:ext cx="70" cy="102"/>
                  <a:chOff x="2112" y="3120"/>
                  <a:chExt cx="144" cy="192"/>
                </a:xfrm>
              </p:grpSpPr>
              <p:sp>
                <p:nvSpPr>
                  <p:cNvPr id="13451" name="Line 57">
                    <a:extLst>
                      <a:ext uri="{FF2B5EF4-FFF2-40B4-BE49-F238E27FC236}">
                        <a16:creationId xmlns:a16="http://schemas.microsoft.com/office/drawing/2014/main" id="{29056EB2-39CD-B996-8B34-5E9201BA22E5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52" name="Line 58">
                    <a:extLst>
                      <a:ext uri="{FF2B5EF4-FFF2-40B4-BE49-F238E27FC236}">
                        <a16:creationId xmlns:a16="http://schemas.microsoft.com/office/drawing/2014/main" id="{8B14FDB3-FDC0-C9AC-D55C-84C53A266610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45" name="Group 59">
                  <a:extLst>
                    <a:ext uri="{FF2B5EF4-FFF2-40B4-BE49-F238E27FC236}">
                      <a16:creationId xmlns:a16="http://schemas.microsoft.com/office/drawing/2014/main" id="{FCFAF090-0C4F-5E2D-19FB-605864EB458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624" y="1973"/>
                  <a:ext cx="70" cy="102"/>
                  <a:chOff x="2112" y="3120"/>
                  <a:chExt cx="144" cy="192"/>
                </a:xfrm>
              </p:grpSpPr>
              <p:sp>
                <p:nvSpPr>
                  <p:cNvPr id="13449" name="Line 60">
                    <a:extLst>
                      <a:ext uri="{FF2B5EF4-FFF2-40B4-BE49-F238E27FC236}">
                        <a16:creationId xmlns:a16="http://schemas.microsoft.com/office/drawing/2014/main" id="{A73543AA-BA30-4361-C5BF-81981A7192AC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50" name="Line 61">
                    <a:extLst>
                      <a:ext uri="{FF2B5EF4-FFF2-40B4-BE49-F238E27FC236}">
                        <a16:creationId xmlns:a16="http://schemas.microsoft.com/office/drawing/2014/main" id="{BADF678B-264E-4EA8-0AA4-CC3A159DFAA8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3446" name="Group 62">
                  <a:extLst>
                    <a:ext uri="{FF2B5EF4-FFF2-40B4-BE49-F238E27FC236}">
                      <a16:creationId xmlns:a16="http://schemas.microsoft.com/office/drawing/2014/main" id="{E62EC555-61A9-DC86-7B91-2AB9DBA962C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989" y="1973"/>
                  <a:ext cx="70" cy="102"/>
                  <a:chOff x="2112" y="3120"/>
                  <a:chExt cx="144" cy="192"/>
                </a:xfrm>
              </p:grpSpPr>
              <p:sp>
                <p:nvSpPr>
                  <p:cNvPr id="13447" name="Line 63">
                    <a:extLst>
                      <a:ext uri="{FF2B5EF4-FFF2-40B4-BE49-F238E27FC236}">
                        <a16:creationId xmlns:a16="http://schemas.microsoft.com/office/drawing/2014/main" id="{A90EC873-A3B2-5148-60C1-E8472DC0883B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448" name="Line 64">
                    <a:extLst>
                      <a:ext uri="{FF2B5EF4-FFF2-40B4-BE49-F238E27FC236}">
                        <a16:creationId xmlns:a16="http://schemas.microsoft.com/office/drawing/2014/main" id="{2A3B7FB4-3CAD-883E-7249-38FDDB7CF41D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2112" y="3120"/>
                    <a:ext cx="144" cy="192"/>
                  </a:xfrm>
                  <a:prstGeom prst="line">
                    <a:avLst/>
                  </a:prstGeom>
                  <a:noFill/>
                  <a:ln w="28575">
                    <a:solidFill>
                      <a:srgbClr val="00CC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23" name="Group 65">
            <a:extLst>
              <a:ext uri="{FF2B5EF4-FFF2-40B4-BE49-F238E27FC236}">
                <a16:creationId xmlns:a16="http://schemas.microsoft.com/office/drawing/2014/main" id="{59E64C2F-BD5A-BB98-0153-A95D1CE7E0B7}"/>
              </a:ext>
            </a:extLst>
          </p:cNvPr>
          <p:cNvGrpSpPr>
            <a:grpSpLocks/>
          </p:cNvGrpSpPr>
          <p:nvPr/>
        </p:nvGrpSpPr>
        <p:grpSpPr bwMode="auto">
          <a:xfrm>
            <a:off x="5013325" y="968375"/>
            <a:ext cx="2847975" cy="1235075"/>
            <a:chOff x="2900" y="429"/>
            <a:chExt cx="1794" cy="778"/>
          </a:xfrm>
        </p:grpSpPr>
        <p:grpSp>
          <p:nvGrpSpPr>
            <p:cNvPr id="13372" name="Group 66">
              <a:extLst>
                <a:ext uri="{FF2B5EF4-FFF2-40B4-BE49-F238E27FC236}">
                  <a16:creationId xmlns:a16="http://schemas.microsoft.com/office/drawing/2014/main" id="{94CEB393-6C66-05C5-B47F-BB68442699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900" y="758"/>
              <a:ext cx="70" cy="102"/>
              <a:chOff x="2112" y="3120"/>
              <a:chExt cx="144" cy="192"/>
            </a:xfrm>
          </p:grpSpPr>
          <p:sp>
            <p:nvSpPr>
              <p:cNvPr id="13425" name="Line 67">
                <a:extLst>
                  <a:ext uri="{FF2B5EF4-FFF2-40B4-BE49-F238E27FC236}">
                    <a16:creationId xmlns:a16="http://schemas.microsoft.com/office/drawing/2014/main" id="{53535BCA-165F-BB56-06E1-E7B5AB1A197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6" name="Line 68">
                <a:extLst>
                  <a:ext uri="{FF2B5EF4-FFF2-40B4-BE49-F238E27FC236}">
                    <a16:creationId xmlns:a16="http://schemas.microsoft.com/office/drawing/2014/main" id="{DB8956B6-5E3E-E0DC-15DE-CAE532075DC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2112" y="3120"/>
                <a:ext cx="144" cy="192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73" name="Group 69">
              <a:extLst>
                <a:ext uri="{FF2B5EF4-FFF2-40B4-BE49-F238E27FC236}">
                  <a16:creationId xmlns:a16="http://schemas.microsoft.com/office/drawing/2014/main" id="{DFD04093-88AC-710D-6AE9-818A53E1E4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0" y="429"/>
              <a:ext cx="1794" cy="778"/>
              <a:chOff x="2900" y="429"/>
              <a:chExt cx="1794" cy="778"/>
            </a:xfrm>
          </p:grpSpPr>
          <p:grpSp>
            <p:nvGrpSpPr>
              <p:cNvPr id="13374" name="Group 70">
                <a:extLst>
                  <a:ext uri="{FF2B5EF4-FFF2-40B4-BE49-F238E27FC236}">
                    <a16:creationId xmlns:a16="http://schemas.microsoft.com/office/drawing/2014/main" id="{82E10A46-06C6-6171-1D8A-4E06B0180F5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00" y="429"/>
                <a:ext cx="70" cy="102"/>
                <a:chOff x="2112" y="3120"/>
                <a:chExt cx="144" cy="192"/>
              </a:xfrm>
            </p:grpSpPr>
            <p:sp>
              <p:nvSpPr>
                <p:cNvPr id="13423" name="Line 71">
                  <a:extLst>
                    <a:ext uri="{FF2B5EF4-FFF2-40B4-BE49-F238E27FC236}">
                      <a16:creationId xmlns:a16="http://schemas.microsoft.com/office/drawing/2014/main" id="{6E8209EA-1F2E-B18F-33E7-B44BDFF2D36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24" name="Line 72">
                  <a:extLst>
                    <a:ext uri="{FF2B5EF4-FFF2-40B4-BE49-F238E27FC236}">
                      <a16:creationId xmlns:a16="http://schemas.microsoft.com/office/drawing/2014/main" id="{93594125-7F6C-09E0-F4B5-ADB4A4F470D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75" name="Group 73">
                <a:extLst>
                  <a:ext uri="{FF2B5EF4-FFF2-40B4-BE49-F238E27FC236}">
                    <a16:creationId xmlns:a16="http://schemas.microsoft.com/office/drawing/2014/main" id="{95444DD6-3619-328A-F285-FD5A164615E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900" y="1105"/>
                <a:ext cx="70" cy="102"/>
                <a:chOff x="2112" y="3120"/>
                <a:chExt cx="144" cy="192"/>
              </a:xfrm>
            </p:grpSpPr>
            <p:sp>
              <p:nvSpPr>
                <p:cNvPr id="13421" name="Line 74">
                  <a:extLst>
                    <a:ext uri="{FF2B5EF4-FFF2-40B4-BE49-F238E27FC236}">
                      <a16:creationId xmlns:a16="http://schemas.microsoft.com/office/drawing/2014/main" id="{C99598E0-ABDC-C322-AA00-D27191F0B07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22" name="Line 75">
                  <a:extLst>
                    <a:ext uri="{FF2B5EF4-FFF2-40B4-BE49-F238E27FC236}">
                      <a16:creationId xmlns:a16="http://schemas.microsoft.com/office/drawing/2014/main" id="{8B099745-8A9F-5F10-7354-10A706C410B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76" name="Group 76">
                <a:extLst>
                  <a:ext uri="{FF2B5EF4-FFF2-40B4-BE49-F238E27FC236}">
                    <a16:creationId xmlns:a16="http://schemas.microsoft.com/office/drawing/2014/main" id="{5B98F745-E9BE-46DB-D435-425ECF4AAD4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237" y="429"/>
                <a:ext cx="70" cy="102"/>
                <a:chOff x="2112" y="3120"/>
                <a:chExt cx="144" cy="192"/>
              </a:xfrm>
            </p:grpSpPr>
            <p:sp>
              <p:nvSpPr>
                <p:cNvPr id="13419" name="Line 77">
                  <a:extLst>
                    <a:ext uri="{FF2B5EF4-FFF2-40B4-BE49-F238E27FC236}">
                      <a16:creationId xmlns:a16="http://schemas.microsoft.com/office/drawing/2014/main" id="{FC4D3033-6062-0952-74A5-034D3D7956C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20" name="Line 78">
                  <a:extLst>
                    <a:ext uri="{FF2B5EF4-FFF2-40B4-BE49-F238E27FC236}">
                      <a16:creationId xmlns:a16="http://schemas.microsoft.com/office/drawing/2014/main" id="{C80A1661-8A1D-B42B-833C-02BD5D90E44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77" name="Group 79">
                <a:extLst>
                  <a:ext uri="{FF2B5EF4-FFF2-40B4-BE49-F238E27FC236}">
                    <a16:creationId xmlns:a16="http://schemas.microsoft.com/office/drawing/2014/main" id="{0A241F3F-DBB0-751C-A55E-C8B723FD00E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237" y="758"/>
                <a:ext cx="70" cy="102"/>
                <a:chOff x="2112" y="3120"/>
                <a:chExt cx="144" cy="192"/>
              </a:xfrm>
            </p:grpSpPr>
            <p:sp>
              <p:nvSpPr>
                <p:cNvPr id="13417" name="Line 80">
                  <a:extLst>
                    <a:ext uri="{FF2B5EF4-FFF2-40B4-BE49-F238E27FC236}">
                      <a16:creationId xmlns:a16="http://schemas.microsoft.com/office/drawing/2014/main" id="{6C3D6E47-8E25-2E83-F974-0DEE83E7EA0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8" name="Line 81">
                  <a:extLst>
                    <a:ext uri="{FF2B5EF4-FFF2-40B4-BE49-F238E27FC236}">
                      <a16:creationId xmlns:a16="http://schemas.microsoft.com/office/drawing/2014/main" id="{EEFD566D-46F5-1CFE-ADD3-9E6624FD894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78" name="Group 82">
                <a:extLst>
                  <a:ext uri="{FF2B5EF4-FFF2-40B4-BE49-F238E27FC236}">
                    <a16:creationId xmlns:a16="http://schemas.microsoft.com/office/drawing/2014/main" id="{5DAF7BB1-7BDD-357F-4D0A-F9CEF59B759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237" y="1105"/>
                <a:ext cx="70" cy="102"/>
                <a:chOff x="2112" y="3120"/>
                <a:chExt cx="144" cy="192"/>
              </a:xfrm>
            </p:grpSpPr>
            <p:sp>
              <p:nvSpPr>
                <p:cNvPr id="13415" name="Line 83">
                  <a:extLst>
                    <a:ext uri="{FF2B5EF4-FFF2-40B4-BE49-F238E27FC236}">
                      <a16:creationId xmlns:a16="http://schemas.microsoft.com/office/drawing/2014/main" id="{B9FCDFF1-CCD1-0B45-9AA8-E8FE475EA5B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6" name="Line 84">
                  <a:extLst>
                    <a:ext uri="{FF2B5EF4-FFF2-40B4-BE49-F238E27FC236}">
                      <a16:creationId xmlns:a16="http://schemas.microsoft.com/office/drawing/2014/main" id="{45BEE013-A769-2B13-EC81-F57DE67A407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79" name="Group 85">
                <a:extLst>
                  <a:ext uri="{FF2B5EF4-FFF2-40B4-BE49-F238E27FC236}">
                    <a16:creationId xmlns:a16="http://schemas.microsoft.com/office/drawing/2014/main" id="{FFDE5530-CF73-4FDF-3B03-7A0EBD739FD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626" y="748"/>
                <a:ext cx="70" cy="102"/>
                <a:chOff x="2112" y="3120"/>
                <a:chExt cx="144" cy="192"/>
              </a:xfrm>
            </p:grpSpPr>
            <p:sp>
              <p:nvSpPr>
                <p:cNvPr id="13413" name="Line 86">
                  <a:extLst>
                    <a:ext uri="{FF2B5EF4-FFF2-40B4-BE49-F238E27FC236}">
                      <a16:creationId xmlns:a16="http://schemas.microsoft.com/office/drawing/2014/main" id="{1E28DB6E-09A9-2D5C-752A-086168BD961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4" name="Line 87">
                  <a:extLst>
                    <a:ext uri="{FF2B5EF4-FFF2-40B4-BE49-F238E27FC236}">
                      <a16:creationId xmlns:a16="http://schemas.microsoft.com/office/drawing/2014/main" id="{56E79FC2-3831-8DBC-7D54-EA890D47D50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0" name="Group 88">
                <a:extLst>
                  <a:ext uri="{FF2B5EF4-FFF2-40B4-BE49-F238E27FC236}">
                    <a16:creationId xmlns:a16="http://schemas.microsoft.com/office/drawing/2014/main" id="{6B280B5F-00F2-0999-9DC2-561DC581CC8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626" y="1101"/>
                <a:ext cx="70" cy="102"/>
                <a:chOff x="2112" y="3120"/>
                <a:chExt cx="144" cy="192"/>
              </a:xfrm>
            </p:grpSpPr>
            <p:sp>
              <p:nvSpPr>
                <p:cNvPr id="13411" name="Line 89">
                  <a:extLst>
                    <a:ext uri="{FF2B5EF4-FFF2-40B4-BE49-F238E27FC236}">
                      <a16:creationId xmlns:a16="http://schemas.microsoft.com/office/drawing/2014/main" id="{E9711534-4EC6-3422-992E-CEFB23271E8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2" name="Line 90">
                  <a:extLst>
                    <a:ext uri="{FF2B5EF4-FFF2-40B4-BE49-F238E27FC236}">
                      <a16:creationId xmlns:a16="http://schemas.microsoft.com/office/drawing/2014/main" id="{C2AD314F-4E61-011B-E0A1-86D25E60652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1" name="Group 91">
                <a:extLst>
                  <a:ext uri="{FF2B5EF4-FFF2-40B4-BE49-F238E27FC236}">
                    <a16:creationId xmlns:a16="http://schemas.microsoft.com/office/drawing/2014/main" id="{388FEBE9-8141-8DFC-B111-89987B76053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89" y="1105"/>
                <a:ext cx="70" cy="102"/>
                <a:chOff x="2112" y="3120"/>
                <a:chExt cx="144" cy="192"/>
              </a:xfrm>
            </p:grpSpPr>
            <p:sp>
              <p:nvSpPr>
                <p:cNvPr id="13409" name="Line 92">
                  <a:extLst>
                    <a:ext uri="{FF2B5EF4-FFF2-40B4-BE49-F238E27FC236}">
                      <a16:creationId xmlns:a16="http://schemas.microsoft.com/office/drawing/2014/main" id="{1B27696B-9163-890E-F3D0-6FF1E8DB754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0" name="Line 93">
                  <a:extLst>
                    <a:ext uri="{FF2B5EF4-FFF2-40B4-BE49-F238E27FC236}">
                      <a16:creationId xmlns:a16="http://schemas.microsoft.com/office/drawing/2014/main" id="{0115BA60-7ACC-37F5-CC3A-80A93129388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2" name="Group 94">
                <a:extLst>
                  <a:ext uri="{FF2B5EF4-FFF2-40B4-BE49-F238E27FC236}">
                    <a16:creationId xmlns:a16="http://schemas.microsoft.com/office/drawing/2014/main" id="{F0CD4E6E-BBB2-28A5-3745-993F1362FDE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624" y="1101"/>
                <a:ext cx="70" cy="102"/>
                <a:chOff x="2112" y="3120"/>
                <a:chExt cx="144" cy="192"/>
              </a:xfrm>
            </p:grpSpPr>
            <p:sp>
              <p:nvSpPr>
                <p:cNvPr id="13407" name="Line 95">
                  <a:extLst>
                    <a:ext uri="{FF2B5EF4-FFF2-40B4-BE49-F238E27FC236}">
                      <a16:creationId xmlns:a16="http://schemas.microsoft.com/office/drawing/2014/main" id="{D2F40EF3-5A2F-1457-5008-D21D9A16696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8" name="Line 96">
                  <a:extLst>
                    <a:ext uri="{FF2B5EF4-FFF2-40B4-BE49-F238E27FC236}">
                      <a16:creationId xmlns:a16="http://schemas.microsoft.com/office/drawing/2014/main" id="{84959D99-D19F-443B-0A1C-82D970D879E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3" name="Group 97">
                <a:extLst>
                  <a:ext uri="{FF2B5EF4-FFF2-40B4-BE49-F238E27FC236}">
                    <a16:creationId xmlns:a16="http://schemas.microsoft.com/office/drawing/2014/main" id="{74D83004-BB23-B55C-D85B-A6DE1C8A293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624" y="748"/>
                <a:ext cx="70" cy="102"/>
                <a:chOff x="2112" y="3120"/>
                <a:chExt cx="144" cy="192"/>
              </a:xfrm>
            </p:grpSpPr>
            <p:sp>
              <p:nvSpPr>
                <p:cNvPr id="13405" name="Line 98">
                  <a:extLst>
                    <a:ext uri="{FF2B5EF4-FFF2-40B4-BE49-F238E27FC236}">
                      <a16:creationId xmlns:a16="http://schemas.microsoft.com/office/drawing/2014/main" id="{54F248BB-62FC-549F-D6A5-958FF6BAFB9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6" name="Line 99">
                  <a:extLst>
                    <a:ext uri="{FF2B5EF4-FFF2-40B4-BE49-F238E27FC236}">
                      <a16:creationId xmlns:a16="http://schemas.microsoft.com/office/drawing/2014/main" id="{1024ED59-717A-7157-4B62-3698D8A92C7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4" name="Group 100">
                <a:extLst>
                  <a:ext uri="{FF2B5EF4-FFF2-40B4-BE49-F238E27FC236}">
                    <a16:creationId xmlns:a16="http://schemas.microsoft.com/office/drawing/2014/main" id="{D83D6EFB-00DF-5E46-083B-D2F716E843A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307" y="748"/>
                <a:ext cx="70" cy="102"/>
                <a:chOff x="2112" y="3120"/>
                <a:chExt cx="144" cy="192"/>
              </a:xfrm>
            </p:grpSpPr>
            <p:sp>
              <p:nvSpPr>
                <p:cNvPr id="13403" name="Line 101">
                  <a:extLst>
                    <a:ext uri="{FF2B5EF4-FFF2-40B4-BE49-F238E27FC236}">
                      <a16:creationId xmlns:a16="http://schemas.microsoft.com/office/drawing/2014/main" id="{7DE8FDD9-D80E-9DD8-C5CB-E732C1CBC1C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4" name="Line 102">
                  <a:extLst>
                    <a:ext uri="{FF2B5EF4-FFF2-40B4-BE49-F238E27FC236}">
                      <a16:creationId xmlns:a16="http://schemas.microsoft.com/office/drawing/2014/main" id="{01CD76B9-4C90-D483-A235-F5C02D8F761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5" name="Group 103">
                <a:extLst>
                  <a:ext uri="{FF2B5EF4-FFF2-40B4-BE49-F238E27FC236}">
                    <a16:creationId xmlns:a16="http://schemas.microsoft.com/office/drawing/2014/main" id="{C7159E8D-B28D-5A07-F015-EE32E93FA1F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89" y="748"/>
                <a:ext cx="70" cy="102"/>
                <a:chOff x="2112" y="3120"/>
                <a:chExt cx="144" cy="192"/>
              </a:xfrm>
            </p:grpSpPr>
            <p:sp>
              <p:nvSpPr>
                <p:cNvPr id="13401" name="Line 104">
                  <a:extLst>
                    <a:ext uri="{FF2B5EF4-FFF2-40B4-BE49-F238E27FC236}">
                      <a16:creationId xmlns:a16="http://schemas.microsoft.com/office/drawing/2014/main" id="{154EFECA-8B9F-0772-10B1-7F8F369F9C3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2" name="Line 105">
                  <a:extLst>
                    <a:ext uri="{FF2B5EF4-FFF2-40B4-BE49-F238E27FC236}">
                      <a16:creationId xmlns:a16="http://schemas.microsoft.com/office/drawing/2014/main" id="{D326C1CA-FBBF-62BC-20FF-3A7045E026A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6" name="Group 106">
                <a:extLst>
                  <a:ext uri="{FF2B5EF4-FFF2-40B4-BE49-F238E27FC236}">
                    <a16:creationId xmlns:a16="http://schemas.microsoft.com/office/drawing/2014/main" id="{EF805B12-B12B-62DD-3E8F-2BD6450EE86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307" y="1101"/>
                <a:ext cx="70" cy="102"/>
                <a:chOff x="2112" y="3120"/>
                <a:chExt cx="144" cy="192"/>
              </a:xfrm>
            </p:grpSpPr>
            <p:sp>
              <p:nvSpPr>
                <p:cNvPr id="13399" name="Line 107">
                  <a:extLst>
                    <a:ext uri="{FF2B5EF4-FFF2-40B4-BE49-F238E27FC236}">
                      <a16:creationId xmlns:a16="http://schemas.microsoft.com/office/drawing/2014/main" id="{109B8969-9AC9-5AA1-6170-C68E7E807CA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0" name="Line 108">
                  <a:extLst>
                    <a:ext uri="{FF2B5EF4-FFF2-40B4-BE49-F238E27FC236}">
                      <a16:creationId xmlns:a16="http://schemas.microsoft.com/office/drawing/2014/main" id="{0BE9C578-C30D-D67B-6221-AA23CF793C0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7" name="Group 109">
                <a:extLst>
                  <a:ext uri="{FF2B5EF4-FFF2-40B4-BE49-F238E27FC236}">
                    <a16:creationId xmlns:a16="http://schemas.microsoft.com/office/drawing/2014/main" id="{FE45DDE6-2D10-578A-0A94-268EAE3F052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626" y="430"/>
                <a:ext cx="70" cy="102"/>
                <a:chOff x="2112" y="3120"/>
                <a:chExt cx="144" cy="192"/>
              </a:xfrm>
            </p:grpSpPr>
            <p:sp>
              <p:nvSpPr>
                <p:cNvPr id="13397" name="Line 110">
                  <a:extLst>
                    <a:ext uri="{FF2B5EF4-FFF2-40B4-BE49-F238E27FC236}">
                      <a16:creationId xmlns:a16="http://schemas.microsoft.com/office/drawing/2014/main" id="{BD0472CD-E39B-F293-12FA-6A7D4A9E898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98" name="Line 111">
                  <a:extLst>
                    <a:ext uri="{FF2B5EF4-FFF2-40B4-BE49-F238E27FC236}">
                      <a16:creationId xmlns:a16="http://schemas.microsoft.com/office/drawing/2014/main" id="{C9D07D11-B203-C28C-C44E-73ADAC747F1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8" name="Group 112">
                <a:extLst>
                  <a:ext uri="{FF2B5EF4-FFF2-40B4-BE49-F238E27FC236}">
                    <a16:creationId xmlns:a16="http://schemas.microsoft.com/office/drawing/2014/main" id="{79DC5247-3312-CFE1-8013-E6FCFEF48CE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624" y="430"/>
                <a:ext cx="70" cy="102"/>
                <a:chOff x="2112" y="3120"/>
                <a:chExt cx="144" cy="192"/>
              </a:xfrm>
            </p:grpSpPr>
            <p:sp>
              <p:nvSpPr>
                <p:cNvPr id="13395" name="Line 113">
                  <a:extLst>
                    <a:ext uri="{FF2B5EF4-FFF2-40B4-BE49-F238E27FC236}">
                      <a16:creationId xmlns:a16="http://schemas.microsoft.com/office/drawing/2014/main" id="{BBDBCFEA-CF1F-885D-0153-A591FC9E004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96" name="Line 114">
                  <a:extLst>
                    <a:ext uri="{FF2B5EF4-FFF2-40B4-BE49-F238E27FC236}">
                      <a16:creationId xmlns:a16="http://schemas.microsoft.com/office/drawing/2014/main" id="{5ABDC567-8C0F-20D0-3333-896D86AE78C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89" name="Group 115">
                <a:extLst>
                  <a:ext uri="{FF2B5EF4-FFF2-40B4-BE49-F238E27FC236}">
                    <a16:creationId xmlns:a16="http://schemas.microsoft.com/office/drawing/2014/main" id="{0B905CED-3A7A-B57F-C6F3-68AE4B7D34B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307" y="430"/>
                <a:ext cx="70" cy="102"/>
                <a:chOff x="2112" y="3120"/>
                <a:chExt cx="144" cy="192"/>
              </a:xfrm>
            </p:grpSpPr>
            <p:sp>
              <p:nvSpPr>
                <p:cNvPr id="13393" name="Line 116">
                  <a:extLst>
                    <a:ext uri="{FF2B5EF4-FFF2-40B4-BE49-F238E27FC236}">
                      <a16:creationId xmlns:a16="http://schemas.microsoft.com/office/drawing/2014/main" id="{7B01F260-637B-D7F9-F14B-3B5E7293F51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94" name="Line 117">
                  <a:extLst>
                    <a:ext uri="{FF2B5EF4-FFF2-40B4-BE49-F238E27FC236}">
                      <a16:creationId xmlns:a16="http://schemas.microsoft.com/office/drawing/2014/main" id="{E676FD5E-A252-6064-6D57-6F18675793A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390" name="Group 118">
                <a:extLst>
                  <a:ext uri="{FF2B5EF4-FFF2-40B4-BE49-F238E27FC236}">
                    <a16:creationId xmlns:a16="http://schemas.microsoft.com/office/drawing/2014/main" id="{B7FC0DEC-5B6B-4A39-B896-0947440C483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89" y="430"/>
                <a:ext cx="70" cy="102"/>
                <a:chOff x="2112" y="3120"/>
                <a:chExt cx="144" cy="192"/>
              </a:xfrm>
            </p:grpSpPr>
            <p:sp>
              <p:nvSpPr>
                <p:cNvPr id="13391" name="Line 119">
                  <a:extLst>
                    <a:ext uri="{FF2B5EF4-FFF2-40B4-BE49-F238E27FC236}">
                      <a16:creationId xmlns:a16="http://schemas.microsoft.com/office/drawing/2014/main" id="{8D824663-7ADB-4CBD-081B-2515501E55F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92" name="Line 120">
                  <a:extLst>
                    <a:ext uri="{FF2B5EF4-FFF2-40B4-BE49-F238E27FC236}">
                      <a16:creationId xmlns:a16="http://schemas.microsoft.com/office/drawing/2014/main" id="{9CCD3ECD-E92D-FD48-5E81-65FA3EAA5CE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2112" y="3120"/>
                  <a:ext cx="144" cy="192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6318" name="Group 121">
            <a:extLst>
              <a:ext uri="{FF2B5EF4-FFF2-40B4-BE49-F238E27FC236}">
                <a16:creationId xmlns:a16="http://schemas.microsoft.com/office/drawing/2014/main" id="{C5757CDF-DEE9-B71B-6646-9DFD956627B4}"/>
              </a:ext>
            </a:extLst>
          </p:cNvPr>
          <p:cNvGrpSpPr>
            <a:grpSpLocks/>
          </p:cNvGrpSpPr>
          <p:nvPr/>
        </p:nvGrpSpPr>
        <p:grpSpPr bwMode="auto">
          <a:xfrm>
            <a:off x="5480050" y="3384550"/>
            <a:ext cx="1830388" cy="1016000"/>
            <a:chOff x="3194" y="1951"/>
            <a:chExt cx="1153" cy="640"/>
          </a:xfrm>
        </p:grpSpPr>
        <p:sp>
          <p:nvSpPr>
            <p:cNvPr id="13369" name="Line 122">
              <a:extLst>
                <a:ext uri="{FF2B5EF4-FFF2-40B4-BE49-F238E27FC236}">
                  <a16:creationId xmlns:a16="http://schemas.microsoft.com/office/drawing/2014/main" id="{FE0BD81C-A97D-90C9-A3CE-BD2544D3C9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80000">
              <a:off x="3194" y="1960"/>
              <a:ext cx="4" cy="109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370" name="Line 123">
              <a:extLst>
                <a:ext uri="{FF2B5EF4-FFF2-40B4-BE49-F238E27FC236}">
                  <a16:creationId xmlns:a16="http://schemas.microsoft.com/office/drawing/2014/main" id="{D1A220D7-CE3C-911F-0D08-10DBF42D1A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420000" flipH="1">
              <a:off x="4332" y="1951"/>
              <a:ext cx="11" cy="109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371" name="Arc 124">
              <a:extLst>
                <a:ext uri="{FF2B5EF4-FFF2-40B4-BE49-F238E27FC236}">
                  <a16:creationId xmlns:a16="http://schemas.microsoft.com/office/drawing/2014/main" id="{AA3858CD-6D43-3B93-A633-32B0A1EA0E22}"/>
                </a:ext>
              </a:extLst>
            </p:cNvPr>
            <p:cNvSpPr>
              <a:spLocks noChangeAspect="1"/>
            </p:cNvSpPr>
            <p:nvPr/>
          </p:nvSpPr>
          <p:spPr bwMode="auto">
            <a:xfrm rot="-5471946" flipH="1" flipV="1">
              <a:off x="3467" y="1710"/>
              <a:ext cx="612" cy="1149"/>
            </a:xfrm>
            <a:custGeom>
              <a:avLst/>
              <a:gdLst>
                <a:gd name="T0" fmla="*/ 0 w 22991"/>
                <a:gd name="T1" fmla="*/ 0 h 43200"/>
                <a:gd name="T2" fmla="*/ 0 w 22991"/>
                <a:gd name="T3" fmla="*/ 0 h 43200"/>
                <a:gd name="T4" fmla="*/ 0 w 22991"/>
                <a:gd name="T5" fmla="*/ 0 h 43200"/>
                <a:gd name="T6" fmla="*/ 0 60000 65536"/>
                <a:gd name="T7" fmla="*/ 0 60000 65536"/>
                <a:gd name="T8" fmla="*/ 0 60000 65536"/>
                <a:gd name="T9" fmla="*/ 0 w 22991"/>
                <a:gd name="T10" fmla="*/ 0 h 43200"/>
                <a:gd name="T11" fmla="*/ 22991 w 22991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91" h="43200" fill="none" extrusionOk="0">
                  <a:moveTo>
                    <a:pt x="1390" y="0"/>
                  </a:moveTo>
                  <a:cubicBezTo>
                    <a:pt x="13320" y="0"/>
                    <a:pt x="22991" y="9670"/>
                    <a:pt x="22991" y="21600"/>
                  </a:cubicBezTo>
                  <a:cubicBezTo>
                    <a:pt x="22991" y="33529"/>
                    <a:pt x="13320" y="43200"/>
                    <a:pt x="1391" y="43200"/>
                  </a:cubicBezTo>
                  <a:cubicBezTo>
                    <a:pt x="926" y="43200"/>
                    <a:pt x="463" y="43185"/>
                    <a:pt x="-1" y="43155"/>
                  </a:cubicBezTo>
                </a:path>
                <a:path w="22991" h="43200" stroke="0" extrusionOk="0">
                  <a:moveTo>
                    <a:pt x="1390" y="0"/>
                  </a:moveTo>
                  <a:cubicBezTo>
                    <a:pt x="13320" y="0"/>
                    <a:pt x="22991" y="9670"/>
                    <a:pt x="22991" y="21600"/>
                  </a:cubicBezTo>
                  <a:cubicBezTo>
                    <a:pt x="22991" y="33529"/>
                    <a:pt x="13320" y="43200"/>
                    <a:pt x="1391" y="43200"/>
                  </a:cubicBezTo>
                  <a:cubicBezTo>
                    <a:pt x="926" y="43200"/>
                    <a:pt x="463" y="43185"/>
                    <a:pt x="-1" y="43155"/>
                  </a:cubicBezTo>
                  <a:lnTo>
                    <a:pt x="1391" y="21600"/>
                  </a:lnTo>
                  <a:lnTo>
                    <a:pt x="1390" y="0"/>
                  </a:lnTo>
                  <a:close/>
                </a:path>
              </a:pathLst>
            </a:custGeom>
            <a:noFill/>
            <a:ln w="1905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319" name="Group 125">
            <a:extLst>
              <a:ext uri="{FF2B5EF4-FFF2-40B4-BE49-F238E27FC236}">
                <a16:creationId xmlns:a16="http://schemas.microsoft.com/office/drawing/2014/main" id="{30F1B033-CA80-795C-21C1-1442782EADCF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1160463"/>
            <a:ext cx="1833563" cy="1042987"/>
            <a:chOff x="3198" y="550"/>
            <a:chExt cx="1155" cy="657"/>
          </a:xfrm>
        </p:grpSpPr>
        <p:sp>
          <p:nvSpPr>
            <p:cNvPr id="13366" name="Line 126">
              <a:extLst>
                <a:ext uri="{FF2B5EF4-FFF2-40B4-BE49-F238E27FC236}">
                  <a16:creationId xmlns:a16="http://schemas.microsoft.com/office/drawing/2014/main" id="{4365EC72-DADE-08F5-E47D-A64FA3D842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">
              <a:off x="4336" y="1116"/>
              <a:ext cx="17" cy="9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367" name="Line 127">
              <a:extLst>
                <a:ext uri="{FF2B5EF4-FFF2-40B4-BE49-F238E27FC236}">
                  <a16:creationId xmlns:a16="http://schemas.microsoft.com/office/drawing/2014/main" id="{3B9C150D-B5FF-0668-70BC-0E02FD2D7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1117"/>
              <a:ext cx="0" cy="90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368" name="Arc 128">
              <a:extLst>
                <a:ext uri="{FF2B5EF4-FFF2-40B4-BE49-F238E27FC236}">
                  <a16:creationId xmlns:a16="http://schemas.microsoft.com/office/drawing/2014/main" id="{64824C0A-A085-6EAB-35F6-94E20681E9C0}"/>
                </a:ext>
              </a:extLst>
            </p:cNvPr>
            <p:cNvSpPr>
              <a:spLocks noChangeAspect="1"/>
            </p:cNvSpPr>
            <p:nvPr/>
          </p:nvSpPr>
          <p:spPr bwMode="auto">
            <a:xfrm rot="-5400000">
              <a:off x="3467" y="281"/>
              <a:ext cx="612" cy="1149"/>
            </a:xfrm>
            <a:custGeom>
              <a:avLst/>
              <a:gdLst>
                <a:gd name="T0" fmla="*/ 0 w 22991"/>
                <a:gd name="T1" fmla="*/ 0 h 43200"/>
                <a:gd name="T2" fmla="*/ 0 w 22991"/>
                <a:gd name="T3" fmla="*/ 0 h 43200"/>
                <a:gd name="T4" fmla="*/ 0 w 22991"/>
                <a:gd name="T5" fmla="*/ 0 h 43200"/>
                <a:gd name="T6" fmla="*/ 0 60000 65536"/>
                <a:gd name="T7" fmla="*/ 0 60000 65536"/>
                <a:gd name="T8" fmla="*/ 0 60000 65536"/>
                <a:gd name="T9" fmla="*/ 0 w 22991"/>
                <a:gd name="T10" fmla="*/ 0 h 43200"/>
                <a:gd name="T11" fmla="*/ 22991 w 22991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91" h="43200" fill="none" extrusionOk="0">
                  <a:moveTo>
                    <a:pt x="1390" y="0"/>
                  </a:moveTo>
                  <a:cubicBezTo>
                    <a:pt x="13320" y="0"/>
                    <a:pt x="22991" y="9670"/>
                    <a:pt x="22991" y="21600"/>
                  </a:cubicBezTo>
                  <a:cubicBezTo>
                    <a:pt x="22991" y="33529"/>
                    <a:pt x="13320" y="43200"/>
                    <a:pt x="1391" y="43200"/>
                  </a:cubicBezTo>
                  <a:cubicBezTo>
                    <a:pt x="926" y="43200"/>
                    <a:pt x="463" y="43185"/>
                    <a:pt x="-1" y="43155"/>
                  </a:cubicBezTo>
                </a:path>
                <a:path w="22991" h="43200" stroke="0" extrusionOk="0">
                  <a:moveTo>
                    <a:pt x="1390" y="0"/>
                  </a:moveTo>
                  <a:cubicBezTo>
                    <a:pt x="13320" y="0"/>
                    <a:pt x="22991" y="9670"/>
                    <a:pt x="22991" y="21600"/>
                  </a:cubicBezTo>
                  <a:cubicBezTo>
                    <a:pt x="22991" y="33529"/>
                    <a:pt x="13320" y="43200"/>
                    <a:pt x="1391" y="43200"/>
                  </a:cubicBezTo>
                  <a:cubicBezTo>
                    <a:pt x="926" y="43200"/>
                    <a:pt x="463" y="43185"/>
                    <a:pt x="-1" y="43155"/>
                  </a:cubicBezTo>
                  <a:lnTo>
                    <a:pt x="1391" y="21600"/>
                  </a:lnTo>
                  <a:lnTo>
                    <a:pt x="1390" y="0"/>
                  </a:lnTo>
                  <a:close/>
                </a:path>
              </a:pathLst>
            </a:custGeom>
            <a:noFill/>
            <a:ln w="1905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66369" name="Line 129">
            <a:extLst>
              <a:ext uri="{FF2B5EF4-FFF2-40B4-BE49-F238E27FC236}">
                <a16:creationId xmlns:a16="http://schemas.microsoft.com/office/drawing/2014/main" id="{C2280172-6F07-F1DC-3D5B-2986EAC61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7113" y="3355975"/>
            <a:ext cx="3238500" cy="9525"/>
          </a:xfrm>
          <a:prstGeom prst="line">
            <a:avLst/>
          </a:prstGeom>
          <a:noFill/>
          <a:ln w="57150">
            <a:pattFill prst="ltUpDiag">
              <a:fgClr>
                <a:srgbClr val="66CCFF"/>
              </a:fgClr>
              <a:bgClr>
                <a:schemeClr val="folHlink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370" name="Line 130">
            <a:extLst>
              <a:ext uri="{FF2B5EF4-FFF2-40B4-BE49-F238E27FC236}">
                <a16:creationId xmlns:a16="http://schemas.microsoft.com/office/drawing/2014/main" id="{4D93E14D-4169-4573-F886-C03A6A84D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7113" y="2238375"/>
            <a:ext cx="3238500" cy="0"/>
          </a:xfrm>
          <a:prstGeom prst="line">
            <a:avLst/>
          </a:prstGeom>
          <a:noFill/>
          <a:ln w="57150">
            <a:pattFill prst="ltUpDiag">
              <a:fgClr>
                <a:srgbClr val="66CCFF"/>
              </a:fgClr>
              <a:bgClr>
                <a:schemeClr val="folHlink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371" name="Freeform 131">
            <a:extLst>
              <a:ext uri="{FF2B5EF4-FFF2-40B4-BE49-F238E27FC236}">
                <a16:creationId xmlns:a16="http://schemas.microsoft.com/office/drawing/2014/main" id="{D643ECED-3859-9104-4035-52035C21B4DD}"/>
              </a:ext>
            </a:extLst>
          </p:cNvPr>
          <p:cNvSpPr>
            <a:spLocks/>
          </p:cNvSpPr>
          <p:nvPr/>
        </p:nvSpPr>
        <p:spPr bwMode="auto">
          <a:xfrm>
            <a:off x="3686175" y="3211513"/>
            <a:ext cx="1150938" cy="155575"/>
          </a:xfrm>
          <a:custGeom>
            <a:avLst/>
            <a:gdLst>
              <a:gd name="T0" fmla="*/ 2147483646 w 725"/>
              <a:gd name="T1" fmla="*/ 2147483646 h 98"/>
              <a:gd name="T2" fmla="*/ 2147483646 w 725"/>
              <a:gd name="T3" fmla="*/ 2147483646 h 98"/>
              <a:gd name="T4" fmla="*/ 2147483646 w 725"/>
              <a:gd name="T5" fmla="*/ 2147483646 h 98"/>
              <a:gd name="T6" fmla="*/ 2147483646 w 725"/>
              <a:gd name="T7" fmla="*/ 2147483646 h 98"/>
              <a:gd name="T8" fmla="*/ 0 w 725"/>
              <a:gd name="T9" fmla="*/ 0 h 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5"/>
              <a:gd name="T16" fmla="*/ 0 h 98"/>
              <a:gd name="T17" fmla="*/ 725 w 725"/>
              <a:gd name="T18" fmla="*/ 98 h 9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5" h="98">
                <a:moveTo>
                  <a:pt x="725" y="91"/>
                </a:moveTo>
                <a:cubicBezTo>
                  <a:pt x="706" y="91"/>
                  <a:pt x="688" y="91"/>
                  <a:pt x="635" y="91"/>
                </a:cubicBezTo>
                <a:cubicBezTo>
                  <a:pt x="582" y="91"/>
                  <a:pt x="491" y="98"/>
                  <a:pt x="408" y="91"/>
                </a:cubicBezTo>
                <a:cubicBezTo>
                  <a:pt x="325" y="84"/>
                  <a:pt x="204" y="61"/>
                  <a:pt x="136" y="46"/>
                </a:cubicBezTo>
                <a:cubicBezTo>
                  <a:pt x="68" y="31"/>
                  <a:pt x="34" y="15"/>
                  <a:pt x="0" y="0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66372" name="Text Box 132">
            <a:extLst>
              <a:ext uri="{FF2B5EF4-FFF2-40B4-BE49-F238E27FC236}">
                <a16:creationId xmlns:a16="http://schemas.microsoft.com/office/drawing/2014/main" id="{E8BEA4A2-7528-0F06-2AE0-7220ED85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3" y="2779713"/>
            <a:ext cx="2232025" cy="466725"/>
          </a:xfrm>
          <a:prstGeom prst="rect">
            <a:avLst/>
          </a:prstGeom>
          <a:gradFill rotWithShape="1">
            <a:gsLst>
              <a:gs pos="0">
                <a:srgbClr val="3399FF">
                  <a:alpha val="54999"/>
                </a:srgbClr>
              </a:gs>
              <a:gs pos="100000">
                <a:srgbClr val="18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高频交流电压</a:t>
            </a:r>
          </a:p>
        </p:txBody>
      </p:sp>
      <p:sp>
        <p:nvSpPr>
          <p:cNvPr id="266373" name="Arc 133">
            <a:extLst>
              <a:ext uri="{FF2B5EF4-FFF2-40B4-BE49-F238E27FC236}">
                <a16:creationId xmlns:a16="http://schemas.microsoft.com/office/drawing/2014/main" id="{F91DC365-4571-84B2-83BA-49CE3E2B1E70}"/>
              </a:ext>
            </a:extLst>
          </p:cNvPr>
          <p:cNvSpPr>
            <a:spLocks noChangeAspect="1"/>
          </p:cNvSpPr>
          <p:nvPr/>
        </p:nvSpPr>
        <p:spPr bwMode="auto">
          <a:xfrm rot="-5471946" flipH="1" flipV="1">
            <a:off x="6288088" y="3138488"/>
            <a:ext cx="514350" cy="965200"/>
          </a:xfrm>
          <a:custGeom>
            <a:avLst/>
            <a:gdLst>
              <a:gd name="T0" fmla="*/ 2147483646 w 22991"/>
              <a:gd name="T1" fmla="*/ 0 h 43200"/>
              <a:gd name="T2" fmla="*/ 0 w 22991"/>
              <a:gd name="T3" fmla="*/ 2147483646 h 43200"/>
              <a:gd name="T4" fmla="*/ 2147483646 w 22991"/>
              <a:gd name="T5" fmla="*/ 2147483646 h 43200"/>
              <a:gd name="T6" fmla="*/ 0 60000 65536"/>
              <a:gd name="T7" fmla="*/ 0 60000 65536"/>
              <a:gd name="T8" fmla="*/ 0 60000 65536"/>
              <a:gd name="T9" fmla="*/ 0 w 22991"/>
              <a:gd name="T10" fmla="*/ 0 h 43200"/>
              <a:gd name="T11" fmla="*/ 22991 w 22991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91" h="43200" fill="none" extrusionOk="0">
                <a:moveTo>
                  <a:pt x="1390" y="0"/>
                </a:moveTo>
                <a:cubicBezTo>
                  <a:pt x="13320" y="0"/>
                  <a:pt x="22991" y="9670"/>
                  <a:pt x="22991" y="21600"/>
                </a:cubicBezTo>
                <a:cubicBezTo>
                  <a:pt x="22991" y="33529"/>
                  <a:pt x="13320" y="43200"/>
                  <a:pt x="1391" y="43200"/>
                </a:cubicBezTo>
                <a:cubicBezTo>
                  <a:pt x="926" y="43200"/>
                  <a:pt x="463" y="43185"/>
                  <a:pt x="-1" y="43155"/>
                </a:cubicBezTo>
              </a:path>
              <a:path w="22991" h="43200" stroke="0" extrusionOk="0">
                <a:moveTo>
                  <a:pt x="1390" y="0"/>
                </a:moveTo>
                <a:cubicBezTo>
                  <a:pt x="13320" y="0"/>
                  <a:pt x="22991" y="9670"/>
                  <a:pt x="22991" y="21600"/>
                </a:cubicBezTo>
                <a:cubicBezTo>
                  <a:pt x="22991" y="33529"/>
                  <a:pt x="13320" y="43200"/>
                  <a:pt x="1391" y="43200"/>
                </a:cubicBezTo>
                <a:cubicBezTo>
                  <a:pt x="926" y="43200"/>
                  <a:pt x="463" y="43185"/>
                  <a:pt x="-1" y="43155"/>
                </a:cubicBezTo>
                <a:lnTo>
                  <a:pt x="1391" y="21600"/>
                </a:lnTo>
                <a:lnTo>
                  <a:pt x="1390" y="0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74" name="Text Box 134">
            <a:extLst>
              <a:ext uri="{FF2B5EF4-FFF2-40B4-BE49-F238E27FC236}">
                <a16:creationId xmlns:a16="http://schemas.microsoft.com/office/drawing/2014/main" id="{7816BF92-CF12-900A-2E42-71A767A34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3140075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266375" name="Text Box 135">
            <a:extLst>
              <a:ext uri="{FF2B5EF4-FFF2-40B4-BE49-F238E27FC236}">
                <a16:creationId xmlns:a16="http://schemas.microsoft.com/office/drawing/2014/main" id="{B43C1FB4-EDB6-6094-C690-7B3CAC6B4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088" y="3140075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266376" name="Text Box 136">
            <a:extLst>
              <a:ext uri="{FF2B5EF4-FFF2-40B4-BE49-F238E27FC236}">
                <a16:creationId xmlns:a16="http://schemas.microsoft.com/office/drawing/2014/main" id="{E5122434-9413-DADD-B4C8-4A5942949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1850" y="3140075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266377" name="Text Box 137">
            <a:extLst>
              <a:ext uri="{FF2B5EF4-FFF2-40B4-BE49-F238E27FC236}">
                <a16:creationId xmlns:a16="http://schemas.microsoft.com/office/drawing/2014/main" id="{C2F27F6E-D870-5360-4D0A-FE4E3EDEC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788" y="3140075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266378" name="Text Box 138">
            <a:extLst>
              <a:ext uri="{FF2B5EF4-FFF2-40B4-BE49-F238E27FC236}">
                <a16:creationId xmlns:a16="http://schemas.microsoft.com/office/drawing/2014/main" id="{F937A0D1-737C-CCD8-2590-E315C1882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2347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99FF"/>
                </a:solidFill>
                <a:latin typeface="宋体" panose="02010600030101010101" pitchFamily="2" charset="-122"/>
              </a:rPr>
              <a:t>-</a:t>
            </a:r>
          </a:p>
        </p:txBody>
      </p:sp>
      <p:sp>
        <p:nvSpPr>
          <p:cNvPr id="266379" name="Rectangle 139">
            <a:extLst>
              <a:ext uri="{FF2B5EF4-FFF2-40B4-BE49-F238E27FC236}">
                <a16:creationId xmlns:a16="http://schemas.microsoft.com/office/drawing/2014/main" id="{E8D6AE23-EC4F-4648-2947-0847FB9EB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5088" y="2347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99FF"/>
                </a:solidFill>
                <a:latin typeface="宋体" panose="02010600030101010101" pitchFamily="2" charset="-122"/>
              </a:rPr>
              <a:t>-</a:t>
            </a:r>
          </a:p>
        </p:txBody>
      </p:sp>
      <p:sp>
        <p:nvSpPr>
          <p:cNvPr id="266380" name="Rectangle 140">
            <a:extLst>
              <a:ext uri="{FF2B5EF4-FFF2-40B4-BE49-F238E27FC236}">
                <a16:creationId xmlns:a16="http://schemas.microsoft.com/office/drawing/2014/main" id="{97372318-3999-0439-019C-A5D5076AF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2347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99FF"/>
                </a:solidFill>
                <a:latin typeface="宋体" panose="02010600030101010101" pitchFamily="2" charset="-122"/>
              </a:rPr>
              <a:t>-</a:t>
            </a:r>
          </a:p>
        </p:txBody>
      </p:sp>
      <p:sp>
        <p:nvSpPr>
          <p:cNvPr id="266381" name="Text Box 141">
            <a:extLst>
              <a:ext uri="{FF2B5EF4-FFF2-40B4-BE49-F238E27FC236}">
                <a16:creationId xmlns:a16="http://schemas.microsoft.com/office/drawing/2014/main" id="{07EFE38A-2E4F-C560-A885-8B4DFCDF8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31400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99FF"/>
                </a:solidFill>
                <a:latin typeface="宋体" panose="02010600030101010101" pitchFamily="2" charset="-122"/>
              </a:rPr>
              <a:t>-</a:t>
            </a:r>
          </a:p>
        </p:txBody>
      </p:sp>
      <p:sp>
        <p:nvSpPr>
          <p:cNvPr id="266382" name="Rectangle 142">
            <a:extLst>
              <a:ext uri="{FF2B5EF4-FFF2-40B4-BE49-F238E27FC236}">
                <a16:creationId xmlns:a16="http://schemas.microsoft.com/office/drawing/2014/main" id="{31E6B4D3-3233-5645-6615-66E997689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1275" y="3165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99FF"/>
                </a:solidFill>
                <a:latin typeface="宋体" panose="02010600030101010101" pitchFamily="2" charset="-122"/>
              </a:rPr>
              <a:t>-</a:t>
            </a:r>
          </a:p>
        </p:txBody>
      </p:sp>
      <p:sp>
        <p:nvSpPr>
          <p:cNvPr id="266383" name="Rectangle 143">
            <a:extLst>
              <a:ext uri="{FF2B5EF4-FFF2-40B4-BE49-F238E27FC236}">
                <a16:creationId xmlns:a16="http://schemas.microsoft.com/office/drawing/2014/main" id="{1924ADED-952B-CC4A-4D02-D72786B4F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038" y="31400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99FF"/>
                </a:solidFill>
                <a:latin typeface="宋体" panose="02010600030101010101" pitchFamily="2" charset="-122"/>
              </a:rPr>
              <a:t>-</a:t>
            </a:r>
          </a:p>
        </p:txBody>
      </p:sp>
      <p:sp>
        <p:nvSpPr>
          <p:cNvPr id="266384" name="Rectangle 144">
            <a:extLst>
              <a:ext uri="{FF2B5EF4-FFF2-40B4-BE49-F238E27FC236}">
                <a16:creationId xmlns:a16="http://schemas.microsoft.com/office/drawing/2014/main" id="{3174F1F7-DF3A-BCEA-9607-87A2AE750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025" y="31400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99FF"/>
                </a:solidFill>
                <a:latin typeface="宋体" panose="02010600030101010101" pitchFamily="2" charset="-122"/>
              </a:rPr>
              <a:t>-</a:t>
            </a:r>
          </a:p>
        </p:txBody>
      </p:sp>
      <p:sp>
        <p:nvSpPr>
          <p:cNvPr id="266385" name="Text Box 145">
            <a:extLst>
              <a:ext uri="{FF2B5EF4-FFF2-40B4-BE49-F238E27FC236}">
                <a16:creationId xmlns:a16="http://schemas.microsoft.com/office/drawing/2014/main" id="{20CE806C-D358-BDBC-F990-5478DB4B0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2395538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266386" name="Text Box 146">
            <a:extLst>
              <a:ext uri="{FF2B5EF4-FFF2-40B4-BE49-F238E27FC236}">
                <a16:creationId xmlns:a16="http://schemas.microsoft.com/office/drawing/2014/main" id="{BF04D29E-AB96-AB23-8BAF-2D2568500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088" y="2395538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266387" name="Text Box 147">
            <a:extLst>
              <a:ext uri="{FF2B5EF4-FFF2-40B4-BE49-F238E27FC236}">
                <a16:creationId xmlns:a16="http://schemas.microsoft.com/office/drawing/2014/main" id="{97EE740D-D841-E44F-3C40-9AA062781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1850" y="2395538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266388" name="Rectangle 148">
            <a:extLst>
              <a:ext uri="{FF2B5EF4-FFF2-40B4-BE49-F238E27FC236}">
                <a16:creationId xmlns:a16="http://schemas.microsoft.com/office/drawing/2014/main" id="{80764B7B-3332-35BC-1F2E-7014718F8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025" y="2347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FF99FF"/>
                </a:solidFill>
                <a:latin typeface="宋体" panose="02010600030101010101" pitchFamily="2" charset="-122"/>
              </a:rPr>
              <a:t>-</a:t>
            </a:r>
          </a:p>
        </p:txBody>
      </p:sp>
      <p:sp>
        <p:nvSpPr>
          <p:cNvPr id="266389" name="Text Box 149">
            <a:extLst>
              <a:ext uri="{FF2B5EF4-FFF2-40B4-BE49-F238E27FC236}">
                <a16:creationId xmlns:a16="http://schemas.microsoft.com/office/drawing/2014/main" id="{A05B2293-76E1-7954-A322-42B809097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025" y="2395538"/>
            <a:ext cx="35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99FF"/>
                </a:solidFill>
              </a:rPr>
              <a:t>+</a:t>
            </a:r>
          </a:p>
        </p:txBody>
      </p:sp>
      <p:sp>
        <p:nvSpPr>
          <p:cNvPr id="266390" name="AutoShape 150">
            <a:extLst>
              <a:ext uri="{FF2B5EF4-FFF2-40B4-BE49-F238E27FC236}">
                <a16:creationId xmlns:a16="http://schemas.microsoft.com/office/drawing/2014/main" id="{D1611465-2179-ABBF-F072-303432B6B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688" y="3500438"/>
            <a:ext cx="1152525" cy="1223962"/>
          </a:xfrm>
          <a:prstGeom prst="wedgeRectCallout">
            <a:avLst>
              <a:gd name="adj1" fmla="val 87468"/>
              <a:gd name="adj2" fmla="val 38069"/>
            </a:avLst>
          </a:prstGeom>
          <a:gradFill rotWithShape="1">
            <a:gsLst>
              <a:gs pos="0">
                <a:schemeClr val="accent1">
                  <a:alpha val="58000"/>
                </a:schemeClr>
              </a:gs>
              <a:gs pos="100000">
                <a:schemeClr val="accent1">
                  <a:gamma/>
                  <a:shade val="46275"/>
                  <a:invGamma/>
                  <a:alpha val="77000"/>
                </a:scheme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1" lang="zh-CN" altLang="en-US" dirty="0">
                <a:solidFill>
                  <a:schemeClr val="bg1"/>
                </a:solidFill>
              </a:rPr>
              <a:t>实际上中间很窄</a:t>
            </a:r>
          </a:p>
        </p:txBody>
      </p:sp>
      <p:sp>
        <p:nvSpPr>
          <p:cNvPr id="266391" name="Oval 151">
            <a:extLst>
              <a:ext uri="{FF2B5EF4-FFF2-40B4-BE49-F238E27FC236}">
                <a16:creationId xmlns:a16="http://schemas.microsoft.com/office/drawing/2014/main" id="{F8B3C09D-BB2B-3A32-4F75-8769FC62AE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37338" y="2762250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266392" name="Line 152">
            <a:extLst>
              <a:ext uri="{FF2B5EF4-FFF2-40B4-BE49-F238E27FC236}">
                <a16:creationId xmlns:a16="http://schemas.microsoft.com/office/drawing/2014/main" id="{944864EE-E716-4DD6-16B7-96FD18EAC2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8300" y="2401888"/>
            <a:ext cx="0" cy="360362"/>
          </a:xfrm>
          <a:prstGeom prst="line">
            <a:avLst/>
          </a:prstGeom>
          <a:noFill/>
          <a:ln w="19050">
            <a:solidFill>
              <a:srgbClr val="FF99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66393" name="Object 3">
            <a:extLst>
              <a:ext uri="{FF2B5EF4-FFF2-40B4-BE49-F238E27FC236}">
                <a16:creationId xmlns:a16="http://schemas.microsoft.com/office/drawing/2014/main" id="{1F449207-6A71-A8B2-2A63-C1060B179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69100" y="2132013"/>
          <a:ext cx="3476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7087" imgH="441905" progId="Equation.3">
                  <p:embed/>
                </p:oleObj>
              </mc:Choice>
              <mc:Fallback>
                <p:oleObj name="公式" r:id="rId4" imgW="297087" imgH="441905" progId="Equation.3">
                  <p:embed/>
                  <p:pic>
                    <p:nvPicPr>
                      <p:cNvPr id="266393" name="Object 3">
                        <a:extLst>
                          <a:ext uri="{FF2B5EF4-FFF2-40B4-BE49-F238E27FC236}">
                            <a16:creationId xmlns:a16="http://schemas.microsoft.com/office/drawing/2014/main" id="{1F449207-6A71-A8B2-2A63-C1060B1797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00" y="2132013"/>
                        <a:ext cx="34766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94" name="Line 154">
            <a:extLst>
              <a:ext uri="{FF2B5EF4-FFF2-40B4-BE49-F238E27FC236}">
                <a16:creationId xmlns:a16="http://schemas.microsoft.com/office/drawing/2014/main" id="{B25F24BB-D5CB-FDAA-BDCD-BFB8733053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0363" y="1773238"/>
            <a:ext cx="0" cy="360362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66395" name="Object 4">
            <a:extLst>
              <a:ext uri="{FF2B5EF4-FFF2-40B4-BE49-F238E27FC236}">
                <a16:creationId xmlns:a16="http://schemas.microsoft.com/office/drawing/2014/main" id="{EBBEF33F-F655-8EE0-7739-7E65FBC6D8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1701800"/>
          <a:ext cx="24606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058" imgH="258858" progId="Equation.3">
                  <p:embed/>
                </p:oleObj>
              </mc:Choice>
              <mc:Fallback>
                <p:oleObj name="Equation" r:id="rId6" imgW="198058" imgH="258858" progId="Equation.3">
                  <p:embed/>
                  <p:pic>
                    <p:nvPicPr>
                      <p:cNvPr id="266395" name="Object 4">
                        <a:extLst>
                          <a:ext uri="{FF2B5EF4-FFF2-40B4-BE49-F238E27FC236}">
                            <a16:creationId xmlns:a16="http://schemas.microsoft.com/office/drawing/2014/main" id="{EBBEF33F-F655-8EE0-7739-7E65FBC6D8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701800"/>
                        <a:ext cx="24606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96" name="Line 156">
            <a:extLst>
              <a:ext uri="{FF2B5EF4-FFF2-40B4-BE49-F238E27FC236}">
                <a16:creationId xmlns:a16="http://schemas.microsoft.com/office/drawing/2014/main" id="{C2C85D22-7723-CF52-A3E5-E2C3F3CA7F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50000" y="2205038"/>
            <a:ext cx="287338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graphicFrame>
        <p:nvGraphicFramePr>
          <p:cNvPr id="266397" name="Object 5">
            <a:extLst>
              <a:ext uri="{FF2B5EF4-FFF2-40B4-BE49-F238E27FC236}">
                <a16:creationId xmlns:a16="http://schemas.microsoft.com/office/drawing/2014/main" id="{A1D516E3-8BE7-E622-4916-968DDF88CD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05538" y="1762125"/>
          <a:ext cx="29527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1304" imgH="411480" progId="Equation.3">
                  <p:embed/>
                </p:oleObj>
              </mc:Choice>
              <mc:Fallback>
                <p:oleObj name="公式" r:id="rId8" imgW="251304" imgH="411480" progId="Equation.3">
                  <p:embed/>
                  <p:pic>
                    <p:nvPicPr>
                      <p:cNvPr id="266397" name="Object 5">
                        <a:extLst>
                          <a:ext uri="{FF2B5EF4-FFF2-40B4-BE49-F238E27FC236}">
                            <a16:creationId xmlns:a16="http://schemas.microsoft.com/office/drawing/2014/main" id="{A1D516E3-8BE7-E622-4916-968DDF88CD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538" y="1762125"/>
                        <a:ext cx="29527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98" name="Oval 158">
            <a:extLst>
              <a:ext uri="{FF2B5EF4-FFF2-40B4-BE49-F238E27FC236}">
                <a16:creationId xmlns:a16="http://schemas.microsoft.com/office/drawing/2014/main" id="{46460EC2-E675-9107-8B22-EEE618A218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32575" y="2114550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266399" name="Oval 159">
            <a:extLst>
              <a:ext uri="{FF2B5EF4-FFF2-40B4-BE49-F238E27FC236}">
                <a16:creationId xmlns:a16="http://schemas.microsoft.com/office/drawing/2014/main" id="{CB142FD0-2619-6C6C-1404-18E0334602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19875" y="2132013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266400" name="Line 160">
            <a:extLst>
              <a:ext uri="{FF2B5EF4-FFF2-40B4-BE49-F238E27FC236}">
                <a16:creationId xmlns:a16="http://schemas.microsoft.com/office/drawing/2014/main" id="{C5322D24-1D8A-02CB-2A6C-C51E1AA6D8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61075" y="2346325"/>
            <a:ext cx="0" cy="360363"/>
          </a:xfrm>
          <a:prstGeom prst="line">
            <a:avLst/>
          </a:prstGeom>
          <a:noFill/>
          <a:ln w="19050">
            <a:solidFill>
              <a:srgbClr val="FF99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6401" name="Oval 161">
            <a:extLst>
              <a:ext uri="{FF2B5EF4-FFF2-40B4-BE49-F238E27FC236}">
                <a16:creationId xmlns:a16="http://schemas.microsoft.com/office/drawing/2014/main" id="{F33D4D50-6648-EE31-D9D3-603705406C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9638" y="2203450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66402" name="Object 6">
            <a:extLst>
              <a:ext uri="{FF2B5EF4-FFF2-40B4-BE49-F238E27FC236}">
                <a16:creationId xmlns:a16="http://schemas.microsoft.com/office/drawing/2014/main" id="{8959E684-79AB-2B86-3D31-0BAEFAEF8B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21400" y="2368550"/>
          <a:ext cx="3476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97087" imgH="441905" progId="Equation.3">
                  <p:embed/>
                </p:oleObj>
              </mc:Choice>
              <mc:Fallback>
                <p:oleObj name="公式" r:id="rId10" imgW="297087" imgH="441905" progId="Equation.3">
                  <p:embed/>
                  <p:pic>
                    <p:nvPicPr>
                      <p:cNvPr id="266402" name="Object 6">
                        <a:extLst>
                          <a:ext uri="{FF2B5EF4-FFF2-40B4-BE49-F238E27FC236}">
                            <a16:creationId xmlns:a16="http://schemas.microsoft.com/office/drawing/2014/main" id="{8959E684-79AB-2B86-3D31-0BAEFAEF8B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400" y="2368550"/>
                        <a:ext cx="347663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03" name="Oval 163">
            <a:extLst>
              <a:ext uri="{FF2B5EF4-FFF2-40B4-BE49-F238E27FC236}">
                <a16:creationId xmlns:a16="http://schemas.microsoft.com/office/drawing/2014/main" id="{E87EF46D-8CC4-0F6D-0E88-20ACBA6C27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9638" y="2203450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266404" name="Oval 164">
            <a:extLst>
              <a:ext uri="{FF2B5EF4-FFF2-40B4-BE49-F238E27FC236}">
                <a16:creationId xmlns:a16="http://schemas.microsoft.com/office/drawing/2014/main" id="{6BD1AA16-6CA9-E4FD-F4DF-5D18C34692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9638" y="3267075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  <a:latin typeface="宋体" panose="02010600030101010101" pitchFamily="2" charset="-122"/>
            </a:endParaRPr>
          </a:p>
        </p:txBody>
      </p:sp>
      <p:sp>
        <p:nvSpPr>
          <p:cNvPr id="266405" name="Oval 165">
            <a:extLst>
              <a:ext uri="{FF2B5EF4-FFF2-40B4-BE49-F238E27FC236}">
                <a16:creationId xmlns:a16="http://schemas.microsoft.com/office/drawing/2014/main" id="{DB8FE57F-2172-3EE6-6799-E9C21819C5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07213" y="3194050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</a:endParaRPr>
          </a:p>
        </p:txBody>
      </p:sp>
      <p:sp>
        <p:nvSpPr>
          <p:cNvPr id="266406" name="Oval 166">
            <a:extLst>
              <a:ext uri="{FF2B5EF4-FFF2-40B4-BE49-F238E27FC236}">
                <a16:creationId xmlns:a16="http://schemas.microsoft.com/office/drawing/2014/main" id="{914DD0E3-52C5-F58F-5BB4-1BD5D6BE28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926263" y="2132013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</a:endParaRPr>
          </a:p>
        </p:txBody>
      </p:sp>
      <p:sp>
        <p:nvSpPr>
          <p:cNvPr id="266407" name="Oval 167">
            <a:extLst>
              <a:ext uri="{FF2B5EF4-FFF2-40B4-BE49-F238E27FC236}">
                <a16:creationId xmlns:a16="http://schemas.microsoft.com/office/drawing/2014/main" id="{8F6F8943-4369-C304-11F9-1975AAA691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9275" y="2132013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</a:endParaRPr>
          </a:p>
        </p:txBody>
      </p:sp>
      <p:sp>
        <p:nvSpPr>
          <p:cNvPr id="266408" name="Oval 168">
            <a:extLst>
              <a:ext uri="{FF2B5EF4-FFF2-40B4-BE49-F238E27FC236}">
                <a16:creationId xmlns:a16="http://schemas.microsoft.com/office/drawing/2014/main" id="{994629E6-783A-F1F0-8943-266D8CEF5E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1813" y="3284538"/>
            <a:ext cx="161925" cy="161925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>
              <a:solidFill>
                <a:srgbClr val="FFFF99"/>
              </a:solidFill>
            </a:endParaRPr>
          </a:p>
        </p:txBody>
      </p:sp>
      <p:graphicFrame>
        <p:nvGraphicFramePr>
          <p:cNvPr id="266409" name="Object 7">
            <a:extLst>
              <a:ext uri="{FF2B5EF4-FFF2-40B4-BE49-F238E27FC236}">
                <a16:creationId xmlns:a16="http://schemas.microsoft.com/office/drawing/2014/main" id="{2669E46C-A37A-3756-F231-A62E20614CBC}"/>
              </a:ext>
            </a:extLst>
          </p:cNvPr>
          <p:cNvGraphicFramePr>
            <a:graphicFrameLocks/>
          </p:cNvGraphicFramePr>
          <p:nvPr/>
        </p:nvGraphicFramePr>
        <p:xfrm>
          <a:off x="1308100" y="3573463"/>
          <a:ext cx="16383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07851" imgH="792535" progId="Equation.3">
                  <p:embed/>
                </p:oleObj>
              </mc:Choice>
              <mc:Fallback>
                <p:oleObj name="公式" r:id="rId12" imgW="1607851" imgH="792535" progId="Equation.3">
                  <p:embed/>
                  <p:pic>
                    <p:nvPicPr>
                      <p:cNvPr id="266409" name="Object 7">
                        <a:extLst>
                          <a:ext uri="{FF2B5EF4-FFF2-40B4-BE49-F238E27FC236}">
                            <a16:creationId xmlns:a16="http://schemas.microsoft.com/office/drawing/2014/main" id="{2669E46C-A37A-3756-F231-A62E20614CB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100" y="3573463"/>
                        <a:ext cx="16383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10" name="Text Box 170">
            <a:extLst>
              <a:ext uri="{FF2B5EF4-FFF2-40B4-BE49-F238E27FC236}">
                <a16:creationId xmlns:a16="http://schemas.microsoft.com/office/drawing/2014/main" id="{F9E0B681-73C1-B4F8-E758-A9541B550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663" y="4437063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相对论效应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6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6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3" dur="2000"/>
                                        <p:tgtEl>
                                          <p:spTgt spid="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6" dur="2000"/>
                                        <p:tgtEl>
                                          <p:spTgt spid="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6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2000"/>
                                        <p:tgtEl>
                                          <p:spTgt spid="26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2000"/>
                                        <p:tgtEl>
                                          <p:spTgt spid="26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2000"/>
                                        <p:tgtEl>
                                          <p:spTgt spid="26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6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35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2" dur="1000" fill="hold"/>
                                        <p:tgtEl>
                                          <p:spTgt spid="26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4" dur="1000" fill="hold"/>
                                        <p:tgtEl>
                                          <p:spTgt spid="26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6" dur="1000" fill="hold"/>
                                        <p:tgtEl>
                                          <p:spTgt spid="26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8" dur="1000" fill="hold"/>
                                        <p:tgtEl>
                                          <p:spTgt spid="26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0" dur="1000" fill="hold"/>
                                        <p:tgtEl>
                                          <p:spTgt spid="26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2" dur="1000" fill="hold"/>
                                        <p:tgtEl>
                                          <p:spTgt spid="26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4" dur="1000" fill="hold"/>
                                        <p:tgtEl>
                                          <p:spTgt spid="26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6" dur="1000" fill="hold"/>
                                        <p:tgtEl>
                                          <p:spTgt spid="26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6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6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6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07407E-6 L -0.00087 -0.09213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2663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4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26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6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6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6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6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2000"/>
                                        <p:tgtEl>
                                          <p:spTgt spid="26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C -0.00208 -0.00695 -0.00399 -0.01366 -0.00712 -0.01898 C -0.01024 -0.02431 -0.01354 -0.02847 -0.0191 -0.03171 C -0.02465 -0.03496 -0.0342 -0.03773 -0.04045 -0.0382 C -0.0467 -0.03866 -0.05278 -0.0382 -0.05712 -0.03496 C -0.06146 -0.03171 -0.06476 -0.02477 -0.06667 -0.01898 C -0.06857 -0.0132 -0.06892 -0.00671 -0.0691 0.0 " pathEditMode="relative" ptsTypes="aaaaaaA">
                                      <p:cBhvr>
                                        <p:cTn id="160" dur="2000" fill="hold"/>
                                        <p:tgtEl>
                                          <p:spTgt spid="2663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35" presetClass="emph" presetSubtype="0" repeatCount="4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0" dur="1000" fill="hold"/>
                                        <p:tgtEl>
                                          <p:spTgt spid="26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2" dur="1000" fill="hold"/>
                                        <p:tgtEl>
                                          <p:spTgt spid="26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4" dur="1000" fill="hold"/>
                                        <p:tgtEl>
                                          <p:spTgt spid="26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6" dur="1000" fill="hold"/>
                                        <p:tgtEl>
                                          <p:spTgt spid="26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8" dur="1000" fill="hold"/>
                                        <p:tgtEl>
                                          <p:spTgt spid="26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35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0" dur="1000" fill="hold"/>
                                        <p:tgtEl>
                                          <p:spTgt spid="26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35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2" dur="1000" fill="hold"/>
                                        <p:tgtEl>
                                          <p:spTgt spid="26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35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4" dur="1000" fill="hold"/>
                                        <p:tgtEl>
                                          <p:spTgt spid="26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26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26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26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26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7037E-6 L -0.00104 0.15625 " pathEditMode="relative" rAng="0" ptsTypes="AA">
                                      <p:cBhvr>
                                        <p:cTn id="244" dur="2000" fill="hold"/>
                                        <p:tgtEl>
                                          <p:spTgt spid="2664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7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1000"/>
                                        <p:tgtEl>
                                          <p:spTgt spid="26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7037E-6 C 2.77778E-6 0.00625 0.00052 0.0118 0.00243 0.01898 C 0.00434 0.02615 0.00712 0.03541 0.0118 0.04259 C 0.01649 0.04976 0.02413 0.0574 0.0309 0.06157 C 0.03767 0.06574 0.04392 0.06805 0.05225 0.06805 C 0.06059 0.06805 0.07413 0.06597 0.0809 0.06157 C 0.08767 0.05717 0.08975 0.04884 0.09288 0.0412 C 0.096 0.03356 0.09878 0.02384 0.1 0.01597 C 0.10121 0.0081 0.10052 0.00092 0.1 -0.00625 " pathEditMode="relative" rAng="0" ptsTypes="aaaaaaaaa">
                                      <p:cBhvr>
                                        <p:cTn id="257" dur="2000" fill="hold"/>
                                        <p:tgtEl>
                                          <p:spTgt spid="2664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52" y="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500"/>
                                        <p:tgtEl>
                                          <p:spTgt spid="26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3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2.59259E-6 L -0.00104 -0.15879 " pathEditMode="relative" rAng="0" ptsTypes="AA">
                                      <p:cBhvr>
                                        <p:cTn id="304" dur="2000" fill="hold"/>
                                        <p:tgtEl>
                                          <p:spTgt spid="2664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96296E-6 C 0.00017 -0.00394 0.00399 -0.01482 0.00156 -0.02361 C -0.00087 -0.03241 -0.00885 -0.0456 -0.0151 -0.05232 C -0.02135 -0.05903 -0.02934 -0.0588 -0.03559 -0.06343 C -0.04184 -0.06806 -0.04427 -0.07685 -0.05226 -0.0794 C -0.06024 -0.08195 -0.07587 -0.08056 -0.08333 -0.0794 C -0.0908 -0.07824 -0.09253 -0.07616 -0.09757 -0.07292 C -0.1026 -0.06968 -0.10903 -0.06435 -0.11424 -0.06019 C -0.11944 -0.05602 -0.125 -0.0551 -0.12847 -0.04769 C -0.13194 -0.04028 -0.13281 -0.02477 -0.13559 -0.01574 C -0.13837 -0.00672 -0.14184 -0.00023 -0.14514 0.00648 " pathEditMode="relative" rAng="0" ptsTypes="aaaaaaaaaaa">
                                      <p:cBhvr>
                                        <p:cTn id="313" dur="2000" fill="hold"/>
                                        <p:tgtEl>
                                          <p:spTgt spid="2664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66" y="-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1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18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1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4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7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0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3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6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9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42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45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48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5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54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57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60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63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6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7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96296E-6 L -0.00087 0.16666 " pathEditMode="relative" rAng="0" ptsTypes="AA">
                                      <p:cBhvr>
                                        <p:cTn id="373" dur="2000" fill="hold"/>
                                        <p:tgtEl>
                                          <p:spTgt spid="2664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7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8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C 0.00174 0.01481 0.00365 0.02963 0.0073 0.03796 C 0.01094 0.04629 0.01806 0.04583 0.02153 0.05069 C 0.025 0.05555 0.02275 0.05972 0.02865 0.06666 C 0.03455 0.07361 0.04896 0.08634 0.0573 0.09213 C 0.06563 0.09791 0.07066 0.09953 0.07865 0.10162 C 0.08664 0.1037 0.09618 0.10625 0.10487 0.10463 C 0.11355 0.10301 0.12483 0.09583 0.13108 0.09213 C 0.13733 0.08842 0.13855 0.08657 0.14289 0.0824 C 0.14723 0.07824 0.15365 0.07245 0.1573 0.06666 C 0.16094 0.06088 0.16285 0.05393 0.16441 0.04768 C 0.16598 0.04143 0.16632 0.03541 0.16667 0.02847 C 0.16702 0.02152 0.16667 0.01088 0.16667 0.00625 " pathEditMode="relative" ptsTypes="aaaaaaaaaaaaA">
                                      <p:cBhvr>
                                        <p:cTn id="382" dur="2000" fill="hold"/>
                                        <p:tgtEl>
                                          <p:spTgt spid="2664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 nodeType="clickPar">
                      <p:stCondLst>
                        <p:cond delay="indefinite"/>
                      </p:stCondLst>
                      <p:childTnLst>
                        <p:par>
                          <p:cTn id="3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2000"/>
                                        <p:tgtEl>
                                          <p:spTgt spid="26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 nodeType="clickPar">
                      <p:stCondLst>
                        <p:cond delay="indefinite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2" dur="500"/>
                                        <p:tgtEl>
                                          <p:spTgt spid="26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2" grpId="0"/>
      <p:bldP spid="266243" grpId="0"/>
      <p:bldP spid="266244" grpId="0"/>
      <p:bldP spid="266372" grpId="0" animBg="1"/>
      <p:bldP spid="266374" grpId="0"/>
      <p:bldP spid="266374" grpId="1"/>
      <p:bldP spid="266374" grpId="2"/>
      <p:bldP spid="266374" grpId="3"/>
      <p:bldP spid="266374" grpId="4"/>
      <p:bldP spid="266375" grpId="0"/>
      <p:bldP spid="266375" grpId="1"/>
      <p:bldP spid="266375" grpId="2"/>
      <p:bldP spid="266375" grpId="3"/>
      <p:bldP spid="266375" grpId="4"/>
      <p:bldP spid="266376" grpId="0"/>
      <p:bldP spid="266376" grpId="1"/>
      <p:bldP spid="266376" grpId="2"/>
      <p:bldP spid="266376" grpId="3"/>
      <p:bldP spid="266376" grpId="4"/>
      <p:bldP spid="266377" grpId="0"/>
      <p:bldP spid="266377" grpId="1"/>
      <p:bldP spid="266377" grpId="2"/>
      <p:bldP spid="266377" grpId="3"/>
      <p:bldP spid="266377" grpId="4"/>
      <p:bldP spid="266378" grpId="0"/>
      <p:bldP spid="266378" grpId="1"/>
      <p:bldP spid="266378" grpId="2"/>
      <p:bldP spid="266378" grpId="3"/>
      <p:bldP spid="266378" grpId="4"/>
      <p:bldP spid="266379" grpId="0"/>
      <p:bldP spid="266379" grpId="1"/>
      <p:bldP spid="266379" grpId="2"/>
      <p:bldP spid="266379" grpId="3"/>
      <p:bldP spid="266379" grpId="4"/>
      <p:bldP spid="266380" grpId="0"/>
      <p:bldP spid="266380" grpId="1"/>
      <p:bldP spid="266380" grpId="2"/>
      <p:bldP spid="266380" grpId="3"/>
      <p:bldP spid="266380" grpId="4"/>
      <p:bldP spid="266381" grpId="0"/>
      <p:bldP spid="266381" grpId="1"/>
      <p:bldP spid="266381" grpId="2"/>
      <p:bldP spid="266381" grpId="3"/>
      <p:bldP spid="266382" grpId="0"/>
      <p:bldP spid="266382" grpId="1"/>
      <p:bldP spid="266382" grpId="2"/>
      <p:bldP spid="266382" grpId="3"/>
      <p:bldP spid="266383" grpId="0"/>
      <p:bldP spid="266383" grpId="1"/>
      <p:bldP spid="266383" grpId="2"/>
      <p:bldP spid="266384" grpId="0"/>
      <p:bldP spid="266384" grpId="1"/>
      <p:bldP spid="266384" grpId="2"/>
      <p:bldP spid="266385" grpId="0"/>
      <p:bldP spid="266385" grpId="1"/>
      <p:bldP spid="266385" grpId="2"/>
      <p:bldP spid="266385" grpId="3"/>
      <p:bldP spid="266386" grpId="0"/>
      <p:bldP spid="266386" grpId="1"/>
      <p:bldP spid="266386" grpId="2"/>
      <p:bldP spid="266386" grpId="3"/>
      <p:bldP spid="266387" grpId="0"/>
      <p:bldP spid="266387" grpId="1"/>
      <p:bldP spid="266387" grpId="2"/>
      <p:bldP spid="266387" grpId="3"/>
      <p:bldP spid="266388" grpId="0"/>
      <p:bldP spid="266388" grpId="1"/>
      <p:bldP spid="266388" grpId="2"/>
      <p:bldP spid="266388" grpId="3"/>
      <p:bldP spid="266388" grpId="4"/>
      <p:bldP spid="266389" grpId="0"/>
      <p:bldP spid="266389" grpId="1"/>
      <p:bldP spid="266389" grpId="2"/>
      <p:bldP spid="266389" grpId="3"/>
      <p:bldP spid="266390" grpId="0" animBg="1"/>
      <p:bldP spid="266391" grpId="0" animBg="1"/>
      <p:bldP spid="266391" grpId="1" animBg="1"/>
      <p:bldP spid="266391" grpId="2" animBg="1"/>
      <p:bldP spid="266398" grpId="0" animBg="1"/>
      <p:bldP spid="266398" grpId="1" animBg="1"/>
      <p:bldP spid="266399" grpId="0" animBg="1"/>
      <p:bldP spid="266399" grpId="1" animBg="1"/>
      <p:bldP spid="266399" grpId="2" animBg="1"/>
      <p:bldP spid="266401" grpId="0" animBg="1"/>
      <p:bldP spid="266401" grpId="1" animBg="1"/>
      <p:bldP spid="266403" grpId="0" animBg="1"/>
      <p:bldP spid="266403" grpId="1" animBg="1"/>
      <p:bldP spid="266403" grpId="2" animBg="1"/>
      <p:bldP spid="266404" grpId="0" animBg="1"/>
      <p:bldP spid="266404" grpId="1" animBg="1"/>
      <p:bldP spid="266404" grpId="2" animBg="1"/>
      <p:bldP spid="266405" grpId="0" animBg="1"/>
      <p:bldP spid="266405" grpId="1" animBg="1"/>
      <p:bldP spid="266405" grpId="2" animBg="1"/>
      <p:bldP spid="266406" grpId="0" animBg="1"/>
      <p:bldP spid="266406" grpId="1" animBg="1"/>
      <p:bldP spid="266406" grpId="2" animBg="1"/>
      <p:bldP spid="266406" grpId="3" animBg="1"/>
      <p:bldP spid="266407" grpId="0" animBg="1"/>
      <p:bldP spid="266407" grpId="1" animBg="1"/>
      <p:bldP spid="266407" grpId="2" animBg="1"/>
      <p:bldP spid="266408" grpId="0" animBg="1"/>
      <p:bldP spid="266408" grpId="1" animBg="1"/>
      <p:bldP spid="2664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218" name="Picture 2" descr="liuping-3">
            <a:extLst>
              <a:ext uri="{FF2B5EF4-FFF2-40B4-BE49-F238E27FC236}">
                <a16:creationId xmlns:a16="http://schemas.microsoft.com/office/drawing/2014/main" id="{51BC6A92-1ED8-B1D6-145F-92D77CD37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5693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3">
            <a:extLst>
              <a:ext uri="{FF2B5EF4-FFF2-40B4-BE49-F238E27FC236}">
                <a16:creationId xmlns:a16="http://schemas.microsoft.com/office/drawing/2014/main" id="{5E10F436-ACC8-85BB-35C2-277518FA8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0" y="60928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65220" name="Text Box 4">
            <a:extLst>
              <a:ext uri="{FF2B5EF4-FFF2-40B4-BE49-F238E27FC236}">
                <a16:creationId xmlns:a16="http://schemas.microsoft.com/office/drawing/2014/main" id="{7066B2AC-FE86-BA49-B7B1-8E4F2116C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6021388"/>
            <a:ext cx="172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</a:rPr>
              <a:t>回旋加速器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Text Box 2">
            <a:extLst>
              <a:ext uri="{FF2B5EF4-FFF2-40B4-BE49-F238E27FC236}">
                <a16:creationId xmlns:a16="http://schemas.microsoft.com/office/drawing/2014/main" id="{68F8B9DE-F2AB-E5F8-EB76-180097043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2875"/>
            <a:ext cx="1839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00"/>
                </a:solidFill>
              </a:rPr>
              <a:t>•</a:t>
            </a:r>
            <a:r>
              <a:rPr kumimoji="1" lang="en-US" altLang="zh-CN">
                <a:latin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一般情况 </a:t>
            </a:r>
          </a:p>
        </p:txBody>
      </p:sp>
      <p:sp>
        <p:nvSpPr>
          <p:cNvPr id="264195" name="AutoShape 3">
            <a:extLst>
              <a:ext uri="{FF2B5EF4-FFF2-40B4-BE49-F238E27FC236}">
                <a16:creationId xmlns:a16="http://schemas.microsoft.com/office/drawing/2014/main" id="{B2CAA1B4-4DB0-9B91-3705-91E656B2D853}"/>
              </a:ext>
            </a:extLst>
          </p:cNvPr>
          <p:cNvSpPr>
            <a:spLocks noChangeArrowheads="1"/>
          </p:cNvSpPr>
          <p:nvPr/>
        </p:nvSpPr>
        <p:spPr bwMode="auto">
          <a:xfrm rot="5398361">
            <a:off x="5915819" y="-556418"/>
            <a:ext cx="1196975" cy="3741737"/>
          </a:xfrm>
          <a:prstGeom prst="can">
            <a:avLst>
              <a:gd name="adj" fmla="val 48627"/>
            </a:avLst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4196" name="Line 4">
            <a:extLst>
              <a:ext uri="{FF2B5EF4-FFF2-40B4-BE49-F238E27FC236}">
                <a16:creationId xmlns:a16="http://schemas.microsoft.com/office/drawing/2014/main" id="{BE81A0FD-0472-A505-1B8D-A9BDC1FDAD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65688" y="760413"/>
            <a:ext cx="990600" cy="6096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197" name="Line 5">
            <a:extLst>
              <a:ext uri="{FF2B5EF4-FFF2-40B4-BE49-F238E27FC236}">
                <a16:creationId xmlns:a16="http://schemas.microsoft.com/office/drawing/2014/main" id="{71EB72C4-EFAC-09D3-1995-D63CA003C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1813" y="1370013"/>
            <a:ext cx="4495800" cy="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198" name="Line 6">
            <a:extLst>
              <a:ext uri="{FF2B5EF4-FFF2-40B4-BE49-F238E27FC236}">
                <a16:creationId xmlns:a16="http://schemas.microsoft.com/office/drawing/2014/main" id="{249F9D1F-6FBB-A6F8-C39A-33D397DD2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1888" y="1370013"/>
            <a:ext cx="914400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199" name="Line 7">
            <a:extLst>
              <a:ext uri="{FF2B5EF4-FFF2-40B4-BE49-F238E27FC236}">
                <a16:creationId xmlns:a16="http://schemas.microsoft.com/office/drawing/2014/main" id="{8B42D391-96B4-9D8A-9BB7-8E03FE8BC4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65688" y="760413"/>
            <a:ext cx="0" cy="60960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FC638EC0-19B5-B0E7-C839-34B7103A2EEA}"/>
              </a:ext>
            </a:extLst>
          </p:cNvPr>
          <p:cNvGrpSpPr>
            <a:grpSpLocks/>
          </p:cNvGrpSpPr>
          <p:nvPr/>
        </p:nvGrpSpPr>
        <p:grpSpPr bwMode="auto">
          <a:xfrm>
            <a:off x="4822825" y="681038"/>
            <a:ext cx="3282950" cy="1236662"/>
            <a:chOff x="2891" y="280"/>
            <a:chExt cx="2068" cy="779"/>
          </a:xfrm>
        </p:grpSpPr>
        <p:sp>
          <p:nvSpPr>
            <p:cNvPr id="15411" name="Freeform 9">
              <a:extLst>
                <a:ext uri="{FF2B5EF4-FFF2-40B4-BE49-F238E27FC236}">
                  <a16:creationId xmlns:a16="http://schemas.microsoft.com/office/drawing/2014/main" id="{9C70B7AD-F7D4-F4DC-C394-3A3479ECA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299"/>
              <a:ext cx="231" cy="378"/>
            </a:xfrm>
            <a:custGeom>
              <a:avLst/>
              <a:gdLst>
                <a:gd name="T0" fmla="*/ 0 w 240"/>
                <a:gd name="T1" fmla="*/ 59 h 432"/>
                <a:gd name="T2" fmla="*/ 55 w 240"/>
                <a:gd name="T3" fmla="*/ 27 h 432"/>
                <a:gd name="T4" fmla="*/ 136 w 240"/>
                <a:gd name="T5" fmla="*/ 0 h 432"/>
                <a:gd name="T6" fmla="*/ 0 60000 65536"/>
                <a:gd name="T7" fmla="*/ 0 60000 65536"/>
                <a:gd name="T8" fmla="*/ 0 60000 65536"/>
                <a:gd name="T9" fmla="*/ 0 w 240"/>
                <a:gd name="T10" fmla="*/ 0 h 432"/>
                <a:gd name="T11" fmla="*/ 240 w 240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" h="432">
                  <a:moveTo>
                    <a:pt x="0" y="432"/>
                  </a:moveTo>
                  <a:cubicBezTo>
                    <a:pt x="28" y="348"/>
                    <a:pt x="56" y="264"/>
                    <a:pt x="96" y="192"/>
                  </a:cubicBezTo>
                  <a:cubicBezTo>
                    <a:pt x="136" y="120"/>
                    <a:pt x="188" y="60"/>
                    <a:pt x="240" y="0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Freeform 10">
              <a:extLst>
                <a:ext uri="{FF2B5EF4-FFF2-40B4-BE49-F238E27FC236}">
                  <a16:creationId xmlns:a16="http://schemas.microsoft.com/office/drawing/2014/main" id="{54792CD7-4E5A-1191-5059-8348BAE84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304"/>
              <a:ext cx="555" cy="755"/>
            </a:xfrm>
            <a:custGeom>
              <a:avLst/>
              <a:gdLst>
                <a:gd name="T0" fmla="*/ 0 w 576"/>
                <a:gd name="T1" fmla="*/ 3 h 888"/>
                <a:gd name="T2" fmla="*/ 56 w 576"/>
                <a:gd name="T3" fmla="*/ 7 h 888"/>
                <a:gd name="T4" fmla="*/ 138 w 576"/>
                <a:gd name="T5" fmla="*/ 40 h 888"/>
                <a:gd name="T6" fmla="*/ 220 w 576"/>
                <a:gd name="T7" fmla="*/ 70 h 888"/>
                <a:gd name="T8" fmla="*/ 330 w 576"/>
                <a:gd name="T9" fmla="*/ 79 h 8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888"/>
                <a:gd name="T17" fmla="*/ 576 w 576"/>
                <a:gd name="T18" fmla="*/ 888 h 8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888">
                  <a:moveTo>
                    <a:pt x="0" y="24"/>
                  </a:moveTo>
                  <a:cubicBezTo>
                    <a:pt x="28" y="12"/>
                    <a:pt x="56" y="0"/>
                    <a:pt x="96" y="72"/>
                  </a:cubicBezTo>
                  <a:cubicBezTo>
                    <a:pt x="136" y="144"/>
                    <a:pt x="192" y="336"/>
                    <a:pt x="240" y="456"/>
                  </a:cubicBezTo>
                  <a:cubicBezTo>
                    <a:pt x="288" y="576"/>
                    <a:pt x="328" y="720"/>
                    <a:pt x="384" y="792"/>
                  </a:cubicBezTo>
                  <a:cubicBezTo>
                    <a:pt x="440" y="864"/>
                    <a:pt x="508" y="876"/>
                    <a:pt x="576" y="888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3" name="Freeform 11">
              <a:extLst>
                <a:ext uri="{FF2B5EF4-FFF2-40B4-BE49-F238E27FC236}">
                  <a16:creationId xmlns:a16="http://schemas.microsoft.com/office/drawing/2014/main" id="{52CED2BD-36A1-DF8E-A924-CB3D53BD40F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77" y="304"/>
              <a:ext cx="370" cy="755"/>
            </a:xfrm>
            <a:custGeom>
              <a:avLst/>
              <a:gdLst>
                <a:gd name="T0" fmla="*/ 0 w 576"/>
                <a:gd name="T1" fmla="*/ 3 h 888"/>
                <a:gd name="T2" fmla="*/ 1 w 576"/>
                <a:gd name="T3" fmla="*/ 7 h 888"/>
                <a:gd name="T4" fmla="*/ 1 w 576"/>
                <a:gd name="T5" fmla="*/ 40 h 888"/>
                <a:gd name="T6" fmla="*/ 1 w 576"/>
                <a:gd name="T7" fmla="*/ 70 h 888"/>
                <a:gd name="T8" fmla="*/ 1 w 576"/>
                <a:gd name="T9" fmla="*/ 79 h 8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888"/>
                <a:gd name="T17" fmla="*/ 576 w 576"/>
                <a:gd name="T18" fmla="*/ 888 h 8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888">
                  <a:moveTo>
                    <a:pt x="0" y="24"/>
                  </a:moveTo>
                  <a:cubicBezTo>
                    <a:pt x="28" y="12"/>
                    <a:pt x="56" y="0"/>
                    <a:pt x="96" y="72"/>
                  </a:cubicBezTo>
                  <a:cubicBezTo>
                    <a:pt x="136" y="144"/>
                    <a:pt x="192" y="336"/>
                    <a:pt x="240" y="456"/>
                  </a:cubicBezTo>
                  <a:cubicBezTo>
                    <a:pt x="288" y="576"/>
                    <a:pt x="328" y="720"/>
                    <a:pt x="384" y="792"/>
                  </a:cubicBezTo>
                  <a:cubicBezTo>
                    <a:pt x="440" y="864"/>
                    <a:pt x="508" y="876"/>
                    <a:pt x="576" y="888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Freeform 12">
              <a:extLst>
                <a:ext uri="{FF2B5EF4-FFF2-40B4-BE49-F238E27FC236}">
                  <a16:creationId xmlns:a16="http://schemas.microsoft.com/office/drawing/2014/main" id="{C2CA10C3-39B2-77D9-6CAD-E7E7ADE0DD1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89" y="304"/>
              <a:ext cx="370" cy="755"/>
            </a:xfrm>
            <a:custGeom>
              <a:avLst/>
              <a:gdLst>
                <a:gd name="T0" fmla="*/ 0 w 576"/>
                <a:gd name="T1" fmla="*/ 3 h 888"/>
                <a:gd name="T2" fmla="*/ 1 w 576"/>
                <a:gd name="T3" fmla="*/ 7 h 888"/>
                <a:gd name="T4" fmla="*/ 1 w 576"/>
                <a:gd name="T5" fmla="*/ 40 h 888"/>
                <a:gd name="T6" fmla="*/ 1 w 576"/>
                <a:gd name="T7" fmla="*/ 70 h 888"/>
                <a:gd name="T8" fmla="*/ 1 w 576"/>
                <a:gd name="T9" fmla="*/ 79 h 8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888"/>
                <a:gd name="T17" fmla="*/ 576 w 576"/>
                <a:gd name="T18" fmla="*/ 888 h 8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888">
                  <a:moveTo>
                    <a:pt x="0" y="24"/>
                  </a:moveTo>
                  <a:cubicBezTo>
                    <a:pt x="28" y="12"/>
                    <a:pt x="56" y="0"/>
                    <a:pt x="96" y="72"/>
                  </a:cubicBezTo>
                  <a:cubicBezTo>
                    <a:pt x="136" y="144"/>
                    <a:pt x="192" y="336"/>
                    <a:pt x="240" y="456"/>
                  </a:cubicBezTo>
                  <a:cubicBezTo>
                    <a:pt x="288" y="576"/>
                    <a:pt x="328" y="720"/>
                    <a:pt x="384" y="792"/>
                  </a:cubicBezTo>
                  <a:cubicBezTo>
                    <a:pt x="440" y="864"/>
                    <a:pt x="508" y="876"/>
                    <a:pt x="576" y="888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Freeform 13">
              <a:extLst>
                <a:ext uri="{FF2B5EF4-FFF2-40B4-BE49-F238E27FC236}">
                  <a16:creationId xmlns:a16="http://schemas.microsoft.com/office/drawing/2014/main" id="{BDDAB00E-EF26-077B-4F28-CAB1803ED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" y="280"/>
              <a:ext cx="555" cy="776"/>
            </a:xfrm>
            <a:custGeom>
              <a:avLst/>
              <a:gdLst>
                <a:gd name="T0" fmla="*/ 0 w 576"/>
                <a:gd name="T1" fmla="*/ 3 h 888"/>
                <a:gd name="T2" fmla="*/ 56 w 576"/>
                <a:gd name="T3" fmla="*/ 9 h 888"/>
                <a:gd name="T4" fmla="*/ 138 w 576"/>
                <a:gd name="T5" fmla="*/ 60 h 888"/>
                <a:gd name="T6" fmla="*/ 220 w 576"/>
                <a:gd name="T7" fmla="*/ 104 h 888"/>
                <a:gd name="T8" fmla="*/ 330 w 576"/>
                <a:gd name="T9" fmla="*/ 118 h 8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6"/>
                <a:gd name="T16" fmla="*/ 0 h 888"/>
                <a:gd name="T17" fmla="*/ 576 w 576"/>
                <a:gd name="T18" fmla="*/ 888 h 8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6" h="888">
                  <a:moveTo>
                    <a:pt x="0" y="24"/>
                  </a:moveTo>
                  <a:cubicBezTo>
                    <a:pt x="28" y="12"/>
                    <a:pt x="56" y="0"/>
                    <a:pt x="96" y="72"/>
                  </a:cubicBezTo>
                  <a:cubicBezTo>
                    <a:pt x="136" y="144"/>
                    <a:pt x="192" y="336"/>
                    <a:pt x="240" y="456"/>
                  </a:cubicBezTo>
                  <a:cubicBezTo>
                    <a:pt x="288" y="576"/>
                    <a:pt x="328" y="720"/>
                    <a:pt x="384" y="792"/>
                  </a:cubicBezTo>
                  <a:cubicBezTo>
                    <a:pt x="440" y="864"/>
                    <a:pt x="508" y="876"/>
                    <a:pt x="576" y="888"/>
                  </a:cubicBezTo>
                </a:path>
              </a:pathLst>
            </a:custGeom>
            <a:noFill/>
            <a:ln w="285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4206" name="Oval 14">
            <a:extLst>
              <a:ext uri="{FF2B5EF4-FFF2-40B4-BE49-F238E27FC236}">
                <a16:creationId xmlns:a16="http://schemas.microsoft.com/office/drawing/2014/main" id="{9F1E167A-8A99-5CF9-F0A4-E1E9F52F2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3288" y="1217613"/>
            <a:ext cx="304800" cy="304800"/>
          </a:xfrm>
          <a:prstGeom prst="ellipse">
            <a:avLst/>
          </a:prstGeom>
          <a:gradFill rotWithShape="0">
            <a:gsLst>
              <a:gs pos="0">
                <a:srgbClr val="FF99FF"/>
              </a:gs>
              <a:gs pos="100000">
                <a:srgbClr val="76477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64207" name="Object 2">
            <a:extLst>
              <a:ext uri="{FF2B5EF4-FFF2-40B4-BE49-F238E27FC236}">
                <a16:creationId xmlns:a16="http://schemas.microsoft.com/office/drawing/2014/main" id="{55686100-DA87-93A4-6D0C-1651AEE709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74100" y="881063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304" imgH="312226" progId="Equation.3">
                  <p:embed/>
                </p:oleObj>
              </mc:Choice>
              <mc:Fallback>
                <p:oleObj name="Equation" r:id="rId2" imgW="251304" imgH="312226" progId="Equation.3">
                  <p:embed/>
                  <p:pic>
                    <p:nvPicPr>
                      <p:cNvPr id="264207" name="Object 2">
                        <a:extLst>
                          <a:ext uri="{FF2B5EF4-FFF2-40B4-BE49-F238E27FC236}">
                            <a16:creationId xmlns:a16="http://schemas.microsoft.com/office/drawing/2014/main" id="{55686100-DA87-93A4-6D0C-1651AEE709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4100" y="881063"/>
                        <a:ext cx="3048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8" name="Object 3">
            <a:extLst>
              <a:ext uri="{FF2B5EF4-FFF2-40B4-BE49-F238E27FC236}">
                <a16:creationId xmlns:a16="http://schemas.microsoft.com/office/drawing/2014/main" id="{7D5730CC-8375-039D-6A36-979E2CE749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2563" y="1385888"/>
          <a:ext cx="3683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7442" imgH="403999" progId="Equation.3">
                  <p:embed/>
                </p:oleObj>
              </mc:Choice>
              <mc:Fallback>
                <p:oleObj name="Equation" r:id="rId4" imgW="327442" imgH="403999" progId="Equation.3">
                  <p:embed/>
                  <p:pic>
                    <p:nvPicPr>
                      <p:cNvPr id="264208" name="Object 3">
                        <a:extLst>
                          <a:ext uri="{FF2B5EF4-FFF2-40B4-BE49-F238E27FC236}">
                            <a16:creationId xmlns:a16="http://schemas.microsoft.com/office/drawing/2014/main" id="{7D5730CC-8375-039D-6A36-979E2CE749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2563" y="1385888"/>
                        <a:ext cx="36830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9" name="Object 4">
            <a:extLst>
              <a:ext uri="{FF2B5EF4-FFF2-40B4-BE49-F238E27FC236}">
                <a16:creationId xmlns:a16="http://schemas.microsoft.com/office/drawing/2014/main" id="{28B3F46A-2B52-57FC-7129-A5BB68673F2A}"/>
              </a:ext>
            </a:extLst>
          </p:cNvPr>
          <p:cNvGraphicFramePr>
            <a:graphicFrameLocks/>
          </p:cNvGraphicFramePr>
          <p:nvPr/>
        </p:nvGraphicFramePr>
        <p:xfrm>
          <a:off x="4271963" y="658813"/>
          <a:ext cx="3667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5404" imgH="388537" progId="Equation.3">
                  <p:embed/>
                </p:oleObj>
              </mc:Choice>
              <mc:Fallback>
                <p:oleObj name="Equation" r:id="rId6" imgW="335404" imgH="388537" progId="Equation.3">
                  <p:embed/>
                  <p:pic>
                    <p:nvPicPr>
                      <p:cNvPr id="264209" name="Object 4">
                        <a:extLst>
                          <a:ext uri="{FF2B5EF4-FFF2-40B4-BE49-F238E27FC236}">
                            <a16:creationId xmlns:a16="http://schemas.microsoft.com/office/drawing/2014/main" id="{28B3F46A-2B52-57FC-7129-A5BB68673F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963" y="658813"/>
                        <a:ext cx="36671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10" name="Line 18">
            <a:extLst>
              <a:ext uri="{FF2B5EF4-FFF2-40B4-BE49-F238E27FC236}">
                <a16:creationId xmlns:a16="http://schemas.microsoft.com/office/drawing/2014/main" id="{0CC95701-833D-4D28-47CE-ABC479451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3300" y="1954213"/>
            <a:ext cx="0" cy="457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211" name="Line 19">
            <a:extLst>
              <a:ext uri="{FF2B5EF4-FFF2-40B4-BE49-F238E27FC236}">
                <a16:creationId xmlns:a16="http://schemas.microsoft.com/office/drawing/2014/main" id="{508A2A1B-1C58-4F41-C414-139EA41D1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1100" y="1954213"/>
            <a:ext cx="0" cy="4572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212" name="Line 20">
            <a:extLst>
              <a:ext uri="{FF2B5EF4-FFF2-40B4-BE49-F238E27FC236}">
                <a16:creationId xmlns:a16="http://schemas.microsoft.com/office/drawing/2014/main" id="{7812DAB0-FC29-60D4-5318-41F0C7A8F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3300" y="2101850"/>
            <a:ext cx="14478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4213" name="Object 5">
            <a:extLst>
              <a:ext uri="{FF2B5EF4-FFF2-40B4-BE49-F238E27FC236}">
                <a16:creationId xmlns:a16="http://schemas.microsoft.com/office/drawing/2014/main" id="{88B6122A-EB07-094B-379C-A71FCB96B189}"/>
              </a:ext>
            </a:extLst>
          </p:cNvPr>
          <p:cNvGraphicFramePr>
            <a:graphicFrameLocks/>
          </p:cNvGraphicFramePr>
          <p:nvPr/>
        </p:nvGraphicFramePr>
        <p:xfrm>
          <a:off x="6710363" y="2182813"/>
          <a:ext cx="2159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3129" imgH="289782" progId="Equation.3">
                  <p:embed/>
                </p:oleObj>
              </mc:Choice>
              <mc:Fallback>
                <p:oleObj name="Equation" r:id="rId8" imgW="183129" imgH="289782" progId="Equation.3">
                  <p:embed/>
                  <p:pic>
                    <p:nvPicPr>
                      <p:cNvPr id="264213" name="Object 5">
                        <a:extLst>
                          <a:ext uri="{FF2B5EF4-FFF2-40B4-BE49-F238E27FC236}">
                            <a16:creationId xmlns:a16="http://schemas.microsoft.com/office/drawing/2014/main" id="{88B6122A-EB07-094B-379C-A71FCB96B1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3" y="2182813"/>
                        <a:ext cx="2159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14" name="Object 6">
            <a:extLst>
              <a:ext uri="{FF2B5EF4-FFF2-40B4-BE49-F238E27FC236}">
                <a16:creationId xmlns:a16="http://schemas.microsoft.com/office/drawing/2014/main" id="{6D88A78A-8695-FE26-2290-243DA7B4A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0025" y="1047750"/>
          <a:ext cx="28733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29" imgH="144641" progId="Equation.3">
                  <p:embed/>
                </p:oleObj>
              </mc:Choice>
              <mc:Fallback>
                <p:oleObj name="Equation" r:id="rId10" imgW="99029" imgH="144641" progId="Equation.3">
                  <p:embed/>
                  <p:pic>
                    <p:nvPicPr>
                      <p:cNvPr id="264214" name="Object 6">
                        <a:extLst>
                          <a:ext uri="{FF2B5EF4-FFF2-40B4-BE49-F238E27FC236}">
                            <a16:creationId xmlns:a16="http://schemas.microsoft.com/office/drawing/2014/main" id="{6D88A78A-8695-FE26-2290-243DA7B4AE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0025" y="1047750"/>
                        <a:ext cx="287338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15" name="Object 7">
            <a:extLst>
              <a:ext uri="{FF2B5EF4-FFF2-40B4-BE49-F238E27FC236}">
                <a16:creationId xmlns:a16="http://schemas.microsoft.com/office/drawing/2014/main" id="{729095B1-D25D-B782-8424-70349CA8B5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785813"/>
          <a:ext cx="17605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30742" imgH="403999" progId="Equation.3">
                  <p:embed/>
                </p:oleObj>
              </mc:Choice>
              <mc:Fallback>
                <p:oleObj name="Equation" r:id="rId12" imgW="1630742" imgH="403999" progId="Equation.3">
                  <p:embed/>
                  <p:pic>
                    <p:nvPicPr>
                      <p:cNvPr id="264215" name="Object 7">
                        <a:extLst>
                          <a:ext uri="{FF2B5EF4-FFF2-40B4-BE49-F238E27FC236}">
                            <a16:creationId xmlns:a16="http://schemas.microsoft.com/office/drawing/2014/main" id="{729095B1-D25D-B782-8424-70349CA8B5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785813"/>
                        <a:ext cx="176053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16" name="Object 8">
            <a:extLst>
              <a:ext uri="{FF2B5EF4-FFF2-40B4-BE49-F238E27FC236}">
                <a16:creationId xmlns:a16="http://schemas.microsoft.com/office/drawing/2014/main" id="{78FC5C7A-6849-683A-01E2-1AB3D3FF29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333500"/>
          <a:ext cx="16398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07851" imgH="388537" progId="Equation.3">
                  <p:embed/>
                </p:oleObj>
              </mc:Choice>
              <mc:Fallback>
                <p:oleObj name="公式" r:id="rId14" imgW="1607851" imgH="388537" progId="Equation.3">
                  <p:embed/>
                  <p:pic>
                    <p:nvPicPr>
                      <p:cNvPr id="264216" name="Object 8">
                        <a:extLst>
                          <a:ext uri="{FF2B5EF4-FFF2-40B4-BE49-F238E27FC236}">
                            <a16:creationId xmlns:a16="http://schemas.microsoft.com/office/drawing/2014/main" id="{78FC5C7A-6849-683A-01E2-1AB3D3FF29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333500"/>
                        <a:ext cx="16398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17" name="Text Box 25">
            <a:extLst>
              <a:ext uri="{FF2B5EF4-FFF2-40B4-BE49-F238E27FC236}">
                <a16:creationId xmlns:a16="http://schemas.microsoft.com/office/drawing/2014/main" id="{173C4C10-EDD3-4E0B-9A41-A4751A8B4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44" y="4429132"/>
            <a:ext cx="3024187" cy="457200"/>
          </a:xfrm>
          <a:prstGeom prst="rect">
            <a:avLst/>
          </a:prstGeom>
          <a:gradFill rotWithShape="1">
            <a:gsLst>
              <a:gs pos="0">
                <a:srgbClr val="66FFFF">
                  <a:alpha val="67999"/>
                </a:srgbClr>
              </a:gs>
              <a:gs pos="50000">
                <a:srgbClr val="66FFFF">
                  <a:gamma/>
                  <a:shade val="46275"/>
                  <a:invGamma/>
                </a:srgbClr>
              </a:gs>
              <a:gs pos="100000">
                <a:srgbClr val="66FFFF">
                  <a:alpha val="67999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latin typeface="宋体" pitchFamily="2" charset="-122"/>
              </a:rPr>
              <a:t>带电粒子作螺旋运动</a:t>
            </a:r>
          </a:p>
        </p:txBody>
      </p:sp>
      <p:graphicFrame>
        <p:nvGraphicFramePr>
          <p:cNvPr id="264218" name="Object 9">
            <a:extLst>
              <a:ext uri="{FF2B5EF4-FFF2-40B4-BE49-F238E27FC236}">
                <a16:creationId xmlns:a16="http://schemas.microsoft.com/office/drawing/2014/main" id="{4B1A4868-2F10-B27E-0E44-AB3D4EFBEBB3}"/>
              </a:ext>
            </a:extLst>
          </p:cNvPr>
          <p:cNvGraphicFramePr>
            <a:graphicFrameLocks/>
          </p:cNvGraphicFramePr>
          <p:nvPr/>
        </p:nvGraphicFramePr>
        <p:xfrm>
          <a:off x="5889625" y="817563"/>
          <a:ext cx="2301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058" imgH="258858" progId="Equation.3">
                  <p:embed/>
                </p:oleObj>
              </mc:Choice>
              <mc:Fallback>
                <p:oleObj name="Equation" r:id="rId16" imgW="198058" imgH="258858" progId="Equation.3">
                  <p:embed/>
                  <p:pic>
                    <p:nvPicPr>
                      <p:cNvPr id="264218" name="Object 9">
                        <a:extLst>
                          <a:ext uri="{FF2B5EF4-FFF2-40B4-BE49-F238E27FC236}">
                            <a16:creationId xmlns:a16="http://schemas.microsoft.com/office/drawing/2014/main" id="{4B1A4868-2F10-B27E-0E44-AB3D4EFBEBB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25" y="817563"/>
                        <a:ext cx="23018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19" name="Text Box 27">
            <a:extLst>
              <a:ext uri="{FF2B5EF4-FFF2-40B4-BE49-F238E27FC236}">
                <a16:creationId xmlns:a16="http://schemas.microsoft.com/office/drawing/2014/main" id="{F289CA7D-7080-FCF8-B34C-F10233DB4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42875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</a:rPr>
              <a:t>粒子的速度   与   斜交成   角</a:t>
            </a:r>
          </a:p>
        </p:txBody>
      </p:sp>
      <p:graphicFrame>
        <p:nvGraphicFramePr>
          <p:cNvPr id="264220" name="Object 10">
            <a:extLst>
              <a:ext uri="{FF2B5EF4-FFF2-40B4-BE49-F238E27FC236}">
                <a16:creationId xmlns:a16="http://schemas.microsoft.com/office/drawing/2014/main" id="{42DCDE22-307D-AC00-A3B8-D380E05773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214313"/>
          <a:ext cx="34131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89622" imgH="441905" progId="Equation.3">
                  <p:embed/>
                </p:oleObj>
              </mc:Choice>
              <mc:Fallback>
                <p:oleObj name="公式" r:id="rId18" imgW="289622" imgH="441905" progId="Equation.3">
                  <p:embed/>
                  <p:pic>
                    <p:nvPicPr>
                      <p:cNvPr id="264220" name="Object 10">
                        <a:extLst>
                          <a:ext uri="{FF2B5EF4-FFF2-40B4-BE49-F238E27FC236}">
                            <a16:creationId xmlns:a16="http://schemas.microsoft.com/office/drawing/2014/main" id="{42DCDE22-307D-AC00-A3B8-D380E05773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14313"/>
                        <a:ext cx="341313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21" name="Object 11">
            <a:extLst>
              <a:ext uri="{FF2B5EF4-FFF2-40B4-BE49-F238E27FC236}">
                <a16:creationId xmlns:a16="http://schemas.microsoft.com/office/drawing/2014/main" id="{6691A6D5-72B2-F3B5-3AC1-15322E711B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4813" y="214313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1304" imgH="312226" progId="Equation.3">
                  <p:embed/>
                </p:oleObj>
              </mc:Choice>
              <mc:Fallback>
                <p:oleObj name="Equation" r:id="rId20" imgW="251304" imgH="312226" progId="Equation.3">
                  <p:embed/>
                  <p:pic>
                    <p:nvPicPr>
                      <p:cNvPr id="264221" name="Object 11">
                        <a:extLst>
                          <a:ext uri="{FF2B5EF4-FFF2-40B4-BE49-F238E27FC236}">
                            <a16:creationId xmlns:a16="http://schemas.microsoft.com/office/drawing/2014/main" id="{6691A6D5-72B2-F3B5-3AC1-15322E711B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214313"/>
                        <a:ext cx="3048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22" name="Object 12">
            <a:extLst>
              <a:ext uri="{FF2B5EF4-FFF2-40B4-BE49-F238E27FC236}">
                <a16:creationId xmlns:a16="http://schemas.microsoft.com/office/drawing/2014/main" id="{D9DF89CE-9F69-982E-0784-2C1581110B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2125" y="214313"/>
          <a:ext cx="28733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29" imgH="144641" progId="Equation.3">
                  <p:embed/>
                </p:oleObj>
              </mc:Choice>
              <mc:Fallback>
                <p:oleObj name="Equation" r:id="rId10" imgW="99029" imgH="144641" progId="Equation.3">
                  <p:embed/>
                  <p:pic>
                    <p:nvPicPr>
                      <p:cNvPr id="264222" name="Object 12">
                        <a:extLst>
                          <a:ext uri="{FF2B5EF4-FFF2-40B4-BE49-F238E27FC236}">
                            <a16:creationId xmlns:a16="http://schemas.microsoft.com/office/drawing/2014/main" id="{D9DF89CE-9F69-982E-0784-2C1581110B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214313"/>
                        <a:ext cx="287338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23" name="Arc 31">
            <a:extLst>
              <a:ext uri="{FF2B5EF4-FFF2-40B4-BE49-F238E27FC236}">
                <a16:creationId xmlns:a16="http://schemas.microsoft.com/office/drawing/2014/main" id="{FFFF7EF5-76A0-C775-4591-EC20887D75D1}"/>
              </a:ext>
            </a:extLst>
          </p:cNvPr>
          <p:cNvSpPr>
            <a:spLocks/>
          </p:cNvSpPr>
          <p:nvPr/>
        </p:nvSpPr>
        <p:spPr bwMode="auto">
          <a:xfrm rot="1968418">
            <a:off x="4799013" y="1181100"/>
            <a:ext cx="185737" cy="460375"/>
          </a:xfrm>
          <a:custGeom>
            <a:avLst/>
            <a:gdLst>
              <a:gd name="T0" fmla="*/ 2147483646 w 14425"/>
              <a:gd name="T1" fmla="*/ 0 h 18904"/>
              <a:gd name="T2" fmla="*/ 2147483646 w 14425"/>
              <a:gd name="T3" fmla="*/ 2147483646 h 18904"/>
              <a:gd name="T4" fmla="*/ 0 w 14425"/>
              <a:gd name="T5" fmla="*/ 2147483646 h 18904"/>
              <a:gd name="T6" fmla="*/ 0 60000 65536"/>
              <a:gd name="T7" fmla="*/ 0 60000 65536"/>
              <a:gd name="T8" fmla="*/ 0 60000 65536"/>
              <a:gd name="T9" fmla="*/ 0 w 14425"/>
              <a:gd name="T10" fmla="*/ 0 h 18904"/>
              <a:gd name="T11" fmla="*/ 14425 w 14425"/>
              <a:gd name="T12" fmla="*/ 18904 h 189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25" h="18904" fill="none" extrusionOk="0">
                <a:moveTo>
                  <a:pt x="10449" y="0"/>
                </a:moveTo>
                <a:cubicBezTo>
                  <a:pt x="11877" y="789"/>
                  <a:pt x="13211" y="1737"/>
                  <a:pt x="14425" y="2826"/>
                </a:cubicBezTo>
              </a:path>
              <a:path w="14425" h="18904" stroke="0" extrusionOk="0">
                <a:moveTo>
                  <a:pt x="10449" y="0"/>
                </a:moveTo>
                <a:cubicBezTo>
                  <a:pt x="11877" y="789"/>
                  <a:pt x="13211" y="1737"/>
                  <a:pt x="14425" y="2826"/>
                </a:cubicBezTo>
                <a:lnTo>
                  <a:pt x="0" y="18904"/>
                </a:lnTo>
                <a:lnTo>
                  <a:pt x="10449" y="0"/>
                </a:lnTo>
                <a:close/>
              </a:path>
            </a:pathLst>
          </a:custGeom>
          <a:noFill/>
          <a:ln w="190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4224" name="Line 32">
            <a:extLst>
              <a:ext uri="{FF2B5EF4-FFF2-40B4-BE49-F238E27FC236}">
                <a16:creationId xmlns:a16="http://schemas.microsoft.com/office/drawing/2014/main" id="{B8F91C6D-B803-4628-D890-3294FF57F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3425" y="771525"/>
            <a:ext cx="0" cy="574675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64225" name="Line 33">
            <a:extLst>
              <a:ext uri="{FF2B5EF4-FFF2-40B4-BE49-F238E27FC236}">
                <a16:creationId xmlns:a16="http://schemas.microsoft.com/office/drawing/2014/main" id="{B2E7895C-EB5B-4290-BC4F-32404FB491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771525"/>
            <a:ext cx="936625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64226" name="Text Box 34">
            <a:extLst>
              <a:ext uri="{FF2B5EF4-FFF2-40B4-BE49-F238E27FC236}">
                <a16:creationId xmlns:a16="http://schemas.microsoft.com/office/drawing/2014/main" id="{87135CAB-BD14-9CD1-0AE8-6F9874ED5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928813"/>
            <a:ext cx="3425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</a:rPr>
              <a:t>若只有   分速度</a:t>
            </a:r>
          </a:p>
        </p:txBody>
      </p:sp>
      <p:graphicFrame>
        <p:nvGraphicFramePr>
          <p:cNvPr id="264227" name="Object 13">
            <a:extLst>
              <a:ext uri="{FF2B5EF4-FFF2-40B4-BE49-F238E27FC236}">
                <a16:creationId xmlns:a16="http://schemas.microsoft.com/office/drawing/2014/main" id="{E1E9100D-03D1-C194-7FE6-06A2666FA2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1928813"/>
          <a:ext cx="368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335404" imgH="388537" progId="Equation.3">
                  <p:embed/>
                </p:oleObj>
              </mc:Choice>
              <mc:Fallback>
                <p:oleObj name="公式" r:id="rId23" imgW="335404" imgH="388537" progId="Equation.3">
                  <p:embed/>
                  <p:pic>
                    <p:nvPicPr>
                      <p:cNvPr id="264227" name="Object 13">
                        <a:extLst>
                          <a:ext uri="{FF2B5EF4-FFF2-40B4-BE49-F238E27FC236}">
                            <a16:creationId xmlns:a16="http://schemas.microsoft.com/office/drawing/2014/main" id="{E1E9100D-03D1-C194-7FE6-06A2666FA2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1928813"/>
                        <a:ext cx="368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28" name="Text Box 36">
            <a:extLst>
              <a:ext uri="{FF2B5EF4-FFF2-40B4-BE49-F238E27FC236}">
                <a16:creationId xmlns:a16="http://schemas.microsoft.com/office/drawing/2014/main" id="{5F636A41-90B5-D5FD-B07C-282DF5ED3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2500313"/>
            <a:ext cx="7105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则粒子在垂直于    的平面内作匀速圆周运动。</a:t>
            </a:r>
          </a:p>
        </p:txBody>
      </p:sp>
      <p:graphicFrame>
        <p:nvGraphicFramePr>
          <p:cNvPr id="264229" name="Object 14">
            <a:extLst>
              <a:ext uri="{FF2B5EF4-FFF2-40B4-BE49-F238E27FC236}">
                <a16:creationId xmlns:a16="http://schemas.microsoft.com/office/drawing/2014/main" id="{86C3708B-9597-111B-D1FF-79F39BC9C0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1938" y="2571750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1304" imgH="312226" progId="Equation.3">
                  <p:embed/>
                </p:oleObj>
              </mc:Choice>
              <mc:Fallback>
                <p:oleObj name="Equation" r:id="rId20" imgW="251304" imgH="312226" progId="Equation.3">
                  <p:embed/>
                  <p:pic>
                    <p:nvPicPr>
                      <p:cNvPr id="264229" name="Object 14">
                        <a:extLst>
                          <a:ext uri="{FF2B5EF4-FFF2-40B4-BE49-F238E27FC236}">
                            <a16:creationId xmlns:a16="http://schemas.microsoft.com/office/drawing/2014/main" id="{86C3708B-9597-111B-D1FF-79F39BC9C0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2571750"/>
                        <a:ext cx="3048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30" name="Rectangle 38">
            <a:extLst>
              <a:ext uri="{FF2B5EF4-FFF2-40B4-BE49-F238E27FC236}">
                <a16:creationId xmlns:a16="http://schemas.microsoft.com/office/drawing/2014/main" id="{2C8DF9EE-2BA0-6030-993E-0C9BCE685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3000375"/>
            <a:ext cx="2465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/>
              <a:t>若只有     分速度</a:t>
            </a:r>
          </a:p>
        </p:txBody>
      </p:sp>
      <p:graphicFrame>
        <p:nvGraphicFramePr>
          <p:cNvPr id="264231" name="Object 15">
            <a:extLst>
              <a:ext uri="{FF2B5EF4-FFF2-40B4-BE49-F238E27FC236}">
                <a16:creationId xmlns:a16="http://schemas.microsoft.com/office/drawing/2014/main" id="{4744EC6C-05D3-B3FA-D4C0-9D86546A83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6988" y="3013075"/>
          <a:ext cx="37623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27442" imgH="403999" progId="Equation.3">
                  <p:embed/>
                </p:oleObj>
              </mc:Choice>
              <mc:Fallback>
                <p:oleObj name="公式" r:id="rId26" imgW="327442" imgH="403999" progId="Equation.3">
                  <p:embed/>
                  <p:pic>
                    <p:nvPicPr>
                      <p:cNvPr id="264231" name="Object 15">
                        <a:extLst>
                          <a:ext uri="{FF2B5EF4-FFF2-40B4-BE49-F238E27FC236}">
                            <a16:creationId xmlns:a16="http://schemas.microsoft.com/office/drawing/2014/main" id="{4744EC6C-05D3-B3FA-D4C0-9D86546A83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8" y="3013075"/>
                        <a:ext cx="37623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32" name="Rectangle 40">
            <a:extLst>
              <a:ext uri="{FF2B5EF4-FFF2-40B4-BE49-F238E27FC236}">
                <a16:creationId xmlns:a16="http://schemas.microsoft.com/office/drawing/2014/main" id="{C373D9A1-52BB-5B40-BE2F-85804F933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3429000"/>
            <a:ext cx="517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磁场对带电粒子没有作用力，</a:t>
            </a:r>
          </a:p>
        </p:txBody>
      </p:sp>
      <p:sp>
        <p:nvSpPr>
          <p:cNvPr id="264233" name="Rectangle 41">
            <a:extLst>
              <a:ext uri="{FF2B5EF4-FFF2-40B4-BE49-F238E27FC236}">
                <a16:creationId xmlns:a16="http://schemas.microsoft.com/office/drawing/2014/main" id="{D97A2FD5-F529-705D-9439-05D0B43BA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3886200"/>
            <a:ext cx="539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的方向作匀速直线运动。</a:t>
            </a:r>
          </a:p>
        </p:txBody>
      </p:sp>
      <p:graphicFrame>
        <p:nvGraphicFramePr>
          <p:cNvPr id="264234" name="Object 16">
            <a:extLst>
              <a:ext uri="{FF2B5EF4-FFF2-40B4-BE49-F238E27FC236}">
                <a16:creationId xmlns:a16="http://schemas.microsoft.com/office/drawing/2014/main" id="{C3F7A925-6B2D-B411-2C3F-A6D3910EDD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78775" y="3525838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51304" imgH="312226" progId="Equation.3">
                  <p:embed/>
                </p:oleObj>
              </mc:Choice>
              <mc:Fallback>
                <p:oleObj name="Equation" r:id="rId28" imgW="251304" imgH="312226" progId="Equation.3">
                  <p:embed/>
                  <p:pic>
                    <p:nvPicPr>
                      <p:cNvPr id="264234" name="Object 16">
                        <a:extLst>
                          <a:ext uri="{FF2B5EF4-FFF2-40B4-BE49-F238E27FC236}">
                            <a16:creationId xmlns:a16="http://schemas.microsoft.com/office/drawing/2014/main" id="{C3F7A925-6B2D-B411-2C3F-A6D3910EDD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8775" y="3525838"/>
                        <a:ext cx="3048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35" name="Rectangle 43">
            <a:extLst>
              <a:ext uri="{FF2B5EF4-FFF2-40B4-BE49-F238E27FC236}">
                <a16:creationId xmlns:a16="http://schemas.microsoft.com/office/drawing/2014/main" id="{257DBEDB-9C07-3083-1B50-31F578000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313" y="3429000"/>
            <a:ext cx="3635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粒子将沿平行于</a:t>
            </a:r>
          </a:p>
        </p:txBody>
      </p:sp>
      <p:sp>
        <p:nvSpPr>
          <p:cNvPr id="264236" name="Line 44">
            <a:extLst>
              <a:ext uri="{FF2B5EF4-FFF2-40B4-BE49-F238E27FC236}">
                <a16:creationId xmlns:a16="http://schemas.microsoft.com/office/drawing/2014/main" id="{53BE76D5-A3D3-C317-400F-028FA21D4B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18475" y="865188"/>
            <a:ext cx="142875" cy="504825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4237" name="Text Box 45">
            <a:extLst>
              <a:ext uri="{FF2B5EF4-FFF2-40B4-BE49-F238E27FC236}">
                <a16:creationId xmlns:a16="http://schemas.microsoft.com/office/drawing/2014/main" id="{CCF02A0E-A0F6-1DBE-1269-EEBB15C34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1350" y="515938"/>
            <a:ext cx="40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i="1"/>
              <a:t>R</a:t>
            </a:r>
          </a:p>
        </p:txBody>
      </p:sp>
      <p:graphicFrame>
        <p:nvGraphicFramePr>
          <p:cNvPr id="264238" name="Object 17">
            <a:extLst>
              <a:ext uri="{FF2B5EF4-FFF2-40B4-BE49-F238E27FC236}">
                <a16:creationId xmlns:a16="http://schemas.microsoft.com/office/drawing/2014/main" id="{D4A9ED8B-B80B-DD5E-DEB7-BBAEE1D1C62D}"/>
              </a:ext>
            </a:extLst>
          </p:cNvPr>
          <p:cNvGraphicFramePr>
            <a:graphicFrameLocks/>
          </p:cNvGraphicFramePr>
          <p:nvPr/>
        </p:nvGraphicFramePr>
        <p:xfrm>
          <a:off x="6215063" y="4143375"/>
          <a:ext cx="1243012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211736" imgH="883809" progId="Equation.3">
                  <p:embed/>
                </p:oleObj>
              </mc:Choice>
              <mc:Fallback>
                <p:oleObj name="公式" r:id="rId30" imgW="1211736" imgH="883809" progId="Equation.3">
                  <p:embed/>
                  <p:pic>
                    <p:nvPicPr>
                      <p:cNvPr id="264238" name="Object 17">
                        <a:extLst>
                          <a:ext uri="{FF2B5EF4-FFF2-40B4-BE49-F238E27FC236}">
                            <a16:creationId xmlns:a16="http://schemas.microsoft.com/office/drawing/2014/main" id="{D4A9ED8B-B80B-DD5E-DEB7-BBAEE1D1C6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63" y="4143375"/>
                        <a:ext cx="1243012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39" name="Object 18">
            <a:extLst>
              <a:ext uri="{FF2B5EF4-FFF2-40B4-BE49-F238E27FC236}">
                <a16:creationId xmlns:a16="http://schemas.microsoft.com/office/drawing/2014/main" id="{C09FB0C1-D253-9012-C85A-3BE15D0282D1}"/>
              </a:ext>
            </a:extLst>
          </p:cNvPr>
          <p:cNvGraphicFramePr>
            <a:graphicFrameLocks/>
          </p:cNvGraphicFramePr>
          <p:nvPr/>
        </p:nvGraphicFramePr>
        <p:xfrm>
          <a:off x="7500938" y="4143375"/>
          <a:ext cx="9779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945004" imgH="868846" progId="Equation.3">
                  <p:embed/>
                </p:oleObj>
              </mc:Choice>
              <mc:Fallback>
                <p:oleObj name="公式" r:id="rId32" imgW="945004" imgH="868846" progId="Equation.3">
                  <p:embed/>
                  <p:pic>
                    <p:nvPicPr>
                      <p:cNvPr id="264239" name="Object 18">
                        <a:extLst>
                          <a:ext uri="{FF2B5EF4-FFF2-40B4-BE49-F238E27FC236}">
                            <a16:creationId xmlns:a16="http://schemas.microsoft.com/office/drawing/2014/main" id="{C09FB0C1-D253-9012-C85A-3BE15D0282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938" y="4143375"/>
                        <a:ext cx="97790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40" name="WordArt 48">
            <a:extLst>
              <a:ext uri="{FF2B5EF4-FFF2-40B4-BE49-F238E27FC236}">
                <a16:creationId xmlns:a16="http://schemas.microsoft.com/office/drawing/2014/main" id="{7FB44A86-781F-4282-1F2C-B24FB1F3C0A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286250" y="4429125"/>
            <a:ext cx="1584325" cy="3603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kern="10">
                <a:ln w="19050">
                  <a:solidFill>
                    <a:srgbClr val="66FFFF"/>
                  </a:solidFill>
                  <a:round/>
                  <a:headEnd/>
                  <a:tailEnd/>
                </a:ln>
                <a:solidFill>
                  <a:srgbClr val="66FFFF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宋体" panose="02010600030101010101" pitchFamily="2" charset="-122"/>
              </a:rPr>
              <a:t>旋转周期</a:t>
            </a:r>
          </a:p>
        </p:txBody>
      </p:sp>
      <p:graphicFrame>
        <p:nvGraphicFramePr>
          <p:cNvPr id="49" name="Object 51">
            <a:extLst>
              <a:ext uri="{FF2B5EF4-FFF2-40B4-BE49-F238E27FC236}">
                <a16:creationId xmlns:a16="http://schemas.microsoft.com/office/drawing/2014/main" id="{29951BC3-7108-A641-20D5-026B5912C4E6}"/>
              </a:ext>
            </a:extLst>
          </p:cNvPr>
          <p:cNvGraphicFramePr>
            <a:graphicFrameLocks/>
          </p:cNvGraphicFramePr>
          <p:nvPr/>
        </p:nvGraphicFramePr>
        <p:xfrm>
          <a:off x="3286125" y="4986338"/>
          <a:ext cx="2868613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842478" imgH="868846" progId="Equation.3">
                  <p:embed/>
                </p:oleObj>
              </mc:Choice>
              <mc:Fallback>
                <p:oleObj name="Equation" r:id="rId34" imgW="2842478" imgH="868846" progId="Equation.3">
                  <p:embed/>
                  <p:pic>
                    <p:nvPicPr>
                      <p:cNvPr id="49" name="Object 51">
                        <a:extLst>
                          <a:ext uri="{FF2B5EF4-FFF2-40B4-BE49-F238E27FC236}">
                            <a16:creationId xmlns:a16="http://schemas.microsoft.com/office/drawing/2014/main" id="{29951BC3-7108-A641-20D5-026B5912C4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4986338"/>
                        <a:ext cx="2868613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52">
            <a:extLst>
              <a:ext uri="{FF2B5EF4-FFF2-40B4-BE49-F238E27FC236}">
                <a16:creationId xmlns:a16="http://schemas.microsoft.com/office/drawing/2014/main" id="{40B27C53-E223-6A9F-9D45-A6ECE4A8CB4F}"/>
              </a:ext>
            </a:extLst>
          </p:cNvPr>
          <p:cNvGraphicFramePr>
            <a:graphicFrameLocks/>
          </p:cNvGraphicFramePr>
          <p:nvPr/>
        </p:nvGraphicFramePr>
        <p:xfrm>
          <a:off x="3287713" y="6192838"/>
          <a:ext cx="11176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6" imgW="1089816" imgH="403999" progId="Equation.3">
                  <p:embed/>
                </p:oleObj>
              </mc:Choice>
              <mc:Fallback>
                <p:oleObj name="公式" r:id="rId36" imgW="1089816" imgH="403999" progId="Equation.3">
                  <p:embed/>
                  <p:pic>
                    <p:nvPicPr>
                      <p:cNvPr id="50" name="Object 52">
                        <a:extLst>
                          <a:ext uri="{FF2B5EF4-FFF2-40B4-BE49-F238E27FC236}">
                            <a16:creationId xmlns:a16="http://schemas.microsoft.com/office/drawing/2014/main" id="{40B27C53-E223-6A9F-9D45-A6ECE4A8CB4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6192838"/>
                        <a:ext cx="11176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26">
            <a:extLst>
              <a:ext uri="{FF2B5EF4-FFF2-40B4-BE49-F238E27FC236}">
                <a16:creationId xmlns:a16="http://schemas.microsoft.com/office/drawing/2014/main" id="{05866148-A2C7-8BC5-433D-312D96CDB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3" y="5146675"/>
            <a:ext cx="24907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回旋半径</a:t>
            </a:r>
            <a:endParaRPr kumimoji="1" lang="zh-CN" altLang="en-US" i="1" dirty="0">
              <a:solidFill>
                <a:srgbClr val="66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2" name="Rectangle 27">
            <a:extLst>
              <a:ext uri="{FF2B5EF4-FFF2-40B4-BE49-F238E27FC236}">
                <a16:creationId xmlns:a16="http://schemas.microsoft.com/office/drawing/2014/main" id="{FB2C0445-9788-1CE0-13ED-23789A108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6076950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螺距</a:t>
            </a:r>
          </a:p>
        </p:txBody>
      </p:sp>
      <p:graphicFrame>
        <p:nvGraphicFramePr>
          <p:cNvPr id="53" name="Object 53">
            <a:extLst>
              <a:ext uri="{FF2B5EF4-FFF2-40B4-BE49-F238E27FC236}">
                <a16:creationId xmlns:a16="http://schemas.microsoft.com/office/drawing/2014/main" id="{A027A15E-AD18-D950-393D-328459BE480D}"/>
              </a:ext>
            </a:extLst>
          </p:cNvPr>
          <p:cNvGraphicFramePr>
            <a:graphicFrameLocks/>
          </p:cNvGraphicFramePr>
          <p:nvPr/>
        </p:nvGraphicFramePr>
        <p:xfrm>
          <a:off x="4440238" y="5957888"/>
          <a:ext cx="19431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1912402" imgH="868846" progId="Equation.3">
                  <p:embed/>
                </p:oleObj>
              </mc:Choice>
              <mc:Fallback>
                <p:oleObj name="公式" r:id="rId38" imgW="1912402" imgH="868846" progId="Equation.3">
                  <p:embed/>
                  <p:pic>
                    <p:nvPicPr>
                      <p:cNvPr id="53" name="Object 53">
                        <a:extLst>
                          <a:ext uri="{FF2B5EF4-FFF2-40B4-BE49-F238E27FC236}">
                            <a16:creationId xmlns:a16="http://schemas.microsoft.com/office/drawing/2014/main" id="{A027A15E-AD18-D950-393D-328459BE48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5957888"/>
                        <a:ext cx="19431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6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6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6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6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26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6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6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26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6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26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26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264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264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64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264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264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2000"/>
                                        <p:tgtEl>
                                          <p:spTgt spid="264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2000"/>
                                        <p:tgtEl>
                                          <p:spTgt spid="26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2000"/>
                                        <p:tgtEl>
                                          <p:spTgt spid="26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64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264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1000"/>
                                        <p:tgtEl>
                                          <p:spTgt spid="26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1000"/>
                                        <p:tgtEl>
                                          <p:spTgt spid="26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1000"/>
                                        <p:tgtEl>
                                          <p:spTgt spid="26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000"/>
                                        <p:tgtEl>
                                          <p:spTgt spid="26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2000"/>
                                        <p:tgtEl>
                                          <p:spTgt spid="264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2000"/>
                                        <p:tgtEl>
                                          <p:spTgt spid="264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2000"/>
                                        <p:tgtEl>
                                          <p:spTgt spid="264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4" grpId="0" autoUpdateAnimBg="0"/>
      <p:bldP spid="264195" grpId="0" animBg="1"/>
      <p:bldP spid="264206" grpId="0" animBg="1"/>
      <p:bldP spid="264219" grpId="0"/>
      <p:bldP spid="264226" grpId="0"/>
      <p:bldP spid="264228" grpId="0"/>
      <p:bldP spid="264230" grpId="0"/>
      <p:bldP spid="264232" grpId="0"/>
      <p:bldP spid="264233" grpId="0"/>
      <p:bldP spid="264235" grpId="0"/>
      <p:bldP spid="264237" grpId="0"/>
      <p:bldP spid="51" grpId="0"/>
      <p:bldP spid="5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2" name="Text Box 4">
            <a:extLst>
              <a:ext uri="{FF2B5EF4-FFF2-40B4-BE49-F238E27FC236}">
                <a16:creationId xmlns:a16="http://schemas.microsoft.com/office/drawing/2014/main" id="{2748DE68-86C9-3AC2-C888-715ECC120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175" y="793750"/>
            <a:ext cx="1858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磁聚焦原理</a:t>
            </a:r>
            <a:r>
              <a:rPr kumimoji="1" lang="zh-CN" altLang="en-US"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D2937F17-6900-89C4-2B2B-8DD0E8422529}"/>
              </a:ext>
            </a:extLst>
          </p:cNvPr>
          <p:cNvGrpSpPr>
            <a:grpSpLocks/>
          </p:cNvGrpSpPr>
          <p:nvPr/>
        </p:nvGrpSpPr>
        <p:grpSpPr bwMode="auto">
          <a:xfrm>
            <a:off x="4614863" y="714375"/>
            <a:ext cx="2819400" cy="1295400"/>
            <a:chOff x="1920" y="2976"/>
            <a:chExt cx="1632" cy="864"/>
          </a:xfrm>
        </p:grpSpPr>
        <p:sp>
          <p:nvSpPr>
            <p:cNvPr id="16409" name="Rectangle 6">
              <a:extLst>
                <a:ext uri="{FF2B5EF4-FFF2-40B4-BE49-F238E27FC236}">
                  <a16:creationId xmlns:a16="http://schemas.microsoft.com/office/drawing/2014/main" id="{7179A71D-A58D-A791-A7E0-84C3AD55C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120"/>
              <a:ext cx="1632" cy="576"/>
            </a:xfrm>
            <a:prstGeom prst="rect">
              <a:avLst/>
            </a:prstGeom>
            <a:gradFill rotWithShape="0">
              <a:gsLst>
                <a:gs pos="0">
                  <a:srgbClr val="5E7676"/>
                </a:gs>
                <a:gs pos="50000">
                  <a:srgbClr val="CCFFFF"/>
                </a:gs>
                <a:gs pos="100000">
                  <a:srgbClr val="5E767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410" name="Rectangle 7" descr="宽上对角线">
              <a:extLst>
                <a:ext uri="{FF2B5EF4-FFF2-40B4-BE49-F238E27FC236}">
                  <a16:creationId xmlns:a16="http://schemas.microsoft.com/office/drawing/2014/main" id="{F7E5BDC5-E7F9-D75C-70EA-D66B3A37A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976"/>
              <a:ext cx="1632" cy="144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411" name="Rectangle 8" descr="宽上对角线">
              <a:extLst>
                <a:ext uri="{FF2B5EF4-FFF2-40B4-BE49-F238E27FC236}">
                  <a16:creationId xmlns:a16="http://schemas.microsoft.com/office/drawing/2014/main" id="{D4DF0514-EEC9-AFAF-5080-F2D73C515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696"/>
              <a:ext cx="1632" cy="144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3177" name="Line 9">
            <a:extLst>
              <a:ext uri="{FF2B5EF4-FFF2-40B4-BE49-F238E27FC236}">
                <a16:creationId xmlns:a16="http://schemas.microsoft.com/office/drawing/2014/main" id="{2B64C650-EE46-0E59-5394-2178EF706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0063" y="1400175"/>
            <a:ext cx="3784600" cy="1588"/>
          </a:xfrm>
          <a:prstGeom prst="line">
            <a:avLst/>
          </a:prstGeom>
          <a:noFill/>
          <a:ln w="28575">
            <a:solidFill>
              <a:srgbClr val="FF99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3178" name="Object 4">
            <a:extLst>
              <a:ext uri="{FF2B5EF4-FFF2-40B4-BE49-F238E27FC236}">
                <a16:creationId xmlns:a16="http://schemas.microsoft.com/office/drawing/2014/main" id="{12388746-F916-DD84-9333-0D136A4679BF}"/>
              </a:ext>
            </a:extLst>
          </p:cNvPr>
          <p:cNvGraphicFramePr>
            <a:graphicFrameLocks/>
          </p:cNvGraphicFramePr>
          <p:nvPr/>
        </p:nvGraphicFramePr>
        <p:xfrm>
          <a:off x="7756525" y="901700"/>
          <a:ext cx="2809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1304" imgH="312226" progId="Equation.3">
                  <p:embed/>
                </p:oleObj>
              </mc:Choice>
              <mc:Fallback>
                <p:oleObj name="Equation" r:id="rId3" imgW="251304" imgH="312226" progId="Equation.3">
                  <p:embed/>
                  <p:pic>
                    <p:nvPicPr>
                      <p:cNvPr id="263178" name="Object 4">
                        <a:extLst>
                          <a:ext uri="{FF2B5EF4-FFF2-40B4-BE49-F238E27FC236}">
                            <a16:creationId xmlns:a16="http://schemas.microsoft.com/office/drawing/2014/main" id="{12388746-F916-DD84-9333-0D136A4679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6525" y="901700"/>
                        <a:ext cx="280988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9" name="AutoShape 11">
            <a:extLst>
              <a:ext uri="{FF2B5EF4-FFF2-40B4-BE49-F238E27FC236}">
                <a16:creationId xmlns:a16="http://schemas.microsoft.com/office/drawing/2014/main" id="{6CF6A2F2-4EAB-8C1A-622A-3F91D48FB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1704975"/>
            <a:ext cx="838200" cy="838200"/>
          </a:xfrm>
          <a:prstGeom prst="wedgeRectCallout">
            <a:avLst>
              <a:gd name="adj1" fmla="val 72157"/>
              <a:gd name="adj2" fmla="val -50190"/>
            </a:avLst>
          </a:prstGeom>
          <a:noFill/>
          <a:ln w="952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粒子</a:t>
            </a:r>
          </a:p>
          <a:p>
            <a:pPr eaLnBrk="1" hangingPunct="1"/>
            <a:r>
              <a:rPr kumimoji="1" lang="zh-CN" altLang="en-US"/>
              <a:t>源</a:t>
            </a:r>
            <a:r>
              <a:rPr kumimoji="1" lang="en-US" altLang="zh-CN">
                <a:solidFill>
                  <a:srgbClr val="66FFFF"/>
                </a:solidFill>
              </a:rPr>
              <a:t>A</a:t>
            </a:r>
          </a:p>
        </p:txBody>
      </p:sp>
      <p:graphicFrame>
        <p:nvGraphicFramePr>
          <p:cNvPr id="263180" name="Object 5">
            <a:extLst>
              <a:ext uri="{FF2B5EF4-FFF2-40B4-BE49-F238E27FC236}">
                <a16:creationId xmlns:a16="http://schemas.microsoft.com/office/drawing/2014/main" id="{C927ACD7-08B6-83A7-10F6-067C6371C856}"/>
              </a:ext>
            </a:extLst>
          </p:cNvPr>
          <p:cNvGraphicFramePr>
            <a:graphicFrameLocks/>
          </p:cNvGraphicFramePr>
          <p:nvPr/>
        </p:nvGraphicFramePr>
        <p:xfrm>
          <a:off x="874713" y="1881188"/>
          <a:ext cx="9286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99222" imgH="403999" progId="Equation.3">
                  <p:embed/>
                </p:oleObj>
              </mc:Choice>
              <mc:Fallback>
                <p:oleObj name="Equation" r:id="rId5" imgW="899222" imgH="403999" progId="Equation.3">
                  <p:embed/>
                  <p:pic>
                    <p:nvPicPr>
                      <p:cNvPr id="263180" name="Object 5">
                        <a:extLst>
                          <a:ext uri="{FF2B5EF4-FFF2-40B4-BE49-F238E27FC236}">
                            <a16:creationId xmlns:a16="http://schemas.microsoft.com/office/drawing/2014/main" id="{C927ACD7-08B6-83A7-10F6-067C6371C8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1881188"/>
                        <a:ext cx="9286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81" name="Object 6">
            <a:extLst>
              <a:ext uri="{FF2B5EF4-FFF2-40B4-BE49-F238E27FC236}">
                <a16:creationId xmlns:a16="http://schemas.microsoft.com/office/drawing/2014/main" id="{1F7755D2-48CC-F9FF-B98A-26E26A65ADCD}"/>
              </a:ext>
            </a:extLst>
          </p:cNvPr>
          <p:cNvGraphicFramePr>
            <a:graphicFrameLocks/>
          </p:cNvGraphicFramePr>
          <p:nvPr/>
        </p:nvGraphicFramePr>
        <p:xfrm>
          <a:off x="2405063" y="1878013"/>
          <a:ext cx="11445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12707" imgH="388537" progId="Equation.3">
                  <p:embed/>
                </p:oleObj>
              </mc:Choice>
              <mc:Fallback>
                <p:oleObj name="Equation" r:id="rId7" imgW="1112707" imgH="388537" progId="Equation.3">
                  <p:embed/>
                  <p:pic>
                    <p:nvPicPr>
                      <p:cNvPr id="263181" name="Object 6">
                        <a:extLst>
                          <a:ext uri="{FF2B5EF4-FFF2-40B4-BE49-F238E27FC236}">
                            <a16:creationId xmlns:a16="http://schemas.microsoft.com/office/drawing/2014/main" id="{1F7755D2-48CC-F9FF-B98A-26E26A65ADC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1878013"/>
                        <a:ext cx="11445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82" name="Text Box 14">
            <a:extLst>
              <a:ext uri="{FF2B5EF4-FFF2-40B4-BE49-F238E27FC236}">
                <a16:creationId xmlns:a16="http://schemas.microsoft.com/office/drawing/2014/main" id="{45558649-C50C-6DA3-2080-020586EA5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0335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当</a:t>
            </a:r>
            <a:r>
              <a:rPr kumimoji="1" lang="zh-CN" altLang="en-US" i="1">
                <a:solidFill>
                  <a:srgbClr val="66FFFF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kumimoji="1" lang="zh-CN" altLang="en-US" i="1">
                <a:solidFill>
                  <a:srgbClr val="66FFFF"/>
                </a:solidFill>
                <a:sym typeface="Symbol" panose="05050102010706020507" pitchFamily="18" charset="2"/>
              </a:rPr>
              <a:t> </a:t>
            </a:r>
            <a:r>
              <a:rPr kumimoji="1" lang="zh-CN" altLang="en-US">
                <a:latin typeface="宋体" panose="02010600030101010101" pitchFamily="2" charset="-122"/>
              </a:rPr>
              <a:t>很小时</a:t>
            </a:r>
          </a:p>
        </p:txBody>
      </p:sp>
      <p:graphicFrame>
        <p:nvGraphicFramePr>
          <p:cNvPr id="263183" name="Object 7">
            <a:extLst>
              <a:ext uri="{FF2B5EF4-FFF2-40B4-BE49-F238E27FC236}">
                <a16:creationId xmlns:a16="http://schemas.microsoft.com/office/drawing/2014/main" id="{2B0019AB-D0C1-B8C2-AAEA-0311699A1D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6775" y="2481263"/>
          <a:ext cx="236537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31907" imgH="868846" progId="Equation.3">
                  <p:embed/>
                </p:oleObj>
              </mc:Choice>
              <mc:Fallback>
                <p:oleObj name="Equation" r:id="rId9" imgW="2331907" imgH="868846" progId="Equation.3">
                  <p:embed/>
                  <p:pic>
                    <p:nvPicPr>
                      <p:cNvPr id="263183" name="Object 7">
                        <a:extLst>
                          <a:ext uri="{FF2B5EF4-FFF2-40B4-BE49-F238E27FC236}">
                            <a16:creationId xmlns:a16="http://schemas.microsoft.com/office/drawing/2014/main" id="{2B0019AB-D0C1-B8C2-AAEA-0311699A1D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775" y="2481263"/>
                        <a:ext cx="2365375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84" name="Freeform 16">
            <a:extLst>
              <a:ext uri="{FF2B5EF4-FFF2-40B4-BE49-F238E27FC236}">
                <a16:creationId xmlns:a16="http://schemas.microsoft.com/office/drawing/2014/main" id="{28E900FF-68BD-6A8E-9034-49491712F867}"/>
              </a:ext>
            </a:extLst>
          </p:cNvPr>
          <p:cNvSpPr>
            <a:spLocks/>
          </p:cNvSpPr>
          <p:nvPr/>
        </p:nvSpPr>
        <p:spPr bwMode="auto">
          <a:xfrm>
            <a:off x="4691063" y="1019175"/>
            <a:ext cx="2744787" cy="647700"/>
          </a:xfrm>
          <a:custGeom>
            <a:avLst/>
            <a:gdLst>
              <a:gd name="T0" fmla="*/ 0 w 960"/>
              <a:gd name="T1" fmla="*/ 2147483646 h 768"/>
              <a:gd name="T2" fmla="*/ 2147483646 w 960"/>
              <a:gd name="T3" fmla="*/ 2147483646 h 768"/>
              <a:gd name="T4" fmla="*/ 2147483646 w 960"/>
              <a:gd name="T5" fmla="*/ 2147483646 h 768"/>
              <a:gd name="T6" fmla="*/ 2147483646 w 960"/>
              <a:gd name="T7" fmla="*/ 2147483646 h 768"/>
              <a:gd name="T8" fmla="*/ 2147483646 w 960"/>
              <a:gd name="T9" fmla="*/ 2147483646 h 768"/>
              <a:gd name="T10" fmla="*/ 2147483646 w 960"/>
              <a:gd name="T11" fmla="*/ 2147483646 h 768"/>
              <a:gd name="T12" fmla="*/ 2147483646 w 960"/>
              <a:gd name="T13" fmla="*/ 2147483646 h 7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60"/>
              <a:gd name="T22" fmla="*/ 0 h 768"/>
              <a:gd name="T23" fmla="*/ 960 w 960"/>
              <a:gd name="T24" fmla="*/ 768 h 76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60" h="768">
                <a:moveTo>
                  <a:pt x="0" y="384"/>
                </a:moveTo>
                <a:cubicBezTo>
                  <a:pt x="48" y="268"/>
                  <a:pt x="96" y="152"/>
                  <a:pt x="144" y="96"/>
                </a:cubicBezTo>
                <a:cubicBezTo>
                  <a:pt x="192" y="40"/>
                  <a:pt x="232" y="0"/>
                  <a:pt x="288" y="48"/>
                </a:cubicBezTo>
                <a:cubicBezTo>
                  <a:pt x="344" y="96"/>
                  <a:pt x="424" y="280"/>
                  <a:pt x="480" y="384"/>
                </a:cubicBezTo>
                <a:cubicBezTo>
                  <a:pt x="536" y="488"/>
                  <a:pt x="576" y="616"/>
                  <a:pt x="624" y="672"/>
                </a:cubicBezTo>
                <a:cubicBezTo>
                  <a:pt x="672" y="728"/>
                  <a:pt x="712" y="768"/>
                  <a:pt x="768" y="720"/>
                </a:cubicBezTo>
                <a:cubicBezTo>
                  <a:pt x="824" y="672"/>
                  <a:pt x="928" y="440"/>
                  <a:pt x="960" y="384"/>
                </a:cubicBezTo>
              </a:path>
            </a:pathLst>
          </a:custGeom>
          <a:noFill/>
          <a:ln w="28575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185" name="Freeform 17">
            <a:extLst>
              <a:ext uri="{FF2B5EF4-FFF2-40B4-BE49-F238E27FC236}">
                <a16:creationId xmlns:a16="http://schemas.microsoft.com/office/drawing/2014/main" id="{5175A359-8089-BB76-7AEB-F3F0D8C43298}"/>
              </a:ext>
            </a:extLst>
          </p:cNvPr>
          <p:cNvSpPr>
            <a:spLocks/>
          </p:cNvSpPr>
          <p:nvPr/>
        </p:nvSpPr>
        <p:spPr bwMode="auto">
          <a:xfrm>
            <a:off x="4614863" y="1171575"/>
            <a:ext cx="2819400" cy="431800"/>
          </a:xfrm>
          <a:custGeom>
            <a:avLst/>
            <a:gdLst>
              <a:gd name="T0" fmla="*/ 0 w 960"/>
              <a:gd name="T1" fmla="*/ 2147483646 h 768"/>
              <a:gd name="T2" fmla="*/ 2147483646 w 960"/>
              <a:gd name="T3" fmla="*/ 2147483646 h 768"/>
              <a:gd name="T4" fmla="*/ 2147483646 w 960"/>
              <a:gd name="T5" fmla="*/ 2147483646 h 768"/>
              <a:gd name="T6" fmla="*/ 2147483646 w 960"/>
              <a:gd name="T7" fmla="*/ 2147483646 h 768"/>
              <a:gd name="T8" fmla="*/ 2147483646 w 960"/>
              <a:gd name="T9" fmla="*/ 2147483646 h 768"/>
              <a:gd name="T10" fmla="*/ 2147483646 w 960"/>
              <a:gd name="T11" fmla="*/ 2147483646 h 768"/>
              <a:gd name="T12" fmla="*/ 2147483646 w 960"/>
              <a:gd name="T13" fmla="*/ 2147483646 h 7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60"/>
              <a:gd name="T22" fmla="*/ 0 h 768"/>
              <a:gd name="T23" fmla="*/ 960 w 960"/>
              <a:gd name="T24" fmla="*/ 768 h 76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60" h="768">
                <a:moveTo>
                  <a:pt x="0" y="384"/>
                </a:moveTo>
                <a:cubicBezTo>
                  <a:pt x="48" y="268"/>
                  <a:pt x="96" y="152"/>
                  <a:pt x="144" y="96"/>
                </a:cubicBezTo>
                <a:cubicBezTo>
                  <a:pt x="192" y="40"/>
                  <a:pt x="232" y="0"/>
                  <a:pt x="288" y="48"/>
                </a:cubicBezTo>
                <a:cubicBezTo>
                  <a:pt x="344" y="96"/>
                  <a:pt x="424" y="280"/>
                  <a:pt x="480" y="384"/>
                </a:cubicBezTo>
                <a:cubicBezTo>
                  <a:pt x="536" y="488"/>
                  <a:pt x="576" y="616"/>
                  <a:pt x="624" y="672"/>
                </a:cubicBezTo>
                <a:cubicBezTo>
                  <a:pt x="672" y="728"/>
                  <a:pt x="712" y="768"/>
                  <a:pt x="768" y="720"/>
                </a:cubicBezTo>
                <a:cubicBezTo>
                  <a:pt x="824" y="672"/>
                  <a:pt x="928" y="440"/>
                  <a:pt x="960" y="384"/>
                </a:cubicBezTo>
              </a:path>
            </a:pathLst>
          </a:custGeom>
          <a:noFill/>
          <a:ln w="28575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186" name="AutoShape 18">
            <a:extLst>
              <a:ext uri="{FF2B5EF4-FFF2-40B4-BE49-F238E27FC236}">
                <a16:creationId xmlns:a16="http://schemas.microsoft.com/office/drawing/2014/main" id="{31EA77E7-458F-BA4B-27F7-0EE66A6CC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663" y="1704975"/>
            <a:ext cx="939800" cy="838200"/>
          </a:xfrm>
          <a:prstGeom prst="wedgeRectCallout">
            <a:avLst>
              <a:gd name="adj1" fmla="val -46958"/>
              <a:gd name="adj2" fmla="val -53787"/>
            </a:avLst>
          </a:prstGeom>
          <a:noFill/>
          <a:ln w="952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接收</a:t>
            </a:r>
          </a:p>
          <a:p>
            <a:pPr eaLnBrk="1" hangingPunct="1"/>
            <a:r>
              <a:rPr kumimoji="1" lang="zh-CN" altLang="en-US"/>
              <a:t>器 </a:t>
            </a:r>
            <a:r>
              <a:rPr kumimoji="1" lang="en-US" altLang="zh-CN">
                <a:solidFill>
                  <a:srgbClr val="66FFFF"/>
                </a:solidFill>
              </a:rPr>
              <a:t>A</a:t>
            </a:r>
            <a:r>
              <a:rPr kumimoji="1" lang="en-US" altLang="zh-CN" baseline="30000">
                <a:solidFill>
                  <a:srgbClr val="66FFFF"/>
                </a:solidFill>
              </a:rPr>
              <a:t>/</a:t>
            </a:r>
            <a:endParaRPr kumimoji="1" lang="en-US" altLang="zh-CN">
              <a:solidFill>
                <a:srgbClr val="66FFFF"/>
              </a:solidFill>
            </a:endParaRPr>
          </a:p>
        </p:txBody>
      </p:sp>
      <p:sp>
        <p:nvSpPr>
          <p:cNvPr id="263187" name="Freeform 19">
            <a:extLst>
              <a:ext uri="{FF2B5EF4-FFF2-40B4-BE49-F238E27FC236}">
                <a16:creationId xmlns:a16="http://schemas.microsoft.com/office/drawing/2014/main" id="{4CA89760-DC82-30B7-1F23-85FA64E1B22F}"/>
              </a:ext>
            </a:extLst>
          </p:cNvPr>
          <p:cNvSpPr>
            <a:spLocks/>
          </p:cNvSpPr>
          <p:nvPr/>
        </p:nvSpPr>
        <p:spPr bwMode="auto">
          <a:xfrm flipH="1">
            <a:off x="4614863" y="1171575"/>
            <a:ext cx="2819400" cy="431800"/>
          </a:xfrm>
          <a:custGeom>
            <a:avLst/>
            <a:gdLst>
              <a:gd name="T0" fmla="*/ 0 w 960"/>
              <a:gd name="T1" fmla="*/ 2147483646 h 768"/>
              <a:gd name="T2" fmla="*/ 2147483646 w 960"/>
              <a:gd name="T3" fmla="*/ 2147483646 h 768"/>
              <a:gd name="T4" fmla="*/ 2147483646 w 960"/>
              <a:gd name="T5" fmla="*/ 2147483646 h 768"/>
              <a:gd name="T6" fmla="*/ 2147483646 w 960"/>
              <a:gd name="T7" fmla="*/ 2147483646 h 768"/>
              <a:gd name="T8" fmla="*/ 2147483646 w 960"/>
              <a:gd name="T9" fmla="*/ 2147483646 h 768"/>
              <a:gd name="T10" fmla="*/ 2147483646 w 960"/>
              <a:gd name="T11" fmla="*/ 2147483646 h 768"/>
              <a:gd name="T12" fmla="*/ 2147483646 w 960"/>
              <a:gd name="T13" fmla="*/ 2147483646 h 7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60"/>
              <a:gd name="T22" fmla="*/ 0 h 768"/>
              <a:gd name="T23" fmla="*/ 960 w 960"/>
              <a:gd name="T24" fmla="*/ 768 h 76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60" h="768">
                <a:moveTo>
                  <a:pt x="0" y="384"/>
                </a:moveTo>
                <a:cubicBezTo>
                  <a:pt x="48" y="268"/>
                  <a:pt x="96" y="152"/>
                  <a:pt x="144" y="96"/>
                </a:cubicBezTo>
                <a:cubicBezTo>
                  <a:pt x="192" y="40"/>
                  <a:pt x="232" y="0"/>
                  <a:pt x="288" y="48"/>
                </a:cubicBezTo>
                <a:cubicBezTo>
                  <a:pt x="344" y="96"/>
                  <a:pt x="424" y="280"/>
                  <a:pt x="480" y="384"/>
                </a:cubicBezTo>
                <a:cubicBezTo>
                  <a:pt x="536" y="488"/>
                  <a:pt x="576" y="616"/>
                  <a:pt x="624" y="672"/>
                </a:cubicBezTo>
                <a:cubicBezTo>
                  <a:pt x="672" y="728"/>
                  <a:pt x="712" y="768"/>
                  <a:pt x="768" y="720"/>
                </a:cubicBezTo>
                <a:cubicBezTo>
                  <a:pt x="824" y="672"/>
                  <a:pt x="928" y="440"/>
                  <a:pt x="960" y="384"/>
                </a:cubicBezTo>
              </a:path>
            </a:pathLst>
          </a:custGeom>
          <a:noFill/>
          <a:ln w="28575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188" name="Text Box 20">
            <a:extLst>
              <a:ext uri="{FF2B5EF4-FFF2-40B4-BE49-F238E27FC236}">
                <a16:creationId xmlns:a16="http://schemas.microsoft.com/office/drawing/2014/main" id="{F9716A84-B04B-300B-53F1-3AF28EC30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282950"/>
            <a:ext cx="80152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</a:rPr>
              <a:t>即</a:t>
            </a:r>
            <a:r>
              <a:rPr kumimoji="1" lang="en-US" altLang="zh-CN">
                <a:latin typeface="宋体" panose="02010600030101010101" pitchFamily="2" charset="-122"/>
              </a:rPr>
              <a:t>:</a:t>
            </a:r>
            <a:r>
              <a:rPr kumimoji="1" lang="zh-CN" altLang="en-US">
                <a:latin typeface="宋体" panose="02010600030101010101" pitchFamily="2" charset="-122"/>
              </a:rPr>
              <a:t>当</a:t>
            </a:r>
            <a:r>
              <a:rPr kumimoji="1" lang="zh-CN" altLang="en-US"/>
              <a:t>带电粒子束</a:t>
            </a:r>
            <a:r>
              <a:rPr kumimoji="1" lang="zh-CN" altLang="en-US">
                <a:latin typeface="宋体" panose="02010600030101010101" pitchFamily="2" charset="-122"/>
              </a:rPr>
              <a:t>发散角不太大时，若</a:t>
            </a:r>
            <a:r>
              <a:rPr kumimoji="1" lang="zh-CN" altLang="en-US"/>
              <a:t>带电粒子的速度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/>
              <a:t>      又大致相同，</a:t>
            </a:r>
            <a:endParaRPr kumimoji="1" lang="zh-CN" altLang="en-US">
              <a:latin typeface="宋体" panose="02010600030101010101" pitchFamily="2" charset="-122"/>
            </a:endParaRPr>
          </a:p>
        </p:txBody>
      </p:sp>
      <p:sp>
        <p:nvSpPr>
          <p:cNvPr id="263189" name="Text Box 21">
            <a:extLst>
              <a:ext uri="{FF2B5EF4-FFF2-40B4-BE49-F238E27FC236}">
                <a16:creationId xmlns:a16="http://schemas.microsoft.com/office/drawing/2014/main" id="{93620FA5-6D66-1C0A-BD05-67D4D13E6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8" y="285750"/>
            <a:ext cx="178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应用</a:t>
            </a:r>
          </a:p>
        </p:txBody>
      </p:sp>
      <p:sp>
        <p:nvSpPr>
          <p:cNvPr id="263190" name="AutoShape 22">
            <a:extLst>
              <a:ext uri="{FF2B5EF4-FFF2-40B4-BE49-F238E27FC236}">
                <a16:creationId xmlns:a16="http://schemas.microsoft.com/office/drawing/2014/main" id="{4A43DA3D-1EFE-91EE-4767-FC69D2FE80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258763"/>
            <a:ext cx="460375" cy="403225"/>
          </a:xfrm>
          <a:prstGeom prst="star5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3191" name="Rectangle 23">
            <a:extLst>
              <a:ext uri="{FF2B5EF4-FFF2-40B4-BE49-F238E27FC236}">
                <a16:creationId xmlns:a16="http://schemas.microsoft.com/office/drawing/2014/main" id="{069012F5-EC3C-2E6B-FF91-8ED4FB970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4219575"/>
            <a:ext cx="2376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重新会聚。</a:t>
            </a:r>
          </a:p>
        </p:txBody>
      </p:sp>
      <p:sp>
        <p:nvSpPr>
          <p:cNvPr id="263192" name="Oval 24">
            <a:extLst>
              <a:ext uri="{FF2B5EF4-FFF2-40B4-BE49-F238E27FC236}">
                <a16:creationId xmlns:a16="http://schemas.microsoft.com/office/drawing/2014/main" id="{D98E9685-22B1-AC2C-0766-7D84DFC42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338" y="1323975"/>
            <a:ext cx="147637" cy="144463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3193" name="Oval 25">
            <a:extLst>
              <a:ext uri="{FF2B5EF4-FFF2-40B4-BE49-F238E27FC236}">
                <a16:creationId xmlns:a16="http://schemas.microsoft.com/office/drawing/2014/main" id="{8B5EE4CD-828E-0E89-50F9-977C44908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663" y="1323975"/>
            <a:ext cx="147637" cy="144463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3197" name="Text Box 29">
            <a:extLst>
              <a:ext uri="{FF2B5EF4-FFF2-40B4-BE49-F238E27FC236}">
                <a16:creationId xmlns:a16="http://schemas.microsoft.com/office/drawing/2014/main" id="{9F327CD0-16A6-F81F-A0FE-B84BEFD9A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363" y="3786188"/>
            <a:ext cx="4618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因其轨迹有几乎相同的螺距，</a:t>
            </a:r>
          </a:p>
        </p:txBody>
      </p:sp>
      <p:sp>
        <p:nvSpPr>
          <p:cNvPr id="263198" name="Rectangle 30">
            <a:extLst>
              <a:ext uri="{FF2B5EF4-FFF2-40B4-BE49-F238E27FC236}">
                <a16:creationId xmlns:a16="http://schemas.microsoft.com/office/drawing/2014/main" id="{580897DD-7A72-D271-D073-29D237D6F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2538" y="4173538"/>
            <a:ext cx="41465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/>
              <a:t>粒子束经过一个回旋周期后，</a:t>
            </a:r>
          </a:p>
        </p:txBody>
      </p:sp>
      <p:sp>
        <p:nvSpPr>
          <p:cNvPr id="263199" name="Rectangle 31">
            <a:extLst>
              <a:ext uri="{FF2B5EF4-FFF2-40B4-BE49-F238E27FC236}">
                <a16:creationId xmlns:a16="http://schemas.microsoft.com/office/drawing/2014/main" id="{0CBF6D2E-A8E8-B686-30CF-2A6BFD7E5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3575" y="3787775"/>
            <a:ext cx="1763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则带电</a:t>
            </a:r>
          </a:p>
        </p:txBody>
      </p:sp>
      <p:sp>
        <p:nvSpPr>
          <p:cNvPr id="263200" name="Text Box 32">
            <a:extLst>
              <a:ext uri="{FF2B5EF4-FFF2-40B4-BE49-F238E27FC236}">
                <a16:creationId xmlns:a16="http://schemas.microsoft.com/office/drawing/2014/main" id="{AEED5C4E-1AE9-D462-FEF9-5361C7B04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5000625"/>
            <a:ext cx="8094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它广泛应用于真空器件中，特别是电子显微镜中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6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63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26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6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6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26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263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000"/>
                                        <p:tgtEl>
                                          <p:spTgt spid="26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4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6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26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26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000"/>
                                        <p:tgtEl>
                                          <p:spTgt spid="26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000"/>
                                        <p:tgtEl>
                                          <p:spTgt spid="26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000"/>
                                        <p:tgtEl>
                                          <p:spTgt spid="26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2" grpId="0" autoUpdateAnimBg="0"/>
      <p:bldP spid="263179" grpId="0" animBg="1" autoUpdateAnimBg="0"/>
      <p:bldP spid="263182" grpId="0" autoUpdateAnimBg="0"/>
      <p:bldP spid="263186" grpId="0" animBg="1" autoUpdateAnimBg="0"/>
      <p:bldP spid="263188" grpId="0" autoUpdateAnimBg="0"/>
      <p:bldP spid="263189" grpId="0" autoUpdateAnimBg="0"/>
      <p:bldP spid="263192" grpId="0" animBg="1"/>
      <p:bldP spid="263193" grpId="0" animBg="1"/>
      <p:bldP spid="263197" grpId="0"/>
      <p:bldP spid="263198" grpId="0"/>
      <p:bldP spid="263199" grpId="0"/>
      <p:bldP spid="26320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55" name="Text Box 11">
            <a:extLst>
              <a:ext uri="{FF2B5EF4-FFF2-40B4-BE49-F238E27FC236}">
                <a16:creationId xmlns:a16="http://schemas.microsoft.com/office/drawing/2014/main" id="{79DD1400-2BE2-D4DD-E9BF-79CDBA5E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3014663"/>
            <a:ext cx="341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00"/>
                </a:solidFill>
              </a:rPr>
              <a:t>•</a:t>
            </a:r>
            <a:r>
              <a:rPr kumimoji="1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磁约束原理 </a:t>
            </a:r>
          </a:p>
        </p:txBody>
      </p:sp>
      <p:sp>
        <p:nvSpPr>
          <p:cNvPr id="262156" name="Text Box 12">
            <a:extLst>
              <a:ext uri="{FF2B5EF4-FFF2-40B4-BE49-F238E27FC236}">
                <a16:creationId xmlns:a16="http://schemas.microsoft.com/office/drawing/2014/main" id="{B48C510F-D337-37EC-D65F-92F18445C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" y="1104900"/>
            <a:ext cx="81946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</a:rPr>
              <a:t>在非均匀磁场中，速度方向与磁场</a:t>
            </a:r>
            <a:r>
              <a:rPr kumimoji="1" lang="zh-CN" altLang="en-US"/>
              <a:t>方向</a:t>
            </a:r>
            <a:r>
              <a:rPr kumimoji="1" lang="zh-CN" altLang="en-US">
                <a:latin typeface="宋体" panose="02010600030101010101" pitchFamily="2" charset="-122"/>
              </a:rPr>
              <a:t>不同的带电粒子，也要作螺旋运动，但半径和螺距都将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不断</a:t>
            </a:r>
            <a:r>
              <a:rPr kumimoji="1" lang="zh-CN" altLang="en-US">
                <a:latin typeface="宋体" panose="02010600030101010101" pitchFamily="2" charset="-122"/>
              </a:rPr>
              <a:t>发生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变化</a:t>
            </a:r>
          </a:p>
        </p:txBody>
      </p:sp>
      <p:graphicFrame>
        <p:nvGraphicFramePr>
          <p:cNvPr id="262157" name="Object 2">
            <a:extLst>
              <a:ext uri="{FF2B5EF4-FFF2-40B4-BE49-F238E27FC236}">
                <a16:creationId xmlns:a16="http://schemas.microsoft.com/office/drawing/2014/main" id="{1A845EF5-7A9B-13EE-1EC6-E587EF6B76B0}"/>
              </a:ext>
            </a:extLst>
          </p:cNvPr>
          <p:cNvGraphicFramePr>
            <a:graphicFrameLocks/>
          </p:cNvGraphicFramePr>
          <p:nvPr/>
        </p:nvGraphicFramePr>
        <p:xfrm>
          <a:off x="1016000" y="3390900"/>
          <a:ext cx="286861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42478" imgH="868846" progId="Equation.3">
                  <p:embed/>
                </p:oleObj>
              </mc:Choice>
              <mc:Fallback>
                <p:oleObj name="Equation" r:id="rId2" imgW="2842478" imgH="868846" progId="Equation.3">
                  <p:embed/>
                  <p:pic>
                    <p:nvPicPr>
                      <p:cNvPr id="262157" name="Object 2">
                        <a:extLst>
                          <a:ext uri="{FF2B5EF4-FFF2-40B4-BE49-F238E27FC236}">
                            <a16:creationId xmlns:a16="http://schemas.microsoft.com/office/drawing/2014/main" id="{1A845EF5-7A9B-13EE-1EC6-E587EF6B76B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0" y="3390900"/>
                        <a:ext cx="2868613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8" name="Text Box 14">
            <a:extLst>
              <a:ext uri="{FF2B5EF4-FFF2-40B4-BE49-F238E27FC236}">
                <a16:creationId xmlns:a16="http://schemas.microsoft.com/office/drawing/2014/main" id="{378AA922-0FA1-7AE3-6D40-130E652AB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75" y="3597275"/>
            <a:ext cx="5026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</a:rPr>
              <a:t>磁场增强，运动半径减少 </a:t>
            </a:r>
          </a:p>
        </p:txBody>
      </p:sp>
      <p:sp>
        <p:nvSpPr>
          <p:cNvPr id="262159" name="Text Box 15">
            <a:extLst>
              <a:ext uri="{FF2B5EF4-FFF2-40B4-BE49-F238E27FC236}">
                <a16:creationId xmlns:a16="http://schemas.microsoft.com/office/drawing/2014/main" id="{1D15E635-821D-BE8C-1FB9-49BEBA731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4751388"/>
            <a:ext cx="83931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</a:rPr>
              <a:t>强磁场可约束带电粒子在一根磁场线附近的很小范围内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</a:rPr>
              <a:t>作螺旋运动</a:t>
            </a:r>
            <a:endParaRPr kumimoji="1" lang="zh-CN" altLang="en-US">
              <a:solidFill>
                <a:srgbClr val="66FFFF"/>
              </a:solidFill>
              <a:latin typeface="宋体" panose="02010600030101010101" pitchFamily="2" charset="-122"/>
            </a:endParaRPr>
          </a:p>
        </p:txBody>
      </p:sp>
      <p:sp>
        <p:nvSpPr>
          <p:cNvPr id="262160" name="Rectangle 16">
            <a:extLst>
              <a:ext uri="{FF2B5EF4-FFF2-40B4-BE49-F238E27FC236}">
                <a16:creationId xmlns:a16="http://schemas.microsoft.com/office/drawing/2014/main" id="{77E309EB-33C7-A817-6EC2-8A81659A4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275"/>
            <a:ext cx="6488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rgbClr val="FFFF00"/>
                </a:solidFill>
              </a:rPr>
              <a:t>三</a:t>
            </a:r>
            <a:r>
              <a:rPr kumimoji="1" lang="en-US" altLang="zh-CN" sz="2800">
                <a:solidFill>
                  <a:srgbClr val="FFFF00"/>
                </a:solidFill>
              </a:rPr>
              <a:t>. </a:t>
            </a:r>
            <a:r>
              <a:rPr kumimoji="1" lang="zh-CN" altLang="en-US" sz="2800">
                <a:solidFill>
                  <a:srgbClr val="FFFF00"/>
                </a:solidFill>
              </a:rPr>
              <a:t>带电粒子在</a:t>
            </a:r>
            <a:r>
              <a:rPr kumimoji="1" lang="zh-CN" altLang="en-US" sz="2800">
                <a:solidFill>
                  <a:srgbClr val="66FFFF"/>
                </a:solidFill>
              </a:rPr>
              <a:t>非</a:t>
            </a:r>
            <a:r>
              <a:rPr kumimoji="1" lang="zh-CN" altLang="en-US" sz="2800">
                <a:solidFill>
                  <a:srgbClr val="FFFF00"/>
                </a:solidFill>
              </a:rPr>
              <a:t>均匀磁场中的运动</a:t>
            </a:r>
          </a:p>
        </p:txBody>
      </p:sp>
      <p:sp>
        <p:nvSpPr>
          <p:cNvPr id="262161" name="Rectangle 17">
            <a:extLst>
              <a:ext uri="{FF2B5EF4-FFF2-40B4-BE49-F238E27FC236}">
                <a16:creationId xmlns:a16="http://schemas.microsoft.com/office/drawing/2014/main" id="{3371CD76-5CF3-C1D4-D191-D39F4232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88" y="5286375"/>
            <a:ext cx="239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>
                <a:solidFill>
                  <a:srgbClr val="66FFFF"/>
                </a:solidFill>
              </a:rPr>
              <a:t>—— </a:t>
            </a:r>
            <a:r>
              <a:rPr kumimoji="1" lang="zh-CN" altLang="en-US">
                <a:solidFill>
                  <a:srgbClr val="66FFFF"/>
                </a:solidFill>
              </a:rPr>
              <a:t>横向磁约束</a:t>
            </a:r>
          </a:p>
        </p:txBody>
      </p:sp>
      <p:sp>
        <p:nvSpPr>
          <p:cNvPr id="262162" name="Text Box 18">
            <a:extLst>
              <a:ext uri="{FF2B5EF4-FFF2-40B4-BE49-F238E27FC236}">
                <a16:creationId xmlns:a16="http://schemas.microsoft.com/office/drawing/2014/main" id="{0B7FFF65-82DD-C16E-7D91-B3F32A205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4362450"/>
            <a:ext cx="6408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能约束带电粒子运动的磁场的作用效应</a:t>
            </a:r>
          </a:p>
        </p:txBody>
      </p:sp>
      <p:sp>
        <p:nvSpPr>
          <p:cNvPr id="262163" name="Rectangle 19">
            <a:extLst>
              <a:ext uri="{FF2B5EF4-FFF2-40B4-BE49-F238E27FC236}">
                <a16:creationId xmlns:a16="http://schemas.microsoft.com/office/drawing/2014/main" id="{3F80CECC-2992-8670-1212-F7660FE26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713" y="4383088"/>
            <a:ext cx="2309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66FFFF"/>
                </a:solidFill>
              </a:rPr>
              <a:t>── </a:t>
            </a:r>
            <a:r>
              <a:rPr kumimoji="1" lang="zh-CN" altLang="en-US">
                <a:solidFill>
                  <a:srgbClr val="66FFFF"/>
                </a:solidFill>
              </a:rPr>
              <a:t>磁约束</a:t>
            </a:r>
          </a:p>
        </p:txBody>
      </p:sp>
      <p:graphicFrame>
        <p:nvGraphicFramePr>
          <p:cNvPr id="262164" name="Object 3">
            <a:extLst>
              <a:ext uri="{FF2B5EF4-FFF2-40B4-BE49-F238E27FC236}">
                <a16:creationId xmlns:a16="http://schemas.microsoft.com/office/drawing/2014/main" id="{0F6DD239-ABFA-983C-C96F-068A8229BF02}"/>
              </a:ext>
            </a:extLst>
          </p:cNvPr>
          <p:cNvGraphicFramePr>
            <a:graphicFrameLocks/>
          </p:cNvGraphicFramePr>
          <p:nvPr/>
        </p:nvGraphicFramePr>
        <p:xfrm>
          <a:off x="4903788" y="2157413"/>
          <a:ext cx="22098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79133" imgH="868846" progId="Equation.3">
                  <p:embed/>
                </p:oleObj>
              </mc:Choice>
              <mc:Fallback>
                <p:oleObj name="公式" r:id="rId4" imgW="2179133" imgH="868846" progId="Equation.3">
                  <p:embed/>
                  <p:pic>
                    <p:nvPicPr>
                      <p:cNvPr id="262164" name="Object 3">
                        <a:extLst>
                          <a:ext uri="{FF2B5EF4-FFF2-40B4-BE49-F238E27FC236}">
                            <a16:creationId xmlns:a16="http://schemas.microsoft.com/office/drawing/2014/main" id="{0F6DD239-ABFA-983C-C96F-068A8229BF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788" y="2157413"/>
                        <a:ext cx="22098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65" name="Object 4">
            <a:extLst>
              <a:ext uri="{FF2B5EF4-FFF2-40B4-BE49-F238E27FC236}">
                <a16:creationId xmlns:a16="http://schemas.microsoft.com/office/drawing/2014/main" id="{5AA02920-93F2-1C28-5535-F13D79E39AD7}"/>
              </a:ext>
            </a:extLst>
          </p:cNvPr>
          <p:cNvGraphicFramePr>
            <a:graphicFrameLocks/>
          </p:cNvGraphicFramePr>
          <p:nvPr/>
        </p:nvGraphicFramePr>
        <p:xfrm>
          <a:off x="1231900" y="2120900"/>
          <a:ext cx="286861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42478" imgH="868846" progId="Equation.3">
                  <p:embed/>
                </p:oleObj>
              </mc:Choice>
              <mc:Fallback>
                <p:oleObj name="Equation" r:id="rId6" imgW="2842478" imgH="868846" progId="Equation.3">
                  <p:embed/>
                  <p:pic>
                    <p:nvPicPr>
                      <p:cNvPr id="262165" name="Object 4">
                        <a:extLst>
                          <a:ext uri="{FF2B5EF4-FFF2-40B4-BE49-F238E27FC236}">
                            <a16:creationId xmlns:a16="http://schemas.microsoft.com/office/drawing/2014/main" id="{5AA02920-93F2-1C28-5535-F13D79E39AD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2120900"/>
                        <a:ext cx="2868613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2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6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6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6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6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6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6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39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2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55" grpId="0" autoUpdateAnimBg="0"/>
      <p:bldP spid="262156" grpId="0" autoUpdateAnimBg="0"/>
      <p:bldP spid="262158" grpId="0" autoUpdateAnimBg="0"/>
      <p:bldP spid="262159" grpId="0" autoUpdateAnimBg="0"/>
      <p:bldP spid="262160" grpId="0"/>
      <p:bldP spid="262161" grpId="0"/>
      <p:bldP spid="262162" grpId="0"/>
      <p:bldP spid="26216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F230A77-7476-243D-77FB-4F98F6BC310A}"/>
              </a:ext>
            </a:extLst>
          </p:cNvPr>
          <p:cNvGrpSpPr>
            <a:grpSpLocks/>
          </p:cNvGrpSpPr>
          <p:nvPr/>
        </p:nvGrpSpPr>
        <p:grpSpPr bwMode="auto">
          <a:xfrm>
            <a:off x="5799138" y="763588"/>
            <a:ext cx="1936750" cy="1944687"/>
            <a:chOff x="1837" y="1253"/>
            <a:chExt cx="1220" cy="1225"/>
          </a:xfrm>
        </p:grpSpPr>
        <p:pic>
          <p:nvPicPr>
            <p:cNvPr id="18570" name="Picture 3">
              <a:extLst>
                <a:ext uri="{FF2B5EF4-FFF2-40B4-BE49-F238E27FC236}">
                  <a16:creationId xmlns:a16="http://schemas.microsoft.com/office/drawing/2014/main" id="{D9BB98BC-646A-7AC3-2285-AFB1578496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820" b="589"/>
            <a:stretch>
              <a:fillRect/>
            </a:stretch>
          </p:blipFill>
          <p:spPr bwMode="auto">
            <a:xfrm>
              <a:off x="1837" y="1298"/>
              <a:ext cx="363" cy="1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571" name="Picture 4">
              <a:extLst>
                <a:ext uri="{FF2B5EF4-FFF2-40B4-BE49-F238E27FC236}">
                  <a16:creationId xmlns:a16="http://schemas.microsoft.com/office/drawing/2014/main" id="{0D6F5207-B996-1CB3-129F-48159AB12C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16" r="52251" b="-3668"/>
            <a:stretch>
              <a:fillRect/>
            </a:stretch>
          </p:blipFill>
          <p:spPr bwMode="auto">
            <a:xfrm>
              <a:off x="2200" y="1434"/>
              <a:ext cx="181" cy="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72" name="Freeform 5">
              <a:extLst>
                <a:ext uri="{FF2B5EF4-FFF2-40B4-BE49-F238E27FC236}">
                  <a16:creationId xmlns:a16="http://schemas.microsoft.com/office/drawing/2014/main" id="{9A1E3E6C-8AB3-4D7A-9A8E-C036EE197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1525"/>
              <a:ext cx="91" cy="45"/>
            </a:xfrm>
            <a:custGeom>
              <a:avLst/>
              <a:gdLst>
                <a:gd name="T0" fmla="*/ 0 w 45"/>
                <a:gd name="T1" fmla="*/ 0 h 90"/>
                <a:gd name="T2" fmla="*/ 1739477 w 45"/>
                <a:gd name="T3" fmla="*/ 1 h 90"/>
                <a:gd name="T4" fmla="*/ 0 60000 65536"/>
                <a:gd name="T5" fmla="*/ 0 60000 65536"/>
                <a:gd name="T6" fmla="*/ 0 w 45"/>
                <a:gd name="T7" fmla="*/ 0 h 90"/>
                <a:gd name="T8" fmla="*/ 45 w 45"/>
                <a:gd name="T9" fmla="*/ 90 h 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" h="90">
                  <a:moveTo>
                    <a:pt x="0" y="0"/>
                  </a:moveTo>
                  <a:cubicBezTo>
                    <a:pt x="19" y="37"/>
                    <a:pt x="38" y="75"/>
                    <a:pt x="45" y="9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8573" name="Picture 6">
              <a:extLst>
                <a:ext uri="{FF2B5EF4-FFF2-40B4-BE49-F238E27FC236}">
                  <a16:creationId xmlns:a16="http://schemas.microsoft.com/office/drawing/2014/main" id="{EB57B731-F32A-E27C-83F5-C10B421C73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16" r="48628" b="-3668"/>
            <a:stretch>
              <a:fillRect/>
            </a:stretch>
          </p:blipFill>
          <p:spPr bwMode="auto">
            <a:xfrm>
              <a:off x="2426" y="1540"/>
              <a:ext cx="182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74" name="Arc 7">
              <a:extLst>
                <a:ext uri="{FF2B5EF4-FFF2-40B4-BE49-F238E27FC236}">
                  <a16:creationId xmlns:a16="http://schemas.microsoft.com/office/drawing/2014/main" id="{AA186541-C146-40FC-6D11-8E3669BCE28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234" y="1536"/>
              <a:ext cx="431" cy="499"/>
            </a:xfrm>
            <a:custGeom>
              <a:avLst/>
              <a:gdLst>
                <a:gd name="T0" fmla="*/ 0 w 15897"/>
                <a:gd name="T1" fmla="*/ 0 h 18691"/>
                <a:gd name="T2" fmla="*/ 0 w 15897"/>
                <a:gd name="T3" fmla="*/ 0 h 18691"/>
                <a:gd name="T4" fmla="*/ 0 w 15897"/>
                <a:gd name="T5" fmla="*/ 0 h 18691"/>
                <a:gd name="T6" fmla="*/ 0 60000 65536"/>
                <a:gd name="T7" fmla="*/ 0 60000 65536"/>
                <a:gd name="T8" fmla="*/ 0 60000 65536"/>
                <a:gd name="T9" fmla="*/ 0 w 15897"/>
                <a:gd name="T10" fmla="*/ 0 h 18691"/>
                <a:gd name="T11" fmla="*/ 15897 w 15897"/>
                <a:gd name="T12" fmla="*/ 18691 h 186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97" h="18691" fill="none" extrusionOk="0">
                  <a:moveTo>
                    <a:pt x="0" y="4067"/>
                  </a:moveTo>
                  <a:cubicBezTo>
                    <a:pt x="1475" y="2463"/>
                    <a:pt x="3185" y="1092"/>
                    <a:pt x="5070" y="-1"/>
                  </a:cubicBezTo>
                </a:path>
                <a:path w="15897" h="18691" stroke="0" extrusionOk="0">
                  <a:moveTo>
                    <a:pt x="0" y="4067"/>
                  </a:moveTo>
                  <a:cubicBezTo>
                    <a:pt x="1475" y="2463"/>
                    <a:pt x="3185" y="1092"/>
                    <a:pt x="5070" y="-1"/>
                  </a:cubicBezTo>
                  <a:lnTo>
                    <a:pt x="15897" y="18691"/>
                  </a:lnTo>
                  <a:lnTo>
                    <a:pt x="0" y="4067"/>
                  </a:lnTo>
                  <a:close/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8575" name="Picture 8">
              <a:extLst>
                <a:ext uri="{FF2B5EF4-FFF2-40B4-BE49-F238E27FC236}">
                  <a16:creationId xmlns:a16="http://schemas.microsoft.com/office/drawing/2014/main" id="{22FAA873-E46C-8CCB-F095-8AC0695DAC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16" r="52559" b="-5396"/>
            <a:stretch>
              <a:fillRect/>
            </a:stretch>
          </p:blipFill>
          <p:spPr bwMode="auto">
            <a:xfrm>
              <a:off x="2835" y="1661"/>
              <a:ext cx="97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76" name="Freeform 9">
              <a:extLst>
                <a:ext uri="{FF2B5EF4-FFF2-40B4-BE49-F238E27FC236}">
                  <a16:creationId xmlns:a16="http://schemas.microsoft.com/office/drawing/2014/main" id="{2A74341E-50C4-35E9-492E-109EEEDEF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1389"/>
              <a:ext cx="91" cy="91"/>
            </a:xfrm>
            <a:custGeom>
              <a:avLst/>
              <a:gdLst>
                <a:gd name="T0" fmla="*/ 0 w 45"/>
                <a:gd name="T1" fmla="*/ 0 h 90"/>
                <a:gd name="T2" fmla="*/ 1739477 w 45"/>
                <a:gd name="T3" fmla="*/ 105 h 90"/>
                <a:gd name="T4" fmla="*/ 0 60000 65536"/>
                <a:gd name="T5" fmla="*/ 0 60000 65536"/>
                <a:gd name="T6" fmla="*/ 0 w 45"/>
                <a:gd name="T7" fmla="*/ 0 h 90"/>
                <a:gd name="T8" fmla="*/ 45 w 45"/>
                <a:gd name="T9" fmla="*/ 90 h 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" h="90">
                  <a:moveTo>
                    <a:pt x="0" y="0"/>
                  </a:moveTo>
                  <a:cubicBezTo>
                    <a:pt x="19" y="37"/>
                    <a:pt x="38" y="75"/>
                    <a:pt x="45" y="9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8577" name="Picture 10">
              <a:extLst>
                <a:ext uri="{FF2B5EF4-FFF2-40B4-BE49-F238E27FC236}">
                  <a16:creationId xmlns:a16="http://schemas.microsoft.com/office/drawing/2014/main" id="{DA39E5D1-DEC7-4914-466C-256FE1E387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16" r="47626" b="-3668"/>
            <a:stretch>
              <a:fillRect/>
            </a:stretch>
          </p:blipFill>
          <p:spPr bwMode="auto">
            <a:xfrm>
              <a:off x="2635" y="1652"/>
              <a:ext cx="154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78" name="Freeform 11">
              <a:extLst>
                <a:ext uri="{FF2B5EF4-FFF2-40B4-BE49-F238E27FC236}">
                  <a16:creationId xmlns:a16="http://schemas.microsoft.com/office/drawing/2014/main" id="{F5D942DB-4E31-00DA-B8C9-20CA7B79D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752"/>
              <a:ext cx="91" cy="90"/>
            </a:xfrm>
            <a:custGeom>
              <a:avLst/>
              <a:gdLst>
                <a:gd name="T0" fmla="*/ 0 w 45"/>
                <a:gd name="T1" fmla="*/ 0 h 90"/>
                <a:gd name="T2" fmla="*/ 1739477 w 45"/>
                <a:gd name="T3" fmla="*/ 90 h 90"/>
                <a:gd name="T4" fmla="*/ 0 60000 65536"/>
                <a:gd name="T5" fmla="*/ 0 60000 65536"/>
                <a:gd name="T6" fmla="*/ 0 w 45"/>
                <a:gd name="T7" fmla="*/ 0 h 90"/>
                <a:gd name="T8" fmla="*/ 45 w 45"/>
                <a:gd name="T9" fmla="*/ 90 h 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" h="90">
                  <a:moveTo>
                    <a:pt x="0" y="0"/>
                  </a:moveTo>
                  <a:cubicBezTo>
                    <a:pt x="19" y="37"/>
                    <a:pt x="38" y="75"/>
                    <a:pt x="45" y="90"/>
                  </a:cubicBezTo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8579" name="Picture 12">
              <a:extLst>
                <a:ext uri="{FF2B5EF4-FFF2-40B4-BE49-F238E27FC236}">
                  <a16:creationId xmlns:a16="http://schemas.microsoft.com/office/drawing/2014/main" id="{61E9B5A7-9944-C229-EC36-7B66F9468E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16" r="52559" b="-5396"/>
            <a:stretch>
              <a:fillRect/>
            </a:stretch>
          </p:blipFill>
          <p:spPr bwMode="auto">
            <a:xfrm>
              <a:off x="2971" y="1689"/>
              <a:ext cx="86" cy="4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580" name="Rectangle 13">
              <a:extLst>
                <a:ext uri="{FF2B5EF4-FFF2-40B4-BE49-F238E27FC236}">
                  <a16:creationId xmlns:a16="http://schemas.microsoft.com/office/drawing/2014/main" id="{66E85D4A-7A80-B389-298A-8A80CEACF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1253"/>
              <a:ext cx="91" cy="136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1134" name="Text Box 14">
            <a:extLst>
              <a:ext uri="{FF2B5EF4-FFF2-40B4-BE49-F238E27FC236}">
                <a16:creationId xmlns:a16="http://schemas.microsoft.com/office/drawing/2014/main" id="{9D620434-E340-14D9-4B1A-1C6786E9E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1773238"/>
            <a:ext cx="45243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>
                <a:latin typeface="宋体" panose="02010600030101010101" pitchFamily="2" charset="-122"/>
              </a:rPr>
              <a:t>   </a:t>
            </a:r>
            <a:r>
              <a:rPr kumimoji="1" lang="zh-CN" altLang="en-US">
                <a:latin typeface="宋体" panose="02010600030101010101" pitchFamily="2" charset="-122"/>
              </a:rPr>
              <a:t>减少粒子的纵向前进速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</a:rPr>
              <a:t>度，使粒子运动发生</a:t>
            </a:r>
            <a:r>
              <a:rPr kumimoji="1" lang="zh-CN" altLang="en-US"/>
              <a:t>“</a:t>
            </a:r>
            <a:r>
              <a:rPr kumimoji="1" lang="zh-CN" altLang="en-US">
                <a:latin typeface="宋体" panose="02010600030101010101" pitchFamily="2" charset="-122"/>
              </a:rPr>
              <a:t>反射</a:t>
            </a:r>
            <a:r>
              <a:rPr kumimoji="1" lang="zh-CN" altLang="en-US"/>
              <a:t>”</a:t>
            </a:r>
            <a:r>
              <a:rPr kumimoji="1" lang="zh-CN" altLang="en-US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261135" name="Object 2">
            <a:extLst>
              <a:ext uri="{FF2B5EF4-FFF2-40B4-BE49-F238E27FC236}">
                <a16:creationId xmlns:a16="http://schemas.microsoft.com/office/drawing/2014/main" id="{2EFAA068-B1DE-1A61-9681-5191362BEC3F}"/>
              </a:ext>
            </a:extLst>
          </p:cNvPr>
          <p:cNvGraphicFramePr>
            <a:graphicFrameLocks/>
          </p:cNvGraphicFramePr>
          <p:nvPr/>
        </p:nvGraphicFramePr>
        <p:xfrm>
          <a:off x="8310563" y="1628775"/>
          <a:ext cx="2809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1304" imgH="312226" progId="Equation.3">
                  <p:embed/>
                </p:oleObj>
              </mc:Choice>
              <mc:Fallback>
                <p:oleObj name="Equation" r:id="rId3" imgW="251304" imgH="312226" progId="Equation.3">
                  <p:embed/>
                  <p:pic>
                    <p:nvPicPr>
                      <p:cNvPr id="261135" name="Object 2">
                        <a:extLst>
                          <a:ext uri="{FF2B5EF4-FFF2-40B4-BE49-F238E27FC236}">
                            <a16:creationId xmlns:a16="http://schemas.microsoft.com/office/drawing/2014/main" id="{2EFAA068-B1DE-1A61-9681-5191362BEC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0563" y="1628775"/>
                        <a:ext cx="280987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6" name="Object 3">
            <a:extLst>
              <a:ext uri="{FF2B5EF4-FFF2-40B4-BE49-F238E27FC236}">
                <a16:creationId xmlns:a16="http://schemas.microsoft.com/office/drawing/2014/main" id="{B9095502-1E5F-2D18-6413-F3B7134CEF4A}"/>
              </a:ext>
            </a:extLst>
          </p:cNvPr>
          <p:cNvGraphicFramePr>
            <a:graphicFrameLocks/>
          </p:cNvGraphicFramePr>
          <p:nvPr/>
        </p:nvGraphicFramePr>
        <p:xfrm>
          <a:off x="5184775" y="1344613"/>
          <a:ext cx="28098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1304" imgH="411480" progId="Equation.3">
                  <p:embed/>
                </p:oleObj>
              </mc:Choice>
              <mc:Fallback>
                <p:oleObj name="Equation" r:id="rId5" imgW="251304" imgH="411480" progId="Equation.3">
                  <p:embed/>
                  <p:pic>
                    <p:nvPicPr>
                      <p:cNvPr id="261136" name="Object 3">
                        <a:extLst>
                          <a:ext uri="{FF2B5EF4-FFF2-40B4-BE49-F238E27FC236}">
                            <a16:creationId xmlns:a16="http://schemas.microsoft.com/office/drawing/2014/main" id="{B9095502-1E5F-2D18-6413-F3B7134CEF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75" y="1344613"/>
                        <a:ext cx="28098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37" name="Line 17">
            <a:extLst>
              <a:ext uri="{FF2B5EF4-FFF2-40B4-BE49-F238E27FC236}">
                <a16:creationId xmlns:a16="http://schemas.microsoft.com/office/drawing/2014/main" id="{7D1A0AC1-2623-0753-30E7-D42B15C1B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5513" y="846138"/>
            <a:ext cx="0" cy="6858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8" name="Line 18">
            <a:extLst>
              <a:ext uri="{FF2B5EF4-FFF2-40B4-BE49-F238E27FC236}">
                <a16:creationId xmlns:a16="http://schemas.microsoft.com/office/drawing/2014/main" id="{A6F93823-82E2-E97D-A092-944AC1DEDA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1788" y="846138"/>
            <a:ext cx="533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1139" name="Object 4">
            <a:extLst>
              <a:ext uri="{FF2B5EF4-FFF2-40B4-BE49-F238E27FC236}">
                <a16:creationId xmlns:a16="http://schemas.microsoft.com/office/drawing/2014/main" id="{8B9E9B38-B2CA-34D7-DBAC-CABC62D59914}"/>
              </a:ext>
            </a:extLst>
          </p:cNvPr>
          <p:cNvGraphicFramePr>
            <a:graphicFrameLocks/>
          </p:cNvGraphicFramePr>
          <p:nvPr/>
        </p:nvGraphicFramePr>
        <p:xfrm>
          <a:off x="4956175" y="658813"/>
          <a:ext cx="35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7442" imgH="426942" progId="Equation.3">
                  <p:embed/>
                </p:oleObj>
              </mc:Choice>
              <mc:Fallback>
                <p:oleObj name="Equation" r:id="rId7" imgW="327442" imgH="426942" progId="Equation.3">
                  <p:embed/>
                  <p:pic>
                    <p:nvPicPr>
                      <p:cNvPr id="261139" name="Object 4">
                        <a:extLst>
                          <a:ext uri="{FF2B5EF4-FFF2-40B4-BE49-F238E27FC236}">
                            <a16:creationId xmlns:a16="http://schemas.microsoft.com/office/drawing/2014/main" id="{8B9E9B38-B2CA-34D7-DBAC-CABC62D5991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658813"/>
                        <a:ext cx="355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40" name="Object 5">
            <a:extLst>
              <a:ext uri="{FF2B5EF4-FFF2-40B4-BE49-F238E27FC236}">
                <a16:creationId xmlns:a16="http://schemas.microsoft.com/office/drawing/2014/main" id="{701AE5CE-64BD-712B-21A6-7A8C86BDEB23}"/>
              </a:ext>
            </a:extLst>
          </p:cNvPr>
          <p:cNvGraphicFramePr>
            <a:graphicFrameLocks/>
          </p:cNvGraphicFramePr>
          <p:nvPr/>
        </p:nvGraphicFramePr>
        <p:xfrm>
          <a:off x="5584825" y="1333500"/>
          <a:ext cx="3667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5404" imgH="411480" progId="Equation.3">
                  <p:embed/>
                </p:oleObj>
              </mc:Choice>
              <mc:Fallback>
                <p:oleObj name="Equation" r:id="rId9" imgW="335404" imgH="411480" progId="Equation.3">
                  <p:embed/>
                  <p:pic>
                    <p:nvPicPr>
                      <p:cNvPr id="261140" name="Object 5">
                        <a:extLst>
                          <a:ext uri="{FF2B5EF4-FFF2-40B4-BE49-F238E27FC236}">
                            <a16:creationId xmlns:a16="http://schemas.microsoft.com/office/drawing/2014/main" id="{701AE5CE-64BD-712B-21A6-7A8C86BDEB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4825" y="1333500"/>
                        <a:ext cx="3667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41" name="Line 21">
            <a:extLst>
              <a:ext uri="{FF2B5EF4-FFF2-40B4-BE49-F238E27FC236}">
                <a16:creationId xmlns:a16="http://schemas.microsoft.com/office/drawing/2014/main" id="{55236A16-4B6B-9207-11E2-F558C2C0B4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7988" y="846138"/>
            <a:ext cx="4572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3" name="Rectangle 22">
            <a:extLst>
              <a:ext uri="{FF2B5EF4-FFF2-40B4-BE49-F238E27FC236}">
                <a16:creationId xmlns:a16="http://schemas.microsoft.com/office/drawing/2014/main" id="{4969AF2A-940C-5602-B96C-2353A8717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2659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纵向磁约束</a:t>
            </a:r>
          </a:p>
        </p:txBody>
      </p:sp>
      <p:graphicFrame>
        <p:nvGraphicFramePr>
          <p:cNvPr id="261143" name="Object 6">
            <a:extLst>
              <a:ext uri="{FF2B5EF4-FFF2-40B4-BE49-F238E27FC236}">
                <a16:creationId xmlns:a16="http://schemas.microsoft.com/office/drawing/2014/main" id="{8C24BF4F-4B87-1D9B-D9A4-BA1C2D72EB78}"/>
              </a:ext>
            </a:extLst>
          </p:cNvPr>
          <p:cNvGraphicFramePr>
            <a:graphicFrameLocks/>
          </p:cNvGraphicFramePr>
          <p:nvPr/>
        </p:nvGraphicFramePr>
        <p:xfrm>
          <a:off x="1566863" y="976313"/>
          <a:ext cx="35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7442" imgH="426942" progId="Equation.3">
                  <p:embed/>
                </p:oleObj>
              </mc:Choice>
              <mc:Fallback>
                <p:oleObj name="Equation" r:id="rId7" imgW="327442" imgH="426942" progId="Equation.3">
                  <p:embed/>
                  <p:pic>
                    <p:nvPicPr>
                      <p:cNvPr id="261143" name="Object 6">
                        <a:extLst>
                          <a:ext uri="{FF2B5EF4-FFF2-40B4-BE49-F238E27FC236}">
                            <a16:creationId xmlns:a16="http://schemas.microsoft.com/office/drawing/2014/main" id="{8C24BF4F-4B87-1D9B-D9A4-BA1C2D72EB7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863" y="976313"/>
                        <a:ext cx="355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44" name="Object 7">
            <a:extLst>
              <a:ext uri="{FF2B5EF4-FFF2-40B4-BE49-F238E27FC236}">
                <a16:creationId xmlns:a16="http://schemas.microsoft.com/office/drawing/2014/main" id="{CE819F6E-5E26-E7EF-C154-156C88BB4FB5}"/>
              </a:ext>
            </a:extLst>
          </p:cNvPr>
          <p:cNvGraphicFramePr>
            <a:graphicFrameLocks/>
          </p:cNvGraphicFramePr>
          <p:nvPr/>
        </p:nvGraphicFramePr>
        <p:xfrm>
          <a:off x="728663" y="976313"/>
          <a:ext cx="7127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78273" imgH="411480" progId="Equation.3">
                  <p:embed/>
                </p:oleObj>
              </mc:Choice>
              <mc:Fallback>
                <p:oleObj name="Equation" r:id="rId12" imgW="678273" imgH="411480" progId="Equation.3">
                  <p:embed/>
                  <p:pic>
                    <p:nvPicPr>
                      <p:cNvPr id="261144" name="Object 7">
                        <a:extLst>
                          <a:ext uri="{FF2B5EF4-FFF2-40B4-BE49-F238E27FC236}">
                            <a16:creationId xmlns:a16="http://schemas.microsoft.com/office/drawing/2014/main" id="{CE819F6E-5E26-E7EF-C154-156C88BB4FB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976313"/>
                        <a:ext cx="71278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45" name="Object 8">
            <a:extLst>
              <a:ext uri="{FF2B5EF4-FFF2-40B4-BE49-F238E27FC236}">
                <a16:creationId xmlns:a16="http://schemas.microsoft.com/office/drawing/2014/main" id="{CD132BEA-74F7-BF15-3052-01BE3E4B337C}"/>
              </a:ext>
            </a:extLst>
          </p:cNvPr>
          <p:cNvGraphicFramePr>
            <a:graphicFrameLocks/>
          </p:cNvGraphicFramePr>
          <p:nvPr/>
        </p:nvGraphicFramePr>
        <p:xfrm>
          <a:off x="2328863" y="976313"/>
          <a:ext cx="36671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5404" imgH="411480" progId="Equation.3">
                  <p:embed/>
                </p:oleObj>
              </mc:Choice>
              <mc:Fallback>
                <p:oleObj name="Equation" r:id="rId9" imgW="335404" imgH="411480" progId="Equation.3">
                  <p:embed/>
                  <p:pic>
                    <p:nvPicPr>
                      <p:cNvPr id="261145" name="Object 8">
                        <a:extLst>
                          <a:ext uri="{FF2B5EF4-FFF2-40B4-BE49-F238E27FC236}">
                            <a16:creationId xmlns:a16="http://schemas.microsoft.com/office/drawing/2014/main" id="{CD132BEA-74F7-BF15-3052-01BE3E4B33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863" y="976313"/>
                        <a:ext cx="366712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46" name="Object 9">
            <a:extLst>
              <a:ext uri="{FF2B5EF4-FFF2-40B4-BE49-F238E27FC236}">
                <a16:creationId xmlns:a16="http://schemas.microsoft.com/office/drawing/2014/main" id="{E7085356-349E-F449-0F06-7FB09123E923}"/>
              </a:ext>
            </a:extLst>
          </p:cNvPr>
          <p:cNvGraphicFramePr>
            <a:graphicFrameLocks/>
          </p:cNvGraphicFramePr>
          <p:nvPr/>
        </p:nvGraphicFramePr>
        <p:xfrm>
          <a:off x="715963" y="1844675"/>
          <a:ext cx="35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7442" imgH="426942" progId="Equation.3">
                  <p:embed/>
                </p:oleObj>
              </mc:Choice>
              <mc:Fallback>
                <p:oleObj name="Equation" r:id="rId7" imgW="327442" imgH="426942" progId="Equation.3">
                  <p:embed/>
                  <p:pic>
                    <p:nvPicPr>
                      <p:cNvPr id="261146" name="Object 9">
                        <a:extLst>
                          <a:ext uri="{FF2B5EF4-FFF2-40B4-BE49-F238E27FC236}">
                            <a16:creationId xmlns:a16="http://schemas.microsoft.com/office/drawing/2014/main" id="{E7085356-349E-F449-0F06-7FB09123E9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1844675"/>
                        <a:ext cx="355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47" name="AutoShape 27">
            <a:extLst>
              <a:ext uri="{FF2B5EF4-FFF2-40B4-BE49-F238E27FC236}">
                <a16:creationId xmlns:a16="http://schemas.microsoft.com/office/drawing/2014/main" id="{A2D73A35-8F5F-4575-CB57-3A543EB85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775" y="430213"/>
            <a:ext cx="914400" cy="533400"/>
          </a:xfrm>
          <a:prstGeom prst="wedgeRectCallout">
            <a:avLst>
              <a:gd name="adj1" fmla="val 41148"/>
              <a:gd name="adj2" fmla="val 274106"/>
            </a:avLst>
          </a:prstGeom>
          <a:noFill/>
          <a:ln w="952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/>
              <a:t>磁镜</a:t>
            </a:r>
          </a:p>
        </p:txBody>
      </p:sp>
      <p:sp>
        <p:nvSpPr>
          <p:cNvPr id="261148" name="Text Box 28">
            <a:extLst>
              <a:ext uri="{FF2B5EF4-FFF2-40B4-BE49-F238E27FC236}">
                <a16:creationId xmlns:a16="http://schemas.microsoft.com/office/drawing/2014/main" id="{8138A3D5-0B33-1BA0-D30A-53E6921FB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2924175"/>
            <a:ext cx="830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</a:rPr>
              <a:t>在非均匀磁场中，纵向运动受到抑制</a:t>
            </a:r>
            <a:r>
              <a:rPr kumimoji="1" lang="en-US" altLang="zh-CN"/>
              <a:t>——</a:t>
            </a:r>
            <a:r>
              <a:rPr kumimoji="1"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磁镜效应</a:t>
            </a:r>
          </a:p>
        </p:txBody>
      </p:sp>
      <p:sp>
        <p:nvSpPr>
          <p:cNvPr id="261149" name="Text Box 29">
            <a:extLst>
              <a:ext uri="{FF2B5EF4-FFF2-40B4-BE49-F238E27FC236}">
                <a16:creationId xmlns:a16="http://schemas.microsoft.com/office/drawing/2014/main" id="{F31D4C01-10AE-B363-F2CE-4C6FBD749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663" y="4243388"/>
            <a:ext cx="4108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宋体" panose="02010600030101010101" pitchFamily="2" charset="-122"/>
              </a:rPr>
              <a:t>受控热核聚变实验研究</a:t>
            </a:r>
          </a:p>
        </p:txBody>
      </p:sp>
      <p:sp>
        <p:nvSpPr>
          <p:cNvPr id="261150" name="Text Box 30">
            <a:extLst>
              <a:ext uri="{FF2B5EF4-FFF2-40B4-BE49-F238E27FC236}">
                <a16:creationId xmlns:a16="http://schemas.microsoft.com/office/drawing/2014/main" id="{F7260D57-58F7-5CBB-5D21-B4657BE0F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3690938"/>
            <a:ext cx="3770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磁镜效应的典型应用</a:t>
            </a:r>
          </a:p>
        </p:txBody>
      </p:sp>
      <p:grpSp>
        <p:nvGrpSpPr>
          <p:cNvPr id="3" name="Group 31">
            <a:extLst>
              <a:ext uri="{FF2B5EF4-FFF2-40B4-BE49-F238E27FC236}">
                <a16:creationId xmlns:a16="http://schemas.microsoft.com/office/drawing/2014/main" id="{6CCD4934-8EEC-523E-30AA-3AE69D556897}"/>
              </a:ext>
            </a:extLst>
          </p:cNvPr>
          <p:cNvGrpSpPr>
            <a:grpSpLocks/>
          </p:cNvGrpSpPr>
          <p:nvPr/>
        </p:nvGrpSpPr>
        <p:grpSpPr bwMode="auto">
          <a:xfrm>
            <a:off x="5718175" y="620713"/>
            <a:ext cx="2514600" cy="2309812"/>
            <a:chOff x="3696" y="482"/>
            <a:chExt cx="1584" cy="1455"/>
          </a:xfrm>
        </p:grpSpPr>
        <p:sp>
          <p:nvSpPr>
            <p:cNvPr id="18564" name="Freeform 32">
              <a:extLst>
                <a:ext uri="{FF2B5EF4-FFF2-40B4-BE49-F238E27FC236}">
                  <a16:creationId xmlns:a16="http://schemas.microsoft.com/office/drawing/2014/main" id="{657DCE74-5B69-8DDC-8FDD-F0E42A1D3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3" y="482"/>
              <a:ext cx="1516" cy="544"/>
            </a:xfrm>
            <a:custGeom>
              <a:avLst/>
              <a:gdLst>
                <a:gd name="T0" fmla="*/ 0 w 884"/>
                <a:gd name="T1" fmla="*/ 0 h 150"/>
                <a:gd name="T2" fmla="*/ 18857 w 884"/>
                <a:gd name="T3" fmla="*/ 0 h 150"/>
                <a:gd name="T4" fmla="*/ 55457 w 884"/>
                <a:gd name="T5" fmla="*/ 1501695230 h 150"/>
                <a:gd name="T6" fmla="*/ 114545 w 884"/>
                <a:gd name="T7" fmla="*/ 2147483646 h 150"/>
                <a:gd name="T8" fmla="*/ 211064 w 884"/>
                <a:gd name="T9" fmla="*/ 2147483646 h 150"/>
                <a:gd name="T10" fmla="*/ 329327 w 884"/>
                <a:gd name="T11" fmla="*/ 2147483646 h 150"/>
                <a:gd name="T12" fmla="*/ 465997 w 884"/>
                <a:gd name="T13" fmla="*/ 2147483646 h 150"/>
                <a:gd name="T14" fmla="*/ 623800 w 884"/>
                <a:gd name="T15" fmla="*/ 2147483646 h 150"/>
                <a:gd name="T16" fmla="*/ 818002 w 884"/>
                <a:gd name="T17" fmla="*/ 2147483646 h 150"/>
                <a:gd name="T18" fmla="*/ 1011921 w 884"/>
                <a:gd name="T19" fmla="*/ 2147483646 h 150"/>
                <a:gd name="T20" fmla="*/ 1227538 w 884"/>
                <a:gd name="T21" fmla="*/ 2147483646 h 150"/>
                <a:gd name="T22" fmla="*/ 1735376 w 884"/>
                <a:gd name="T23" fmla="*/ 2147483646 h 150"/>
                <a:gd name="T24" fmla="*/ 2281625 w 884"/>
                <a:gd name="T25" fmla="*/ 2147483646 h 150"/>
                <a:gd name="T26" fmla="*/ 2885445 w 884"/>
                <a:gd name="T27" fmla="*/ 2147483646 h 150"/>
                <a:gd name="T28" fmla="*/ 2885445 w 884"/>
                <a:gd name="T29" fmla="*/ 2147483646 h 150"/>
                <a:gd name="T30" fmla="*/ 2281625 w 884"/>
                <a:gd name="T31" fmla="*/ 2147483646 h 150"/>
                <a:gd name="T32" fmla="*/ 1735376 w 884"/>
                <a:gd name="T33" fmla="*/ 2147483646 h 150"/>
                <a:gd name="T34" fmla="*/ 1227538 w 884"/>
                <a:gd name="T35" fmla="*/ 2147483646 h 150"/>
                <a:gd name="T36" fmla="*/ 1011921 w 884"/>
                <a:gd name="T37" fmla="*/ 2147483646 h 150"/>
                <a:gd name="T38" fmla="*/ 818002 w 884"/>
                <a:gd name="T39" fmla="*/ 2147483646 h 150"/>
                <a:gd name="T40" fmla="*/ 623800 w 884"/>
                <a:gd name="T41" fmla="*/ 2147483646 h 150"/>
                <a:gd name="T42" fmla="*/ 465997 w 884"/>
                <a:gd name="T43" fmla="*/ 2147483646 h 150"/>
                <a:gd name="T44" fmla="*/ 329327 w 884"/>
                <a:gd name="T45" fmla="*/ 2147483646 h 150"/>
                <a:gd name="T46" fmla="*/ 211064 w 884"/>
                <a:gd name="T47" fmla="*/ 2147483646 h 150"/>
                <a:gd name="T48" fmla="*/ 114545 w 884"/>
                <a:gd name="T49" fmla="*/ 2147483646 h 150"/>
                <a:gd name="T50" fmla="*/ 55457 w 884"/>
                <a:gd name="T51" fmla="*/ 1501695230 h 150"/>
                <a:gd name="T52" fmla="*/ 18857 w 884"/>
                <a:gd name="T53" fmla="*/ 0 h 150"/>
                <a:gd name="T54" fmla="*/ 0 w 884"/>
                <a:gd name="T55" fmla="*/ 0 h 150"/>
                <a:gd name="T56" fmla="*/ 0 w 884"/>
                <a:gd name="T57" fmla="*/ 0 h 15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84"/>
                <a:gd name="T88" fmla="*/ 0 h 150"/>
                <a:gd name="T89" fmla="*/ 884 w 884"/>
                <a:gd name="T90" fmla="*/ 150 h 15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84" h="150">
                  <a:moveTo>
                    <a:pt x="0" y="0"/>
                  </a:moveTo>
                  <a:lnTo>
                    <a:pt x="6" y="0"/>
                  </a:lnTo>
                  <a:lnTo>
                    <a:pt x="17" y="6"/>
                  </a:lnTo>
                  <a:lnTo>
                    <a:pt x="35" y="12"/>
                  </a:lnTo>
                  <a:lnTo>
                    <a:pt x="65" y="24"/>
                  </a:lnTo>
                  <a:lnTo>
                    <a:pt x="101" y="36"/>
                  </a:lnTo>
                  <a:lnTo>
                    <a:pt x="143" y="48"/>
                  </a:lnTo>
                  <a:lnTo>
                    <a:pt x="191" y="60"/>
                  </a:lnTo>
                  <a:lnTo>
                    <a:pt x="251" y="78"/>
                  </a:lnTo>
                  <a:lnTo>
                    <a:pt x="310" y="90"/>
                  </a:lnTo>
                  <a:lnTo>
                    <a:pt x="376" y="102"/>
                  </a:lnTo>
                  <a:lnTo>
                    <a:pt x="532" y="126"/>
                  </a:lnTo>
                  <a:lnTo>
                    <a:pt x="699" y="144"/>
                  </a:lnTo>
                  <a:lnTo>
                    <a:pt x="884" y="150"/>
                  </a:lnTo>
                  <a:lnTo>
                    <a:pt x="699" y="144"/>
                  </a:lnTo>
                  <a:lnTo>
                    <a:pt x="532" y="126"/>
                  </a:lnTo>
                  <a:lnTo>
                    <a:pt x="376" y="102"/>
                  </a:lnTo>
                  <a:lnTo>
                    <a:pt x="310" y="90"/>
                  </a:lnTo>
                  <a:lnTo>
                    <a:pt x="251" y="78"/>
                  </a:lnTo>
                  <a:lnTo>
                    <a:pt x="191" y="60"/>
                  </a:lnTo>
                  <a:lnTo>
                    <a:pt x="143" y="48"/>
                  </a:lnTo>
                  <a:lnTo>
                    <a:pt x="101" y="36"/>
                  </a:lnTo>
                  <a:lnTo>
                    <a:pt x="65" y="24"/>
                  </a:lnTo>
                  <a:lnTo>
                    <a:pt x="35" y="12"/>
                  </a:lnTo>
                  <a:lnTo>
                    <a:pt x="17" y="6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5" name="Freeform 33">
              <a:extLst>
                <a:ext uri="{FF2B5EF4-FFF2-40B4-BE49-F238E27FC236}">
                  <a16:creationId xmlns:a16="http://schemas.microsoft.com/office/drawing/2014/main" id="{FC4F83F7-C9E8-A747-661D-6FD910874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1456"/>
              <a:ext cx="1475" cy="481"/>
            </a:xfrm>
            <a:custGeom>
              <a:avLst/>
              <a:gdLst>
                <a:gd name="T0" fmla="*/ 0 w 884"/>
                <a:gd name="T1" fmla="*/ 2147483646 h 150"/>
                <a:gd name="T2" fmla="*/ 13040 w 884"/>
                <a:gd name="T3" fmla="*/ 2147483646 h 150"/>
                <a:gd name="T4" fmla="*/ 36304 w 884"/>
                <a:gd name="T5" fmla="*/ 2147483646 h 150"/>
                <a:gd name="T6" fmla="*/ 75465 w 884"/>
                <a:gd name="T7" fmla="*/ 2147483646 h 150"/>
                <a:gd name="T8" fmla="*/ 139858 w 884"/>
                <a:gd name="T9" fmla="*/ 2147483646 h 150"/>
                <a:gd name="T10" fmla="*/ 219236 w 884"/>
                <a:gd name="T11" fmla="*/ 2147483646 h 150"/>
                <a:gd name="T12" fmla="*/ 310055 w 884"/>
                <a:gd name="T13" fmla="*/ 2147483646 h 150"/>
                <a:gd name="T14" fmla="*/ 413572 w 884"/>
                <a:gd name="T15" fmla="*/ 2147483646 h 150"/>
                <a:gd name="T16" fmla="*/ 543107 w 884"/>
                <a:gd name="T17" fmla="*/ 2147483646 h 150"/>
                <a:gd name="T18" fmla="*/ 670726 w 884"/>
                <a:gd name="T19" fmla="*/ 2147483646 h 150"/>
                <a:gd name="T20" fmla="*/ 812697 w 884"/>
                <a:gd name="T21" fmla="*/ 1872319474 h 150"/>
                <a:gd name="T22" fmla="*/ 1151411 w 884"/>
                <a:gd name="T23" fmla="*/ 936323149 h 150"/>
                <a:gd name="T24" fmla="*/ 1512045 w 884"/>
                <a:gd name="T25" fmla="*/ 231876472 h 150"/>
                <a:gd name="T26" fmla="*/ 1911937 w 884"/>
                <a:gd name="T27" fmla="*/ 0 h 150"/>
                <a:gd name="T28" fmla="*/ 1911937 w 884"/>
                <a:gd name="T29" fmla="*/ 0 h 150"/>
                <a:gd name="T30" fmla="*/ 1512045 w 884"/>
                <a:gd name="T31" fmla="*/ 231876472 h 150"/>
                <a:gd name="T32" fmla="*/ 1151411 w 884"/>
                <a:gd name="T33" fmla="*/ 936323149 h 150"/>
                <a:gd name="T34" fmla="*/ 812697 w 884"/>
                <a:gd name="T35" fmla="*/ 1872319474 h 150"/>
                <a:gd name="T36" fmla="*/ 670726 w 884"/>
                <a:gd name="T37" fmla="*/ 2147483646 h 150"/>
                <a:gd name="T38" fmla="*/ 543107 w 884"/>
                <a:gd name="T39" fmla="*/ 2147483646 h 150"/>
                <a:gd name="T40" fmla="*/ 413572 w 884"/>
                <a:gd name="T41" fmla="*/ 2147483646 h 150"/>
                <a:gd name="T42" fmla="*/ 310055 w 884"/>
                <a:gd name="T43" fmla="*/ 2147483646 h 150"/>
                <a:gd name="T44" fmla="*/ 219236 w 884"/>
                <a:gd name="T45" fmla="*/ 2147483646 h 150"/>
                <a:gd name="T46" fmla="*/ 139858 w 884"/>
                <a:gd name="T47" fmla="*/ 2147483646 h 150"/>
                <a:gd name="T48" fmla="*/ 75465 w 884"/>
                <a:gd name="T49" fmla="*/ 2147483646 h 150"/>
                <a:gd name="T50" fmla="*/ 36304 w 884"/>
                <a:gd name="T51" fmla="*/ 2147483646 h 150"/>
                <a:gd name="T52" fmla="*/ 13040 w 884"/>
                <a:gd name="T53" fmla="*/ 2147483646 h 150"/>
                <a:gd name="T54" fmla="*/ 0 w 884"/>
                <a:gd name="T55" fmla="*/ 2147483646 h 150"/>
                <a:gd name="T56" fmla="*/ 0 w 884"/>
                <a:gd name="T57" fmla="*/ 2147483646 h 15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884"/>
                <a:gd name="T88" fmla="*/ 0 h 150"/>
                <a:gd name="T89" fmla="*/ 884 w 884"/>
                <a:gd name="T90" fmla="*/ 150 h 15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884" h="150">
                  <a:moveTo>
                    <a:pt x="0" y="150"/>
                  </a:moveTo>
                  <a:lnTo>
                    <a:pt x="6" y="150"/>
                  </a:lnTo>
                  <a:lnTo>
                    <a:pt x="17" y="144"/>
                  </a:lnTo>
                  <a:lnTo>
                    <a:pt x="35" y="138"/>
                  </a:lnTo>
                  <a:lnTo>
                    <a:pt x="65" y="126"/>
                  </a:lnTo>
                  <a:lnTo>
                    <a:pt x="101" y="114"/>
                  </a:lnTo>
                  <a:lnTo>
                    <a:pt x="143" y="102"/>
                  </a:lnTo>
                  <a:lnTo>
                    <a:pt x="191" y="90"/>
                  </a:lnTo>
                  <a:lnTo>
                    <a:pt x="251" y="78"/>
                  </a:lnTo>
                  <a:lnTo>
                    <a:pt x="310" y="60"/>
                  </a:lnTo>
                  <a:lnTo>
                    <a:pt x="376" y="48"/>
                  </a:lnTo>
                  <a:lnTo>
                    <a:pt x="532" y="24"/>
                  </a:lnTo>
                  <a:lnTo>
                    <a:pt x="699" y="6"/>
                  </a:lnTo>
                  <a:lnTo>
                    <a:pt x="884" y="0"/>
                  </a:lnTo>
                  <a:lnTo>
                    <a:pt x="699" y="6"/>
                  </a:lnTo>
                  <a:lnTo>
                    <a:pt x="532" y="24"/>
                  </a:lnTo>
                  <a:lnTo>
                    <a:pt x="376" y="48"/>
                  </a:lnTo>
                  <a:lnTo>
                    <a:pt x="310" y="60"/>
                  </a:lnTo>
                  <a:lnTo>
                    <a:pt x="251" y="78"/>
                  </a:lnTo>
                  <a:lnTo>
                    <a:pt x="191" y="90"/>
                  </a:lnTo>
                  <a:lnTo>
                    <a:pt x="143" y="102"/>
                  </a:lnTo>
                  <a:lnTo>
                    <a:pt x="101" y="114"/>
                  </a:lnTo>
                  <a:lnTo>
                    <a:pt x="65" y="126"/>
                  </a:lnTo>
                  <a:lnTo>
                    <a:pt x="35" y="138"/>
                  </a:lnTo>
                  <a:lnTo>
                    <a:pt x="17" y="144"/>
                  </a:lnTo>
                  <a:lnTo>
                    <a:pt x="6" y="150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000000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6" name="Freeform 34">
              <a:extLst>
                <a:ext uri="{FF2B5EF4-FFF2-40B4-BE49-F238E27FC236}">
                  <a16:creationId xmlns:a16="http://schemas.microsoft.com/office/drawing/2014/main" id="{C96A0FCA-B003-01DD-11F8-E16284874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221"/>
              <a:ext cx="1557" cy="4"/>
            </a:xfrm>
            <a:custGeom>
              <a:avLst/>
              <a:gdLst>
                <a:gd name="T0" fmla="*/ 933549 w 986"/>
                <a:gd name="T1" fmla="*/ 0 h 4"/>
                <a:gd name="T2" fmla="*/ 0 w 986"/>
                <a:gd name="T3" fmla="*/ 0 h 4"/>
                <a:gd name="T4" fmla="*/ 933549 w 986"/>
                <a:gd name="T5" fmla="*/ 0 h 4"/>
                <a:gd name="T6" fmla="*/ 933549 w 986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86"/>
                <a:gd name="T13" fmla="*/ 0 h 4"/>
                <a:gd name="T14" fmla="*/ 986 w 986"/>
                <a:gd name="T15" fmla="*/ 4 h 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86" h="4">
                  <a:moveTo>
                    <a:pt x="986" y="0"/>
                  </a:moveTo>
                  <a:lnTo>
                    <a:pt x="0" y="0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000000"/>
            </a:solidFill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7" name="Line 35">
              <a:extLst>
                <a:ext uri="{FF2B5EF4-FFF2-40B4-BE49-F238E27FC236}">
                  <a16:creationId xmlns:a16="http://schemas.microsoft.com/office/drawing/2014/main" id="{0DBA5F7D-35E1-B4CF-0416-1EBC1E589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3" y="1221"/>
              <a:ext cx="27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8" name="Line 36">
              <a:extLst>
                <a:ext uri="{FF2B5EF4-FFF2-40B4-BE49-F238E27FC236}">
                  <a16:creationId xmlns:a16="http://schemas.microsoft.com/office/drawing/2014/main" id="{F452BD73-F4EF-83FA-3A1D-4F7CFEB49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3" y="1456"/>
              <a:ext cx="27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9" name="Line 37">
              <a:extLst>
                <a:ext uri="{FF2B5EF4-FFF2-40B4-BE49-F238E27FC236}">
                  <a16:creationId xmlns:a16="http://schemas.microsoft.com/office/drawing/2014/main" id="{03370075-5385-709B-193D-C1357D254D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3" y="1026"/>
              <a:ext cx="27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1158" name="Oval 38">
            <a:extLst>
              <a:ext uri="{FF2B5EF4-FFF2-40B4-BE49-F238E27FC236}">
                <a16:creationId xmlns:a16="http://schemas.microsoft.com/office/drawing/2014/main" id="{4B99D1FB-BD53-A6A3-76A7-1145B5286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693738"/>
            <a:ext cx="228600" cy="2286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1159" name="Rectangle 39">
            <a:extLst>
              <a:ext uri="{FF2B5EF4-FFF2-40B4-BE49-F238E27FC236}">
                <a16:creationId xmlns:a16="http://schemas.microsoft.com/office/drawing/2014/main" id="{A9900677-32E0-D1F7-925C-F21A877C1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8" y="4797425"/>
            <a:ext cx="45481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>
                <a:latin typeface="宋体" panose="02010600030101010101" pitchFamily="2" charset="-122"/>
              </a:rPr>
              <a:t>    </a:t>
            </a:r>
            <a:r>
              <a:rPr kumimoji="1" lang="zh-CN" altLang="en-US">
                <a:latin typeface="宋体" panose="02010600030101010101" pitchFamily="2" charset="-122"/>
              </a:rPr>
              <a:t>能约束运动带电粒子的磁场分布称为</a:t>
            </a:r>
            <a:r>
              <a:rPr kumimoji="1" lang="zh-CN" altLang="en-US">
                <a:solidFill>
                  <a:srgbClr val="00FFFF"/>
                </a:solidFill>
                <a:latin typeface="宋体" panose="02010600030101010101" pitchFamily="2" charset="-122"/>
              </a:rPr>
              <a:t>磁镜约束 </a:t>
            </a:r>
            <a:r>
              <a:rPr kumimoji="1" lang="en-US" altLang="zh-CN"/>
              <a:t>——</a:t>
            </a:r>
            <a:r>
              <a:rPr kumimoji="1" lang="en-US" altLang="zh-CN">
                <a:latin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00FFFF"/>
                </a:solidFill>
                <a:latin typeface="宋体" panose="02010600030101010101" pitchFamily="2" charset="-122"/>
              </a:rPr>
              <a:t>磁瓶</a:t>
            </a:r>
          </a:p>
        </p:txBody>
      </p:sp>
      <p:sp>
        <p:nvSpPr>
          <p:cNvPr id="261160" name="Text Box 40">
            <a:extLst>
              <a:ext uri="{FF2B5EF4-FFF2-40B4-BE49-F238E27FC236}">
                <a16:creationId xmlns:a16="http://schemas.microsoft.com/office/drawing/2014/main" id="{8EB8DCFE-578C-8FC7-22DA-E31057342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5876925"/>
            <a:ext cx="538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00"/>
                </a:solidFill>
              </a:rPr>
              <a:t>•</a:t>
            </a:r>
            <a:r>
              <a:rPr kumimoji="1"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地球的磁约束效应 </a:t>
            </a:r>
            <a:r>
              <a:rPr kumimoji="1" lang="en-US" altLang="zh-CN">
                <a:solidFill>
                  <a:srgbClr val="66FFFF"/>
                </a:solidFill>
              </a:rPr>
              <a:t>——</a:t>
            </a:r>
            <a:r>
              <a:rPr kumimoji="1"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</a:rPr>
              <a:t>天然磁瓶</a:t>
            </a:r>
          </a:p>
        </p:txBody>
      </p:sp>
      <p:sp>
        <p:nvSpPr>
          <p:cNvPr id="261161" name="AutoShape 41">
            <a:extLst>
              <a:ext uri="{FF2B5EF4-FFF2-40B4-BE49-F238E27FC236}">
                <a16:creationId xmlns:a16="http://schemas.microsoft.com/office/drawing/2014/main" id="{57A60AB5-C459-20E0-6010-0BB3D55E52A9}"/>
              </a:ext>
            </a:extLst>
          </p:cNvPr>
          <p:cNvSpPr>
            <a:spLocks noChangeArrowheads="1"/>
          </p:cNvSpPr>
          <p:nvPr/>
        </p:nvSpPr>
        <p:spPr bwMode="auto">
          <a:xfrm rot="5526343">
            <a:off x="4851400" y="4486275"/>
            <a:ext cx="822325" cy="434975"/>
          </a:xfrm>
          <a:prstGeom prst="can">
            <a:avLst>
              <a:gd name="adj" fmla="val 48542"/>
            </a:avLst>
          </a:prstGeom>
          <a:gradFill rotWithShape="0">
            <a:gsLst>
              <a:gs pos="0">
                <a:srgbClr val="3366FF"/>
              </a:gs>
              <a:gs pos="100000">
                <a:srgbClr val="182F76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4" name="Group 42">
            <a:extLst>
              <a:ext uri="{FF2B5EF4-FFF2-40B4-BE49-F238E27FC236}">
                <a16:creationId xmlns:a16="http://schemas.microsoft.com/office/drawing/2014/main" id="{04FDFBF2-4AA2-88CD-B47A-DD1801E0829B}"/>
              </a:ext>
            </a:extLst>
          </p:cNvPr>
          <p:cNvGrpSpPr>
            <a:grpSpLocks/>
          </p:cNvGrpSpPr>
          <p:nvPr/>
        </p:nvGrpSpPr>
        <p:grpSpPr bwMode="auto">
          <a:xfrm>
            <a:off x="6902450" y="3817938"/>
            <a:ext cx="1412875" cy="1800225"/>
            <a:chOff x="3894" y="231"/>
            <a:chExt cx="1207" cy="1315"/>
          </a:xfrm>
        </p:grpSpPr>
        <p:sp>
          <p:nvSpPr>
            <p:cNvPr id="18557" name="Freeform 43">
              <a:extLst>
                <a:ext uri="{FF2B5EF4-FFF2-40B4-BE49-F238E27FC236}">
                  <a16:creationId xmlns:a16="http://schemas.microsoft.com/office/drawing/2014/main" id="{E88DF221-05D7-B908-6816-C0DC624B0A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2" y="231"/>
              <a:ext cx="1179" cy="579"/>
            </a:xfrm>
            <a:custGeom>
              <a:avLst/>
              <a:gdLst>
                <a:gd name="T0" fmla="*/ 623 w 1234"/>
                <a:gd name="T1" fmla="*/ 67900 h 412"/>
                <a:gd name="T2" fmla="*/ 607 w 1234"/>
                <a:gd name="T3" fmla="*/ 65563 h 412"/>
                <a:gd name="T4" fmla="*/ 570 w 1234"/>
                <a:gd name="T5" fmla="*/ 56429 h 412"/>
                <a:gd name="T6" fmla="*/ 509 w 1234"/>
                <a:gd name="T7" fmla="*/ 47471 h 412"/>
                <a:gd name="T8" fmla="*/ 434 w 1234"/>
                <a:gd name="T9" fmla="*/ 33975 h 412"/>
                <a:gd name="T10" fmla="*/ 342 w 1234"/>
                <a:gd name="T11" fmla="*/ 22595 h 412"/>
                <a:gd name="T12" fmla="*/ 236 w 1234"/>
                <a:gd name="T13" fmla="*/ 11269 h 412"/>
                <a:gd name="T14" fmla="*/ 121 w 1234"/>
                <a:gd name="T15" fmla="*/ 2067 h 412"/>
                <a:gd name="T16" fmla="*/ 0 w 1234"/>
                <a:gd name="T17" fmla="*/ 0 h 412"/>
                <a:gd name="T18" fmla="*/ 0 w 1234"/>
                <a:gd name="T19" fmla="*/ 0 h 412"/>
                <a:gd name="T20" fmla="*/ 121 w 1234"/>
                <a:gd name="T21" fmla="*/ 2067 h 412"/>
                <a:gd name="T22" fmla="*/ 236 w 1234"/>
                <a:gd name="T23" fmla="*/ 11269 h 412"/>
                <a:gd name="T24" fmla="*/ 342 w 1234"/>
                <a:gd name="T25" fmla="*/ 22595 h 412"/>
                <a:gd name="T26" fmla="*/ 434 w 1234"/>
                <a:gd name="T27" fmla="*/ 33975 h 412"/>
                <a:gd name="T28" fmla="*/ 509 w 1234"/>
                <a:gd name="T29" fmla="*/ 47471 h 412"/>
                <a:gd name="T30" fmla="*/ 570 w 1234"/>
                <a:gd name="T31" fmla="*/ 56429 h 412"/>
                <a:gd name="T32" fmla="*/ 607 w 1234"/>
                <a:gd name="T33" fmla="*/ 65563 h 412"/>
                <a:gd name="T34" fmla="*/ 623 w 1234"/>
                <a:gd name="T35" fmla="*/ 67900 h 412"/>
                <a:gd name="T36" fmla="*/ 623 w 1234"/>
                <a:gd name="T37" fmla="*/ 67900 h 412"/>
                <a:gd name="T38" fmla="*/ 623 w 1234"/>
                <a:gd name="T39" fmla="*/ 67900 h 412"/>
                <a:gd name="T40" fmla="*/ 623 w 1234"/>
                <a:gd name="T41" fmla="*/ 67900 h 412"/>
                <a:gd name="T42" fmla="*/ 623 w 1234"/>
                <a:gd name="T43" fmla="*/ 67900 h 41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34"/>
                <a:gd name="T67" fmla="*/ 0 h 412"/>
                <a:gd name="T68" fmla="*/ 1234 w 1234"/>
                <a:gd name="T69" fmla="*/ 412 h 41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34" h="412">
                  <a:moveTo>
                    <a:pt x="1234" y="412"/>
                  </a:moveTo>
                  <a:lnTo>
                    <a:pt x="1204" y="398"/>
                  </a:lnTo>
                  <a:lnTo>
                    <a:pt x="1129" y="343"/>
                  </a:lnTo>
                  <a:lnTo>
                    <a:pt x="1008" y="288"/>
                  </a:lnTo>
                  <a:lnTo>
                    <a:pt x="858" y="206"/>
                  </a:lnTo>
                  <a:lnTo>
                    <a:pt x="677" y="137"/>
                  </a:lnTo>
                  <a:lnTo>
                    <a:pt x="467" y="68"/>
                  </a:lnTo>
                  <a:lnTo>
                    <a:pt x="241" y="13"/>
                  </a:lnTo>
                  <a:lnTo>
                    <a:pt x="0" y="0"/>
                  </a:lnTo>
                  <a:lnTo>
                    <a:pt x="241" y="13"/>
                  </a:lnTo>
                  <a:lnTo>
                    <a:pt x="467" y="68"/>
                  </a:lnTo>
                  <a:lnTo>
                    <a:pt x="677" y="137"/>
                  </a:lnTo>
                  <a:lnTo>
                    <a:pt x="858" y="206"/>
                  </a:lnTo>
                  <a:lnTo>
                    <a:pt x="1008" y="288"/>
                  </a:lnTo>
                  <a:lnTo>
                    <a:pt x="1129" y="343"/>
                  </a:lnTo>
                  <a:lnTo>
                    <a:pt x="1204" y="398"/>
                  </a:lnTo>
                  <a:lnTo>
                    <a:pt x="1234" y="412"/>
                  </a:lnTo>
                  <a:close/>
                  <a:moveTo>
                    <a:pt x="1234" y="412"/>
                  </a:moveTo>
                  <a:lnTo>
                    <a:pt x="1234" y="412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8" name="Freeform 44">
              <a:extLst>
                <a:ext uri="{FF2B5EF4-FFF2-40B4-BE49-F238E27FC236}">
                  <a16:creationId xmlns:a16="http://schemas.microsoft.com/office/drawing/2014/main" id="{9D9B5989-174D-2491-0DCA-B1ACD03A10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4" y="966"/>
              <a:ext cx="1207" cy="580"/>
            </a:xfrm>
            <a:custGeom>
              <a:avLst/>
              <a:gdLst>
                <a:gd name="T0" fmla="*/ 0 w 1264"/>
                <a:gd name="T1" fmla="*/ 67373 h 413"/>
                <a:gd name="T2" fmla="*/ 120 w 1264"/>
                <a:gd name="T3" fmla="*/ 64953 h 413"/>
                <a:gd name="T4" fmla="*/ 233 w 1264"/>
                <a:gd name="T5" fmla="*/ 56023 h 413"/>
                <a:gd name="T6" fmla="*/ 345 w 1264"/>
                <a:gd name="T7" fmla="*/ 47068 h 413"/>
                <a:gd name="T8" fmla="*/ 436 w 1264"/>
                <a:gd name="T9" fmla="*/ 33516 h 413"/>
                <a:gd name="T10" fmla="*/ 519 w 1264"/>
                <a:gd name="T11" fmla="*/ 22454 h 413"/>
                <a:gd name="T12" fmla="*/ 581 w 1264"/>
                <a:gd name="T13" fmla="*/ 11226 h 413"/>
                <a:gd name="T14" fmla="*/ 617 w 1264"/>
                <a:gd name="T15" fmla="*/ 2296 h 413"/>
                <a:gd name="T16" fmla="*/ 634 w 1264"/>
                <a:gd name="T17" fmla="*/ 0 h 413"/>
                <a:gd name="T18" fmla="*/ 634 w 1264"/>
                <a:gd name="T19" fmla="*/ 0 h 413"/>
                <a:gd name="T20" fmla="*/ 617 w 1264"/>
                <a:gd name="T21" fmla="*/ 2296 h 413"/>
                <a:gd name="T22" fmla="*/ 581 w 1264"/>
                <a:gd name="T23" fmla="*/ 11226 h 413"/>
                <a:gd name="T24" fmla="*/ 519 w 1264"/>
                <a:gd name="T25" fmla="*/ 22454 h 413"/>
                <a:gd name="T26" fmla="*/ 436 w 1264"/>
                <a:gd name="T27" fmla="*/ 33516 h 413"/>
                <a:gd name="T28" fmla="*/ 345 w 1264"/>
                <a:gd name="T29" fmla="*/ 47068 h 413"/>
                <a:gd name="T30" fmla="*/ 233 w 1264"/>
                <a:gd name="T31" fmla="*/ 56023 h 413"/>
                <a:gd name="T32" fmla="*/ 120 w 1264"/>
                <a:gd name="T33" fmla="*/ 64953 h 413"/>
                <a:gd name="T34" fmla="*/ 0 w 1264"/>
                <a:gd name="T35" fmla="*/ 67373 h 413"/>
                <a:gd name="T36" fmla="*/ 0 w 1264"/>
                <a:gd name="T37" fmla="*/ 67373 h 413"/>
                <a:gd name="T38" fmla="*/ 0 w 1264"/>
                <a:gd name="T39" fmla="*/ 67373 h 413"/>
                <a:gd name="T40" fmla="*/ 0 w 1264"/>
                <a:gd name="T41" fmla="*/ 67373 h 413"/>
                <a:gd name="T42" fmla="*/ 0 w 1264"/>
                <a:gd name="T43" fmla="*/ 67373 h 41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64"/>
                <a:gd name="T67" fmla="*/ 0 h 413"/>
                <a:gd name="T68" fmla="*/ 1264 w 1264"/>
                <a:gd name="T69" fmla="*/ 413 h 413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64" h="413">
                  <a:moveTo>
                    <a:pt x="0" y="413"/>
                  </a:moveTo>
                  <a:lnTo>
                    <a:pt x="241" y="399"/>
                  </a:lnTo>
                  <a:lnTo>
                    <a:pt x="467" y="344"/>
                  </a:lnTo>
                  <a:lnTo>
                    <a:pt x="692" y="289"/>
                  </a:lnTo>
                  <a:lnTo>
                    <a:pt x="873" y="206"/>
                  </a:lnTo>
                  <a:lnTo>
                    <a:pt x="1038" y="138"/>
                  </a:lnTo>
                  <a:lnTo>
                    <a:pt x="1159" y="69"/>
                  </a:lnTo>
                  <a:lnTo>
                    <a:pt x="1234" y="14"/>
                  </a:lnTo>
                  <a:lnTo>
                    <a:pt x="1264" y="0"/>
                  </a:lnTo>
                  <a:lnTo>
                    <a:pt x="1234" y="14"/>
                  </a:lnTo>
                  <a:lnTo>
                    <a:pt x="1159" y="69"/>
                  </a:lnTo>
                  <a:lnTo>
                    <a:pt x="1038" y="138"/>
                  </a:lnTo>
                  <a:lnTo>
                    <a:pt x="873" y="206"/>
                  </a:lnTo>
                  <a:lnTo>
                    <a:pt x="692" y="289"/>
                  </a:lnTo>
                  <a:lnTo>
                    <a:pt x="467" y="344"/>
                  </a:lnTo>
                  <a:lnTo>
                    <a:pt x="241" y="399"/>
                  </a:lnTo>
                  <a:lnTo>
                    <a:pt x="0" y="413"/>
                  </a:lnTo>
                  <a:close/>
                  <a:moveTo>
                    <a:pt x="0" y="413"/>
                  </a:moveTo>
                  <a:lnTo>
                    <a:pt x="0" y="413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9" name="Freeform 45">
              <a:extLst>
                <a:ext uri="{FF2B5EF4-FFF2-40B4-BE49-F238E27FC236}">
                  <a16:creationId xmlns:a16="http://schemas.microsoft.com/office/drawing/2014/main" id="{31E3F653-5B00-7924-7CCA-B030FC50E4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2" y="888"/>
              <a:ext cx="1179" cy="1"/>
            </a:xfrm>
            <a:custGeom>
              <a:avLst/>
              <a:gdLst>
                <a:gd name="T0" fmla="*/ 623 w 1234"/>
                <a:gd name="T1" fmla="*/ 0 h 1"/>
                <a:gd name="T2" fmla="*/ 0 w 1234"/>
                <a:gd name="T3" fmla="*/ 0 h 1"/>
                <a:gd name="T4" fmla="*/ 623 w 1234"/>
                <a:gd name="T5" fmla="*/ 0 h 1"/>
                <a:gd name="T6" fmla="*/ 623 w 1234"/>
                <a:gd name="T7" fmla="*/ 0 h 1"/>
                <a:gd name="T8" fmla="*/ 623 w 1234"/>
                <a:gd name="T9" fmla="*/ 0 h 1"/>
                <a:gd name="T10" fmla="*/ 623 w 1234"/>
                <a:gd name="T11" fmla="*/ 0 h 1"/>
                <a:gd name="T12" fmla="*/ 623 w 1234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34"/>
                <a:gd name="T22" fmla="*/ 0 h 1"/>
                <a:gd name="T23" fmla="*/ 1234 w 1234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34" h="1">
                  <a:moveTo>
                    <a:pt x="1234" y="0"/>
                  </a:moveTo>
                  <a:lnTo>
                    <a:pt x="0" y="0"/>
                  </a:lnTo>
                  <a:lnTo>
                    <a:pt x="1234" y="0"/>
                  </a:lnTo>
                  <a:close/>
                  <a:moveTo>
                    <a:pt x="1234" y="0"/>
                  </a:moveTo>
                  <a:lnTo>
                    <a:pt x="1234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0" name="Freeform 46">
              <a:extLst>
                <a:ext uri="{FF2B5EF4-FFF2-40B4-BE49-F238E27FC236}">
                  <a16:creationId xmlns:a16="http://schemas.microsoft.com/office/drawing/2014/main" id="{C68B2CFC-BAF0-8606-D6AD-20586507B4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2" y="443"/>
              <a:ext cx="1179" cy="387"/>
            </a:xfrm>
            <a:custGeom>
              <a:avLst/>
              <a:gdLst>
                <a:gd name="T0" fmla="*/ 623 w 1234"/>
                <a:gd name="T1" fmla="*/ 46237 h 275"/>
                <a:gd name="T2" fmla="*/ 607 w 1234"/>
                <a:gd name="T3" fmla="*/ 43808 h 275"/>
                <a:gd name="T4" fmla="*/ 570 w 1234"/>
                <a:gd name="T5" fmla="*/ 39347 h 275"/>
                <a:gd name="T6" fmla="*/ 509 w 1234"/>
                <a:gd name="T7" fmla="*/ 32293 h 275"/>
                <a:gd name="T8" fmla="*/ 434 w 1234"/>
                <a:gd name="T9" fmla="*/ 23116 h 275"/>
                <a:gd name="T10" fmla="*/ 342 w 1234"/>
                <a:gd name="T11" fmla="*/ 13770 h 275"/>
                <a:gd name="T12" fmla="*/ 236 w 1234"/>
                <a:gd name="T13" fmla="*/ 6953 h 275"/>
                <a:gd name="T14" fmla="*/ 121 w 1234"/>
                <a:gd name="T15" fmla="*/ 2340 h 275"/>
                <a:gd name="T16" fmla="*/ 0 w 1234"/>
                <a:gd name="T17" fmla="*/ 0 h 275"/>
                <a:gd name="T18" fmla="*/ 0 w 1234"/>
                <a:gd name="T19" fmla="*/ 0 h 275"/>
                <a:gd name="T20" fmla="*/ 121 w 1234"/>
                <a:gd name="T21" fmla="*/ 2340 h 275"/>
                <a:gd name="T22" fmla="*/ 236 w 1234"/>
                <a:gd name="T23" fmla="*/ 6953 h 275"/>
                <a:gd name="T24" fmla="*/ 342 w 1234"/>
                <a:gd name="T25" fmla="*/ 13770 h 275"/>
                <a:gd name="T26" fmla="*/ 434 w 1234"/>
                <a:gd name="T27" fmla="*/ 23116 h 275"/>
                <a:gd name="T28" fmla="*/ 509 w 1234"/>
                <a:gd name="T29" fmla="*/ 32293 h 275"/>
                <a:gd name="T30" fmla="*/ 570 w 1234"/>
                <a:gd name="T31" fmla="*/ 39347 h 275"/>
                <a:gd name="T32" fmla="*/ 607 w 1234"/>
                <a:gd name="T33" fmla="*/ 43808 h 275"/>
                <a:gd name="T34" fmla="*/ 623 w 1234"/>
                <a:gd name="T35" fmla="*/ 46237 h 275"/>
                <a:gd name="T36" fmla="*/ 623 w 1234"/>
                <a:gd name="T37" fmla="*/ 46237 h 275"/>
                <a:gd name="T38" fmla="*/ 623 w 1234"/>
                <a:gd name="T39" fmla="*/ 46237 h 275"/>
                <a:gd name="T40" fmla="*/ 623 w 1234"/>
                <a:gd name="T41" fmla="*/ 46237 h 275"/>
                <a:gd name="T42" fmla="*/ 623 w 1234"/>
                <a:gd name="T43" fmla="*/ 46237 h 27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34"/>
                <a:gd name="T67" fmla="*/ 0 h 275"/>
                <a:gd name="T68" fmla="*/ 1234 w 1234"/>
                <a:gd name="T69" fmla="*/ 275 h 27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34" h="275">
                  <a:moveTo>
                    <a:pt x="1234" y="275"/>
                  </a:moveTo>
                  <a:lnTo>
                    <a:pt x="1204" y="261"/>
                  </a:lnTo>
                  <a:lnTo>
                    <a:pt x="1129" y="234"/>
                  </a:lnTo>
                  <a:lnTo>
                    <a:pt x="1008" y="192"/>
                  </a:lnTo>
                  <a:lnTo>
                    <a:pt x="858" y="137"/>
                  </a:lnTo>
                  <a:lnTo>
                    <a:pt x="677" y="82"/>
                  </a:lnTo>
                  <a:lnTo>
                    <a:pt x="467" y="41"/>
                  </a:lnTo>
                  <a:lnTo>
                    <a:pt x="241" y="14"/>
                  </a:lnTo>
                  <a:lnTo>
                    <a:pt x="0" y="0"/>
                  </a:lnTo>
                  <a:lnTo>
                    <a:pt x="241" y="14"/>
                  </a:lnTo>
                  <a:lnTo>
                    <a:pt x="467" y="41"/>
                  </a:lnTo>
                  <a:lnTo>
                    <a:pt x="677" y="82"/>
                  </a:lnTo>
                  <a:lnTo>
                    <a:pt x="858" y="137"/>
                  </a:lnTo>
                  <a:lnTo>
                    <a:pt x="1008" y="192"/>
                  </a:lnTo>
                  <a:lnTo>
                    <a:pt x="1129" y="234"/>
                  </a:lnTo>
                  <a:lnTo>
                    <a:pt x="1204" y="261"/>
                  </a:lnTo>
                  <a:lnTo>
                    <a:pt x="1234" y="275"/>
                  </a:lnTo>
                  <a:close/>
                  <a:moveTo>
                    <a:pt x="1234" y="275"/>
                  </a:moveTo>
                  <a:lnTo>
                    <a:pt x="1234" y="275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1" name="Freeform 47">
              <a:extLst>
                <a:ext uri="{FF2B5EF4-FFF2-40B4-BE49-F238E27FC236}">
                  <a16:creationId xmlns:a16="http://schemas.microsoft.com/office/drawing/2014/main" id="{7AABFCBD-F94A-13AC-7A7D-F38A6C7896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2" y="656"/>
              <a:ext cx="1179" cy="212"/>
            </a:xfrm>
            <a:custGeom>
              <a:avLst/>
              <a:gdLst>
                <a:gd name="T0" fmla="*/ 623 w 1234"/>
                <a:gd name="T1" fmla="*/ 24513 h 151"/>
                <a:gd name="T2" fmla="*/ 607 w 1234"/>
                <a:gd name="T3" fmla="*/ 24513 h 151"/>
                <a:gd name="T4" fmla="*/ 570 w 1234"/>
                <a:gd name="T5" fmla="*/ 20139 h 151"/>
                <a:gd name="T6" fmla="*/ 509 w 1234"/>
                <a:gd name="T7" fmla="*/ 17762 h 151"/>
                <a:gd name="T8" fmla="*/ 434 w 1234"/>
                <a:gd name="T9" fmla="*/ 13487 h 151"/>
                <a:gd name="T10" fmla="*/ 342 w 1234"/>
                <a:gd name="T11" fmla="*/ 8898 h 151"/>
                <a:gd name="T12" fmla="*/ 236 w 1234"/>
                <a:gd name="T13" fmla="*/ 4514 h 151"/>
                <a:gd name="T14" fmla="*/ 121 w 1234"/>
                <a:gd name="T15" fmla="*/ 2290 h 151"/>
                <a:gd name="T16" fmla="*/ 0 w 1234"/>
                <a:gd name="T17" fmla="*/ 0 h 151"/>
                <a:gd name="T18" fmla="*/ 0 w 1234"/>
                <a:gd name="T19" fmla="*/ 0 h 151"/>
                <a:gd name="T20" fmla="*/ 121 w 1234"/>
                <a:gd name="T21" fmla="*/ 2290 h 151"/>
                <a:gd name="T22" fmla="*/ 236 w 1234"/>
                <a:gd name="T23" fmla="*/ 4514 h 151"/>
                <a:gd name="T24" fmla="*/ 342 w 1234"/>
                <a:gd name="T25" fmla="*/ 8898 h 151"/>
                <a:gd name="T26" fmla="*/ 434 w 1234"/>
                <a:gd name="T27" fmla="*/ 13487 h 151"/>
                <a:gd name="T28" fmla="*/ 509 w 1234"/>
                <a:gd name="T29" fmla="*/ 17762 h 151"/>
                <a:gd name="T30" fmla="*/ 570 w 1234"/>
                <a:gd name="T31" fmla="*/ 20139 h 151"/>
                <a:gd name="T32" fmla="*/ 607 w 1234"/>
                <a:gd name="T33" fmla="*/ 24513 h 151"/>
                <a:gd name="T34" fmla="*/ 623 w 1234"/>
                <a:gd name="T35" fmla="*/ 24513 h 151"/>
                <a:gd name="T36" fmla="*/ 623 w 1234"/>
                <a:gd name="T37" fmla="*/ 24513 h 151"/>
                <a:gd name="T38" fmla="*/ 623 w 1234"/>
                <a:gd name="T39" fmla="*/ 24513 h 151"/>
                <a:gd name="T40" fmla="*/ 623 w 1234"/>
                <a:gd name="T41" fmla="*/ 24513 h 151"/>
                <a:gd name="T42" fmla="*/ 623 w 1234"/>
                <a:gd name="T43" fmla="*/ 24513 h 15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34"/>
                <a:gd name="T67" fmla="*/ 0 h 151"/>
                <a:gd name="T68" fmla="*/ 1234 w 1234"/>
                <a:gd name="T69" fmla="*/ 151 h 151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34" h="151">
                  <a:moveTo>
                    <a:pt x="1234" y="151"/>
                  </a:moveTo>
                  <a:lnTo>
                    <a:pt x="1204" y="151"/>
                  </a:lnTo>
                  <a:lnTo>
                    <a:pt x="1129" y="124"/>
                  </a:lnTo>
                  <a:lnTo>
                    <a:pt x="1008" y="110"/>
                  </a:lnTo>
                  <a:lnTo>
                    <a:pt x="858" y="83"/>
                  </a:lnTo>
                  <a:lnTo>
                    <a:pt x="677" y="55"/>
                  </a:lnTo>
                  <a:lnTo>
                    <a:pt x="467" y="28"/>
                  </a:lnTo>
                  <a:lnTo>
                    <a:pt x="241" y="14"/>
                  </a:lnTo>
                  <a:lnTo>
                    <a:pt x="0" y="0"/>
                  </a:lnTo>
                  <a:lnTo>
                    <a:pt x="241" y="14"/>
                  </a:lnTo>
                  <a:lnTo>
                    <a:pt x="467" y="28"/>
                  </a:lnTo>
                  <a:lnTo>
                    <a:pt x="677" y="55"/>
                  </a:lnTo>
                  <a:lnTo>
                    <a:pt x="858" y="83"/>
                  </a:lnTo>
                  <a:lnTo>
                    <a:pt x="1008" y="110"/>
                  </a:lnTo>
                  <a:lnTo>
                    <a:pt x="1129" y="124"/>
                  </a:lnTo>
                  <a:lnTo>
                    <a:pt x="1204" y="151"/>
                  </a:lnTo>
                  <a:lnTo>
                    <a:pt x="1234" y="151"/>
                  </a:lnTo>
                  <a:close/>
                  <a:moveTo>
                    <a:pt x="1234" y="151"/>
                  </a:moveTo>
                  <a:lnTo>
                    <a:pt x="1234" y="151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2" name="Freeform 48">
              <a:extLst>
                <a:ext uri="{FF2B5EF4-FFF2-40B4-BE49-F238E27FC236}">
                  <a16:creationId xmlns:a16="http://schemas.microsoft.com/office/drawing/2014/main" id="{BF4D68D2-608C-A3B9-ADB8-5DA3D01E49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4" y="946"/>
              <a:ext cx="1207" cy="386"/>
            </a:xfrm>
            <a:custGeom>
              <a:avLst/>
              <a:gdLst>
                <a:gd name="T0" fmla="*/ 0 w 1264"/>
                <a:gd name="T1" fmla="*/ 44491 h 275"/>
                <a:gd name="T2" fmla="*/ 120 w 1264"/>
                <a:gd name="T3" fmla="*/ 42442 h 275"/>
                <a:gd name="T4" fmla="*/ 233 w 1264"/>
                <a:gd name="T5" fmla="*/ 37784 h 275"/>
                <a:gd name="T6" fmla="*/ 345 w 1264"/>
                <a:gd name="T7" fmla="*/ 31169 h 275"/>
                <a:gd name="T8" fmla="*/ 436 w 1264"/>
                <a:gd name="T9" fmla="*/ 22336 h 275"/>
                <a:gd name="T10" fmla="*/ 519 w 1264"/>
                <a:gd name="T11" fmla="*/ 13454 h 275"/>
                <a:gd name="T12" fmla="*/ 581 w 1264"/>
                <a:gd name="T13" fmla="*/ 6829 h 275"/>
                <a:gd name="T14" fmla="*/ 617 w 1264"/>
                <a:gd name="T15" fmla="*/ 2289 h 275"/>
                <a:gd name="T16" fmla="*/ 634 w 1264"/>
                <a:gd name="T17" fmla="*/ 0 h 275"/>
                <a:gd name="T18" fmla="*/ 634 w 1264"/>
                <a:gd name="T19" fmla="*/ 0 h 275"/>
                <a:gd name="T20" fmla="*/ 617 w 1264"/>
                <a:gd name="T21" fmla="*/ 2289 h 275"/>
                <a:gd name="T22" fmla="*/ 581 w 1264"/>
                <a:gd name="T23" fmla="*/ 6829 h 275"/>
                <a:gd name="T24" fmla="*/ 519 w 1264"/>
                <a:gd name="T25" fmla="*/ 13454 h 275"/>
                <a:gd name="T26" fmla="*/ 436 w 1264"/>
                <a:gd name="T27" fmla="*/ 22336 h 275"/>
                <a:gd name="T28" fmla="*/ 345 w 1264"/>
                <a:gd name="T29" fmla="*/ 31169 h 275"/>
                <a:gd name="T30" fmla="*/ 233 w 1264"/>
                <a:gd name="T31" fmla="*/ 37784 h 275"/>
                <a:gd name="T32" fmla="*/ 120 w 1264"/>
                <a:gd name="T33" fmla="*/ 42442 h 275"/>
                <a:gd name="T34" fmla="*/ 0 w 1264"/>
                <a:gd name="T35" fmla="*/ 44491 h 275"/>
                <a:gd name="T36" fmla="*/ 0 w 1264"/>
                <a:gd name="T37" fmla="*/ 44491 h 275"/>
                <a:gd name="T38" fmla="*/ 0 w 1264"/>
                <a:gd name="T39" fmla="*/ 44491 h 275"/>
                <a:gd name="T40" fmla="*/ 0 w 1264"/>
                <a:gd name="T41" fmla="*/ 44491 h 275"/>
                <a:gd name="T42" fmla="*/ 0 w 1264"/>
                <a:gd name="T43" fmla="*/ 44491 h 27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64"/>
                <a:gd name="T67" fmla="*/ 0 h 275"/>
                <a:gd name="T68" fmla="*/ 1264 w 1264"/>
                <a:gd name="T69" fmla="*/ 275 h 27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64" h="275">
                  <a:moveTo>
                    <a:pt x="0" y="275"/>
                  </a:moveTo>
                  <a:lnTo>
                    <a:pt x="241" y="262"/>
                  </a:lnTo>
                  <a:lnTo>
                    <a:pt x="467" y="234"/>
                  </a:lnTo>
                  <a:lnTo>
                    <a:pt x="692" y="193"/>
                  </a:lnTo>
                  <a:lnTo>
                    <a:pt x="873" y="138"/>
                  </a:lnTo>
                  <a:lnTo>
                    <a:pt x="1038" y="83"/>
                  </a:lnTo>
                  <a:lnTo>
                    <a:pt x="1159" y="42"/>
                  </a:lnTo>
                  <a:lnTo>
                    <a:pt x="1234" y="14"/>
                  </a:lnTo>
                  <a:lnTo>
                    <a:pt x="1264" y="0"/>
                  </a:lnTo>
                  <a:lnTo>
                    <a:pt x="1234" y="14"/>
                  </a:lnTo>
                  <a:lnTo>
                    <a:pt x="1159" y="42"/>
                  </a:lnTo>
                  <a:lnTo>
                    <a:pt x="1038" y="83"/>
                  </a:lnTo>
                  <a:lnTo>
                    <a:pt x="873" y="138"/>
                  </a:lnTo>
                  <a:lnTo>
                    <a:pt x="692" y="193"/>
                  </a:lnTo>
                  <a:lnTo>
                    <a:pt x="467" y="234"/>
                  </a:lnTo>
                  <a:lnTo>
                    <a:pt x="241" y="262"/>
                  </a:lnTo>
                  <a:lnTo>
                    <a:pt x="0" y="275"/>
                  </a:lnTo>
                  <a:close/>
                  <a:moveTo>
                    <a:pt x="0" y="275"/>
                  </a:moveTo>
                  <a:lnTo>
                    <a:pt x="0" y="275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63" name="Freeform 49">
              <a:extLst>
                <a:ext uri="{FF2B5EF4-FFF2-40B4-BE49-F238E27FC236}">
                  <a16:creationId xmlns:a16="http://schemas.microsoft.com/office/drawing/2014/main" id="{14078402-9B8E-7311-0C56-2E34D78489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4" y="907"/>
              <a:ext cx="1207" cy="213"/>
            </a:xfrm>
            <a:custGeom>
              <a:avLst/>
              <a:gdLst>
                <a:gd name="T0" fmla="*/ 0 w 1264"/>
                <a:gd name="T1" fmla="*/ 26270 h 151"/>
                <a:gd name="T2" fmla="*/ 120 w 1264"/>
                <a:gd name="T3" fmla="*/ 26270 h 151"/>
                <a:gd name="T4" fmla="*/ 233 w 1264"/>
                <a:gd name="T5" fmla="*/ 21629 h 151"/>
                <a:gd name="T6" fmla="*/ 345 w 1264"/>
                <a:gd name="T7" fmla="*/ 19190 h 151"/>
                <a:gd name="T8" fmla="*/ 436 w 1264"/>
                <a:gd name="T9" fmla="*/ 14349 h 151"/>
                <a:gd name="T10" fmla="*/ 519 w 1264"/>
                <a:gd name="T11" fmla="*/ 9644 h 151"/>
                <a:gd name="T12" fmla="*/ 581 w 1264"/>
                <a:gd name="T13" fmla="*/ 4704 h 151"/>
                <a:gd name="T14" fmla="*/ 617 w 1264"/>
                <a:gd name="T15" fmla="*/ 2436 h 151"/>
                <a:gd name="T16" fmla="*/ 634 w 1264"/>
                <a:gd name="T17" fmla="*/ 0 h 151"/>
                <a:gd name="T18" fmla="*/ 634 w 1264"/>
                <a:gd name="T19" fmla="*/ 0 h 151"/>
                <a:gd name="T20" fmla="*/ 617 w 1264"/>
                <a:gd name="T21" fmla="*/ 2436 h 151"/>
                <a:gd name="T22" fmla="*/ 581 w 1264"/>
                <a:gd name="T23" fmla="*/ 4704 h 151"/>
                <a:gd name="T24" fmla="*/ 519 w 1264"/>
                <a:gd name="T25" fmla="*/ 9644 h 151"/>
                <a:gd name="T26" fmla="*/ 436 w 1264"/>
                <a:gd name="T27" fmla="*/ 14349 h 151"/>
                <a:gd name="T28" fmla="*/ 345 w 1264"/>
                <a:gd name="T29" fmla="*/ 19190 h 151"/>
                <a:gd name="T30" fmla="*/ 233 w 1264"/>
                <a:gd name="T31" fmla="*/ 21629 h 151"/>
                <a:gd name="T32" fmla="*/ 120 w 1264"/>
                <a:gd name="T33" fmla="*/ 26270 h 151"/>
                <a:gd name="T34" fmla="*/ 0 w 1264"/>
                <a:gd name="T35" fmla="*/ 26270 h 151"/>
                <a:gd name="T36" fmla="*/ 0 w 1264"/>
                <a:gd name="T37" fmla="*/ 26270 h 151"/>
                <a:gd name="T38" fmla="*/ 0 w 1264"/>
                <a:gd name="T39" fmla="*/ 26270 h 151"/>
                <a:gd name="T40" fmla="*/ 0 w 1264"/>
                <a:gd name="T41" fmla="*/ 26270 h 151"/>
                <a:gd name="T42" fmla="*/ 0 w 1264"/>
                <a:gd name="T43" fmla="*/ 26270 h 15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64"/>
                <a:gd name="T67" fmla="*/ 0 h 151"/>
                <a:gd name="T68" fmla="*/ 1264 w 1264"/>
                <a:gd name="T69" fmla="*/ 151 h 151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64" h="151">
                  <a:moveTo>
                    <a:pt x="0" y="151"/>
                  </a:moveTo>
                  <a:lnTo>
                    <a:pt x="241" y="151"/>
                  </a:lnTo>
                  <a:lnTo>
                    <a:pt x="467" y="124"/>
                  </a:lnTo>
                  <a:lnTo>
                    <a:pt x="692" y="110"/>
                  </a:lnTo>
                  <a:lnTo>
                    <a:pt x="873" y="82"/>
                  </a:lnTo>
                  <a:lnTo>
                    <a:pt x="1038" y="55"/>
                  </a:lnTo>
                  <a:lnTo>
                    <a:pt x="1159" y="27"/>
                  </a:lnTo>
                  <a:lnTo>
                    <a:pt x="1234" y="14"/>
                  </a:lnTo>
                  <a:lnTo>
                    <a:pt x="1264" y="0"/>
                  </a:lnTo>
                  <a:lnTo>
                    <a:pt x="1234" y="14"/>
                  </a:lnTo>
                  <a:lnTo>
                    <a:pt x="1159" y="27"/>
                  </a:lnTo>
                  <a:lnTo>
                    <a:pt x="1038" y="55"/>
                  </a:lnTo>
                  <a:lnTo>
                    <a:pt x="873" y="82"/>
                  </a:lnTo>
                  <a:lnTo>
                    <a:pt x="692" y="110"/>
                  </a:lnTo>
                  <a:lnTo>
                    <a:pt x="467" y="124"/>
                  </a:lnTo>
                  <a:lnTo>
                    <a:pt x="241" y="151"/>
                  </a:lnTo>
                  <a:lnTo>
                    <a:pt x="0" y="151"/>
                  </a:lnTo>
                  <a:close/>
                  <a:moveTo>
                    <a:pt x="0" y="151"/>
                  </a:moveTo>
                  <a:lnTo>
                    <a:pt x="0" y="151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50">
            <a:extLst>
              <a:ext uri="{FF2B5EF4-FFF2-40B4-BE49-F238E27FC236}">
                <a16:creationId xmlns:a16="http://schemas.microsoft.com/office/drawing/2014/main" id="{9688724F-BD6E-D0AE-C384-36A0026D7394}"/>
              </a:ext>
            </a:extLst>
          </p:cNvPr>
          <p:cNvGrpSpPr>
            <a:grpSpLocks/>
          </p:cNvGrpSpPr>
          <p:nvPr/>
        </p:nvGrpSpPr>
        <p:grpSpPr bwMode="auto">
          <a:xfrm>
            <a:off x="5440363" y="3754438"/>
            <a:ext cx="1497012" cy="1905000"/>
            <a:chOff x="2701" y="192"/>
            <a:chExt cx="1279" cy="1392"/>
          </a:xfrm>
        </p:grpSpPr>
        <p:sp>
          <p:nvSpPr>
            <p:cNvPr id="18543" name="Freeform 51">
              <a:extLst>
                <a:ext uri="{FF2B5EF4-FFF2-40B4-BE49-F238E27FC236}">
                  <a16:creationId xmlns:a16="http://schemas.microsoft.com/office/drawing/2014/main" id="{37A520DF-818E-E508-E75A-774DD21E53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9" y="223"/>
              <a:ext cx="1206" cy="579"/>
            </a:xfrm>
            <a:custGeom>
              <a:avLst/>
              <a:gdLst>
                <a:gd name="T0" fmla="*/ 633 w 1263"/>
                <a:gd name="T1" fmla="*/ 0 h 412"/>
                <a:gd name="T2" fmla="*/ 512 w 1263"/>
                <a:gd name="T3" fmla="*/ 2067 h 412"/>
                <a:gd name="T4" fmla="*/ 392 w 1263"/>
                <a:gd name="T5" fmla="*/ 11269 h 412"/>
                <a:gd name="T6" fmla="*/ 286 w 1263"/>
                <a:gd name="T7" fmla="*/ 22595 h 412"/>
                <a:gd name="T8" fmla="*/ 195 w 1263"/>
                <a:gd name="T9" fmla="*/ 33975 h 412"/>
                <a:gd name="T10" fmla="*/ 113 w 1263"/>
                <a:gd name="T11" fmla="*/ 47471 h 412"/>
                <a:gd name="T12" fmla="*/ 52 w 1263"/>
                <a:gd name="T13" fmla="*/ 56429 h 412"/>
                <a:gd name="T14" fmla="*/ 15 w 1263"/>
                <a:gd name="T15" fmla="*/ 65563 h 412"/>
                <a:gd name="T16" fmla="*/ 0 w 1263"/>
                <a:gd name="T17" fmla="*/ 67900 h 412"/>
                <a:gd name="T18" fmla="*/ 0 w 1263"/>
                <a:gd name="T19" fmla="*/ 67900 h 412"/>
                <a:gd name="T20" fmla="*/ 15 w 1263"/>
                <a:gd name="T21" fmla="*/ 65563 h 412"/>
                <a:gd name="T22" fmla="*/ 52 w 1263"/>
                <a:gd name="T23" fmla="*/ 56429 h 412"/>
                <a:gd name="T24" fmla="*/ 113 w 1263"/>
                <a:gd name="T25" fmla="*/ 47471 h 412"/>
                <a:gd name="T26" fmla="*/ 195 w 1263"/>
                <a:gd name="T27" fmla="*/ 33975 h 412"/>
                <a:gd name="T28" fmla="*/ 286 w 1263"/>
                <a:gd name="T29" fmla="*/ 22595 h 412"/>
                <a:gd name="T30" fmla="*/ 392 w 1263"/>
                <a:gd name="T31" fmla="*/ 11269 h 412"/>
                <a:gd name="T32" fmla="*/ 512 w 1263"/>
                <a:gd name="T33" fmla="*/ 2067 h 412"/>
                <a:gd name="T34" fmla="*/ 633 w 1263"/>
                <a:gd name="T35" fmla="*/ 0 h 412"/>
                <a:gd name="T36" fmla="*/ 633 w 1263"/>
                <a:gd name="T37" fmla="*/ 0 h 412"/>
                <a:gd name="T38" fmla="*/ 633 w 1263"/>
                <a:gd name="T39" fmla="*/ 0 h 412"/>
                <a:gd name="T40" fmla="*/ 633 w 1263"/>
                <a:gd name="T41" fmla="*/ 0 h 412"/>
                <a:gd name="T42" fmla="*/ 633 w 1263"/>
                <a:gd name="T43" fmla="*/ 0 h 41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63"/>
                <a:gd name="T67" fmla="*/ 0 h 412"/>
                <a:gd name="T68" fmla="*/ 1263 w 1263"/>
                <a:gd name="T69" fmla="*/ 412 h 412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63" h="412">
                  <a:moveTo>
                    <a:pt x="1263" y="0"/>
                  </a:moveTo>
                  <a:lnTo>
                    <a:pt x="1023" y="13"/>
                  </a:lnTo>
                  <a:lnTo>
                    <a:pt x="782" y="68"/>
                  </a:lnTo>
                  <a:lnTo>
                    <a:pt x="571" y="137"/>
                  </a:lnTo>
                  <a:lnTo>
                    <a:pt x="391" y="206"/>
                  </a:lnTo>
                  <a:lnTo>
                    <a:pt x="225" y="288"/>
                  </a:lnTo>
                  <a:lnTo>
                    <a:pt x="105" y="343"/>
                  </a:lnTo>
                  <a:lnTo>
                    <a:pt x="30" y="398"/>
                  </a:lnTo>
                  <a:lnTo>
                    <a:pt x="0" y="412"/>
                  </a:lnTo>
                  <a:lnTo>
                    <a:pt x="30" y="398"/>
                  </a:lnTo>
                  <a:lnTo>
                    <a:pt x="105" y="343"/>
                  </a:lnTo>
                  <a:lnTo>
                    <a:pt x="225" y="288"/>
                  </a:lnTo>
                  <a:lnTo>
                    <a:pt x="391" y="206"/>
                  </a:lnTo>
                  <a:lnTo>
                    <a:pt x="571" y="137"/>
                  </a:lnTo>
                  <a:lnTo>
                    <a:pt x="782" y="68"/>
                  </a:lnTo>
                  <a:lnTo>
                    <a:pt x="1023" y="13"/>
                  </a:lnTo>
                  <a:lnTo>
                    <a:pt x="1263" y="0"/>
                  </a:lnTo>
                  <a:close/>
                  <a:moveTo>
                    <a:pt x="1263" y="0"/>
                  </a:moveTo>
                  <a:lnTo>
                    <a:pt x="1263" y="0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4" name="Freeform 52">
              <a:extLst>
                <a:ext uri="{FF2B5EF4-FFF2-40B4-BE49-F238E27FC236}">
                  <a16:creationId xmlns:a16="http://schemas.microsoft.com/office/drawing/2014/main" id="{D8C21194-67EC-783C-A027-10FA1AD85C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1" y="966"/>
              <a:ext cx="1193" cy="580"/>
            </a:xfrm>
            <a:custGeom>
              <a:avLst/>
              <a:gdLst>
                <a:gd name="T0" fmla="*/ 0 w 1248"/>
                <a:gd name="T1" fmla="*/ 0 h 413"/>
                <a:gd name="T2" fmla="*/ 15 w 1248"/>
                <a:gd name="T3" fmla="*/ 2296 h 413"/>
                <a:gd name="T4" fmla="*/ 53 w 1248"/>
                <a:gd name="T5" fmla="*/ 11226 h 413"/>
                <a:gd name="T6" fmla="*/ 114 w 1248"/>
                <a:gd name="T7" fmla="*/ 22454 h 413"/>
                <a:gd name="T8" fmla="*/ 190 w 1248"/>
                <a:gd name="T9" fmla="*/ 33516 h 413"/>
                <a:gd name="T10" fmla="*/ 283 w 1248"/>
                <a:gd name="T11" fmla="*/ 47068 h 413"/>
                <a:gd name="T12" fmla="*/ 399 w 1248"/>
                <a:gd name="T13" fmla="*/ 56023 h 413"/>
                <a:gd name="T14" fmla="*/ 513 w 1248"/>
                <a:gd name="T15" fmla="*/ 64953 h 413"/>
                <a:gd name="T16" fmla="*/ 635 w 1248"/>
                <a:gd name="T17" fmla="*/ 67373 h 413"/>
                <a:gd name="T18" fmla="*/ 635 w 1248"/>
                <a:gd name="T19" fmla="*/ 67373 h 413"/>
                <a:gd name="T20" fmla="*/ 513 w 1248"/>
                <a:gd name="T21" fmla="*/ 64953 h 413"/>
                <a:gd name="T22" fmla="*/ 399 w 1248"/>
                <a:gd name="T23" fmla="*/ 56023 h 413"/>
                <a:gd name="T24" fmla="*/ 283 w 1248"/>
                <a:gd name="T25" fmla="*/ 47068 h 413"/>
                <a:gd name="T26" fmla="*/ 190 w 1248"/>
                <a:gd name="T27" fmla="*/ 33516 h 413"/>
                <a:gd name="T28" fmla="*/ 114 w 1248"/>
                <a:gd name="T29" fmla="*/ 22454 h 413"/>
                <a:gd name="T30" fmla="*/ 53 w 1248"/>
                <a:gd name="T31" fmla="*/ 11226 h 413"/>
                <a:gd name="T32" fmla="*/ 15 w 1248"/>
                <a:gd name="T33" fmla="*/ 2296 h 413"/>
                <a:gd name="T34" fmla="*/ 0 w 1248"/>
                <a:gd name="T35" fmla="*/ 0 h 413"/>
                <a:gd name="T36" fmla="*/ 0 w 1248"/>
                <a:gd name="T37" fmla="*/ 0 h 413"/>
                <a:gd name="T38" fmla="*/ 0 w 1248"/>
                <a:gd name="T39" fmla="*/ 0 h 413"/>
                <a:gd name="T40" fmla="*/ 0 w 1248"/>
                <a:gd name="T41" fmla="*/ 0 h 413"/>
                <a:gd name="T42" fmla="*/ 0 w 1248"/>
                <a:gd name="T43" fmla="*/ 0 h 41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48"/>
                <a:gd name="T67" fmla="*/ 0 h 413"/>
                <a:gd name="T68" fmla="*/ 1248 w 1248"/>
                <a:gd name="T69" fmla="*/ 413 h 413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48" h="413">
                  <a:moveTo>
                    <a:pt x="0" y="0"/>
                  </a:moveTo>
                  <a:lnTo>
                    <a:pt x="30" y="14"/>
                  </a:lnTo>
                  <a:lnTo>
                    <a:pt x="105" y="69"/>
                  </a:lnTo>
                  <a:lnTo>
                    <a:pt x="225" y="138"/>
                  </a:lnTo>
                  <a:lnTo>
                    <a:pt x="376" y="206"/>
                  </a:lnTo>
                  <a:lnTo>
                    <a:pt x="556" y="289"/>
                  </a:lnTo>
                  <a:lnTo>
                    <a:pt x="782" y="344"/>
                  </a:lnTo>
                  <a:lnTo>
                    <a:pt x="1008" y="399"/>
                  </a:lnTo>
                  <a:lnTo>
                    <a:pt x="1248" y="413"/>
                  </a:lnTo>
                  <a:lnTo>
                    <a:pt x="1008" y="399"/>
                  </a:lnTo>
                  <a:lnTo>
                    <a:pt x="782" y="344"/>
                  </a:lnTo>
                  <a:lnTo>
                    <a:pt x="556" y="289"/>
                  </a:lnTo>
                  <a:lnTo>
                    <a:pt x="376" y="206"/>
                  </a:lnTo>
                  <a:lnTo>
                    <a:pt x="225" y="138"/>
                  </a:lnTo>
                  <a:lnTo>
                    <a:pt x="105" y="69"/>
                  </a:lnTo>
                  <a:lnTo>
                    <a:pt x="30" y="1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5" name="Freeform 53">
              <a:extLst>
                <a:ext uri="{FF2B5EF4-FFF2-40B4-BE49-F238E27FC236}">
                  <a16:creationId xmlns:a16="http://schemas.microsoft.com/office/drawing/2014/main" id="{42F5BC97-B6E0-1109-9168-068505DA33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6" y="888"/>
              <a:ext cx="1206" cy="1"/>
            </a:xfrm>
            <a:custGeom>
              <a:avLst/>
              <a:gdLst>
                <a:gd name="T0" fmla="*/ 633 w 1263"/>
                <a:gd name="T1" fmla="*/ 0 h 1"/>
                <a:gd name="T2" fmla="*/ 0 w 1263"/>
                <a:gd name="T3" fmla="*/ 0 h 1"/>
                <a:gd name="T4" fmla="*/ 633 w 1263"/>
                <a:gd name="T5" fmla="*/ 0 h 1"/>
                <a:gd name="T6" fmla="*/ 633 w 1263"/>
                <a:gd name="T7" fmla="*/ 0 h 1"/>
                <a:gd name="T8" fmla="*/ 633 w 1263"/>
                <a:gd name="T9" fmla="*/ 0 h 1"/>
                <a:gd name="T10" fmla="*/ 633 w 1263"/>
                <a:gd name="T11" fmla="*/ 0 h 1"/>
                <a:gd name="T12" fmla="*/ 633 w 1263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3"/>
                <a:gd name="T22" fmla="*/ 0 h 1"/>
                <a:gd name="T23" fmla="*/ 1263 w 1263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3" h="1">
                  <a:moveTo>
                    <a:pt x="1263" y="0"/>
                  </a:moveTo>
                  <a:lnTo>
                    <a:pt x="0" y="0"/>
                  </a:lnTo>
                  <a:lnTo>
                    <a:pt x="1263" y="0"/>
                  </a:lnTo>
                  <a:close/>
                  <a:moveTo>
                    <a:pt x="1263" y="0"/>
                  </a:moveTo>
                  <a:lnTo>
                    <a:pt x="1263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6" name="Freeform 54">
              <a:extLst>
                <a:ext uri="{FF2B5EF4-FFF2-40B4-BE49-F238E27FC236}">
                  <a16:creationId xmlns:a16="http://schemas.microsoft.com/office/drawing/2014/main" id="{3364F79E-85B6-281B-4548-F8393FD54B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6" y="443"/>
              <a:ext cx="1206" cy="387"/>
            </a:xfrm>
            <a:custGeom>
              <a:avLst/>
              <a:gdLst>
                <a:gd name="T0" fmla="*/ 633 w 1263"/>
                <a:gd name="T1" fmla="*/ 0 h 275"/>
                <a:gd name="T2" fmla="*/ 512 w 1263"/>
                <a:gd name="T3" fmla="*/ 2340 h 275"/>
                <a:gd name="T4" fmla="*/ 392 w 1263"/>
                <a:gd name="T5" fmla="*/ 6953 h 275"/>
                <a:gd name="T6" fmla="*/ 286 w 1263"/>
                <a:gd name="T7" fmla="*/ 13770 h 275"/>
                <a:gd name="T8" fmla="*/ 195 w 1263"/>
                <a:gd name="T9" fmla="*/ 23116 h 275"/>
                <a:gd name="T10" fmla="*/ 113 w 1263"/>
                <a:gd name="T11" fmla="*/ 32293 h 275"/>
                <a:gd name="T12" fmla="*/ 52 w 1263"/>
                <a:gd name="T13" fmla="*/ 39347 h 275"/>
                <a:gd name="T14" fmla="*/ 15 w 1263"/>
                <a:gd name="T15" fmla="*/ 43808 h 275"/>
                <a:gd name="T16" fmla="*/ 0 w 1263"/>
                <a:gd name="T17" fmla="*/ 46237 h 275"/>
                <a:gd name="T18" fmla="*/ 0 w 1263"/>
                <a:gd name="T19" fmla="*/ 46237 h 275"/>
                <a:gd name="T20" fmla="*/ 15 w 1263"/>
                <a:gd name="T21" fmla="*/ 43808 h 275"/>
                <a:gd name="T22" fmla="*/ 52 w 1263"/>
                <a:gd name="T23" fmla="*/ 39347 h 275"/>
                <a:gd name="T24" fmla="*/ 113 w 1263"/>
                <a:gd name="T25" fmla="*/ 32293 h 275"/>
                <a:gd name="T26" fmla="*/ 195 w 1263"/>
                <a:gd name="T27" fmla="*/ 23116 h 275"/>
                <a:gd name="T28" fmla="*/ 286 w 1263"/>
                <a:gd name="T29" fmla="*/ 13770 h 275"/>
                <a:gd name="T30" fmla="*/ 392 w 1263"/>
                <a:gd name="T31" fmla="*/ 6953 h 275"/>
                <a:gd name="T32" fmla="*/ 512 w 1263"/>
                <a:gd name="T33" fmla="*/ 2340 h 275"/>
                <a:gd name="T34" fmla="*/ 633 w 1263"/>
                <a:gd name="T35" fmla="*/ 0 h 275"/>
                <a:gd name="T36" fmla="*/ 633 w 1263"/>
                <a:gd name="T37" fmla="*/ 0 h 275"/>
                <a:gd name="T38" fmla="*/ 633 w 1263"/>
                <a:gd name="T39" fmla="*/ 0 h 275"/>
                <a:gd name="T40" fmla="*/ 633 w 1263"/>
                <a:gd name="T41" fmla="*/ 0 h 275"/>
                <a:gd name="T42" fmla="*/ 633 w 1263"/>
                <a:gd name="T43" fmla="*/ 0 h 27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63"/>
                <a:gd name="T67" fmla="*/ 0 h 275"/>
                <a:gd name="T68" fmla="*/ 1263 w 1263"/>
                <a:gd name="T69" fmla="*/ 275 h 27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63" h="275">
                  <a:moveTo>
                    <a:pt x="1263" y="0"/>
                  </a:moveTo>
                  <a:lnTo>
                    <a:pt x="1023" y="14"/>
                  </a:lnTo>
                  <a:lnTo>
                    <a:pt x="782" y="41"/>
                  </a:lnTo>
                  <a:lnTo>
                    <a:pt x="571" y="82"/>
                  </a:lnTo>
                  <a:lnTo>
                    <a:pt x="391" y="137"/>
                  </a:lnTo>
                  <a:lnTo>
                    <a:pt x="225" y="192"/>
                  </a:lnTo>
                  <a:lnTo>
                    <a:pt x="105" y="234"/>
                  </a:lnTo>
                  <a:lnTo>
                    <a:pt x="30" y="261"/>
                  </a:lnTo>
                  <a:lnTo>
                    <a:pt x="0" y="275"/>
                  </a:lnTo>
                  <a:lnTo>
                    <a:pt x="30" y="261"/>
                  </a:lnTo>
                  <a:lnTo>
                    <a:pt x="105" y="234"/>
                  </a:lnTo>
                  <a:lnTo>
                    <a:pt x="225" y="192"/>
                  </a:lnTo>
                  <a:lnTo>
                    <a:pt x="391" y="137"/>
                  </a:lnTo>
                  <a:lnTo>
                    <a:pt x="571" y="82"/>
                  </a:lnTo>
                  <a:lnTo>
                    <a:pt x="782" y="41"/>
                  </a:lnTo>
                  <a:lnTo>
                    <a:pt x="1023" y="14"/>
                  </a:lnTo>
                  <a:lnTo>
                    <a:pt x="1263" y="0"/>
                  </a:lnTo>
                  <a:close/>
                  <a:moveTo>
                    <a:pt x="1263" y="0"/>
                  </a:moveTo>
                  <a:lnTo>
                    <a:pt x="1263" y="0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7" name="Freeform 55">
              <a:extLst>
                <a:ext uri="{FF2B5EF4-FFF2-40B4-BE49-F238E27FC236}">
                  <a16:creationId xmlns:a16="http://schemas.microsoft.com/office/drawing/2014/main" id="{DD46C72A-F0BD-2184-70CE-1B7B96CB37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6" y="656"/>
              <a:ext cx="1206" cy="212"/>
            </a:xfrm>
            <a:custGeom>
              <a:avLst/>
              <a:gdLst>
                <a:gd name="T0" fmla="*/ 633 w 1263"/>
                <a:gd name="T1" fmla="*/ 0 h 151"/>
                <a:gd name="T2" fmla="*/ 512 w 1263"/>
                <a:gd name="T3" fmla="*/ 2290 h 151"/>
                <a:gd name="T4" fmla="*/ 392 w 1263"/>
                <a:gd name="T5" fmla="*/ 4514 h 151"/>
                <a:gd name="T6" fmla="*/ 286 w 1263"/>
                <a:gd name="T7" fmla="*/ 8898 h 151"/>
                <a:gd name="T8" fmla="*/ 195 w 1263"/>
                <a:gd name="T9" fmla="*/ 13487 h 151"/>
                <a:gd name="T10" fmla="*/ 113 w 1263"/>
                <a:gd name="T11" fmla="*/ 17762 h 151"/>
                <a:gd name="T12" fmla="*/ 52 w 1263"/>
                <a:gd name="T13" fmla="*/ 20139 h 151"/>
                <a:gd name="T14" fmla="*/ 15 w 1263"/>
                <a:gd name="T15" fmla="*/ 24513 h 151"/>
                <a:gd name="T16" fmla="*/ 0 w 1263"/>
                <a:gd name="T17" fmla="*/ 24513 h 151"/>
                <a:gd name="T18" fmla="*/ 0 w 1263"/>
                <a:gd name="T19" fmla="*/ 24513 h 151"/>
                <a:gd name="T20" fmla="*/ 15 w 1263"/>
                <a:gd name="T21" fmla="*/ 24513 h 151"/>
                <a:gd name="T22" fmla="*/ 52 w 1263"/>
                <a:gd name="T23" fmla="*/ 20139 h 151"/>
                <a:gd name="T24" fmla="*/ 113 w 1263"/>
                <a:gd name="T25" fmla="*/ 17762 h 151"/>
                <a:gd name="T26" fmla="*/ 195 w 1263"/>
                <a:gd name="T27" fmla="*/ 13487 h 151"/>
                <a:gd name="T28" fmla="*/ 286 w 1263"/>
                <a:gd name="T29" fmla="*/ 8898 h 151"/>
                <a:gd name="T30" fmla="*/ 392 w 1263"/>
                <a:gd name="T31" fmla="*/ 4514 h 151"/>
                <a:gd name="T32" fmla="*/ 512 w 1263"/>
                <a:gd name="T33" fmla="*/ 2290 h 151"/>
                <a:gd name="T34" fmla="*/ 633 w 1263"/>
                <a:gd name="T35" fmla="*/ 0 h 151"/>
                <a:gd name="T36" fmla="*/ 633 w 1263"/>
                <a:gd name="T37" fmla="*/ 0 h 151"/>
                <a:gd name="T38" fmla="*/ 633 w 1263"/>
                <a:gd name="T39" fmla="*/ 0 h 151"/>
                <a:gd name="T40" fmla="*/ 633 w 1263"/>
                <a:gd name="T41" fmla="*/ 0 h 151"/>
                <a:gd name="T42" fmla="*/ 633 w 1263"/>
                <a:gd name="T43" fmla="*/ 0 h 15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63"/>
                <a:gd name="T67" fmla="*/ 0 h 151"/>
                <a:gd name="T68" fmla="*/ 1263 w 1263"/>
                <a:gd name="T69" fmla="*/ 151 h 151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63" h="151">
                  <a:moveTo>
                    <a:pt x="1263" y="0"/>
                  </a:moveTo>
                  <a:lnTo>
                    <a:pt x="1023" y="14"/>
                  </a:lnTo>
                  <a:lnTo>
                    <a:pt x="782" y="28"/>
                  </a:lnTo>
                  <a:lnTo>
                    <a:pt x="571" y="55"/>
                  </a:lnTo>
                  <a:lnTo>
                    <a:pt x="391" y="83"/>
                  </a:lnTo>
                  <a:lnTo>
                    <a:pt x="225" y="110"/>
                  </a:lnTo>
                  <a:lnTo>
                    <a:pt x="105" y="124"/>
                  </a:lnTo>
                  <a:lnTo>
                    <a:pt x="30" y="151"/>
                  </a:lnTo>
                  <a:lnTo>
                    <a:pt x="0" y="151"/>
                  </a:lnTo>
                  <a:lnTo>
                    <a:pt x="30" y="151"/>
                  </a:lnTo>
                  <a:lnTo>
                    <a:pt x="105" y="124"/>
                  </a:lnTo>
                  <a:lnTo>
                    <a:pt x="225" y="110"/>
                  </a:lnTo>
                  <a:lnTo>
                    <a:pt x="391" y="83"/>
                  </a:lnTo>
                  <a:lnTo>
                    <a:pt x="571" y="55"/>
                  </a:lnTo>
                  <a:lnTo>
                    <a:pt x="782" y="28"/>
                  </a:lnTo>
                  <a:lnTo>
                    <a:pt x="1023" y="14"/>
                  </a:lnTo>
                  <a:lnTo>
                    <a:pt x="1263" y="0"/>
                  </a:lnTo>
                  <a:close/>
                  <a:moveTo>
                    <a:pt x="1263" y="0"/>
                  </a:moveTo>
                  <a:lnTo>
                    <a:pt x="1263" y="0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8" name="Freeform 56">
              <a:extLst>
                <a:ext uri="{FF2B5EF4-FFF2-40B4-BE49-F238E27FC236}">
                  <a16:creationId xmlns:a16="http://schemas.microsoft.com/office/drawing/2014/main" id="{9E3AE3CD-7698-2DDA-A473-649552617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1" y="946"/>
              <a:ext cx="1193" cy="386"/>
            </a:xfrm>
            <a:custGeom>
              <a:avLst/>
              <a:gdLst>
                <a:gd name="T0" fmla="*/ 0 w 1248"/>
                <a:gd name="T1" fmla="*/ 0 h 275"/>
                <a:gd name="T2" fmla="*/ 15 w 1248"/>
                <a:gd name="T3" fmla="*/ 2289 h 275"/>
                <a:gd name="T4" fmla="*/ 53 w 1248"/>
                <a:gd name="T5" fmla="*/ 6829 h 275"/>
                <a:gd name="T6" fmla="*/ 114 w 1248"/>
                <a:gd name="T7" fmla="*/ 13454 h 275"/>
                <a:gd name="T8" fmla="*/ 190 w 1248"/>
                <a:gd name="T9" fmla="*/ 22336 h 275"/>
                <a:gd name="T10" fmla="*/ 283 w 1248"/>
                <a:gd name="T11" fmla="*/ 31169 h 275"/>
                <a:gd name="T12" fmla="*/ 399 w 1248"/>
                <a:gd name="T13" fmla="*/ 37784 h 275"/>
                <a:gd name="T14" fmla="*/ 513 w 1248"/>
                <a:gd name="T15" fmla="*/ 42442 h 275"/>
                <a:gd name="T16" fmla="*/ 635 w 1248"/>
                <a:gd name="T17" fmla="*/ 44491 h 275"/>
                <a:gd name="T18" fmla="*/ 635 w 1248"/>
                <a:gd name="T19" fmla="*/ 44491 h 275"/>
                <a:gd name="T20" fmla="*/ 513 w 1248"/>
                <a:gd name="T21" fmla="*/ 42442 h 275"/>
                <a:gd name="T22" fmla="*/ 399 w 1248"/>
                <a:gd name="T23" fmla="*/ 37784 h 275"/>
                <a:gd name="T24" fmla="*/ 283 w 1248"/>
                <a:gd name="T25" fmla="*/ 31169 h 275"/>
                <a:gd name="T26" fmla="*/ 190 w 1248"/>
                <a:gd name="T27" fmla="*/ 22336 h 275"/>
                <a:gd name="T28" fmla="*/ 114 w 1248"/>
                <a:gd name="T29" fmla="*/ 13454 h 275"/>
                <a:gd name="T30" fmla="*/ 53 w 1248"/>
                <a:gd name="T31" fmla="*/ 6829 h 275"/>
                <a:gd name="T32" fmla="*/ 15 w 1248"/>
                <a:gd name="T33" fmla="*/ 2289 h 275"/>
                <a:gd name="T34" fmla="*/ 0 w 1248"/>
                <a:gd name="T35" fmla="*/ 0 h 275"/>
                <a:gd name="T36" fmla="*/ 0 w 1248"/>
                <a:gd name="T37" fmla="*/ 0 h 275"/>
                <a:gd name="T38" fmla="*/ 0 w 1248"/>
                <a:gd name="T39" fmla="*/ 0 h 275"/>
                <a:gd name="T40" fmla="*/ 0 w 1248"/>
                <a:gd name="T41" fmla="*/ 0 h 275"/>
                <a:gd name="T42" fmla="*/ 0 w 1248"/>
                <a:gd name="T43" fmla="*/ 0 h 27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48"/>
                <a:gd name="T67" fmla="*/ 0 h 275"/>
                <a:gd name="T68" fmla="*/ 1248 w 1248"/>
                <a:gd name="T69" fmla="*/ 275 h 27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48" h="275">
                  <a:moveTo>
                    <a:pt x="0" y="0"/>
                  </a:moveTo>
                  <a:lnTo>
                    <a:pt x="30" y="14"/>
                  </a:lnTo>
                  <a:lnTo>
                    <a:pt x="105" y="42"/>
                  </a:lnTo>
                  <a:lnTo>
                    <a:pt x="225" y="83"/>
                  </a:lnTo>
                  <a:lnTo>
                    <a:pt x="376" y="138"/>
                  </a:lnTo>
                  <a:lnTo>
                    <a:pt x="556" y="193"/>
                  </a:lnTo>
                  <a:lnTo>
                    <a:pt x="782" y="234"/>
                  </a:lnTo>
                  <a:lnTo>
                    <a:pt x="1008" y="262"/>
                  </a:lnTo>
                  <a:lnTo>
                    <a:pt x="1248" y="275"/>
                  </a:lnTo>
                  <a:lnTo>
                    <a:pt x="1008" y="262"/>
                  </a:lnTo>
                  <a:lnTo>
                    <a:pt x="782" y="234"/>
                  </a:lnTo>
                  <a:lnTo>
                    <a:pt x="556" y="193"/>
                  </a:lnTo>
                  <a:lnTo>
                    <a:pt x="376" y="138"/>
                  </a:lnTo>
                  <a:lnTo>
                    <a:pt x="225" y="83"/>
                  </a:lnTo>
                  <a:lnTo>
                    <a:pt x="105" y="42"/>
                  </a:lnTo>
                  <a:lnTo>
                    <a:pt x="30" y="1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9" name="Freeform 57">
              <a:extLst>
                <a:ext uri="{FF2B5EF4-FFF2-40B4-BE49-F238E27FC236}">
                  <a16:creationId xmlns:a16="http://schemas.microsoft.com/office/drawing/2014/main" id="{76C9C1FA-7747-6FF7-D502-521AB64FF2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1" y="907"/>
              <a:ext cx="1193" cy="213"/>
            </a:xfrm>
            <a:custGeom>
              <a:avLst/>
              <a:gdLst>
                <a:gd name="T0" fmla="*/ 0 w 1248"/>
                <a:gd name="T1" fmla="*/ 0 h 151"/>
                <a:gd name="T2" fmla="*/ 15 w 1248"/>
                <a:gd name="T3" fmla="*/ 2436 h 151"/>
                <a:gd name="T4" fmla="*/ 53 w 1248"/>
                <a:gd name="T5" fmla="*/ 4704 h 151"/>
                <a:gd name="T6" fmla="*/ 114 w 1248"/>
                <a:gd name="T7" fmla="*/ 9644 h 151"/>
                <a:gd name="T8" fmla="*/ 190 w 1248"/>
                <a:gd name="T9" fmla="*/ 14349 h 151"/>
                <a:gd name="T10" fmla="*/ 283 w 1248"/>
                <a:gd name="T11" fmla="*/ 19190 h 151"/>
                <a:gd name="T12" fmla="*/ 399 w 1248"/>
                <a:gd name="T13" fmla="*/ 21629 h 151"/>
                <a:gd name="T14" fmla="*/ 513 w 1248"/>
                <a:gd name="T15" fmla="*/ 26270 h 151"/>
                <a:gd name="T16" fmla="*/ 635 w 1248"/>
                <a:gd name="T17" fmla="*/ 26270 h 151"/>
                <a:gd name="T18" fmla="*/ 635 w 1248"/>
                <a:gd name="T19" fmla="*/ 26270 h 151"/>
                <a:gd name="T20" fmla="*/ 513 w 1248"/>
                <a:gd name="T21" fmla="*/ 26270 h 151"/>
                <a:gd name="T22" fmla="*/ 399 w 1248"/>
                <a:gd name="T23" fmla="*/ 21629 h 151"/>
                <a:gd name="T24" fmla="*/ 283 w 1248"/>
                <a:gd name="T25" fmla="*/ 19190 h 151"/>
                <a:gd name="T26" fmla="*/ 190 w 1248"/>
                <a:gd name="T27" fmla="*/ 14349 h 151"/>
                <a:gd name="T28" fmla="*/ 114 w 1248"/>
                <a:gd name="T29" fmla="*/ 9644 h 151"/>
                <a:gd name="T30" fmla="*/ 53 w 1248"/>
                <a:gd name="T31" fmla="*/ 4704 h 151"/>
                <a:gd name="T32" fmla="*/ 15 w 1248"/>
                <a:gd name="T33" fmla="*/ 2436 h 151"/>
                <a:gd name="T34" fmla="*/ 0 w 1248"/>
                <a:gd name="T35" fmla="*/ 0 h 151"/>
                <a:gd name="T36" fmla="*/ 0 w 1248"/>
                <a:gd name="T37" fmla="*/ 0 h 151"/>
                <a:gd name="T38" fmla="*/ 0 w 1248"/>
                <a:gd name="T39" fmla="*/ 0 h 151"/>
                <a:gd name="T40" fmla="*/ 0 w 1248"/>
                <a:gd name="T41" fmla="*/ 0 h 151"/>
                <a:gd name="T42" fmla="*/ 0 w 1248"/>
                <a:gd name="T43" fmla="*/ 0 h 15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248"/>
                <a:gd name="T67" fmla="*/ 0 h 151"/>
                <a:gd name="T68" fmla="*/ 1248 w 1248"/>
                <a:gd name="T69" fmla="*/ 151 h 151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248" h="151">
                  <a:moveTo>
                    <a:pt x="0" y="0"/>
                  </a:moveTo>
                  <a:lnTo>
                    <a:pt x="30" y="14"/>
                  </a:lnTo>
                  <a:lnTo>
                    <a:pt x="105" y="27"/>
                  </a:lnTo>
                  <a:lnTo>
                    <a:pt x="225" y="55"/>
                  </a:lnTo>
                  <a:lnTo>
                    <a:pt x="376" y="82"/>
                  </a:lnTo>
                  <a:lnTo>
                    <a:pt x="556" y="110"/>
                  </a:lnTo>
                  <a:lnTo>
                    <a:pt x="782" y="124"/>
                  </a:lnTo>
                  <a:lnTo>
                    <a:pt x="1008" y="151"/>
                  </a:lnTo>
                  <a:lnTo>
                    <a:pt x="1248" y="151"/>
                  </a:lnTo>
                  <a:lnTo>
                    <a:pt x="1008" y="151"/>
                  </a:lnTo>
                  <a:lnTo>
                    <a:pt x="782" y="124"/>
                  </a:lnTo>
                  <a:lnTo>
                    <a:pt x="556" y="110"/>
                  </a:lnTo>
                  <a:lnTo>
                    <a:pt x="376" y="82"/>
                  </a:lnTo>
                  <a:lnTo>
                    <a:pt x="225" y="55"/>
                  </a:lnTo>
                  <a:lnTo>
                    <a:pt x="105" y="27"/>
                  </a:lnTo>
                  <a:lnTo>
                    <a:pt x="30" y="1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0" name="Freeform 58">
              <a:extLst>
                <a:ext uri="{FF2B5EF4-FFF2-40B4-BE49-F238E27FC236}">
                  <a16:creationId xmlns:a16="http://schemas.microsoft.com/office/drawing/2014/main" id="{6D721448-E068-0669-F1A2-0DBA95059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850"/>
              <a:ext cx="129" cy="77"/>
            </a:xfrm>
            <a:custGeom>
              <a:avLst/>
              <a:gdLst>
                <a:gd name="T0" fmla="*/ 34 w 136"/>
                <a:gd name="T1" fmla="*/ 2001 h 55"/>
                <a:gd name="T2" fmla="*/ 22 w 136"/>
                <a:gd name="T3" fmla="*/ 2001 h 55"/>
                <a:gd name="T4" fmla="*/ 0 w 136"/>
                <a:gd name="T5" fmla="*/ 0 h 55"/>
                <a:gd name="T6" fmla="*/ 0 w 136"/>
                <a:gd name="T7" fmla="*/ 8527 h 55"/>
                <a:gd name="T8" fmla="*/ 14 w 136"/>
                <a:gd name="T9" fmla="*/ 6359 h 55"/>
                <a:gd name="T10" fmla="*/ 34 w 136"/>
                <a:gd name="T11" fmla="*/ 6359 h 55"/>
                <a:gd name="T12" fmla="*/ 48 w 136"/>
                <a:gd name="T13" fmla="*/ 4218 h 55"/>
                <a:gd name="T14" fmla="*/ 62 w 136"/>
                <a:gd name="T15" fmla="*/ 4218 h 55"/>
                <a:gd name="T16" fmla="*/ 48 w 136"/>
                <a:gd name="T17" fmla="*/ 4218 h 55"/>
                <a:gd name="T18" fmla="*/ 34 w 136"/>
                <a:gd name="T19" fmla="*/ 2001 h 55"/>
                <a:gd name="T20" fmla="*/ 34 w 136"/>
                <a:gd name="T21" fmla="*/ 2001 h 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55"/>
                <a:gd name="T35" fmla="*/ 136 w 136"/>
                <a:gd name="T36" fmla="*/ 55 h 5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55">
                  <a:moveTo>
                    <a:pt x="75" y="13"/>
                  </a:moveTo>
                  <a:lnTo>
                    <a:pt x="45" y="13"/>
                  </a:lnTo>
                  <a:lnTo>
                    <a:pt x="0" y="0"/>
                  </a:lnTo>
                  <a:lnTo>
                    <a:pt x="0" y="55"/>
                  </a:lnTo>
                  <a:lnTo>
                    <a:pt x="30" y="41"/>
                  </a:lnTo>
                  <a:lnTo>
                    <a:pt x="75" y="41"/>
                  </a:lnTo>
                  <a:lnTo>
                    <a:pt x="106" y="27"/>
                  </a:lnTo>
                  <a:lnTo>
                    <a:pt x="136" y="27"/>
                  </a:lnTo>
                  <a:lnTo>
                    <a:pt x="106" y="27"/>
                  </a:lnTo>
                  <a:lnTo>
                    <a:pt x="75" y="13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1" name="Freeform 59">
              <a:extLst>
                <a:ext uri="{FF2B5EF4-FFF2-40B4-BE49-F238E27FC236}">
                  <a16:creationId xmlns:a16="http://schemas.microsoft.com/office/drawing/2014/main" id="{6CB900B0-6C47-3962-1240-CC936B1C8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082"/>
              <a:ext cx="129" cy="58"/>
            </a:xfrm>
            <a:custGeom>
              <a:avLst/>
              <a:gdLst>
                <a:gd name="T0" fmla="*/ 34 w 136"/>
                <a:gd name="T1" fmla="*/ 2259 h 41"/>
                <a:gd name="T2" fmla="*/ 22 w 136"/>
                <a:gd name="T3" fmla="*/ 0 h 41"/>
                <a:gd name="T4" fmla="*/ 0 w 136"/>
                <a:gd name="T5" fmla="*/ 0 h 41"/>
                <a:gd name="T6" fmla="*/ 0 w 136"/>
                <a:gd name="T7" fmla="*/ 7437 h 41"/>
                <a:gd name="T8" fmla="*/ 14 w 136"/>
                <a:gd name="T9" fmla="*/ 7437 h 41"/>
                <a:gd name="T10" fmla="*/ 34 w 136"/>
                <a:gd name="T11" fmla="*/ 4909 h 41"/>
                <a:gd name="T12" fmla="*/ 48 w 136"/>
                <a:gd name="T13" fmla="*/ 4909 h 41"/>
                <a:gd name="T14" fmla="*/ 62 w 136"/>
                <a:gd name="T15" fmla="*/ 2259 h 41"/>
                <a:gd name="T16" fmla="*/ 48 w 136"/>
                <a:gd name="T17" fmla="*/ 2259 h 41"/>
                <a:gd name="T18" fmla="*/ 34 w 136"/>
                <a:gd name="T19" fmla="*/ 2259 h 41"/>
                <a:gd name="T20" fmla="*/ 34 w 136"/>
                <a:gd name="T21" fmla="*/ 2259 h 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41"/>
                <a:gd name="T35" fmla="*/ 136 w 136"/>
                <a:gd name="T36" fmla="*/ 41 h 4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41">
                  <a:moveTo>
                    <a:pt x="75" y="13"/>
                  </a:moveTo>
                  <a:lnTo>
                    <a:pt x="45" y="0"/>
                  </a:lnTo>
                  <a:lnTo>
                    <a:pt x="0" y="0"/>
                  </a:lnTo>
                  <a:lnTo>
                    <a:pt x="0" y="41"/>
                  </a:lnTo>
                  <a:lnTo>
                    <a:pt x="30" y="41"/>
                  </a:lnTo>
                  <a:lnTo>
                    <a:pt x="75" y="27"/>
                  </a:lnTo>
                  <a:lnTo>
                    <a:pt x="106" y="27"/>
                  </a:lnTo>
                  <a:lnTo>
                    <a:pt x="136" y="13"/>
                  </a:lnTo>
                  <a:lnTo>
                    <a:pt x="106" y="13"/>
                  </a:lnTo>
                  <a:lnTo>
                    <a:pt x="75" y="13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2" name="Freeform 60">
              <a:extLst>
                <a:ext uri="{FF2B5EF4-FFF2-40B4-BE49-F238E27FC236}">
                  <a16:creationId xmlns:a16="http://schemas.microsoft.com/office/drawing/2014/main" id="{569FFC20-72E1-7FBD-C11F-BF7FCB1E2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526"/>
              <a:ext cx="129" cy="58"/>
            </a:xfrm>
            <a:custGeom>
              <a:avLst/>
              <a:gdLst>
                <a:gd name="T0" fmla="*/ 34 w 136"/>
                <a:gd name="T1" fmla="*/ 0 h 41"/>
                <a:gd name="T2" fmla="*/ 22 w 136"/>
                <a:gd name="T3" fmla="*/ 0 h 41"/>
                <a:gd name="T4" fmla="*/ 0 w 136"/>
                <a:gd name="T5" fmla="*/ 0 h 41"/>
                <a:gd name="T6" fmla="*/ 0 w 136"/>
                <a:gd name="T7" fmla="*/ 7437 h 41"/>
                <a:gd name="T8" fmla="*/ 14 w 136"/>
                <a:gd name="T9" fmla="*/ 4909 h 41"/>
                <a:gd name="T10" fmla="*/ 34 w 136"/>
                <a:gd name="T11" fmla="*/ 4909 h 41"/>
                <a:gd name="T12" fmla="*/ 48 w 136"/>
                <a:gd name="T13" fmla="*/ 2624 h 41"/>
                <a:gd name="T14" fmla="*/ 62 w 136"/>
                <a:gd name="T15" fmla="*/ 2624 h 41"/>
                <a:gd name="T16" fmla="*/ 48 w 136"/>
                <a:gd name="T17" fmla="*/ 2624 h 41"/>
                <a:gd name="T18" fmla="*/ 34 w 136"/>
                <a:gd name="T19" fmla="*/ 0 h 41"/>
                <a:gd name="T20" fmla="*/ 34 w 136"/>
                <a:gd name="T21" fmla="*/ 0 h 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41"/>
                <a:gd name="T35" fmla="*/ 136 w 136"/>
                <a:gd name="T36" fmla="*/ 41 h 4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41">
                  <a:moveTo>
                    <a:pt x="75" y="0"/>
                  </a:moveTo>
                  <a:lnTo>
                    <a:pt x="45" y="0"/>
                  </a:lnTo>
                  <a:lnTo>
                    <a:pt x="0" y="0"/>
                  </a:lnTo>
                  <a:lnTo>
                    <a:pt x="0" y="41"/>
                  </a:lnTo>
                  <a:lnTo>
                    <a:pt x="30" y="27"/>
                  </a:lnTo>
                  <a:lnTo>
                    <a:pt x="75" y="27"/>
                  </a:lnTo>
                  <a:lnTo>
                    <a:pt x="106" y="14"/>
                  </a:lnTo>
                  <a:lnTo>
                    <a:pt x="136" y="14"/>
                  </a:lnTo>
                  <a:lnTo>
                    <a:pt x="106" y="1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3" name="Freeform 61">
              <a:extLst>
                <a:ext uri="{FF2B5EF4-FFF2-40B4-BE49-F238E27FC236}">
                  <a16:creationId xmlns:a16="http://schemas.microsoft.com/office/drawing/2014/main" id="{E2AA07E0-345F-387F-1969-26E5B7507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294"/>
              <a:ext cx="129" cy="58"/>
            </a:xfrm>
            <a:custGeom>
              <a:avLst/>
              <a:gdLst>
                <a:gd name="T0" fmla="*/ 34 w 136"/>
                <a:gd name="T1" fmla="*/ 2624 h 41"/>
                <a:gd name="T2" fmla="*/ 22 w 136"/>
                <a:gd name="T3" fmla="*/ 2624 h 41"/>
                <a:gd name="T4" fmla="*/ 0 w 136"/>
                <a:gd name="T5" fmla="*/ 0 h 41"/>
                <a:gd name="T6" fmla="*/ 0 w 136"/>
                <a:gd name="T7" fmla="*/ 7437 h 41"/>
                <a:gd name="T8" fmla="*/ 14 w 136"/>
                <a:gd name="T9" fmla="*/ 7437 h 41"/>
                <a:gd name="T10" fmla="*/ 34 w 136"/>
                <a:gd name="T11" fmla="*/ 4909 h 41"/>
                <a:gd name="T12" fmla="*/ 48 w 136"/>
                <a:gd name="T13" fmla="*/ 4909 h 41"/>
                <a:gd name="T14" fmla="*/ 62 w 136"/>
                <a:gd name="T15" fmla="*/ 4909 h 41"/>
                <a:gd name="T16" fmla="*/ 48 w 136"/>
                <a:gd name="T17" fmla="*/ 4909 h 41"/>
                <a:gd name="T18" fmla="*/ 34 w 136"/>
                <a:gd name="T19" fmla="*/ 2624 h 41"/>
                <a:gd name="T20" fmla="*/ 34 w 136"/>
                <a:gd name="T21" fmla="*/ 2624 h 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41"/>
                <a:gd name="T35" fmla="*/ 136 w 136"/>
                <a:gd name="T36" fmla="*/ 41 h 4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41">
                  <a:moveTo>
                    <a:pt x="75" y="14"/>
                  </a:moveTo>
                  <a:lnTo>
                    <a:pt x="45" y="14"/>
                  </a:lnTo>
                  <a:lnTo>
                    <a:pt x="0" y="0"/>
                  </a:lnTo>
                  <a:lnTo>
                    <a:pt x="0" y="41"/>
                  </a:lnTo>
                  <a:lnTo>
                    <a:pt x="30" y="41"/>
                  </a:lnTo>
                  <a:lnTo>
                    <a:pt x="75" y="27"/>
                  </a:lnTo>
                  <a:lnTo>
                    <a:pt x="106" y="27"/>
                  </a:lnTo>
                  <a:lnTo>
                    <a:pt x="136" y="27"/>
                  </a:lnTo>
                  <a:lnTo>
                    <a:pt x="106" y="27"/>
                  </a:lnTo>
                  <a:lnTo>
                    <a:pt x="75" y="14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4" name="Freeform 62">
              <a:extLst>
                <a:ext uri="{FF2B5EF4-FFF2-40B4-BE49-F238E27FC236}">
                  <a16:creationId xmlns:a16="http://schemas.microsoft.com/office/drawing/2014/main" id="{71D2624B-A027-4A61-64F6-0D3F3C45A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192"/>
              <a:ext cx="129" cy="58"/>
            </a:xfrm>
            <a:custGeom>
              <a:avLst/>
              <a:gdLst>
                <a:gd name="T0" fmla="*/ 34 w 136"/>
                <a:gd name="T1" fmla="*/ 2624 h 41"/>
                <a:gd name="T2" fmla="*/ 22 w 136"/>
                <a:gd name="T3" fmla="*/ 2624 h 41"/>
                <a:gd name="T4" fmla="*/ 0 w 136"/>
                <a:gd name="T5" fmla="*/ 0 h 41"/>
                <a:gd name="T6" fmla="*/ 0 w 136"/>
                <a:gd name="T7" fmla="*/ 7437 h 41"/>
                <a:gd name="T8" fmla="*/ 14 w 136"/>
                <a:gd name="T9" fmla="*/ 7437 h 41"/>
                <a:gd name="T10" fmla="*/ 34 w 136"/>
                <a:gd name="T11" fmla="*/ 7437 h 41"/>
                <a:gd name="T12" fmla="*/ 48 w 136"/>
                <a:gd name="T13" fmla="*/ 5251 h 41"/>
                <a:gd name="T14" fmla="*/ 62 w 136"/>
                <a:gd name="T15" fmla="*/ 5251 h 41"/>
                <a:gd name="T16" fmla="*/ 48 w 136"/>
                <a:gd name="T17" fmla="*/ 5251 h 41"/>
                <a:gd name="T18" fmla="*/ 34 w 136"/>
                <a:gd name="T19" fmla="*/ 2624 h 41"/>
                <a:gd name="T20" fmla="*/ 34 w 136"/>
                <a:gd name="T21" fmla="*/ 2624 h 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41"/>
                <a:gd name="T35" fmla="*/ 136 w 136"/>
                <a:gd name="T36" fmla="*/ 41 h 4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41">
                  <a:moveTo>
                    <a:pt x="75" y="14"/>
                  </a:moveTo>
                  <a:lnTo>
                    <a:pt x="45" y="14"/>
                  </a:lnTo>
                  <a:lnTo>
                    <a:pt x="0" y="0"/>
                  </a:lnTo>
                  <a:lnTo>
                    <a:pt x="0" y="41"/>
                  </a:lnTo>
                  <a:lnTo>
                    <a:pt x="30" y="41"/>
                  </a:lnTo>
                  <a:lnTo>
                    <a:pt x="75" y="41"/>
                  </a:lnTo>
                  <a:lnTo>
                    <a:pt x="106" y="28"/>
                  </a:lnTo>
                  <a:lnTo>
                    <a:pt x="136" y="28"/>
                  </a:lnTo>
                  <a:lnTo>
                    <a:pt x="106" y="28"/>
                  </a:lnTo>
                  <a:lnTo>
                    <a:pt x="75" y="14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5" name="Freeform 63">
              <a:extLst>
                <a:ext uri="{FF2B5EF4-FFF2-40B4-BE49-F238E27FC236}">
                  <a16:creationId xmlns:a16="http://schemas.microsoft.com/office/drawing/2014/main" id="{FC4DA476-F717-3C81-888A-8B44F8C72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636"/>
              <a:ext cx="129" cy="59"/>
            </a:xfrm>
            <a:custGeom>
              <a:avLst/>
              <a:gdLst>
                <a:gd name="T0" fmla="*/ 34 w 136"/>
                <a:gd name="T1" fmla="*/ 2312 h 42"/>
                <a:gd name="T2" fmla="*/ 22 w 136"/>
                <a:gd name="T3" fmla="*/ 2312 h 42"/>
                <a:gd name="T4" fmla="*/ 0 w 136"/>
                <a:gd name="T5" fmla="*/ 0 h 42"/>
                <a:gd name="T6" fmla="*/ 0 w 136"/>
                <a:gd name="T7" fmla="*/ 6889 h 42"/>
                <a:gd name="T8" fmla="*/ 14 w 136"/>
                <a:gd name="T9" fmla="*/ 6889 h 42"/>
                <a:gd name="T10" fmla="*/ 34 w 136"/>
                <a:gd name="T11" fmla="*/ 4563 h 42"/>
                <a:gd name="T12" fmla="*/ 48 w 136"/>
                <a:gd name="T13" fmla="*/ 4563 h 42"/>
                <a:gd name="T14" fmla="*/ 62 w 136"/>
                <a:gd name="T15" fmla="*/ 4563 h 42"/>
                <a:gd name="T16" fmla="*/ 48 w 136"/>
                <a:gd name="T17" fmla="*/ 4563 h 42"/>
                <a:gd name="T18" fmla="*/ 34 w 136"/>
                <a:gd name="T19" fmla="*/ 2312 h 42"/>
                <a:gd name="T20" fmla="*/ 34 w 136"/>
                <a:gd name="T21" fmla="*/ 2312 h 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42"/>
                <a:gd name="T35" fmla="*/ 136 w 136"/>
                <a:gd name="T36" fmla="*/ 42 h 4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42">
                  <a:moveTo>
                    <a:pt x="75" y="14"/>
                  </a:moveTo>
                  <a:lnTo>
                    <a:pt x="45" y="14"/>
                  </a:lnTo>
                  <a:lnTo>
                    <a:pt x="0" y="0"/>
                  </a:lnTo>
                  <a:lnTo>
                    <a:pt x="0" y="42"/>
                  </a:lnTo>
                  <a:lnTo>
                    <a:pt x="30" y="42"/>
                  </a:lnTo>
                  <a:lnTo>
                    <a:pt x="75" y="28"/>
                  </a:lnTo>
                  <a:lnTo>
                    <a:pt x="106" y="28"/>
                  </a:lnTo>
                  <a:lnTo>
                    <a:pt x="136" y="28"/>
                  </a:lnTo>
                  <a:lnTo>
                    <a:pt x="106" y="28"/>
                  </a:lnTo>
                  <a:lnTo>
                    <a:pt x="75" y="14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6" name="Freeform 64">
              <a:extLst>
                <a:ext uri="{FF2B5EF4-FFF2-40B4-BE49-F238E27FC236}">
                  <a16:creationId xmlns:a16="http://schemas.microsoft.com/office/drawing/2014/main" id="{5317F033-5F72-FA06-0980-BCEBF86EB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424"/>
              <a:ext cx="129" cy="57"/>
            </a:xfrm>
            <a:custGeom>
              <a:avLst/>
              <a:gdLst>
                <a:gd name="T0" fmla="*/ 34 w 136"/>
                <a:gd name="T1" fmla="*/ 1887 h 41"/>
                <a:gd name="T2" fmla="*/ 22 w 136"/>
                <a:gd name="T3" fmla="*/ 0 h 41"/>
                <a:gd name="T4" fmla="*/ 0 w 136"/>
                <a:gd name="T5" fmla="*/ 0 h 41"/>
                <a:gd name="T6" fmla="*/ 0 w 136"/>
                <a:gd name="T7" fmla="*/ 5754 h 41"/>
                <a:gd name="T8" fmla="*/ 14 w 136"/>
                <a:gd name="T9" fmla="*/ 5754 h 41"/>
                <a:gd name="T10" fmla="*/ 34 w 136"/>
                <a:gd name="T11" fmla="*/ 3926 h 41"/>
                <a:gd name="T12" fmla="*/ 48 w 136"/>
                <a:gd name="T13" fmla="*/ 3926 h 41"/>
                <a:gd name="T14" fmla="*/ 62 w 136"/>
                <a:gd name="T15" fmla="*/ 1887 h 41"/>
                <a:gd name="T16" fmla="*/ 48 w 136"/>
                <a:gd name="T17" fmla="*/ 1887 h 41"/>
                <a:gd name="T18" fmla="*/ 34 w 136"/>
                <a:gd name="T19" fmla="*/ 1887 h 41"/>
                <a:gd name="T20" fmla="*/ 34 w 136"/>
                <a:gd name="T21" fmla="*/ 1887 h 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6"/>
                <a:gd name="T34" fmla="*/ 0 h 41"/>
                <a:gd name="T35" fmla="*/ 136 w 136"/>
                <a:gd name="T36" fmla="*/ 41 h 4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6" h="41">
                  <a:moveTo>
                    <a:pt x="75" y="14"/>
                  </a:moveTo>
                  <a:lnTo>
                    <a:pt x="45" y="0"/>
                  </a:lnTo>
                  <a:lnTo>
                    <a:pt x="0" y="0"/>
                  </a:lnTo>
                  <a:lnTo>
                    <a:pt x="0" y="41"/>
                  </a:lnTo>
                  <a:lnTo>
                    <a:pt x="30" y="41"/>
                  </a:lnTo>
                  <a:lnTo>
                    <a:pt x="75" y="28"/>
                  </a:lnTo>
                  <a:lnTo>
                    <a:pt x="106" y="28"/>
                  </a:lnTo>
                  <a:lnTo>
                    <a:pt x="136" y="14"/>
                  </a:lnTo>
                  <a:lnTo>
                    <a:pt x="106" y="14"/>
                  </a:lnTo>
                  <a:lnTo>
                    <a:pt x="75" y="14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5">
            <a:extLst>
              <a:ext uri="{FF2B5EF4-FFF2-40B4-BE49-F238E27FC236}">
                <a16:creationId xmlns:a16="http://schemas.microsoft.com/office/drawing/2014/main" id="{2EDB3F7F-9F8D-EB90-2C6D-8775B0198F76}"/>
              </a:ext>
            </a:extLst>
          </p:cNvPr>
          <p:cNvGrpSpPr>
            <a:grpSpLocks/>
          </p:cNvGrpSpPr>
          <p:nvPr/>
        </p:nvGrpSpPr>
        <p:grpSpPr bwMode="auto">
          <a:xfrm>
            <a:off x="6878638" y="3860800"/>
            <a:ext cx="604837" cy="450850"/>
            <a:chOff x="4052" y="289"/>
            <a:chExt cx="517" cy="329"/>
          </a:xfrm>
        </p:grpSpPr>
        <p:sp>
          <p:nvSpPr>
            <p:cNvPr id="18518" name="Freeform 66">
              <a:extLst>
                <a:ext uri="{FF2B5EF4-FFF2-40B4-BE49-F238E27FC236}">
                  <a16:creationId xmlns:a16="http://schemas.microsoft.com/office/drawing/2014/main" id="{8ED087B2-33D1-5BBE-4D01-8FDD83CB0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443"/>
              <a:ext cx="100" cy="78"/>
            </a:xfrm>
            <a:custGeom>
              <a:avLst/>
              <a:gdLst>
                <a:gd name="T0" fmla="*/ 0 w 105"/>
                <a:gd name="T1" fmla="*/ 2668 h 55"/>
                <a:gd name="T2" fmla="*/ 15 w 105"/>
                <a:gd name="T3" fmla="*/ 0 h 55"/>
                <a:gd name="T4" fmla="*/ 29 w 105"/>
                <a:gd name="T5" fmla="*/ 2668 h 55"/>
                <a:gd name="T6" fmla="*/ 50 w 105"/>
                <a:gd name="T7" fmla="*/ 10397 h 55"/>
                <a:gd name="T8" fmla="*/ 50 w 105"/>
                <a:gd name="T9" fmla="*/ 10397 h 55"/>
                <a:gd name="T10" fmla="*/ 29 w 105"/>
                <a:gd name="T11" fmla="*/ 2668 h 55"/>
                <a:gd name="T12" fmla="*/ 15 w 105"/>
                <a:gd name="T13" fmla="*/ 0 h 55"/>
                <a:gd name="T14" fmla="*/ 0 w 105"/>
                <a:gd name="T15" fmla="*/ 2668 h 55"/>
                <a:gd name="T16" fmla="*/ 0 w 105"/>
                <a:gd name="T17" fmla="*/ 2668 h 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5"/>
                <a:gd name="T28" fmla="*/ 0 h 55"/>
                <a:gd name="T29" fmla="*/ 105 w 105"/>
                <a:gd name="T30" fmla="*/ 55 h 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5" h="55">
                  <a:moveTo>
                    <a:pt x="0" y="14"/>
                  </a:moveTo>
                  <a:lnTo>
                    <a:pt x="30" y="0"/>
                  </a:lnTo>
                  <a:lnTo>
                    <a:pt x="60" y="14"/>
                  </a:lnTo>
                  <a:lnTo>
                    <a:pt x="105" y="55"/>
                  </a:lnTo>
                  <a:lnTo>
                    <a:pt x="60" y="14"/>
                  </a:lnTo>
                  <a:lnTo>
                    <a:pt x="30" y="0"/>
                  </a:lnTo>
                  <a:lnTo>
                    <a:pt x="0" y="14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9" name="Freeform 67">
              <a:extLst>
                <a:ext uri="{FF2B5EF4-FFF2-40B4-BE49-F238E27FC236}">
                  <a16:creationId xmlns:a16="http://schemas.microsoft.com/office/drawing/2014/main" id="{43CC5A75-8762-B6F1-F668-441F45174C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1" y="521"/>
              <a:ext cx="15" cy="77"/>
            </a:xfrm>
            <a:custGeom>
              <a:avLst/>
              <a:gdLst>
                <a:gd name="T0" fmla="*/ 15 w 15"/>
                <a:gd name="T1" fmla="*/ 0 h 55"/>
                <a:gd name="T2" fmla="*/ 15 w 15"/>
                <a:gd name="T3" fmla="*/ 4218 h 55"/>
                <a:gd name="T4" fmla="*/ 0 w 15"/>
                <a:gd name="T5" fmla="*/ 8527 h 55"/>
                <a:gd name="T6" fmla="*/ 0 w 15"/>
                <a:gd name="T7" fmla="*/ 8527 h 55"/>
                <a:gd name="T8" fmla="*/ 15 w 15"/>
                <a:gd name="T9" fmla="*/ 4218 h 55"/>
                <a:gd name="T10" fmla="*/ 15 w 15"/>
                <a:gd name="T11" fmla="*/ 0 h 55"/>
                <a:gd name="T12" fmla="*/ 15 w 15"/>
                <a:gd name="T13" fmla="*/ 0 h 55"/>
                <a:gd name="T14" fmla="*/ 15 w 15"/>
                <a:gd name="T15" fmla="*/ 0 h 55"/>
                <a:gd name="T16" fmla="*/ 15 w 15"/>
                <a:gd name="T17" fmla="*/ 0 h 55"/>
                <a:gd name="T18" fmla="*/ 15 w 15"/>
                <a:gd name="T19" fmla="*/ 0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55"/>
                <a:gd name="T32" fmla="*/ 15 w 15"/>
                <a:gd name="T33" fmla="*/ 55 h 5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55">
                  <a:moveTo>
                    <a:pt x="15" y="0"/>
                  </a:moveTo>
                  <a:lnTo>
                    <a:pt x="15" y="27"/>
                  </a:lnTo>
                  <a:lnTo>
                    <a:pt x="0" y="55"/>
                  </a:lnTo>
                  <a:lnTo>
                    <a:pt x="15" y="27"/>
                  </a:lnTo>
                  <a:lnTo>
                    <a:pt x="15" y="0"/>
                  </a:lnTo>
                  <a:close/>
                  <a:moveTo>
                    <a:pt x="15" y="0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0" name="Freeform 68">
              <a:extLst>
                <a:ext uri="{FF2B5EF4-FFF2-40B4-BE49-F238E27FC236}">
                  <a16:creationId xmlns:a16="http://schemas.microsoft.com/office/drawing/2014/main" id="{57587C0E-63E0-50D9-BA51-16E7DA0CF4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69" y="501"/>
              <a:ext cx="42" cy="117"/>
            </a:xfrm>
            <a:custGeom>
              <a:avLst/>
              <a:gdLst>
                <a:gd name="T0" fmla="*/ 17 w 45"/>
                <a:gd name="T1" fmla="*/ 11873 h 83"/>
                <a:gd name="T2" fmla="*/ 7 w 45"/>
                <a:gd name="T3" fmla="*/ 14311 h 83"/>
                <a:gd name="T4" fmla="*/ 0 w 45"/>
                <a:gd name="T5" fmla="*/ 11873 h 83"/>
                <a:gd name="T6" fmla="*/ 0 w 45"/>
                <a:gd name="T7" fmla="*/ 7161 h 83"/>
                <a:gd name="T8" fmla="*/ 7 w 45"/>
                <a:gd name="T9" fmla="*/ 0 h 83"/>
                <a:gd name="T10" fmla="*/ 7 w 45"/>
                <a:gd name="T11" fmla="*/ 0 h 83"/>
                <a:gd name="T12" fmla="*/ 0 w 45"/>
                <a:gd name="T13" fmla="*/ 7161 h 83"/>
                <a:gd name="T14" fmla="*/ 0 w 45"/>
                <a:gd name="T15" fmla="*/ 11873 h 83"/>
                <a:gd name="T16" fmla="*/ 7 w 45"/>
                <a:gd name="T17" fmla="*/ 14311 h 83"/>
                <a:gd name="T18" fmla="*/ 17 w 45"/>
                <a:gd name="T19" fmla="*/ 11873 h 83"/>
                <a:gd name="T20" fmla="*/ 17 w 45"/>
                <a:gd name="T21" fmla="*/ 11873 h 83"/>
                <a:gd name="T22" fmla="*/ 17 w 45"/>
                <a:gd name="T23" fmla="*/ 11873 h 83"/>
                <a:gd name="T24" fmla="*/ 17 w 45"/>
                <a:gd name="T25" fmla="*/ 11873 h 83"/>
                <a:gd name="T26" fmla="*/ 17 w 45"/>
                <a:gd name="T27" fmla="*/ 11873 h 8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5"/>
                <a:gd name="T43" fmla="*/ 0 h 83"/>
                <a:gd name="T44" fmla="*/ 45 w 45"/>
                <a:gd name="T45" fmla="*/ 83 h 8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5" h="83">
                  <a:moveTo>
                    <a:pt x="45" y="69"/>
                  </a:moveTo>
                  <a:lnTo>
                    <a:pt x="15" y="83"/>
                  </a:lnTo>
                  <a:lnTo>
                    <a:pt x="0" y="69"/>
                  </a:lnTo>
                  <a:lnTo>
                    <a:pt x="0" y="41"/>
                  </a:lnTo>
                  <a:lnTo>
                    <a:pt x="15" y="0"/>
                  </a:lnTo>
                  <a:lnTo>
                    <a:pt x="0" y="41"/>
                  </a:lnTo>
                  <a:lnTo>
                    <a:pt x="0" y="69"/>
                  </a:lnTo>
                  <a:lnTo>
                    <a:pt x="15" y="83"/>
                  </a:lnTo>
                  <a:lnTo>
                    <a:pt x="45" y="69"/>
                  </a:lnTo>
                  <a:close/>
                  <a:moveTo>
                    <a:pt x="45" y="69"/>
                  </a:moveTo>
                  <a:lnTo>
                    <a:pt x="45" y="69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1" name="Freeform 69">
              <a:extLst>
                <a:ext uri="{FF2B5EF4-FFF2-40B4-BE49-F238E27FC236}">
                  <a16:creationId xmlns:a16="http://schemas.microsoft.com/office/drawing/2014/main" id="{85524BFF-FBBC-D10D-60A8-1450A5A130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3" y="481"/>
              <a:ext cx="28" cy="20"/>
            </a:xfrm>
            <a:custGeom>
              <a:avLst/>
              <a:gdLst>
                <a:gd name="T0" fmla="*/ 0 w 30"/>
                <a:gd name="T1" fmla="*/ 2971 h 14"/>
                <a:gd name="T2" fmla="*/ 7 w 30"/>
                <a:gd name="T3" fmla="*/ 2971 h 14"/>
                <a:gd name="T4" fmla="*/ 11 w 30"/>
                <a:gd name="T5" fmla="*/ 0 h 14"/>
                <a:gd name="T6" fmla="*/ 11 w 30"/>
                <a:gd name="T7" fmla="*/ 0 h 14"/>
                <a:gd name="T8" fmla="*/ 7 w 30"/>
                <a:gd name="T9" fmla="*/ 2971 h 14"/>
                <a:gd name="T10" fmla="*/ 0 w 30"/>
                <a:gd name="T11" fmla="*/ 2971 h 14"/>
                <a:gd name="T12" fmla="*/ 0 w 30"/>
                <a:gd name="T13" fmla="*/ 2971 h 14"/>
                <a:gd name="T14" fmla="*/ 0 w 30"/>
                <a:gd name="T15" fmla="*/ 2971 h 14"/>
                <a:gd name="T16" fmla="*/ 0 w 30"/>
                <a:gd name="T17" fmla="*/ 2971 h 14"/>
                <a:gd name="T18" fmla="*/ 0 w 30"/>
                <a:gd name="T19" fmla="*/ 2971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"/>
                <a:gd name="T31" fmla="*/ 0 h 14"/>
                <a:gd name="T32" fmla="*/ 30 w 30"/>
                <a:gd name="T33" fmla="*/ 14 h 1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" h="14">
                  <a:moveTo>
                    <a:pt x="0" y="14"/>
                  </a:moveTo>
                  <a:lnTo>
                    <a:pt x="15" y="14"/>
                  </a:lnTo>
                  <a:lnTo>
                    <a:pt x="30" y="0"/>
                  </a:lnTo>
                  <a:lnTo>
                    <a:pt x="15" y="14"/>
                  </a:lnTo>
                  <a:lnTo>
                    <a:pt x="0" y="14"/>
                  </a:lnTo>
                  <a:close/>
                  <a:moveTo>
                    <a:pt x="0" y="14"/>
                  </a:moveTo>
                  <a:lnTo>
                    <a:pt x="0" y="14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2" name="Freeform 70">
              <a:extLst>
                <a:ext uri="{FF2B5EF4-FFF2-40B4-BE49-F238E27FC236}">
                  <a16:creationId xmlns:a16="http://schemas.microsoft.com/office/drawing/2014/main" id="{5FA6515E-46A4-AB5D-D0F2-12C57401A1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1" y="463"/>
              <a:ext cx="58" cy="18"/>
            </a:xfrm>
            <a:custGeom>
              <a:avLst/>
              <a:gdLst>
                <a:gd name="T0" fmla="*/ 0 w 60"/>
                <a:gd name="T1" fmla="*/ 1699 h 13"/>
                <a:gd name="T2" fmla="*/ 15 w 60"/>
                <a:gd name="T3" fmla="*/ 0 h 13"/>
                <a:gd name="T4" fmla="*/ 37 w 60"/>
                <a:gd name="T5" fmla="*/ 1699 h 13"/>
                <a:gd name="T6" fmla="*/ 37 w 60"/>
                <a:gd name="T7" fmla="*/ 1699 h 13"/>
                <a:gd name="T8" fmla="*/ 15 w 60"/>
                <a:gd name="T9" fmla="*/ 0 h 13"/>
                <a:gd name="T10" fmla="*/ 0 w 60"/>
                <a:gd name="T11" fmla="*/ 1699 h 13"/>
                <a:gd name="T12" fmla="*/ 0 w 60"/>
                <a:gd name="T13" fmla="*/ 1699 h 13"/>
                <a:gd name="T14" fmla="*/ 0 w 60"/>
                <a:gd name="T15" fmla="*/ 1699 h 13"/>
                <a:gd name="T16" fmla="*/ 0 w 60"/>
                <a:gd name="T17" fmla="*/ 1699 h 13"/>
                <a:gd name="T18" fmla="*/ 0 w 60"/>
                <a:gd name="T19" fmla="*/ 1699 h 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0"/>
                <a:gd name="T31" fmla="*/ 0 h 13"/>
                <a:gd name="T32" fmla="*/ 60 w 60"/>
                <a:gd name="T33" fmla="*/ 13 h 1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0" h="13">
                  <a:moveTo>
                    <a:pt x="0" y="13"/>
                  </a:moveTo>
                  <a:lnTo>
                    <a:pt x="30" y="0"/>
                  </a:lnTo>
                  <a:lnTo>
                    <a:pt x="60" y="13"/>
                  </a:lnTo>
                  <a:lnTo>
                    <a:pt x="30" y="0"/>
                  </a:lnTo>
                  <a:lnTo>
                    <a:pt x="0" y="13"/>
                  </a:lnTo>
                  <a:close/>
                  <a:moveTo>
                    <a:pt x="0" y="13"/>
                  </a:moveTo>
                  <a:lnTo>
                    <a:pt x="0" y="13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3" name="Freeform 71">
              <a:extLst>
                <a:ext uri="{FF2B5EF4-FFF2-40B4-BE49-F238E27FC236}">
                  <a16:creationId xmlns:a16="http://schemas.microsoft.com/office/drawing/2014/main" id="{398A3B3B-7DBD-D8F8-C2F8-27628467D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7" y="463"/>
              <a:ext cx="29" cy="18"/>
            </a:xfrm>
            <a:custGeom>
              <a:avLst/>
              <a:gdLst>
                <a:gd name="T0" fmla="*/ 15 w 30"/>
                <a:gd name="T1" fmla="*/ 0 h 13"/>
                <a:gd name="T2" fmla="*/ 15 w 30"/>
                <a:gd name="T3" fmla="*/ 1699 h 13"/>
                <a:gd name="T4" fmla="*/ 0 w 30"/>
                <a:gd name="T5" fmla="*/ 1699 h 13"/>
                <a:gd name="T6" fmla="*/ 0 w 30"/>
                <a:gd name="T7" fmla="*/ 1699 h 13"/>
                <a:gd name="T8" fmla="*/ 15 w 30"/>
                <a:gd name="T9" fmla="*/ 1699 h 13"/>
                <a:gd name="T10" fmla="*/ 15 w 30"/>
                <a:gd name="T11" fmla="*/ 0 h 13"/>
                <a:gd name="T12" fmla="*/ 15 w 30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"/>
                <a:gd name="T22" fmla="*/ 0 h 13"/>
                <a:gd name="T23" fmla="*/ 30 w 30"/>
                <a:gd name="T24" fmla="*/ 13 h 1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" h="13">
                  <a:moveTo>
                    <a:pt x="30" y="0"/>
                  </a:moveTo>
                  <a:lnTo>
                    <a:pt x="15" y="13"/>
                  </a:lnTo>
                  <a:lnTo>
                    <a:pt x="0" y="13"/>
                  </a:lnTo>
                  <a:lnTo>
                    <a:pt x="15" y="13"/>
                  </a:lnTo>
                  <a:lnTo>
                    <a:pt x="3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4" name="Freeform 72">
              <a:extLst>
                <a:ext uri="{FF2B5EF4-FFF2-40B4-BE49-F238E27FC236}">
                  <a16:creationId xmlns:a16="http://schemas.microsoft.com/office/drawing/2014/main" id="{7B78ABEE-C4A2-6FDE-6C4E-D36195305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3" y="481"/>
              <a:ext cx="14" cy="78"/>
            </a:xfrm>
            <a:custGeom>
              <a:avLst/>
              <a:gdLst>
                <a:gd name="T0" fmla="*/ 7 w 15"/>
                <a:gd name="T1" fmla="*/ 0 h 55"/>
                <a:gd name="T2" fmla="*/ 0 w 15"/>
                <a:gd name="T3" fmla="*/ 5366 h 55"/>
                <a:gd name="T4" fmla="*/ 0 w 15"/>
                <a:gd name="T5" fmla="*/ 10397 h 55"/>
                <a:gd name="T6" fmla="*/ 0 w 15"/>
                <a:gd name="T7" fmla="*/ 10397 h 55"/>
                <a:gd name="T8" fmla="*/ 0 w 15"/>
                <a:gd name="T9" fmla="*/ 5366 h 55"/>
                <a:gd name="T10" fmla="*/ 7 w 15"/>
                <a:gd name="T11" fmla="*/ 0 h 55"/>
                <a:gd name="T12" fmla="*/ 7 w 15"/>
                <a:gd name="T13" fmla="*/ 0 h 55"/>
                <a:gd name="T14" fmla="*/ 7 w 15"/>
                <a:gd name="T15" fmla="*/ 0 h 55"/>
                <a:gd name="T16" fmla="*/ 7 w 15"/>
                <a:gd name="T17" fmla="*/ 0 h 55"/>
                <a:gd name="T18" fmla="*/ 7 w 15"/>
                <a:gd name="T19" fmla="*/ 0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55"/>
                <a:gd name="T32" fmla="*/ 15 w 15"/>
                <a:gd name="T33" fmla="*/ 55 h 5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55">
                  <a:moveTo>
                    <a:pt x="15" y="0"/>
                  </a:moveTo>
                  <a:lnTo>
                    <a:pt x="0" y="28"/>
                  </a:lnTo>
                  <a:lnTo>
                    <a:pt x="0" y="55"/>
                  </a:lnTo>
                  <a:lnTo>
                    <a:pt x="0" y="28"/>
                  </a:lnTo>
                  <a:lnTo>
                    <a:pt x="15" y="0"/>
                  </a:lnTo>
                  <a:close/>
                  <a:moveTo>
                    <a:pt x="15" y="0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5" name="Freeform 73">
              <a:extLst>
                <a:ext uri="{FF2B5EF4-FFF2-40B4-BE49-F238E27FC236}">
                  <a16:creationId xmlns:a16="http://schemas.microsoft.com/office/drawing/2014/main" id="{E800EF67-7B08-1318-E443-26F47A50C6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3" y="559"/>
              <a:ext cx="43" cy="39"/>
            </a:xfrm>
            <a:custGeom>
              <a:avLst/>
              <a:gdLst>
                <a:gd name="T0" fmla="*/ 0 w 45"/>
                <a:gd name="T1" fmla="*/ 0 h 28"/>
                <a:gd name="T2" fmla="*/ 11 w 45"/>
                <a:gd name="T3" fmla="*/ 3977 h 28"/>
                <a:gd name="T4" fmla="*/ 15 w 45"/>
                <a:gd name="T5" fmla="*/ 3977 h 28"/>
                <a:gd name="T6" fmla="*/ 24 w 45"/>
                <a:gd name="T7" fmla="*/ 2050 h 28"/>
                <a:gd name="T8" fmla="*/ 24 w 45"/>
                <a:gd name="T9" fmla="*/ 2050 h 28"/>
                <a:gd name="T10" fmla="*/ 15 w 45"/>
                <a:gd name="T11" fmla="*/ 3977 h 28"/>
                <a:gd name="T12" fmla="*/ 11 w 45"/>
                <a:gd name="T13" fmla="*/ 3977 h 28"/>
                <a:gd name="T14" fmla="*/ 0 w 45"/>
                <a:gd name="T15" fmla="*/ 0 h 28"/>
                <a:gd name="T16" fmla="*/ 0 w 45"/>
                <a:gd name="T17" fmla="*/ 0 h 28"/>
                <a:gd name="T18" fmla="*/ 0 w 45"/>
                <a:gd name="T19" fmla="*/ 0 h 28"/>
                <a:gd name="T20" fmla="*/ 0 w 45"/>
                <a:gd name="T21" fmla="*/ 0 h 28"/>
                <a:gd name="T22" fmla="*/ 0 w 45"/>
                <a:gd name="T23" fmla="*/ 0 h 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5"/>
                <a:gd name="T37" fmla="*/ 0 h 28"/>
                <a:gd name="T38" fmla="*/ 45 w 45"/>
                <a:gd name="T39" fmla="*/ 28 h 2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5" h="28">
                  <a:moveTo>
                    <a:pt x="0" y="0"/>
                  </a:moveTo>
                  <a:lnTo>
                    <a:pt x="15" y="28"/>
                  </a:lnTo>
                  <a:lnTo>
                    <a:pt x="30" y="28"/>
                  </a:lnTo>
                  <a:lnTo>
                    <a:pt x="45" y="14"/>
                  </a:lnTo>
                  <a:lnTo>
                    <a:pt x="30" y="28"/>
                  </a:lnTo>
                  <a:lnTo>
                    <a:pt x="15" y="2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6" name="Freeform 74">
              <a:extLst>
                <a:ext uri="{FF2B5EF4-FFF2-40B4-BE49-F238E27FC236}">
                  <a16:creationId xmlns:a16="http://schemas.microsoft.com/office/drawing/2014/main" id="{C7F86CC3-434E-68F3-2FD4-82B28D1A8B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26" y="501"/>
              <a:ext cx="14" cy="78"/>
            </a:xfrm>
            <a:custGeom>
              <a:avLst/>
              <a:gdLst>
                <a:gd name="T0" fmla="*/ 0 w 15"/>
                <a:gd name="T1" fmla="*/ 10397 h 55"/>
                <a:gd name="T2" fmla="*/ 7 w 15"/>
                <a:gd name="T3" fmla="*/ 5366 h 55"/>
                <a:gd name="T4" fmla="*/ 7 w 15"/>
                <a:gd name="T5" fmla="*/ 0 h 55"/>
                <a:gd name="T6" fmla="*/ 7 w 15"/>
                <a:gd name="T7" fmla="*/ 0 h 55"/>
                <a:gd name="T8" fmla="*/ 7 w 15"/>
                <a:gd name="T9" fmla="*/ 5366 h 55"/>
                <a:gd name="T10" fmla="*/ 0 w 15"/>
                <a:gd name="T11" fmla="*/ 10397 h 55"/>
                <a:gd name="T12" fmla="*/ 0 w 15"/>
                <a:gd name="T13" fmla="*/ 10397 h 55"/>
                <a:gd name="T14" fmla="*/ 0 w 15"/>
                <a:gd name="T15" fmla="*/ 10397 h 55"/>
                <a:gd name="T16" fmla="*/ 0 w 15"/>
                <a:gd name="T17" fmla="*/ 10397 h 55"/>
                <a:gd name="T18" fmla="*/ 0 w 15"/>
                <a:gd name="T19" fmla="*/ 10397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55"/>
                <a:gd name="T32" fmla="*/ 15 w 15"/>
                <a:gd name="T33" fmla="*/ 55 h 5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55">
                  <a:moveTo>
                    <a:pt x="0" y="55"/>
                  </a:moveTo>
                  <a:lnTo>
                    <a:pt x="15" y="28"/>
                  </a:lnTo>
                  <a:lnTo>
                    <a:pt x="15" y="0"/>
                  </a:lnTo>
                  <a:lnTo>
                    <a:pt x="15" y="28"/>
                  </a:lnTo>
                  <a:lnTo>
                    <a:pt x="0" y="55"/>
                  </a:lnTo>
                  <a:close/>
                  <a:moveTo>
                    <a:pt x="0" y="55"/>
                  </a:moveTo>
                  <a:lnTo>
                    <a:pt x="0" y="55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7" name="Freeform 75">
              <a:extLst>
                <a:ext uri="{FF2B5EF4-FFF2-40B4-BE49-F238E27FC236}">
                  <a16:creationId xmlns:a16="http://schemas.microsoft.com/office/drawing/2014/main" id="{6F378D3E-00F3-D1DF-9CBE-5A519BFC7A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39" y="424"/>
              <a:ext cx="101" cy="77"/>
            </a:xfrm>
            <a:custGeom>
              <a:avLst/>
              <a:gdLst>
                <a:gd name="T0" fmla="*/ 59 w 105"/>
                <a:gd name="T1" fmla="*/ 8527 h 55"/>
                <a:gd name="T2" fmla="*/ 51 w 105"/>
                <a:gd name="T3" fmla="*/ 4351 h 55"/>
                <a:gd name="T4" fmla="*/ 34 w 105"/>
                <a:gd name="T5" fmla="*/ 0 h 55"/>
                <a:gd name="T6" fmla="*/ 0 w 105"/>
                <a:gd name="T7" fmla="*/ 0 h 55"/>
                <a:gd name="T8" fmla="*/ 0 w 105"/>
                <a:gd name="T9" fmla="*/ 0 h 55"/>
                <a:gd name="T10" fmla="*/ 34 w 105"/>
                <a:gd name="T11" fmla="*/ 0 h 55"/>
                <a:gd name="T12" fmla="*/ 51 w 105"/>
                <a:gd name="T13" fmla="*/ 4351 h 55"/>
                <a:gd name="T14" fmla="*/ 59 w 105"/>
                <a:gd name="T15" fmla="*/ 8527 h 55"/>
                <a:gd name="T16" fmla="*/ 59 w 105"/>
                <a:gd name="T17" fmla="*/ 8527 h 55"/>
                <a:gd name="T18" fmla="*/ 59 w 105"/>
                <a:gd name="T19" fmla="*/ 8527 h 55"/>
                <a:gd name="T20" fmla="*/ 59 w 105"/>
                <a:gd name="T21" fmla="*/ 8527 h 55"/>
                <a:gd name="T22" fmla="*/ 59 w 105"/>
                <a:gd name="T23" fmla="*/ 8527 h 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5"/>
                <a:gd name="T37" fmla="*/ 0 h 55"/>
                <a:gd name="T38" fmla="*/ 105 w 105"/>
                <a:gd name="T39" fmla="*/ 55 h 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5" h="55">
                  <a:moveTo>
                    <a:pt x="105" y="55"/>
                  </a:moveTo>
                  <a:lnTo>
                    <a:pt x="90" y="28"/>
                  </a:lnTo>
                  <a:lnTo>
                    <a:pt x="60" y="0"/>
                  </a:lnTo>
                  <a:lnTo>
                    <a:pt x="0" y="0"/>
                  </a:lnTo>
                  <a:lnTo>
                    <a:pt x="60" y="0"/>
                  </a:lnTo>
                  <a:lnTo>
                    <a:pt x="90" y="28"/>
                  </a:lnTo>
                  <a:lnTo>
                    <a:pt x="105" y="55"/>
                  </a:lnTo>
                  <a:close/>
                  <a:moveTo>
                    <a:pt x="105" y="55"/>
                  </a:moveTo>
                  <a:lnTo>
                    <a:pt x="105" y="55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8" name="Freeform 76">
              <a:extLst>
                <a:ext uri="{FF2B5EF4-FFF2-40B4-BE49-F238E27FC236}">
                  <a16:creationId xmlns:a16="http://schemas.microsoft.com/office/drawing/2014/main" id="{E681FFC7-7C51-EB83-520B-71426F436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" y="424"/>
              <a:ext cx="28" cy="39"/>
            </a:xfrm>
            <a:custGeom>
              <a:avLst/>
              <a:gdLst>
                <a:gd name="T0" fmla="*/ 11 w 30"/>
                <a:gd name="T1" fmla="*/ 0 h 28"/>
                <a:gd name="T2" fmla="*/ 7 w 30"/>
                <a:gd name="T3" fmla="*/ 2050 h 28"/>
                <a:gd name="T4" fmla="*/ 0 w 30"/>
                <a:gd name="T5" fmla="*/ 3977 h 28"/>
                <a:gd name="T6" fmla="*/ 0 w 30"/>
                <a:gd name="T7" fmla="*/ 3977 h 28"/>
                <a:gd name="T8" fmla="*/ 7 w 30"/>
                <a:gd name="T9" fmla="*/ 2050 h 28"/>
                <a:gd name="T10" fmla="*/ 11 w 30"/>
                <a:gd name="T11" fmla="*/ 0 h 28"/>
                <a:gd name="T12" fmla="*/ 11 w 30"/>
                <a:gd name="T13" fmla="*/ 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"/>
                <a:gd name="T22" fmla="*/ 0 h 28"/>
                <a:gd name="T23" fmla="*/ 30 w 30"/>
                <a:gd name="T24" fmla="*/ 28 h 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" h="28">
                  <a:moveTo>
                    <a:pt x="30" y="0"/>
                  </a:moveTo>
                  <a:lnTo>
                    <a:pt x="15" y="14"/>
                  </a:lnTo>
                  <a:lnTo>
                    <a:pt x="0" y="28"/>
                  </a:lnTo>
                  <a:lnTo>
                    <a:pt x="15" y="14"/>
                  </a:lnTo>
                  <a:lnTo>
                    <a:pt x="3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9" name="Freeform 77">
              <a:extLst>
                <a:ext uri="{FF2B5EF4-FFF2-40B4-BE49-F238E27FC236}">
                  <a16:creationId xmlns:a16="http://schemas.microsoft.com/office/drawing/2014/main" id="{31AAB97E-011B-F730-E02C-C69622C176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3" y="463"/>
              <a:ext cx="28" cy="77"/>
            </a:xfrm>
            <a:custGeom>
              <a:avLst/>
              <a:gdLst>
                <a:gd name="T0" fmla="*/ 11 w 30"/>
                <a:gd name="T1" fmla="*/ 0 h 55"/>
                <a:gd name="T2" fmla="*/ 7 w 30"/>
                <a:gd name="T3" fmla="*/ 4218 h 55"/>
                <a:gd name="T4" fmla="*/ 0 w 30"/>
                <a:gd name="T5" fmla="*/ 8527 h 55"/>
                <a:gd name="T6" fmla="*/ 0 w 30"/>
                <a:gd name="T7" fmla="*/ 8527 h 55"/>
                <a:gd name="T8" fmla="*/ 7 w 30"/>
                <a:gd name="T9" fmla="*/ 4218 h 55"/>
                <a:gd name="T10" fmla="*/ 11 w 30"/>
                <a:gd name="T11" fmla="*/ 0 h 55"/>
                <a:gd name="T12" fmla="*/ 11 w 30"/>
                <a:gd name="T13" fmla="*/ 0 h 55"/>
                <a:gd name="T14" fmla="*/ 11 w 30"/>
                <a:gd name="T15" fmla="*/ 0 h 55"/>
                <a:gd name="T16" fmla="*/ 11 w 30"/>
                <a:gd name="T17" fmla="*/ 0 h 55"/>
                <a:gd name="T18" fmla="*/ 11 w 30"/>
                <a:gd name="T19" fmla="*/ 0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"/>
                <a:gd name="T31" fmla="*/ 0 h 55"/>
                <a:gd name="T32" fmla="*/ 30 w 30"/>
                <a:gd name="T33" fmla="*/ 55 h 5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" h="55">
                  <a:moveTo>
                    <a:pt x="30" y="0"/>
                  </a:moveTo>
                  <a:lnTo>
                    <a:pt x="15" y="27"/>
                  </a:lnTo>
                  <a:lnTo>
                    <a:pt x="0" y="55"/>
                  </a:lnTo>
                  <a:lnTo>
                    <a:pt x="15" y="27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0" name="Freeform 78">
              <a:extLst>
                <a:ext uri="{FF2B5EF4-FFF2-40B4-BE49-F238E27FC236}">
                  <a16:creationId xmlns:a16="http://schemas.microsoft.com/office/drawing/2014/main" id="{DCCD2F7A-FBA7-CB61-5433-BDE6DF6FDF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3" y="540"/>
              <a:ext cx="42" cy="39"/>
            </a:xfrm>
            <a:custGeom>
              <a:avLst/>
              <a:gdLst>
                <a:gd name="T0" fmla="*/ 0 w 45"/>
                <a:gd name="T1" fmla="*/ 0 h 27"/>
                <a:gd name="T2" fmla="*/ 7 w 45"/>
                <a:gd name="T3" fmla="*/ 6665 h 27"/>
                <a:gd name="T4" fmla="*/ 11 w 45"/>
                <a:gd name="T5" fmla="*/ 6665 h 27"/>
                <a:gd name="T6" fmla="*/ 17 w 45"/>
                <a:gd name="T7" fmla="*/ 3194 h 27"/>
                <a:gd name="T8" fmla="*/ 17 w 45"/>
                <a:gd name="T9" fmla="*/ 3194 h 27"/>
                <a:gd name="T10" fmla="*/ 11 w 45"/>
                <a:gd name="T11" fmla="*/ 6665 h 27"/>
                <a:gd name="T12" fmla="*/ 7 w 45"/>
                <a:gd name="T13" fmla="*/ 6665 h 27"/>
                <a:gd name="T14" fmla="*/ 0 w 45"/>
                <a:gd name="T15" fmla="*/ 0 h 27"/>
                <a:gd name="T16" fmla="*/ 0 w 45"/>
                <a:gd name="T17" fmla="*/ 0 h 27"/>
                <a:gd name="T18" fmla="*/ 0 w 45"/>
                <a:gd name="T19" fmla="*/ 0 h 27"/>
                <a:gd name="T20" fmla="*/ 0 w 45"/>
                <a:gd name="T21" fmla="*/ 0 h 27"/>
                <a:gd name="T22" fmla="*/ 0 w 45"/>
                <a:gd name="T23" fmla="*/ 0 h 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5"/>
                <a:gd name="T37" fmla="*/ 0 h 27"/>
                <a:gd name="T38" fmla="*/ 45 w 45"/>
                <a:gd name="T39" fmla="*/ 27 h 2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5" h="27">
                  <a:moveTo>
                    <a:pt x="0" y="0"/>
                  </a:moveTo>
                  <a:lnTo>
                    <a:pt x="15" y="27"/>
                  </a:lnTo>
                  <a:lnTo>
                    <a:pt x="30" y="27"/>
                  </a:lnTo>
                  <a:lnTo>
                    <a:pt x="45" y="13"/>
                  </a:lnTo>
                  <a:lnTo>
                    <a:pt x="30" y="27"/>
                  </a:lnTo>
                  <a:lnTo>
                    <a:pt x="15" y="27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1" name="Freeform 79">
              <a:extLst>
                <a:ext uri="{FF2B5EF4-FFF2-40B4-BE49-F238E27FC236}">
                  <a16:creationId xmlns:a16="http://schemas.microsoft.com/office/drawing/2014/main" id="{F81676EC-E913-AA9F-B4CE-9561AB73BA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25" y="463"/>
              <a:ext cx="29" cy="96"/>
            </a:xfrm>
            <a:custGeom>
              <a:avLst/>
              <a:gdLst>
                <a:gd name="T0" fmla="*/ 0 w 30"/>
                <a:gd name="T1" fmla="*/ 12056 h 68"/>
                <a:gd name="T2" fmla="*/ 15 w 30"/>
                <a:gd name="T3" fmla="*/ 7310 h 68"/>
                <a:gd name="T4" fmla="*/ 15 w 30"/>
                <a:gd name="T5" fmla="*/ 0 h 68"/>
                <a:gd name="T6" fmla="*/ 15 w 30"/>
                <a:gd name="T7" fmla="*/ 0 h 68"/>
                <a:gd name="T8" fmla="*/ 15 w 30"/>
                <a:gd name="T9" fmla="*/ 7310 h 68"/>
                <a:gd name="T10" fmla="*/ 0 w 30"/>
                <a:gd name="T11" fmla="*/ 12056 h 68"/>
                <a:gd name="T12" fmla="*/ 0 w 30"/>
                <a:gd name="T13" fmla="*/ 12056 h 68"/>
                <a:gd name="T14" fmla="*/ 0 w 30"/>
                <a:gd name="T15" fmla="*/ 12056 h 68"/>
                <a:gd name="T16" fmla="*/ 0 w 30"/>
                <a:gd name="T17" fmla="*/ 12056 h 68"/>
                <a:gd name="T18" fmla="*/ 0 w 30"/>
                <a:gd name="T19" fmla="*/ 12056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"/>
                <a:gd name="T31" fmla="*/ 0 h 68"/>
                <a:gd name="T32" fmla="*/ 30 w 30"/>
                <a:gd name="T33" fmla="*/ 68 h 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" h="68">
                  <a:moveTo>
                    <a:pt x="0" y="68"/>
                  </a:moveTo>
                  <a:lnTo>
                    <a:pt x="30" y="41"/>
                  </a:lnTo>
                  <a:lnTo>
                    <a:pt x="30" y="0"/>
                  </a:lnTo>
                  <a:lnTo>
                    <a:pt x="30" y="41"/>
                  </a:lnTo>
                  <a:lnTo>
                    <a:pt x="0" y="68"/>
                  </a:lnTo>
                  <a:close/>
                  <a:moveTo>
                    <a:pt x="0" y="68"/>
                  </a:moveTo>
                  <a:lnTo>
                    <a:pt x="0" y="68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2" name="Freeform 80">
              <a:extLst>
                <a:ext uri="{FF2B5EF4-FFF2-40B4-BE49-F238E27FC236}">
                  <a16:creationId xmlns:a16="http://schemas.microsoft.com/office/drawing/2014/main" id="{DD701F82-CF45-5ECC-C5EE-FD4A17654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9" y="366"/>
              <a:ext cx="115" cy="97"/>
            </a:xfrm>
            <a:custGeom>
              <a:avLst/>
              <a:gdLst>
                <a:gd name="T0" fmla="*/ 57 w 121"/>
                <a:gd name="T1" fmla="*/ 11387 h 69"/>
                <a:gd name="T2" fmla="*/ 49 w 121"/>
                <a:gd name="T3" fmla="*/ 4448 h 69"/>
                <a:gd name="T4" fmla="*/ 36 w 121"/>
                <a:gd name="T5" fmla="*/ 2322 h 69"/>
                <a:gd name="T6" fmla="*/ 23 w 121"/>
                <a:gd name="T7" fmla="*/ 0 h 69"/>
                <a:gd name="T8" fmla="*/ 0 w 121"/>
                <a:gd name="T9" fmla="*/ 2322 h 69"/>
                <a:gd name="T10" fmla="*/ 0 w 121"/>
                <a:gd name="T11" fmla="*/ 2322 h 69"/>
                <a:gd name="T12" fmla="*/ 23 w 121"/>
                <a:gd name="T13" fmla="*/ 0 h 69"/>
                <a:gd name="T14" fmla="*/ 36 w 121"/>
                <a:gd name="T15" fmla="*/ 2322 h 69"/>
                <a:gd name="T16" fmla="*/ 49 w 121"/>
                <a:gd name="T17" fmla="*/ 4448 h 69"/>
                <a:gd name="T18" fmla="*/ 57 w 121"/>
                <a:gd name="T19" fmla="*/ 11387 h 69"/>
                <a:gd name="T20" fmla="*/ 57 w 121"/>
                <a:gd name="T21" fmla="*/ 11387 h 69"/>
                <a:gd name="T22" fmla="*/ 57 w 121"/>
                <a:gd name="T23" fmla="*/ 11387 h 69"/>
                <a:gd name="T24" fmla="*/ 57 w 121"/>
                <a:gd name="T25" fmla="*/ 11387 h 69"/>
                <a:gd name="T26" fmla="*/ 57 w 121"/>
                <a:gd name="T27" fmla="*/ 11387 h 6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1"/>
                <a:gd name="T43" fmla="*/ 0 h 69"/>
                <a:gd name="T44" fmla="*/ 121 w 121"/>
                <a:gd name="T45" fmla="*/ 69 h 6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1" h="69">
                  <a:moveTo>
                    <a:pt x="121" y="69"/>
                  </a:moveTo>
                  <a:lnTo>
                    <a:pt x="106" y="27"/>
                  </a:lnTo>
                  <a:lnTo>
                    <a:pt x="76" y="14"/>
                  </a:lnTo>
                  <a:lnTo>
                    <a:pt x="46" y="0"/>
                  </a:lnTo>
                  <a:lnTo>
                    <a:pt x="0" y="14"/>
                  </a:lnTo>
                  <a:lnTo>
                    <a:pt x="46" y="0"/>
                  </a:lnTo>
                  <a:lnTo>
                    <a:pt x="76" y="14"/>
                  </a:lnTo>
                  <a:lnTo>
                    <a:pt x="106" y="27"/>
                  </a:lnTo>
                  <a:lnTo>
                    <a:pt x="121" y="69"/>
                  </a:lnTo>
                  <a:close/>
                  <a:moveTo>
                    <a:pt x="121" y="69"/>
                  </a:moveTo>
                  <a:lnTo>
                    <a:pt x="121" y="69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3" name="Freeform 81">
              <a:extLst>
                <a:ext uri="{FF2B5EF4-FFF2-40B4-BE49-F238E27FC236}">
                  <a16:creationId xmlns:a16="http://schemas.microsoft.com/office/drawing/2014/main" id="{9396189A-CD7A-4139-EBAE-A1CBDEF78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386"/>
              <a:ext cx="29" cy="38"/>
            </a:xfrm>
            <a:custGeom>
              <a:avLst/>
              <a:gdLst>
                <a:gd name="T0" fmla="*/ 15 w 30"/>
                <a:gd name="T1" fmla="*/ 0 h 27"/>
                <a:gd name="T2" fmla="*/ 15 w 30"/>
                <a:gd name="T3" fmla="*/ 2115 h 27"/>
                <a:gd name="T4" fmla="*/ 0 w 30"/>
                <a:gd name="T5" fmla="*/ 4564 h 27"/>
                <a:gd name="T6" fmla="*/ 0 w 30"/>
                <a:gd name="T7" fmla="*/ 4564 h 27"/>
                <a:gd name="T8" fmla="*/ 15 w 30"/>
                <a:gd name="T9" fmla="*/ 2115 h 27"/>
                <a:gd name="T10" fmla="*/ 15 w 30"/>
                <a:gd name="T11" fmla="*/ 0 h 27"/>
                <a:gd name="T12" fmla="*/ 15 w 30"/>
                <a:gd name="T13" fmla="*/ 0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"/>
                <a:gd name="T22" fmla="*/ 0 h 27"/>
                <a:gd name="T23" fmla="*/ 30 w 30"/>
                <a:gd name="T24" fmla="*/ 27 h 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" h="27">
                  <a:moveTo>
                    <a:pt x="30" y="0"/>
                  </a:moveTo>
                  <a:lnTo>
                    <a:pt x="15" y="13"/>
                  </a:lnTo>
                  <a:lnTo>
                    <a:pt x="0" y="27"/>
                  </a:lnTo>
                  <a:lnTo>
                    <a:pt x="15" y="13"/>
                  </a:lnTo>
                  <a:lnTo>
                    <a:pt x="3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4" name="Freeform 82">
              <a:extLst>
                <a:ext uri="{FF2B5EF4-FFF2-40B4-BE49-F238E27FC236}">
                  <a16:creationId xmlns:a16="http://schemas.microsoft.com/office/drawing/2014/main" id="{E6117ECB-31ED-1C29-5DC1-B3FE5A8FFE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1" y="424"/>
              <a:ext cx="29" cy="97"/>
            </a:xfrm>
            <a:custGeom>
              <a:avLst/>
              <a:gdLst>
                <a:gd name="T0" fmla="*/ 15 w 30"/>
                <a:gd name="T1" fmla="*/ 0 h 69"/>
                <a:gd name="T2" fmla="*/ 15 w 30"/>
                <a:gd name="T3" fmla="*/ 6880 h 69"/>
                <a:gd name="T4" fmla="*/ 0 w 30"/>
                <a:gd name="T5" fmla="*/ 11387 h 69"/>
                <a:gd name="T6" fmla="*/ 0 w 30"/>
                <a:gd name="T7" fmla="*/ 11387 h 69"/>
                <a:gd name="T8" fmla="*/ 15 w 30"/>
                <a:gd name="T9" fmla="*/ 6880 h 69"/>
                <a:gd name="T10" fmla="*/ 15 w 30"/>
                <a:gd name="T11" fmla="*/ 0 h 69"/>
                <a:gd name="T12" fmla="*/ 15 w 30"/>
                <a:gd name="T13" fmla="*/ 0 h 69"/>
                <a:gd name="T14" fmla="*/ 15 w 30"/>
                <a:gd name="T15" fmla="*/ 0 h 69"/>
                <a:gd name="T16" fmla="*/ 15 w 30"/>
                <a:gd name="T17" fmla="*/ 0 h 69"/>
                <a:gd name="T18" fmla="*/ 15 w 30"/>
                <a:gd name="T19" fmla="*/ 0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"/>
                <a:gd name="T31" fmla="*/ 0 h 69"/>
                <a:gd name="T32" fmla="*/ 30 w 30"/>
                <a:gd name="T33" fmla="*/ 69 h 6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" h="69">
                  <a:moveTo>
                    <a:pt x="30" y="0"/>
                  </a:moveTo>
                  <a:lnTo>
                    <a:pt x="15" y="41"/>
                  </a:lnTo>
                  <a:lnTo>
                    <a:pt x="0" y="69"/>
                  </a:lnTo>
                  <a:lnTo>
                    <a:pt x="15" y="41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5" name="Freeform 83">
              <a:extLst>
                <a:ext uri="{FF2B5EF4-FFF2-40B4-BE49-F238E27FC236}">
                  <a16:creationId xmlns:a16="http://schemas.microsoft.com/office/drawing/2014/main" id="{8D705E85-F85C-886A-1349-8339ABC7FC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1" y="521"/>
              <a:ext cx="58" cy="38"/>
            </a:xfrm>
            <a:custGeom>
              <a:avLst/>
              <a:gdLst>
                <a:gd name="T0" fmla="*/ 0 w 60"/>
                <a:gd name="T1" fmla="*/ 0 h 27"/>
                <a:gd name="T2" fmla="*/ 15 w 60"/>
                <a:gd name="T3" fmla="*/ 4564 h 27"/>
                <a:gd name="T4" fmla="*/ 30 w 60"/>
                <a:gd name="T5" fmla="*/ 4564 h 27"/>
                <a:gd name="T6" fmla="*/ 37 w 60"/>
                <a:gd name="T7" fmla="*/ 2342 h 27"/>
                <a:gd name="T8" fmla="*/ 37 w 60"/>
                <a:gd name="T9" fmla="*/ 2342 h 27"/>
                <a:gd name="T10" fmla="*/ 30 w 60"/>
                <a:gd name="T11" fmla="*/ 4564 h 27"/>
                <a:gd name="T12" fmla="*/ 15 w 60"/>
                <a:gd name="T13" fmla="*/ 4564 h 27"/>
                <a:gd name="T14" fmla="*/ 0 w 60"/>
                <a:gd name="T15" fmla="*/ 0 h 27"/>
                <a:gd name="T16" fmla="*/ 0 w 60"/>
                <a:gd name="T17" fmla="*/ 0 h 27"/>
                <a:gd name="T18" fmla="*/ 0 w 60"/>
                <a:gd name="T19" fmla="*/ 0 h 27"/>
                <a:gd name="T20" fmla="*/ 0 w 60"/>
                <a:gd name="T21" fmla="*/ 0 h 27"/>
                <a:gd name="T22" fmla="*/ 0 w 60"/>
                <a:gd name="T23" fmla="*/ 0 h 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0"/>
                <a:gd name="T37" fmla="*/ 0 h 27"/>
                <a:gd name="T38" fmla="*/ 60 w 60"/>
                <a:gd name="T39" fmla="*/ 27 h 2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0" h="27">
                  <a:moveTo>
                    <a:pt x="0" y="0"/>
                  </a:moveTo>
                  <a:lnTo>
                    <a:pt x="15" y="27"/>
                  </a:lnTo>
                  <a:lnTo>
                    <a:pt x="45" y="27"/>
                  </a:lnTo>
                  <a:lnTo>
                    <a:pt x="60" y="14"/>
                  </a:lnTo>
                  <a:lnTo>
                    <a:pt x="45" y="27"/>
                  </a:lnTo>
                  <a:lnTo>
                    <a:pt x="15" y="27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6" name="Freeform 84">
              <a:extLst>
                <a:ext uri="{FF2B5EF4-FFF2-40B4-BE49-F238E27FC236}">
                  <a16:creationId xmlns:a16="http://schemas.microsoft.com/office/drawing/2014/main" id="{B82DDF4E-8C4C-FF9C-BF5E-E7E83531A3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9" y="424"/>
              <a:ext cx="15" cy="116"/>
            </a:xfrm>
            <a:custGeom>
              <a:avLst/>
              <a:gdLst>
                <a:gd name="T0" fmla="*/ 0 w 16"/>
                <a:gd name="T1" fmla="*/ 12578 h 83"/>
                <a:gd name="T2" fmla="*/ 8 w 16"/>
                <a:gd name="T3" fmla="*/ 6228 h 83"/>
                <a:gd name="T4" fmla="*/ 8 w 16"/>
                <a:gd name="T5" fmla="*/ 0 h 83"/>
                <a:gd name="T6" fmla="*/ 8 w 16"/>
                <a:gd name="T7" fmla="*/ 0 h 83"/>
                <a:gd name="T8" fmla="*/ 8 w 16"/>
                <a:gd name="T9" fmla="*/ 6228 h 83"/>
                <a:gd name="T10" fmla="*/ 0 w 16"/>
                <a:gd name="T11" fmla="*/ 12578 h 83"/>
                <a:gd name="T12" fmla="*/ 0 w 16"/>
                <a:gd name="T13" fmla="*/ 12578 h 83"/>
                <a:gd name="T14" fmla="*/ 0 w 16"/>
                <a:gd name="T15" fmla="*/ 12578 h 83"/>
                <a:gd name="T16" fmla="*/ 0 w 16"/>
                <a:gd name="T17" fmla="*/ 12578 h 83"/>
                <a:gd name="T18" fmla="*/ 0 w 16"/>
                <a:gd name="T19" fmla="*/ 12578 h 8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"/>
                <a:gd name="T31" fmla="*/ 0 h 83"/>
                <a:gd name="T32" fmla="*/ 16 w 16"/>
                <a:gd name="T33" fmla="*/ 83 h 8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" h="83">
                  <a:moveTo>
                    <a:pt x="0" y="83"/>
                  </a:moveTo>
                  <a:lnTo>
                    <a:pt x="16" y="41"/>
                  </a:lnTo>
                  <a:lnTo>
                    <a:pt x="16" y="0"/>
                  </a:lnTo>
                  <a:lnTo>
                    <a:pt x="16" y="41"/>
                  </a:lnTo>
                  <a:lnTo>
                    <a:pt x="0" y="83"/>
                  </a:lnTo>
                  <a:close/>
                  <a:moveTo>
                    <a:pt x="0" y="83"/>
                  </a:moveTo>
                  <a:lnTo>
                    <a:pt x="0" y="83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7" name="Freeform 85">
              <a:extLst>
                <a:ext uri="{FF2B5EF4-FFF2-40B4-BE49-F238E27FC236}">
                  <a16:creationId xmlns:a16="http://schemas.microsoft.com/office/drawing/2014/main" id="{2FA19627-F2B9-828F-C611-8E2A77C09F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2" y="346"/>
              <a:ext cx="102" cy="78"/>
            </a:xfrm>
            <a:custGeom>
              <a:avLst/>
              <a:gdLst>
                <a:gd name="T0" fmla="*/ 60 w 106"/>
                <a:gd name="T1" fmla="*/ 10397 h 55"/>
                <a:gd name="T2" fmla="*/ 52 w 106"/>
                <a:gd name="T3" fmla="*/ 5366 h 55"/>
                <a:gd name="T4" fmla="*/ 42 w 106"/>
                <a:gd name="T5" fmla="*/ 0 h 55"/>
                <a:gd name="T6" fmla="*/ 0 w 106"/>
                <a:gd name="T7" fmla="*/ 0 h 55"/>
                <a:gd name="T8" fmla="*/ 0 w 106"/>
                <a:gd name="T9" fmla="*/ 0 h 55"/>
                <a:gd name="T10" fmla="*/ 42 w 106"/>
                <a:gd name="T11" fmla="*/ 0 h 55"/>
                <a:gd name="T12" fmla="*/ 52 w 106"/>
                <a:gd name="T13" fmla="*/ 5366 h 55"/>
                <a:gd name="T14" fmla="*/ 60 w 106"/>
                <a:gd name="T15" fmla="*/ 10397 h 55"/>
                <a:gd name="T16" fmla="*/ 60 w 106"/>
                <a:gd name="T17" fmla="*/ 10397 h 55"/>
                <a:gd name="T18" fmla="*/ 60 w 106"/>
                <a:gd name="T19" fmla="*/ 10397 h 55"/>
                <a:gd name="T20" fmla="*/ 60 w 106"/>
                <a:gd name="T21" fmla="*/ 10397 h 55"/>
                <a:gd name="T22" fmla="*/ 60 w 106"/>
                <a:gd name="T23" fmla="*/ 10397 h 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6"/>
                <a:gd name="T37" fmla="*/ 0 h 55"/>
                <a:gd name="T38" fmla="*/ 106 w 106"/>
                <a:gd name="T39" fmla="*/ 55 h 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6" h="55">
                  <a:moveTo>
                    <a:pt x="106" y="55"/>
                  </a:moveTo>
                  <a:lnTo>
                    <a:pt x="90" y="28"/>
                  </a:lnTo>
                  <a:lnTo>
                    <a:pt x="75" y="0"/>
                  </a:lnTo>
                  <a:lnTo>
                    <a:pt x="0" y="0"/>
                  </a:lnTo>
                  <a:lnTo>
                    <a:pt x="75" y="0"/>
                  </a:lnTo>
                  <a:lnTo>
                    <a:pt x="90" y="28"/>
                  </a:lnTo>
                  <a:lnTo>
                    <a:pt x="106" y="55"/>
                  </a:lnTo>
                  <a:close/>
                  <a:moveTo>
                    <a:pt x="106" y="55"/>
                  </a:moveTo>
                  <a:lnTo>
                    <a:pt x="106" y="55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8" name="Freeform 86">
              <a:extLst>
                <a:ext uri="{FF2B5EF4-FFF2-40B4-BE49-F238E27FC236}">
                  <a16:creationId xmlns:a16="http://schemas.microsoft.com/office/drawing/2014/main" id="{D4C7A3C8-65DD-E42D-C630-6036681E4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346"/>
              <a:ext cx="43" cy="58"/>
            </a:xfrm>
            <a:custGeom>
              <a:avLst/>
              <a:gdLst>
                <a:gd name="T0" fmla="*/ 24 w 45"/>
                <a:gd name="T1" fmla="*/ 0 h 41"/>
                <a:gd name="T2" fmla="*/ 15 w 45"/>
                <a:gd name="T3" fmla="*/ 2624 h 41"/>
                <a:gd name="T4" fmla="*/ 0 w 45"/>
                <a:gd name="T5" fmla="*/ 7437 h 41"/>
                <a:gd name="T6" fmla="*/ 0 w 45"/>
                <a:gd name="T7" fmla="*/ 7437 h 41"/>
                <a:gd name="T8" fmla="*/ 15 w 45"/>
                <a:gd name="T9" fmla="*/ 2624 h 41"/>
                <a:gd name="T10" fmla="*/ 24 w 45"/>
                <a:gd name="T11" fmla="*/ 0 h 41"/>
                <a:gd name="T12" fmla="*/ 24 w 45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5"/>
                <a:gd name="T22" fmla="*/ 0 h 41"/>
                <a:gd name="T23" fmla="*/ 45 w 45"/>
                <a:gd name="T24" fmla="*/ 41 h 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5" h="41">
                  <a:moveTo>
                    <a:pt x="45" y="0"/>
                  </a:moveTo>
                  <a:lnTo>
                    <a:pt x="30" y="14"/>
                  </a:lnTo>
                  <a:lnTo>
                    <a:pt x="0" y="41"/>
                  </a:lnTo>
                  <a:lnTo>
                    <a:pt x="30" y="1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9" name="Freeform 87">
              <a:extLst>
                <a:ext uri="{FF2B5EF4-FFF2-40B4-BE49-F238E27FC236}">
                  <a16:creationId xmlns:a16="http://schemas.microsoft.com/office/drawing/2014/main" id="{1D987C09-E0D1-A956-331F-328ECC24BB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81" y="404"/>
              <a:ext cx="28" cy="97"/>
            </a:xfrm>
            <a:custGeom>
              <a:avLst/>
              <a:gdLst>
                <a:gd name="T0" fmla="*/ 11 w 30"/>
                <a:gd name="T1" fmla="*/ 0 h 69"/>
                <a:gd name="T2" fmla="*/ 7 w 30"/>
                <a:gd name="T3" fmla="*/ 4589 h 69"/>
                <a:gd name="T4" fmla="*/ 0 w 30"/>
                <a:gd name="T5" fmla="*/ 11387 h 69"/>
                <a:gd name="T6" fmla="*/ 0 w 30"/>
                <a:gd name="T7" fmla="*/ 11387 h 69"/>
                <a:gd name="T8" fmla="*/ 7 w 30"/>
                <a:gd name="T9" fmla="*/ 4589 h 69"/>
                <a:gd name="T10" fmla="*/ 11 w 30"/>
                <a:gd name="T11" fmla="*/ 0 h 69"/>
                <a:gd name="T12" fmla="*/ 11 w 30"/>
                <a:gd name="T13" fmla="*/ 0 h 69"/>
                <a:gd name="T14" fmla="*/ 11 w 30"/>
                <a:gd name="T15" fmla="*/ 0 h 69"/>
                <a:gd name="T16" fmla="*/ 11 w 30"/>
                <a:gd name="T17" fmla="*/ 0 h 69"/>
                <a:gd name="T18" fmla="*/ 11 w 30"/>
                <a:gd name="T19" fmla="*/ 0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"/>
                <a:gd name="T31" fmla="*/ 0 h 69"/>
                <a:gd name="T32" fmla="*/ 30 w 30"/>
                <a:gd name="T33" fmla="*/ 69 h 6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" h="69">
                  <a:moveTo>
                    <a:pt x="30" y="0"/>
                  </a:moveTo>
                  <a:lnTo>
                    <a:pt x="15" y="28"/>
                  </a:lnTo>
                  <a:lnTo>
                    <a:pt x="0" y="69"/>
                  </a:lnTo>
                  <a:lnTo>
                    <a:pt x="15" y="28"/>
                  </a:lnTo>
                  <a:lnTo>
                    <a:pt x="30" y="0"/>
                  </a:lnTo>
                  <a:close/>
                  <a:moveTo>
                    <a:pt x="30" y="0"/>
                  </a:moveTo>
                  <a:lnTo>
                    <a:pt x="3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0" name="Freeform 88">
              <a:extLst>
                <a:ext uri="{FF2B5EF4-FFF2-40B4-BE49-F238E27FC236}">
                  <a16:creationId xmlns:a16="http://schemas.microsoft.com/office/drawing/2014/main" id="{30CCCFFF-63FE-5AB9-C1A3-9375F1E0AF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81" y="501"/>
              <a:ext cx="57" cy="58"/>
            </a:xfrm>
            <a:custGeom>
              <a:avLst/>
              <a:gdLst>
                <a:gd name="T0" fmla="*/ 0 w 60"/>
                <a:gd name="T1" fmla="*/ 0 h 41"/>
                <a:gd name="T2" fmla="*/ 10 w 60"/>
                <a:gd name="T3" fmla="*/ 7437 h 41"/>
                <a:gd name="T4" fmla="*/ 22 w 60"/>
                <a:gd name="T5" fmla="*/ 7437 h 41"/>
                <a:gd name="T6" fmla="*/ 28 w 60"/>
                <a:gd name="T7" fmla="*/ 5251 h 41"/>
                <a:gd name="T8" fmla="*/ 28 w 60"/>
                <a:gd name="T9" fmla="*/ 5251 h 41"/>
                <a:gd name="T10" fmla="*/ 22 w 60"/>
                <a:gd name="T11" fmla="*/ 7437 h 41"/>
                <a:gd name="T12" fmla="*/ 10 w 60"/>
                <a:gd name="T13" fmla="*/ 7437 h 41"/>
                <a:gd name="T14" fmla="*/ 0 w 60"/>
                <a:gd name="T15" fmla="*/ 0 h 41"/>
                <a:gd name="T16" fmla="*/ 0 w 60"/>
                <a:gd name="T17" fmla="*/ 0 h 41"/>
                <a:gd name="T18" fmla="*/ 0 w 60"/>
                <a:gd name="T19" fmla="*/ 0 h 41"/>
                <a:gd name="T20" fmla="*/ 0 w 60"/>
                <a:gd name="T21" fmla="*/ 0 h 41"/>
                <a:gd name="T22" fmla="*/ 0 w 60"/>
                <a:gd name="T23" fmla="*/ 0 h 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0"/>
                <a:gd name="T37" fmla="*/ 0 h 41"/>
                <a:gd name="T38" fmla="*/ 60 w 60"/>
                <a:gd name="T39" fmla="*/ 41 h 4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0" h="41">
                  <a:moveTo>
                    <a:pt x="0" y="0"/>
                  </a:moveTo>
                  <a:lnTo>
                    <a:pt x="15" y="41"/>
                  </a:lnTo>
                  <a:lnTo>
                    <a:pt x="45" y="41"/>
                  </a:lnTo>
                  <a:lnTo>
                    <a:pt x="60" y="28"/>
                  </a:lnTo>
                  <a:lnTo>
                    <a:pt x="45" y="41"/>
                  </a:lnTo>
                  <a:lnTo>
                    <a:pt x="15" y="4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1" name="Freeform 89">
              <a:extLst>
                <a:ext uri="{FF2B5EF4-FFF2-40B4-BE49-F238E27FC236}">
                  <a16:creationId xmlns:a16="http://schemas.microsoft.com/office/drawing/2014/main" id="{B7E4D8D2-6EA3-6ED3-84CD-9DA30951A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8" y="404"/>
              <a:ext cx="29" cy="136"/>
            </a:xfrm>
            <a:custGeom>
              <a:avLst/>
              <a:gdLst>
                <a:gd name="T0" fmla="*/ 0 w 30"/>
                <a:gd name="T1" fmla="*/ 15473 h 97"/>
                <a:gd name="T2" fmla="*/ 15 w 30"/>
                <a:gd name="T3" fmla="*/ 8697 h 97"/>
                <a:gd name="T4" fmla="*/ 15 w 30"/>
                <a:gd name="T5" fmla="*/ 0 h 97"/>
                <a:gd name="T6" fmla="*/ 15 w 30"/>
                <a:gd name="T7" fmla="*/ 0 h 97"/>
                <a:gd name="T8" fmla="*/ 15 w 30"/>
                <a:gd name="T9" fmla="*/ 8697 h 97"/>
                <a:gd name="T10" fmla="*/ 0 w 30"/>
                <a:gd name="T11" fmla="*/ 15473 h 97"/>
                <a:gd name="T12" fmla="*/ 0 w 30"/>
                <a:gd name="T13" fmla="*/ 15473 h 97"/>
                <a:gd name="T14" fmla="*/ 0 w 30"/>
                <a:gd name="T15" fmla="*/ 15473 h 97"/>
                <a:gd name="T16" fmla="*/ 0 w 30"/>
                <a:gd name="T17" fmla="*/ 15473 h 97"/>
                <a:gd name="T18" fmla="*/ 0 w 30"/>
                <a:gd name="T19" fmla="*/ 15473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"/>
                <a:gd name="T31" fmla="*/ 0 h 97"/>
                <a:gd name="T32" fmla="*/ 30 w 30"/>
                <a:gd name="T33" fmla="*/ 97 h 9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" h="97">
                  <a:moveTo>
                    <a:pt x="0" y="97"/>
                  </a:moveTo>
                  <a:lnTo>
                    <a:pt x="15" y="55"/>
                  </a:lnTo>
                  <a:lnTo>
                    <a:pt x="30" y="0"/>
                  </a:lnTo>
                  <a:lnTo>
                    <a:pt x="15" y="55"/>
                  </a:lnTo>
                  <a:lnTo>
                    <a:pt x="0" y="97"/>
                  </a:lnTo>
                  <a:close/>
                  <a:moveTo>
                    <a:pt x="0" y="97"/>
                  </a:moveTo>
                  <a:lnTo>
                    <a:pt x="0" y="97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2" name="Freeform 90">
              <a:extLst>
                <a:ext uri="{FF2B5EF4-FFF2-40B4-BE49-F238E27FC236}">
                  <a16:creationId xmlns:a16="http://schemas.microsoft.com/office/drawing/2014/main" id="{FF55B961-B60E-BDD1-F4F0-C769C066D1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2" y="289"/>
              <a:ext cx="115" cy="115"/>
            </a:xfrm>
            <a:custGeom>
              <a:avLst/>
              <a:gdLst>
                <a:gd name="T0" fmla="*/ 63 w 120"/>
                <a:gd name="T1" fmla="*/ 13093 h 82"/>
                <a:gd name="T2" fmla="*/ 56 w 120"/>
                <a:gd name="T3" fmla="*/ 6582 h 82"/>
                <a:gd name="T4" fmla="*/ 40 w 120"/>
                <a:gd name="T5" fmla="*/ 2262 h 82"/>
                <a:gd name="T6" fmla="*/ 25 w 120"/>
                <a:gd name="T7" fmla="*/ 0 h 82"/>
                <a:gd name="T8" fmla="*/ 0 w 120"/>
                <a:gd name="T9" fmla="*/ 2262 h 82"/>
                <a:gd name="T10" fmla="*/ 0 w 120"/>
                <a:gd name="T11" fmla="*/ 2262 h 82"/>
                <a:gd name="T12" fmla="*/ 25 w 120"/>
                <a:gd name="T13" fmla="*/ 0 h 82"/>
                <a:gd name="T14" fmla="*/ 40 w 120"/>
                <a:gd name="T15" fmla="*/ 2262 h 82"/>
                <a:gd name="T16" fmla="*/ 56 w 120"/>
                <a:gd name="T17" fmla="*/ 6582 h 82"/>
                <a:gd name="T18" fmla="*/ 63 w 120"/>
                <a:gd name="T19" fmla="*/ 13093 h 82"/>
                <a:gd name="T20" fmla="*/ 63 w 120"/>
                <a:gd name="T21" fmla="*/ 13093 h 82"/>
                <a:gd name="T22" fmla="*/ 63 w 120"/>
                <a:gd name="T23" fmla="*/ 13093 h 82"/>
                <a:gd name="T24" fmla="*/ 63 w 120"/>
                <a:gd name="T25" fmla="*/ 13093 h 82"/>
                <a:gd name="T26" fmla="*/ 63 w 120"/>
                <a:gd name="T27" fmla="*/ 13093 h 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0"/>
                <a:gd name="T43" fmla="*/ 0 h 82"/>
                <a:gd name="T44" fmla="*/ 120 w 120"/>
                <a:gd name="T45" fmla="*/ 82 h 8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0" h="82">
                  <a:moveTo>
                    <a:pt x="120" y="82"/>
                  </a:moveTo>
                  <a:lnTo>
                    <a:pt x="105" y="41"/>
                  </a:lnTo>
                  <a:lnTo>
                    <a:pt x="75" y="14"/>
                  </a:lnTo>
                  <a:lnTo>
                    <a:pt x="45" y="0"/>
                  </a:lnTo>
                  <a:lnTo>
                    <a:pt x="0" y="14"/>
                  </a:lnTo>
                  <a:lnTo>
                    <a:pt x="45" y="0"/>
                  </a:lnTo>
                  <a:lnTo>
                    <a:pt x="75" y="14"/>
                  </a:lnTo>
                  <a:lnTo>
                    <a:pt x="105" y="41"/>
                  </a:lnTo>
                  <a:lnTo>
                    <a:pt x="120" y="82"/>
                  </a:lnTo>
                  <a:close/>
                  <a:moveTo>
                    <a:pt x="120" y="82"/>
                  </a:moveTo>
                  <a:lnTo>
                    <a:pt x="120" y="82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91">
            <a:extLst>
              <a:ext uri="{FF2B5EF4-FFF2-40B4-BE49-F238E27FC236}">
                <a16:creationId xmlns:a16="http://schemas.microsoft.com/office/drawing/2014/main" id="{4E0765CD-6638-62EE-1C6F-0FE80681685D}"/>
              </a:ext>
            </a:extLst>
          </p:cNvPr>
          <p:cNvGrpSpPr>
            <a:grpSpLocks/>
          </p:cNvGrpSpPr>
          <p:nvPr/>
        </p:nvGrpSpPr>
        <p:grpSpPr bwMode="auto">
          <a:xfrm>
            <a:off x="7110413" y="4464050"/>
            <a:ext cx="925512" cy="476250"/>
            <a:chOff x="3980" y="695"/>
            <a:chExt cx="791" cy="348"/>
          </a:xfrm>
        </p:grpSpPr>
        <p:sp>
          <p:nvSpPr>
            <p:cNvPr id="18493" name="Freeform 92">
              <a:extLst>
                <a:ext uri="{FF2B5EF4-FFF2-40B4-BE49-F238E27FC236}">
                  <a16:creationId xmlns:a16="http://schemas.microsoft.com/office/drawing/2014/main" id="{78F6C5D8-7E8F-D84E-80A6-A9A7A419D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773"/>
              <a:ext cx="144" cy="57"/>
            </a:xfrm>
            <a:custGeom>
              <a:avLst/>
              <a:gdLst>
                <a:gd name="T0" fmla="*/ 0 w 151"/>
                <a:gd name="T1" fmla="*/ 1848 h 41"/>
                <a:gd name="T2" fmla="*/ 24 w 151"/>
                <a:gd name="T3" fmla="*/ 0 h 41"/>
                <a:gd name="T4" fmla="*/ 45 w 151"/>
                <a:gd name="T5" fmla="*/ 0 h 41"/>
                <a:gd name="T6" fmla="*/ 60 w 151"/>
                <a:gd name="T7" fmla="*/ 1848 h 41"/>
                <a:gd name="T8" fmla="*/ 73 w 151"/>
                <a:gd name="T9" fmla="*/ 5754 h 41"/>
                <a:gd name="T10" fmla="*/ 73 w 151"/>
                <a:gd name="T11" fmla="*/ 5754 h 41"/>
                <a:gd name="T12" fmla="*/ 60 w 151"/>
                <a:gd name="T13" fmla="*/ 1848 h 41"/>
                <a:gd name="T14" fmla="*/ 45 w 151"/>
                <a:gd name="T15" fmla="*/ 0 h 41"/>
                <a:gd name="T16" fmla="*/ 24 w 151"/>
                <a:gd name="T17" fmla="*/ 0 h 41"/>
                <a:gd name="T18" fmla="*/ 0 w 151"/>
                <a:gd name="T19" fmla="*/ 1848 h 41"/>
                <a:gd name="T20" fmla="*/ 0 w 151"/>
                <a:gd name="T21" fmla="*/ 1848 h 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51"/>
                <a:gd name="T34" fmla="*/ 0 h 41"/>
                <a:gd name="T35" fmla="*/ 151 w 151"/>
                <a:gd name="T36" fmla="*/ 41 h 4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51" h="41">
                  <a:moveTo>
                    <a:pt x="0" y="13"/>
                  </a:moveTo>
                  <a:lnTo>
                    <a:pt x="46" y="0"/>
                  </a:lnTo>
                  <a:lnTo>
                    <a:pt x="91" y="0"/>
                  </a:lnTo>
                  <a:lnTo>
                    <a:pt x="121" y="13"/>
                  </a:lnTo>
                  <a:lnTo>
                    <a:pt x="151" y="41"/>
                  </a:lnTo>
                  <a:lnTo>
                    <a:pt x="121" y="13"/>
                  </a:lnTo>
                  <a:lnTo>
                    <a:pt x="91" y="0"/>
                  </a:lnTo>
                  <a:lnTo>
                    <a:pt x="46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4" name="Freeform 93">
              <a:extLst>
                <a:ext uri="{FF2B5EF4-FFF2-40B4-BE49-F238E27FC236}">
                  <a16:creationId xmlns:a16="http://schemas.microsoft.com/office/drawing/2014/main" id="{F370D87E-C40B-8BF2-CBCE-9EFEC54DAE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4" y="830"/>
              <a:ext cx="15" cy="116"/>
            </a:xfrm>
            <a:custGeom>
              <a:avLst/>
              <a:gdLst>
                <a:gd name="T0" fmla="*/ 0 w 15"/>
                <a:gd name="T1" fmla="*/ 0 h 82"/>
                <a:gd name="T2" fmla="*/ 15 w 15"/>
                <a:gd name="T3" fmla="*/ 7437 h 82"/>
                <a:gd name="T4" fmla="*/ 15 w 15"/>
                <a:gd name="T5" fmla="*/ 14883 h 82"/>
                <a:gd name="T6" fmla="*/ 15 w 15"/>
                <a:gd name="T7" fmla="*/ 14883 h 82"/>
                <a:gd name="T8" fmla="*/ 15 w 15"/>
                <a:gd name="T9" fmla="*/ 7437 h 82"/>
                <a:gd name="T10" fmla="*/ 0 w 15"/>
                <a:gd name="T11" fmla="*/ 0 h 82"/>
                <a:gd name="T12" fmla="*/ 0 w 15"/>
                <a:gd name="T13" fmla="*/ 0 h 82"/>
                <a:gd name="T14" fmla="*/ 0 w 15"/>
                <a:gd name="T15" fmla="*/ 0 h 82"/>
                <a:gd name="T16" fmla="*/ 0 w 15"/>
                <a:gd name="T17" fmla="*/ 0 h 82"/>
                <a:gd name="T18" fmla="*/ 0 w 15"/>
                <a:gd name="T19" fmla="*/ 0 h 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82"/>
                <a:gd name="T32" fmla="*/ 15 w 15"/>
                <a:gd name="T33" fmla="*/ 82 h 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82">
                  <a:moveTo>
                    <a:pt x="0" y="0"/>
                  </a:moveTo>
                  <a:lnTo>
                    <a:pt x="15" y="41"/>
                  </a:lnTo>
                  <a:lnTo>
                    <a:pt x="15" y="82"/>
                  </a:lnTo>
                  <a:lnTo>
                    <a:pt x="15" y="4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5" name="Freeform 94">
              <a:extLst>
                <a:ext uri="{FF2B5EF4-FFF2-40B4-BE49-F238E27FC236}">
                  <a16:creationId xmlns:a16="http://schemas.microsoft.com/office/drawing/2014/main" id="{42B30057-A621-1762-63AF-D370EC820B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3" y="927"/>
              <a:ext cx="86" cy="39"/>
            </a:xfrm>
            <a:custGeom>
              <a:avLst/>
              <a:gdLst>
                <a:gd name="T0" fmla="*/ 46 w 90"/>
                <a:gd name="T1" fmla="*/ 3194 h 27"/>
                <a:gd name="T2" fmla="*/ 24 w 90"/>
                <a:gd name="T3" fmla="*/ 6665 h 27"/>
                <a:gd name="T4" fmla="*/ 11 w 90"/>
                <a:gd name="T5" fmla="*/ 6665 h 27"/>
                <a:gd name="T6" fmla="*/ 0 w 90"/>
                <a:gd name="T7" fmla="*/ 0 h 27"/>
                <a:gd name="T8" fmla="*/ 0 w 90"/>
                <a:gd name="T9" fmla="*/ 0 h 27"/>
                <a:gd name="T10" fmla="*/ 11 w 90"/>
                <a:gd name="T11" fmla="*/ 6665 h 27"/>
                <a:gd name="T12" fmla="*/ 24 w 90"/>
                <a:gd name="T13" fmla="*/ 6665 h 27"/>
                <a:gd name="T14" fmla="*/ 46 w 90"/>
                <a:gd name="T15" fmla="*/ 3194 h 27"/>
                <a:gd name="T16" fmla="*/ 46 w 90"/>
                <a:gd name="T17" fmla="*/ 3194 h 27"/>
                <a:gd name="T18" fmla="*/ 46 w 90"/>
                <a:gd name="T19" fmla="*/ 3194 h 27"/>
                <a:gd name="T20" fmla="*/ 46 w 90"/>
                <a:gd name="T21" fmla="*/ 3194 h 27"/>
                <a:gd name="T22" fmla="*/ 46 w 90"/>
                <a:gd name="T23" fmla="*/ 3194 h 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0"/>
                <a:gd name="T37" fmla="*/ 0 h 27"/>
                <a:gd name="T38" fmla="*/ 90 w 90"/>
                <a:gd name="T39" fmla="*/ 27 h 2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0" h="27">
                  <a:moveTo>
                    <a:pt x="90" y="13"/>
                  </a:moveTo>
                  <a:lnTo>
                    <a:pt x="45" y="27"/>
                  </a:lnTo>
                  <a:lnTo>
                    <a:pt x="15" y="27"/>
                  </a:lnTo>
                  <a:lnTo>
                    <a:pt x="0" y="0"/>
                  </a:lnTo>
                  <a:lnTo>
                    <a:pt x="15" y="27"/>
                  </a:lnTo>
                  <a:lnTo>
                    <a:pt x="45" y="27"/>
                  </a:lnTo>
                  <a:lnTo>
                    <a:pt x="90" y="13"/>
                  </a:lnTo>
                  <a:close/>
                  <a:moveTo>
                    <a:pt x="90" y="13"/>
                  </a:moveTo>
                  <a:lnTo>
                    <a:pt x="90" y="13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6" name="Freeform 95">
              <a:extLst>
                <a:ext uri="{FF2B5EF4-FFF2-40B4-BE49-F238E27FC236}">
                  <a16:creationId xmlns:a16="http://schemas.microsoft.com/office/drawing/2014/main" id="{326DB968-E3E6-C1D7-84D5-EB35682328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13" y="850"/>
              <a:ext cx="14" cy="77"/>
            </a:xfrm>
            <a:custGeom>
              <a:avLst/>
              <a:gdLst>
                <a:gd name="T0" fmla="*/ 0 w 15"/>
                <a:gd name="T1" fmla="*/ 8527 h 55"/>
                <a:gd name="T2" fmla="*/ 0 w 15"/>
                <a:gd name="T3" fmla="*/ 4218 h 55"/>
                <a:gd name="T4" fmla="*/ 7 w 15"/>
                <a:gd name="T5" fmla="*/ 0 h 55"/>
                <a:gd name="T6" fmla="*/ 7 w 15"/>
                <a:gd name="T7" fmla="*/ 0 h 55"/>
                <a:gd name="T8" fmla="*/ 0 w 15"/>
                <a:gd name="T9" fmla="*/ 4218 h 55"/>
                <a:gd name="T10" fmla="*/ 0 w 15"/>
                <a:gd name="T11" fmla="*/ 8527 h 55"/>
                <a:gd name="T12" fmla="*/ 0 w 15"/>
                <a:gd name="T13" fmla="*/ 8527 h 55"/>
                <a:gd name="T14" fmla="*/ 0 w 15"/>
                <a:gd name="T15" fmla="*/ 8527 h 55"/>
                <a:gd name="T16" fmla="*/ 0 w 15"/>
                <a:gd name="T17" fmla="*/ 8527 h 55"/>
                <a:gd name="T18" fmla="*/ 0 w 15"/>
                <a:gd name="T19" fmla="*/ 8527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55"/>
                <a:gd name="T32" fmla="*/ 15 w 15"/>
                <a:gd name="T33" fmla="*/ 55 h 5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55">
                  <a:moveTo>
                    <a:pt x="0" y="55"/>
                  </a:moveTo>
                  <a:lnTo>
                    <a:pt x="0" y="27"/>
                  </a:lnTo>
                  <a:lnTo>
                    <a:pt x="15" y="0"/>
                  </a:lnTo>
                  <a:lnTo>
                    <a:pt x="0" y="27"/>
                  </a:lnTo>
                  <a:lnTo>
                    <a:pt x="0" y="55"/>
                  </a:lnTo>
                  <a:close/>
                  <a:moveTo>
                    <a:pt x="0" y="55"/>
                  </a:moveTo>
                  <a:lnTo>
                    <a:pt x="0" y="55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7" name="Freeform 96">
              <a:extLst>
                <a:ext uri="{FF2B5EF4-FFF2-40B4-BE49-F238E27FC236}">
                  <a16:creationId xmlns:a16="http://schemas.microsoft.com/office/drawing/2014/main" id="{4A9D2CB3-8038-A4A3-2130-B8CE8EF6BB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7" y="773"/>
              <a:ext cx="144" cy="77"/>
            </a:xfrm>
            <a:custGeom>
              <a:avLst/>
              <a:gdLst>
                <a:gd name="T0" fmla="*/ 0 w 150"/>
                <a:gd name="T1" fmla="*/ 8527 h 55"/>
                <a:gd name="T2" fmla="*/ 15 w 150"/>
                <a:gd name="T3" fmla="*/ 2001 h 55"/>
                <a:gd name="T4" fmla="*/ 40 w 150"/>
                <a:gd name="T5" fmla="*/ 0 h 55"/>
                <a:gd name="T6" fmla="*/ 57 w 150"/>
                <a:gd name="T7" fmla="*/ 0 h 55"/>
                <a:gd name="T8" fmla="*/ 81 w 150"/>
                <a:gd name="T9" fmla="*/ 4218 h 55"/>
                <a:gd name="T10" fmla="*/ 81 w 150"/>
                <a:gd name="T11" fmla="*/ 4218 h 55"/>
                <a:gd name="T12" fmla="*/ 57 w 150"/>
                <a:gd name="T13" fmla="*/ 0 h 55"/>
                <a:gd name="T14" fmla="*/ 40 w 150"/>
                <a:gd name="T15" fmla="*/ 0 h 55"/>
                <a:gd name="T16" fmla="*/ 15 w 150"/>
                <a:gd name="T17" fmla="*/ 2001 h 55"/>
                <a:gd name="T18" fmla="*/ 0 w 150"/>
                <a:gd name="T19" fmla="*/ 8527 h 55"/>
                <a:gd name="T20" fmla="*/ 0 w 150"/>
                <a:gd name="T21" fmla="*/ 8527 h 55"/>
                <a:gd name="T22" fmla="*/ 0 w 150"/>
                <a:gd name="T23" fmla="*/ 8527 h 55"/>
                <a:gd name="T24" fmla="*/ 0 w 150"/>
                <a:gd name="T25" fmla="*/ 8527 h 55"/>
                <a:gd name="T26" fmla="*/ 0 w 150"/>
                <a:gd name="T27" fmla="*/ 8527 h 5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50"/>
                <a:gd name="T43" fmla="*/ 0 h 55"/>
                <a:gd name="T44" fmla="*/ 150 w 150"/>
                <a:gd name="T45" fmla="*/ 55 h 5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50" h="55">
                  <a:moveTo>
                    <a:pt x="0" y="55"/>
                  </a:moveTo>
                  <a:lnTo>
                    <a:pt x="30" y="13"/>
                  </a:lnTo>
                  <a:lnTo>
                    <a:pt x="75" y="0"/>
                  </a:lnTo>
                  <a:lnTo>
                    <a:pt x="105" y="0"/>
                  </a:lnTo>
                  <a:lnTo>
                    <a:pt x="150" y="27"/>
                  </a:lnTo>
                  <a:lnTo>
                    <a:pt x="105" y="0"/>
                  </a:lnTo>
                  <a:lnTo>
                    <a:pt x="75" y="0"/>
                  </a:lnTo>
                  <a:lnTo>
                    <a:pt x="30" y="13"/>
                  </a:lnTo>
                  <a:lnTo>
                    <a:pt x="0" y="55"/>
                  </a:lnTo>
                  <a:close/>
                  <a:moveTo>
                    <a:pt x="0" y="55"/>
                  </a:moveTo>
                  <a:lnTo>
                    <a:pt x="0" y="55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8" name="Freeform 97">
              <a:extLst>
                <a:ext uri="{FF2B5EF4-FFF2-40B4-BE49-F238E27FC236}">
                  <a16:creationId xmlns:a16="http://schemas.microsoft.com/office/drawing/2014/main" id="{0726B3ED-F00D-C157-FD15-5A8DD50E6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1" y="791"/>
              <a:ext cx="29" cy="59"/>
            </a:xfrm>
            <a:custGeom>
              <a:avLst/>
              <a:gdLst>
                <a:gd name="T0" fmla="*/ 15 w 30"/>
                <a:gd name="T1" fmla="*/ 0 h 42"/>
                <a:gd name="T2" fmla="*/ 15 w 30"/>
                <a:gd name="T3" fmla="*/ 2312 h 42"/>
                <a:gd name="T4" fmla="*/ 0 w 30"/>
                <a:gd name="T5" fmla="*/ 6889 h 42"/>
                <a:gd name="T6" fmla="*/ 0 w 30"/>
                <a:gd name="T7" fmla="*/ 6889 h 42"/>
                <a:gd name="T8" fmla="*/ 15 w 30"/>
                <a:gd name="T9" fmla="*/ 2312 h 42"/>
                <a:gd name="T10" fmla="*/ 15 w 30"/>
                <a:gd name="T11" fmla="*/ 0 h 42"/>
                <a:gd name="T12" fmla="*/ 15 w 30"/>
                <a:gd name="T13" fmla="*/ 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"/>
                <a:gd name="T22" fmla="*/ 0 h 42"/>
                <a:gd name="T23" fmla="*/ 30 w 30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" h="42">
                  <a:moveTo>
                    <a:pt x="30" y="0"/>
                  </a:moveTo>
                  <a:lnTo>
                    <a:pt x="15" y="14"/>
                  </a:lnTo>
                  <a:lnTo>
                    <a:pt x="0" y="42"/>
                  </a:lnTo>
                  <a:lnTo>
                    <a:pt x="15" y="14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9" name="Freeform 98">
              <a:extLst>
                <a:ext uri="{FF2B5EF4-FFF2-40B4-BE49-F238E27FC236}">
                  <a16:creationId xmlns:a16="http://schemas.microsoft.com/office/drawing/2014/main" id="{60B33D24-5B5E-9FC2-88DA-E086F23A62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7" y="850"/>
              <a:ext cx="14" cy="96"/>
            </a:xfrm>
            <a:custGeom>
              <a:avLst/>
              <a:gdLst>
                <a:gd name="T0" fmla="*/ 7 w 15"/>
                <a:gd name="T1" fmla="*/ 0 h 68"/>
                <a:gd name="T2" fmla="*/ 0 w 15"/>
                <a:gd name="T3" fmla="*/ 4749 h 68"/>
                <a:gd name="T4" fmla="*/ 0 w 15"/>
                <a:gd name="T5" fmla="*/ 12056 h 68"/>
                <a:gd name="T6" fmla="*/ 0 w 15"/>
                <a:gd name="T7" fmla="*/ 12056 h 68"/>
                <a:gd name="T8" fmla="*/ 0 w 15"/>
                <a:gd name="T9" fmla="*/ 4749 h 68"/>
                <a:gd name="T10" fmla="*/ 7 w 15"/>
                <a:gd name="T11" fmla="*/ 0 h 68"/>
                <a:gd name="T12" fmla="*/ 7 w 15"/>
                <a:gd name="T13" fmla="*/ 0 h 68"/>
                <a:gd name="T14" fmla="*/ 7 w 15"/>
                <a:gd name="T15" fmla="*/ 0 h 68"/>
                <a:gd name="T16" fmla="*/ 7 w 15"/>
                <a:gd name="T17" fmla="*/ 0 h 68"/>
                <a:gd name="T18" fmla="*/ 7 w 15"/>
                <a:gd name="T19" fmla="*/ 0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68"/>
                <a:gd name="T32" fmla="*/ 15 w 15"/>
                <a:gd name="T33" fmla="*/ 68 h 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68">
                  <a:moveTo>
                    <a:pt x="15" y="0"/>
                  </a:moveTo>
                  <a:lnTo>
                    <a:pt x="0" y="27"/>
                  </a:lnTo>
                  <a:lnTo>
                    <a:pt x="0" y="68"/>
                  </a:lnTo>
                  <a:lnTo>
                    <a:pt x="0" y="27"/>
                  </a:lnTo>
                  <a:lnTo>
                    <a:pt x="15" y="0"/>
                  </a:lnTo>
                  <a:close/>
                  <a:moveTo>
                    <a:pt x="15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0" name="Freeform 99">
              <a:extLst>
                <a:ext uri="{FF2B5EF4-FFF2-40B4-BE49-F238E27FC236}">
                  <a16:creationId xmlns:a16="http://schemas.microsoft.com/office/drawing/2014/main" id="{88F86F9C-10D5-6891-F306-3900FB5CD3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7" y="946"/>
              <a:ext cx="87" cy="59"/>
            </a:xfrm>
            <a:custGeom>
              <a:avLst/>
              <a:gdLst>
                <a:gd name="T0" fmla="*/ 0 w 91"/>
                <a:gd name="T1" fmla="*/ 0 h 42"/>
                <a:gd name="T2" fmla="*/ 11 w 91"/>
                <a:gd name="T3" fmla="*/ 4563 h 42"/>
                <a:gd name="T4" fmla="*/ 24 w 91"/>
                <a:gd name="T5" fmla="*/ 6889 h 42"/>
                <a:gd name="T6" fmla="*/ 31 w 91"/>
                <a:gd name="T7" fmla="*/ 6889 h 42"/>
                <a:gd name="T8" fmla="*/ 47 w 91"/>
                <a:gd name="T9" fmla="*/ 2312 h 42"/>
                <a:gd name="T10" fmla="*/ 47 w 91"/>
                <a:gd name="T11" fmla="*/ 2312 h 42"/>
                <a:gd name="T12" fmla="*/ 31 w 91"/>
                <a:gd name="T13" fmla="*/ 6889 h 42"/>
                <a:gd name="T14" fmla="*/ 24 w 91"/>
                <a:gd name="T15" fmla="*/ 6889 h 42"/>
                <a:gd name="T16" fmla="*/ 11 w 91"/>
                <a:gd name="T17" fmla="*/ 4563 h 42"/>
                <a:gd name="T18" fmla="*/ 0 w 91"/>
                <a:gd name="T19" fmla="*/ 0 h 42"/>
                <a:gd name="T20" fmla="*/ 0 w 91"/>
                <a:gd name="T21" fmla="*/ 0 h 42"/>
                <a:gd name="T22" fmla="*/ 0 w 91"/>
                <a:gd name="T23" fmla="*/ 0 h 42"/>
                <a:gd name="T24" fmla="*/ 0 w 91"/>
                <a:gd name="T25" fmla="*/ 0 h 42"/>
                <a:gd name="T26" fmla="*/ 0 w 91"/>
                <a:gd name="T27" fmla="*/ 0 h 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91"/>
                <a:gd name="T43" fmla="*/ 0 h 42"/>
                <a:gd name="T44" fmla="*/ 91 w 91"/>
                <a:gd name="T45" fmla="*/ 42 h 4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91" h="42">
                  <a:moveTo>
                    <a:pt x="0" y="0"/>
                  </a:moveTo>
                  <a:lnTo>
                    <a:pt x="15" y="28"/>
                  </a:lnTo>
                  <a:lnTo>
                    <a:pt x="45" y="42"/>
                  </a:lnTo>
                  <a:lnTo>
                    <a:pt x="60" y="42"/>
                  </a:lnTo>
                  <a:lnTo>
                    <a:pt x="91" y="14"/>
                  </a:lnTo>
                  <a:lnTo>
                    <a:pt x="60" y="42"/>
                  </a:lnTo>
                  <a:lnTo>
                    <a:pt x="45" y="42"/>
                  </a:lnTo>
                  <a:lnTo>
                    <a:pt x="15" y="2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1" name="Freeform 100">
              <a:extLst>
                <a:ext uri="{FF2B5EF4-FFF2-40B4-BE49-F238E27FC236}">
                  <a16:creationId xmlns:a16="http://schemas.microsoft.com/office/drawing/2014/main" id="{24E1DA62-59BD-BFB9-A34F-D293E0B6D8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69" y="830"/>
              <a:ext cx="15" cy="136"/>
            </a:xfrm>
            <a:custGeom>
              <a:avLst/>
              <a:gdLst>
                <a:gd name="T0" fmla="*/ 8 w 16"/>
                <a:gd name="T1" fmla="*/ 17832 h 96"/>
                <a:gd name="T2" fmla="*/ 8 w 16"/>
                <a:gd name="T3" fmla="*/ 10227 h 96"/>
                <a:gd name="T4" fmla="*/ 0 w 16"/>
                <a:gd name="T5" fmla="*/ 0 h 96"/>
                <a:gd name="T6" fmla="*/ 0 w 16"/>
                <a:gd name="T7" fmla="*/ 0 h 96"/>
                <a:gd name="T8" fmla="*/ 8 w 16"/>
                <a:gd name="T9" fmla="*/ 10227 h 96"/>
                <a:gd name="T10" fmla="*/ 8 w 16"/>
                <a:gd name="T11" fmla="*/ 17832 h 96"/>
                <a:gd name="T12" fmla="*/ 8 w 16"/>
                <a:gd name="T13" fmla="*/ 17832 h 96"/>
                <a:gd name="T14" fmla="*/ 8 w 16"/>
                <a:gd name="T15" fmla="*/ 17832 h 96"/>
                <a:gd name="T16" fmla="*/ 8 w 16"/>
                <a:gd name="T17" fmla="*/ 17832 h 96"/>
                <a:gd name="T18" fmla="*/ 8 w 16"/>
                <a:gd name="T19" fmla="*/ 17832 h 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"/>
                <a:gd name="T31" fmla="*/ 0 h 96"/>
                <a:gd name="T32" fmla="*/ 16 w 16"/>
                <a:gd name="T33" fmla="*/ 96 h 9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" h="96">
                  <a:moveTo>
                    <a:pt x="16" y="96"/>
                  </a:moveTo>
                  <a:lnTo>
                    <a:pt x="16" y="55"/>
                  </a:lnTo>
                  <a:lnTo>
                    <a:pt x="0" y="0"/>
                  </a:lnTo>
                  <a:lnTo>
                    <a:pt x="16" y="55"/>
                  </a:lnTo>
                  <a:lnTo>
                    <a:pt x="16" y="96"/>
                  </a:lnTo>
                  <a:close/>
                  <a:moveTo>
                    <a:pt x="16" y="96"/>
                  </a:moveTo>
                  <a:lnTo>
                    <a:pt x="16" y="96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Freeform 101">
              <a:extLst>
                <a:ext uri="{FF2B5EF4-FFF2-40B4-BE49-F238E27FC236}">
                  <a16:creationId xmlns:a16="http://schemas.microsoft.com/office/drawing/2014/main" id="{2B73BA5E-7ADF-825F-BC0B-696293BE6E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7" y="753"/>
              <a:ext cx="172" cy="77"/>
            </a:xfrm>
            <a:custGeom>
              <a:avLst/>
              <a:gdLst>
                <a:gd name="T0" fmla="*/ 91 w 180"/>
                <a:gd name="T1" fmla="*/ 8527 h 55"/>
                <a:gd name="T2" fmla="*/ 69 w 180"/>
                <a:gd name="T3" fmla="*/ 4218 h 55"/>
                <a:gd name="T4" fmla="*/ 46 w 180"/>
                <a:gd name="T5" fmla="*/ 0 h 55"/>
                <a:gd name="T6" fmla="*/ 24 w 180"/>
                <a:gd name="T7" fmla="*/ 2220 h 55"/>
                <a:gd name="T8" fmla="*/ 0 w 180"/>
                <a:gd name="T9" fmla="*/ 4218 h 55"/>
                <a:gd name="T10" fmla="*/ 0 w 180"/>
                <a:gd name="T11" fmla="*/ 4218 h 55"/>
                <a:gd name="T12" fmla="*/ 24 w 180"/>
                <a:gd name="T13" fmla="*/ 2220 h 55"/>
                <a:gd name="T14" fmla="*/ 46 w 180"/>
                <a:gd name="T15" fmla="*/ 0 h 55"/>
                <a:gd name="T16" fmla="*/ 69 w 180"/>
                <a:gd name="T17" fmla="*/ 4218 h 55"/>
                <a:gd name="T18" fmla="*/ 91 w 180"/>
                <a:gd name="T19" fmla="*/ 8527 h 55"/>
                <a:gd name="T20" fmla="*/ 91 w 180"/>
                <a:gd name="T21" fmla="*/ 8527 h 55"/>
                <a:gd name="T22" fmla="*/ 91 w 180"/>
                <a:gd name="T23" fmla="*/ 8527 h 55"/>
                <a:gd name="T24" fmla="*/ 91 w 180"/>
                <a:gd name="T25" fmla="*/ 8527 h 55"/>
                <a:gd name="T26" fmla="*/ 91 w 180"/>
                <a:gd name="T27" fmla="*/ 8527 h 5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80"/>
                <a:gd name="T43" fmla="*/ 0 h 55"/>
                <a:gd name="T44" fmla="*/ 180 w 180"/>
                <a:gd name="T45" fmla="*/ 55 h 5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80" h="55">
                  <a:moveTo>
                    <a:pt x="180" y="55"/>
                  </a:moveTo>
                  <a:lnTo>
                    <a:pt x="135" y="27"/>
                  </a:lnTo>
                  <a:lnTo>
                    <a:pt x="90" y="0"/>
                  </a:lnTo>
                  <a:lnTo>
                    <a:pt x="45" y="14"/>
                  </a:lnTo>
                  <a:lnTo>
                    <a:pt x="0" y="27"/>
                  </a:lnTo>
                  <a:lnTo>
                    <a:pt x="45" y="14"/>
                  </a:lnTo>
                  <a:lnTo>
                    <a:pt x="90" y="0"/>
                  </a:lnTo>
                  <a:lnTo>
                    <a:pt x="135" y="27"/>
                  </a:lnTo>
                  <a:lnTo>
                    <a:pt x="180" y="55"/>
                  </a:lnTo>
                  <a:close/>
                  <a:moveTo>
                    <a:pt x="180" y="55"/>
                  </a:moveTo>
                  <a:lnTo>
                    <a:pt x="180" y="55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3" name="Freeform 102">
              <a:extLst>
                <a:ext uri="{FF2B5EF4-FFF2-40B4-BE49-F238E27FC236}">
                  <a16:creationId xmlns:a16="http://schemas.microsoft.com/office/drawing/2014/main" id="{33BCCA4C-5DF5-FEDE-3160-70AF18C02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773"/>
              <a:ext cx="43" cy="57"/>
            </a:xfrm>
            <a:custGeom>
              <a:avLst/>
              <a:gdLst>
                <a:gd name="T0" fmla="*/ 24 w 45"/>
                <a:gd name="T1" fmla="*/ 0 h 41"/>
                <a:gd name="T2" fmla="*/ 0 w 45"/>
                <a:gd name="T3" fmla="*/ 5754 h 41"/>
                <a:gd name="T4" fmla="*/ 0 w 45"/>
                <a:gd name="T5" fmla="*/ 5754 h 41"/>
                <a:gd name="T6" fmla="*/ 24 w 45"/>
                <a:gd name="T7" fmla="*/ 0 h 41"/>
                <a:gd name="T8" fmla="*/ 24 w 45"/>
                <a:gd name="T9" fmla="*/ 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41"/>
                <a:gd name="T17" fmla="*/ 45 w 45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41">
                  <a:moveTo>
                    <a:pt x="45" y="0"/>
                  </a:moveTo>
                  <a:lnTo>
                    <a:pt x="0" y="41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4" name="Freeform 103">
              <a:extLst>
                <a:ext uri="{FF2B5EF4-FFF2-40B4-BE49-F238E27FC236}">
                  <a16:creationId xmlns:a16="http://schemas.microsoft.com/office/drawing/2014/main" id="{3EC2627B-5C3A-81B0-90B1-EAE8DA922D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4" y="830"/>
              <a:ext cx="14" cy="116"/>
            </a:xfrm>
            <a:custGeom>
              <a:avLst/>
              <a:gdLst>
                <a:gd name="T0" fmla="*/ 7 w 15"/>
                <a:gd name="T1" fmla="*/ 0 h 82"/>
                <a:gd name="T2" fmla="*/ 0 w 15"/>
                <a:gd name="T3" fmla="*/ 7437 h 82"/>
                <a:gd name="T4" fmla="*/ 0 w 15"/>
                <a:gd name="T5" fmla="*/ 14883 h 82"/>
                <a:gd name="T6" fmla="*/ 0 w 15"/>
                <a:gd name="T7" fmla="*/ 14883 h 82"/>
                <a:gd name="T8" fmla="*/ 0 w 15"/>
                <a:gd name="T9" fmla="*/ 7437 h 82"/>
                <a:gd name="T10" fmla="*/ 7 w 15"/>
                <a:gd name="T11" fmla="*/ 0 h 82"/>
                <a:gd name="T12" fmla="*/ 7 w 15"/>
                <a:gd name="T13" fmla="*/ 0 h 82"/>
                <a:gd name="T14" fmla="*/ 7 w 15"/>
                <a:gd name="T15" fmla="*/ 0 h 82"/>
                <a:gd name="T16" fmla="*/ 7 w 15"/>
                <a:gd name="T17" fmla="*/ 0 h 82"/>
                <a:gd name="T18" fmla="*/ 7 w 15"/>
                <a:gd name="T19" fmla="*/ 0 h 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82"/>
                <a:gd name="T32" fmla="*/ 15 w 15"/>
                <a:gd name="T33" fmla="*/ 82 h 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82">
                  <a:moveTo>
                    <a:pt x="15" y="0"/>
                  </a:moveTo>
                  <a:lnTo>
                    <a:pt x="0" y="41"/>
                  </a:lnTo>
                  <a:lnTo>
                    <a:pt x="0" y="82"/>
                  </a:lnTo>
                  <a:lnTo>
                    <a:pt x="0" y="41"/>
                  </a:lnTo>
                  <a:lnTo>
                    <a:pt x="15" y="0"/>
                  </a:lnTo>
                  <a:close/>
                  <a:moveTo>
                    <a:pt x="15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5" name="Freeform 104">
              <a:extLst>
                <a:ext uri="{FF2B5EF4-FFF2-40B4-BE49-F238E27FC236}">
                  <a16:creationId xmlns:a16="http://schemas.microsoft.com/office/drawing/2014/main" id="{8D15ABF1-5038-DAAD-043F-C6B1B4D9B7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4" y="946"/>
              <a:ext cx="86" cy="59"/>
            </a:xfrm>
            <a:custGeom>
              <a:avLst/>
              <a:gdLst>
                <a:gd name="T0" fmla="*/ 0 w 90"/>
                <a:gd name="T1" fmla="*/ 0 h 42"/>
                <a:gd name="T2" fmla="*/ 11 w 90"/>
                <a:gd name="T3" fmla="*/ 4563 h 42"/>
                <a:gd name="T4" fmla="*/ 24 w 90"/>
                <a:gd name="T5" fmla="*/ 6889 h 42"/>
                <a:gd name="T6" fmla="*/ 30 w 90"/>
                <a:gd name="T7" fmla="*/ 6889 h 42"/>
                <a:gd name="T8" fmla="*/ 46 w 90"/>
                <a:gd name="T9" fmla="*/ 2312 h 42"/>
                <a:gd name="T10" fmla="*/ 46 w 90"/>
                <a:gd name="T11" fmla="*/ 2312 h 42"/>
                <a:gd name="T12" fmla="*/ 30 w 90"/>
                <a:gd name="T13" fmla="*/ 6889 h 42"/>
                <a:gd name="T14" fmla="*/ 24 w 90"/>
                <a:gd name="T15" fmla="*/ 6889 h 42"/>
                <a:gd name="T16" fmla="*/ 11 w 90"/>
                <a:gd name="T17" fmla="*/ 4563 h 42"/>
                <a:gd name="T18" fmla="*/ 0 w 90"/>
                <a:gd name="T19" fmla="*/ 0 h 42"/>
                <a:gd name="T20" fmla="*/ 0 w 90"/>
                <a:gd name="T21" fmla="*/ 0 h 42"/>
                <a:gd name="T22" fmla="*/ 0 w 90"/>
                <a:gd name="T23" fmla="*/ 0 h 42"/>
                <a:gd name="T24" fmla="*/ 0 w 90"/>
                <a:gd name="T25" fmla="*/ 0 h 42"/>
                <a:gd name="T26" fmla="*/ 0 w 90"/>
                <a:gd name="T27" fmla="*/ 0 h 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90"/>
                <a:gd name="T43" fmla="*/ 0 h 42"/>
                <a:gd name="T44" fmla="*/ 90 w 90"/>
                <a:gd name="T45" fmla="*/ 42 h 4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90" h="42">
                  <a:moveTo>
                    <a:pt x="0" y="0"/>
                  </a:moveTo>
                  <a:lnTo>
                    <a:pt x="15" y="28"/>
                  </a:lnTo>
                  <a:lnTo>
                    <a:pt x="45" y="42"/>
                  </a:lnTo>
                  <a:lnTo>
                    <a:pt x="60" y="42"/>
                  </a:lnTo>
                  <a:lnTo>
                    <a:pt x="90" y="14"/>
                  </a:lnTo>
                  <a:lnTo>
                    <a:pt x="60" y="42"/>
                  </a:lnTo>
                  <a:lnTo>
                    <a:pt x="45" y="42"/>
                  </a:lnTo>
                  <a:lnTo>
                    <a:pt x="15" y="2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6" name="Freeform 105">
              <a:extLst>
                <a:ext uri="{FF2B5EF4-FFF2-40B4-BE49-F238E27FC236}">
                  <a16:creationId xmlns:a16="http://schemas.microsoft.com/office/drawing/2014/main" id="{584C50EF-7B7B-AF68-BBB5-7E2CC0548D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26" y="830"/>
              <a:ext cx="29" cy="136"/>
            </a:xfrm>
            <a:custGeom>
              <a:avLst/>
              <a:gdLst>
                <a:gd name="T0" fmla="*/ 15 w 30"/>
                <a:gd name="T1" fmla="*/ 17832 h 96"/>
                <a:gd name="T2" fmla="*/ 15 w 30"/>
                <a:gd name="T3" fmla="*/ 10227 h 96"/>
                <a:gd name="T4" fmla="*/ 0 w 30"/>
                <a:gd name="T5" fmla="*/ 0 h 96"/>
                <a:gd name="T6" fmla="*/ 0 w 30"/>
                <a:gd name="T7" fmla="*/ 0 h 96"/>
                <a:gd name="T8" fmla="*/ 15 w 30"/>
                <a:gd name="T9" fmla="*/ 10227 h 96"/>
                <a:gd name="T10" fmla="*/ 15 w 30"/>
                <a:gd name="T11" fmla="*/ 17832 h 96"/>
                <a:gd name="T12" fmla="*/ 15 w 30"/>
                <a:gd name="T13" fmla="*/ 17832 h 96"/>
                <a:gd name="T14" fmla="*/ 15 w 30"/>
                <a:gd name="T15" fmla="*/ 17832 h 96"/>
                <a:gd name="T16" fmla="*/ 15 w 30"/>
                <a:gd name="T17" fmla="*/ 17832 h 96"/>
                <a:gd name="T18" fmla="*/ 15 w 30"/>
                <a:gd name="T19" fmla="*/ 17832 h 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"/>
                <a:gd name="T31" fmla="*/ 0 h 96"/>
                <a:gd name="T32" fmla="*/ 30 w 30"/>
                <a:gd name="T33" fmla="*/ 96 h 9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" h="96">
                  <a:moveTo>
                    <a:pt x="15" y="96"/>
                  </a:moveTo>
                  <a:lnTo>
                    <a:pt x="30" y="55"/>
                  </a:lnTo>
                  <a:lnTo>
                    <a:pt x="0" y="0"/>
                  </a:lnTo>
                  <a:lnTo>
                    <a:pt x="30" y="55"/>
                  </a:lnTo>
                  <a:lnTo>
                    <a:pt x="15" y="96"/>
                  </a:lnTo>
                  <a:close/>
                  <a:moveTo>
                    <a:pt x="15" y="96"/>
                  </a:moveTo>
                  <a:lnTo>
                    <a:pt x="15" y="96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7" name="Freeform 106">
              <a:extLst>
                <a:ext uri="{FF2B5EF4-FFF2-40B4-BE49-F238E27FC236}">
                  <a16:creationId xmlns:a16="http://schemas.microsoft.com/office/drawing/2014/main" id="{3F3CB824-B993-50C1-74F2-51ED64858C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68" y="733"/>
              <a:ext cx="158" cy="97"/>
            </a:xfrm>
            <a:custGeom>
              <a:avLst/>
              <a:gdLst>
                <a:gd name="T0" fmla="*/ 86 w 165"/>
                <a:gd name="T1" fmla="*/ 11387 h 69"/>
                <a:gd name="T2" fmla="*/ 71 w 165"/>
                <a:gd name="T3" fmla="*/ 4589 h 69"/>
                <a:gd name="T4" fmla="*/ 48 w 165"/>
                <a:gd name="T5" fmla="*/ 0 h 69"/>
                <a:gd name="T6" fmla="*/ 25 w 165"/>
                <a:gd name="T7" fmla="*/ 0 h 69"/>
                <a:gd name="T8" fmla="*/ 0 w 165"/>
                <a:gd name="T9" fmla="*/ 2322 h 69"/>
                <a:gd name="T10" fmla="*/ 0 w 165"/>
                <a:gd name="T11" fmla="*/ 2322 h 69"/>
                <a:gd name="T12" fmla="*/ 25 w 165"/>
                <a:gd name="T13" fmla="*/ 0 h 69"/>
                <a:gd name="T14" fmla="*/ 48 w 165"/>
                <a:gd name="T15" fmla="*/ 0 h 69"/>
                <a:gd name="T16" fmla="*/ 71 w 165"/>
                <a:gd name="T17" fmla="*/ 4589 h 69"/>
                <a:gd name="T18" fmla="*/ 86 w 165"/>
                <a:gd name="T19" fmla="*/ 11387 h 69"/>
                <a:gd name="T20" fmla="*/ 86 w 165"/>
                <a:gd name="T21" fmla="*/ 11387 h 69"/>
                <a:gd name="T22" fmla="*/ 86 w 165"/>
                <a:gd name="T23" fmla="*/ 11387 h 69"/>
                <a:gd name="T24" fmla="*/ 86 w 165"/>
                <a:gd name="T25" fmla="*/ 11387 h 69"/>
                <a:gd name="T26" fmla="*/ 86 w 165"/>
                <a:gd name="T27" fmla="*/ 11387 h 6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65"/>
                <a:gd name="T43" fmla="*/ 0 h 69"/>
                <a:gd name="T44" fmla="*/ 165 w 165"/>
                <a:gd name="T45" fmla="*/ 69 h 6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65" h="69">
                  <a:moveTo>
                    <a:pt x="165" y="69"/>
                  </a:moveTo>
                  <a:lnTo>
                    <a:pt x="135" y="28"/>
                  </a:lnTo>
                  <a:lnTo>
                    <a:pt x="90" y="0"/>
                  </a:lnTo>
                  <a:lnTo>
                    <a:pt x="45" y="0"/>
                  </a:lnTo>
                  <a:lnTo>
                    <a:pt x="0" y="14"/>
                  </a:lnTo>
                  <a:lnTo>
                    <a:pt x="45" y="0"/>
                  </a:lnTo>
                  <a:lnTo>
                    <a:pt x="90" y="0"/>
                  </a:lnTo>
                  <a:lnTo>
                    <a:pt x="135" y="28"/>
                  </a:lnTo>
                  <a:lnTo>
                    <a:pt x="165" y="69"/>
                  </a:lnTo>
                  <a:close/>
                  <a:moveTo>
                    <a:pt x="165" y="69"/>
                  </a:moveTo>
                  <a:lnTo>
                    <a:pt x="165" y="69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8" name="Freeform 107">
              <a:extLst>
                <a:ext uri="{FF2B5EF4-FFF2-40B4-BE49-F238E27FC236}">
                  <a16:creationId xmlns:a16="http://schemas.microsoft.com/office/drawing/2014/main" id="{50A6E36B-E6EE-80DB-9FEF-D8DBC402A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753"/>
              <a:ext cx="44" cy="77"/>
            </a:xfrm>
            <a:custGeom>
              <a:avLst/>
              <a:gdLst>
                <a:gd name="T0" fmla="*/ 25 w 46"/>
                <a:gd name="T1" fmla="*/ 0 h 55"/>
                <a:gd name="T2" fmla="*/ 16 w 46"/>
                <a:gd name="T3" fmla="*/ 4218 h 55"/>
                <a:gd name="T4" fmla="*/ 0 w 46"/>
                <a:gd name="T5" fmla="*/ 8527 h 55"/>
                <a:gd name="T6" fmla="*/ 0 w 46"/>
                <a:gd name="T7" fmla="*/ 8527 h 55"/>
                <a:gd name="T8" fmla="*/ 16 w 46"/>
                <a:gd name="T9" fmla="*/ 4218 h 55"/>
                <a:gd name="T10" fmla="*/ 25 w 46"/>
                <a:gd name="T11" fmla="*/ 0 h 55"/>
                <a:gd name="T12" fmla="*/ 25 w 46"/>
                <a:gd name="T13" fmla="*/ 0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"/>
                <a:gd name="T22" fmla="*/ 0 h 55"/>
                <a:gd name="T23" fmla="*/ 46 w 46"/>
                <a:gd name="T24" fmla="*/ 55 h 5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" h="55">
                  <a:moveTo>
                    <a:pt x="46" y="0"/>
                  </a:moveTo>
                  <a:lnTo>
                    <a:pt x="31" y="27"/>
                  </a:lnTo>
                  <a:lnTo>
                    <a:pt x="0" y="55"/>
                  </a:lnTo>
                  <a:lnTo>
                    <a:pt x="31" y="27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Freeform 108">
              <a:extLst>
                <a:ext uri="{FF2B5EF4-FFF2-40B4-BE49-F238E27FC236}">
                  <a16:creationId xmlns:a16="http://schemas.microsoft.com/office/drawing/2014/main" id="{BC49C556-B12E-34B5-432D-1F42B5DB36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10" y="830"/>
              <a:ext cx="14" cy="136"/>
            </a:xfrm>
            <a:custGeom>
              <a:avLst/>
              <a:gdLst>
                <a:gd name="T0" fmla="*/ 7 w 15"/>
                <a:gd name="T1" fmla="*/ 0 h 96"/>
                <a:gd name="T2" fmla="*/ 0 w 15"/>
                <a:gd name="T3" fmla="*/ 7561 h 96"/>
                <a:gd name="T4" fmla="*/ 7 w 15"/>
                <a:gd name="T5" fmla="*/ 17832 h 96"/>
                <a:gd name="T6" fmla="*/ 7 w 15"/>
                <a:gd name="T7" fmla="*/ 17832 h 96"/>
                <a:gd name="T8" fmla="*/ 0 w 15"/>
                <a:gd name="T9" fmla="*/ 7561 h 96"/>
                <a:gd name="T10" fmla="*/ 7 w 15"/>
                <a:gd name="T11" fmla="*/ 0 h 96"/>
                <a:gd name="T12" fmla="*/ 7 w 15"/>
                <a:gd name="T13" fmla="*/ 0 h 96"/>
                <a:gd name="T14" fmla="*/ 7 w 15"/>
                <a:gd name="T15" fmla="*/ 0 h 96"/>
                <a:gd name="T16" fmla="*/ 7 w 15"/>
                <a:gd name="T17" fmla="*/ 0 h 96"/>
                <a:gd name="T18" fmla="*/ 7 w 15"/>
                <a:gd name="T19" fmla="*/ 0 h 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96"/>
                <a:gd name="T32" fmla="*/ 15 w 15"/>
                <a:gd name="T33" fmla="*/ 96 h 9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96">
                  <a:moveTo>
                    <a:pt x="15" y="0"/>
                  </a:moveTo>
                  <a:lnTo>
                    <a:pt x="0" y="41"/>
                  </a:lnTo>
                  <a:lnTo>
                    <a:pt x="15" y="96"/>
                  </a:lnTo>
                  <a:lnTo>
                    <a:pt x="0" y="41"/>
                  </a:lnTo>
                  <a:lnTo>
                    <a:pt x="15" y="0"/>
                  </a:lnTo>
                  <a:close/>
                  <a:moveTo>
                    <a:pt x="15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0" name="Freeform 109">
              <a:extLst>
                <a:ext uri="{FF2B5EF4-FFF2-40B4-BE49-F238E27FC236}">
                  <a16:creationId xmlns:a16="http://schemas.microsoft.com/office/drawing/2014/main" id="{BECDBA9A-3664-97F8-35A5-CFA1914A5C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24" y="966"/>
              <a:ext cx="72" cy="57"/>
            </a:xfrm>
            <a:custGeom>
              <a:avLst/>
              <a:gdLst>
                <a:gd name="T0" fmla="*/ 0 w 76"/>
                <a:gd name="T1" fmla="*/ 0 h 41"/>
                <a:gd name="T2" fmla="*/ 9 w 76"/>
                <a:gd name="T3" fmla="*/ 3926 h 41"/>
                <a:gd name="T4" fmla="*/ 14 w 76"/>
                <a:gd name="T5" fmla="*/ 5754 h 41"/>
                <a:gd name="T6" fmla="*/ 27 w 76"/>
                <a:gd name="T7" fmla="*/ 5754 h 41"/>
                <a:gd name="T8" fmla="*/ 34 w 76"/>
                <a:gd name="T9" fmla="*/ 1887 h 41"/>
                <a:gd name="T10" fmla="*/ 34 w 76"/>
                <a:gd name="T11" fmla="*/ 1887 h 41"/>
                <a:gd name="T12" fmla="*/ 27 w 76"/>
                <a:gd name="T13" fmla="*/ 5754 h 41"/>
                <a:gd name="T14" fmla="*/ 14 w 76"/>
                <a:gd name="T15" fmla="*/ 5754 h 41"/>
                <a:gd name="T16" fmla="*/ 9 w 76"/>
                <a:gd name="T17" fmla="*/ 3926 h 41"/>
                <a:gd name="T18" fmla="*/ 0 w 76"/>
                <a:gd name="T19" fmla="*/ 0 h 41"/>
                <a:gd name="T20" fmla="*/ 0 w 76"/>
                <a:gd name="T21" fmla="*/ 0 h 41"/>
                <a:gd name="T22" fmla="*/ 0 w 76"/>
                <a:gd name="T23" fmla="*/ 0 h 41"/>
                <a:gd name="T24" fmla="*/ 0 w 76"/>
                <a:gd name="T25" fmla="*/ 0 h 41"/>
                <a:gd name="T26" fmla="*/ 0 w 76"/>
                <a:gd name="T27" fmla="*/ 0 h 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6"/>
                <a:gd name="T43" fmla="*/ 0 h 41"/>
                <a:gd name="T44" fmla="*/ 76 w 76"/>
                <a:gd name="T45" fmla="*/ 41 h 4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6" h="41">
                  <a:moveTo>
                    <a:pt x="0" y="0"/>
                  </a:moveTo>
                  <a:lnTo>
                    <a:pt x="15" y="28"/>
                  </a:lnTo>
                  <a:lnTo>
                    <a:pt x="31" y="41"/>
                  </a:lnTo>
                  <a:lnTo>
                    <a:pt x="61" y="41"/>
                  </a:lnTo>
                  <a:lnTo>
                    <a:pt x="76" y="14"/>
                  </a:lnTo>
                  <a:lnTo>
                    <a:pt x="61" y="41"/>
                  </a:lnTo>
                  <a:lnTo>
                    <a:pt x="31" y="41"/>
                  </a:lnTo>
                  <a:lnTo>
                    <a:pt x="15" y="2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1" name="Freeform 110">
              <a:extLst>
                <a:ext uri="{FF2B5EF4-FFF2-40B4-BE49-F238E27FC236}">
                  <a16:creationId xmlns:a16="http://schemas.microsoft.com/office/drawing/2014/main" id="{4D406604-5E6B-7DAB-D96B-E236636A1C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96" y="810"/>
              <a:ext cx="15" cy="175"/>
            </a:xfrm>
            <a:custGeom>
              <a:avLst/>
              <a:gdLst>
                <a:gd name="T0" fmla="*/ 0 w 15"/>
                <a:gd name="T1" fmla="*/ 21807 h 124"/>
                <a:gd name="T2" fmla="*/ 15 w 15"/>
                <a:gd name="T3" fmla="*/ 12044 h 124"/>
                <a:gd name="T4" fmla="*/ 0 w 15"/>
                <a:gd name="T5" fmla="*/ 0 h 124"/>
                <a:gd name="T6" fmla="*/ 0 w 15"/>
                <a:gd name="T7" fmla="*/ 0 h 124"/>
                <a:gd name="T8" fmla="*/ 15 w 15"/>
                <a:gd name="T9" fmla="*/ 12044 h 124"/>
                <a:gd name="T10" fmla="*/ 0 w 15"/>
                <a:gd name="T11" fmla="*/ 21807 h 124"/>
                <a:gd name="T12" fmla="*/ 0 w 15"/>
                <a:gd name="T13" fmla="*/ 21807 h 124"/>
                <a:gd name="T14" fmla="*/ 0 w 15"/>
                <a:gd name="T15" fmla="*/ 21807 h 124"/>
                <a:gd name="T16" fmla="*/ 0 w 15"/>
                <a:gd name="T17" fmla="*/ 21807 h 124"/>
                <a:gd name="T18" fmla="*/ 0 w 15"/>
                <a:gd name="T19" fmla="*/ 21807 h 1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124"/>
                <a:gd name="T32" fmla="*/ 15 w 15"/>
                <a:gd name="T33" fmla="*/ 124 h 1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124">
                  <a:moveTo>
                    <a:pt x="0" y="124"/>
                  </a:moveTo>
                  <a:lnTo>
                    <a:pt x="15" y="69"/>
                  </a:lnTo>
                  <a:lnTo>
                    <a:pt x="0" y="0"/>
                  </a:lnTo>
                  <a:lnTo>
                    <a:pt x="15" y="69"/>
                  </a:lnTo>
                  <a:lnTo>
                    <a:pt x="0" y="124"/>
                  </a:lnTo>
                  <a:close/>
                  <a:moveTo>
                    <a:pt x="0" y="124"/>
                  </a:moveTo>
                  <a:lnTo>
                    <a:pt x="0" y="124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2" name="Freeform 111">
              <a:extLst>
                <a:ext uri="{FF2B5EF4-FFF2-40B4-BE49-F238E27FC236}">
                  <a16:creationId xmlns:a16="http://schemas.microsoft.com/office/drawing/2014/main" id="{870D0AC7-70B0-3F12-06B9-6585936DB8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3" y="714"/>
              <a:ext cx="173" cy="96"/>
            </a:xfrm>
            <a:custGeom>
              <a:avLst/>
              <a:gdLst>
                <a:gd name="T0" fmla="*/ 92 w 181"/>
                <a:gd name="T1" fmla="*/ 9789 h 69"/>
                <a:gd name="T2" fmla="*/ 76 w 181"/>
                <a:gd name="T3" fmla="*/ 3944 h 69"/>
                <a:gd name="T4" fmla="*/ 53 w 181"/>
                <a:gd name="T5" fmla="*/ 0 h 69"/>
                <a:gd name="T6" fmla="*/ 30 w 181"/>
                <a:gd name="T7" fmla="*/ 0 h 69"/>
                <a:gd name="T8" fmla="*/ 0 w 181"/>
                <a:gd name="T9" fmla="*/ 1905 h 69"/>
                <a:gd name="T10" fmla="*/ 0 w 181"/>
                <a:gd name="T11" fmla="*/ 1905 h 69"/>
                <a:gd name="T12" fmla="*/ 30 w 181"/>
                <a:gd name="T13" fmla="*/ 0 h 69"/>
                <a:gd name="T14" fmla="*/ 53 w 181"/>
                <a:gd name="T15" fmla="*/ 0 h 69"/>
                <a:gd name="T16" fmla="*/ 76 w 181"/>
                <a:gd name="T17" fmla="*/ 3944 h 69"/>
                <a:gd name="T18" fmla="*/ 92 w 181"/>
                <a:gd name="T19" fmla="*/ 9789 h 69"/>
                <a:gd name="T20" fmla="*/ 92 w 181"/>
                <a:gd name="T21" fmla="*/ 9789 h 69"/>
                <a:gd name="T22" fmla="*/ 92 w 181"/>
                <a:gd name="T23" fmla="*/ 9789 h 69"/>
                <a:gd name="T24" fmla="*/ 92 w 181"/>
                <a:gd name="T25" fmla="*/ 9789 h 69"/>
                <a:gd name="T26" fmla="*/ 92 w 181"/>
                <a:gd name="T27" fmla="*/ 9789 h 6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81"/>
                <a:gd name="T43" fmla="*/ 0 h 69"/>
                <a:gd name="T44" fmla="*/ 181 w 181"/>
                <a:gd name="T45" fmla="*/ 69 h 6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81" h="69">
                  <a:moveTo>
                    <a:pt x="181" y="69"/>
                  </a:moveTo>
                  <a:lnTo>
                    <a:pt x="151" y="28"/>
                  </a:lnTo>
                  <a:lnTo>
                    <a:pt x="105" y="0"/>
                  </a:lnTo>
                  <a:lnTo>
                    <a:pt x="60" y="0"/>
                  </a:lnTo>
                  <a:lnTo>
                    <a:pt x="0" y="14"/>
                  </a:lnTo>
                  <a:lnTo>
                    <a:pt x="60" y="0"/>
                  </a:lnTo>
                  <a:lnTo>
                    <a:pt x="105" y="0"/>
                  </a:lnTo>
                  <a:lnTo>
                    <a:pt x="151" y="28"/>
                  </a:lnTo>
                  <a:lnTo>
                    <a:pt x="181" y="69"/>
                  </a:lnTo>
                  <a:close/>
                  <a:moveTo>
                    <a:pt x="181" y="69"/>
                  </a:moveTo>
                  <a:lnTo>
                    <a:pt x="181" y="69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3" name="Freeform 112">
              <a:extLst>
                <a:ext uri="{FF2B5EF4-FFF2-40B4-BE49-F238E27FC236}">
                  <a16:creationId xmlns:a16="http://schemas.microsoft.com/office/drawing/2014/main" id="{1600EE30-3E87-35AF-A56D-DB649BA06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733"/>
              <a:ext cx="27" cy="97"/>
            </a:xfrm>
            <a:custGeom>
              <a:avLst/>
              <a:gdLst>
                <a:gd name="T0" fmla="*/ 6 w 30"/>
                <a:gd name="T1" fmla="*/ 0 h 69"/>
                <a:gd name="T2" fmla="*/ 0 w 30"/>
                <a:gd name="T3" fmla="*/ 4589 h 69"/>
                <a:gd name="T4" fmla="*/ 0 w 30"/>
                <a:gd name="T5" fmla="*/ 6880 h 69"/>
                <a:gd name="T6" fmla="*/ 0 w 30"/>
                <a:gd name="T7" fmla="*/ 11387 h 69"/>
                <a:gd name="T8" fmla="*/ 0 w 30"/>
                <a:gd name="T9" fmla="*/ 11387 h 69"/>
                <a:gd name="T10" fmla="*/ 0 w 30"/>
                <a:gd name="T11" fmla="*/ 6880 h 69"/>
                <a:gd name="T12" fmla="*/ 0 w 30"/>
                <a:gd name="T13" fmla="*/ 4589 h 69"/>
                <a:gd name="T14" fmla="*/ 6 w 30"/>
                <a:gd name="T15" fmla="*/ 0 h 69"/>
                <a:gd name="T16" fmla="*/ 6 w 30"/>
                <a:gd name="T17" fmla="*/ 0 h 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69"/>
                <a:gd name="T29" fmla="*/ 30 w 30"/>
                <a:gd name="T30" fmla="*/ 69 h 6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69">
                  <a:moveTo>
                    <a:pt x="30" y="0"/>
                  </a:moveTo>
                  <a:lnTo>
                    <a:pt x="0" y="28"/>
                  </a:lnTo>
                  <a:lnTo>
                    <a:pt x="0" y="41"/>
                  </a:lnTo>
                  <a:lnTo>
                    <a:pt x="0" y="69"/>
                  </a:lnTo>
                  <a:lnTo>
                    <a:pt x="0" y="41"/>
                  </a:lnTo>
                  <a:lnTo>
                    <a:pt x="0" y="2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4" name="Freeform 113">
              <a:extLst>
                <a:ext uri="{FF2B5EF4-FFF2-40B4-BE49-F238E27FC236}">
                  <a16:creationId xmlns:a16="http://schemas.microsoft.com/office/drawing/2014/main" id="{2E13DFD8-6095-FC29-F730-2ED5D9EED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81" y="830"/>
              <a:ext cx="15" cy="136"/>
            </a:xfrm>
            <a:custGeom>
              <a:avLst/>
              <a:gdLst>
                <a:gd name="T0" fmla="*/ 15 w 15"/>
                <a:gd name="T1" fmla="*/ 0 h 96"/>
                <a:gd name="T2" fmla="*/ 0 w 15"/>
                <a:gd name="T3" fmla="*/ 10227 h 96"/>
                <a:gd name="T4" fmla="*/ 0 w 15"/>
                <a:gd name="T5" fmla="*/ 17832 h 96"/>
                <a:gd name="T6" fmla="*/ 0 w 15"/>
                <a:gd name="T7" fmla="*/ 17832 h 96"/>
                <a:gd name="T8" fmla="*/ 0 w 15"/>
                <a:gd name="T9" fmla="*/ 10227 h 96"/>
                <a:gd name="T10" fmla="*/ 15 w 15"/>
                <a:gd name="T11" fmla="*/ 0 h 96"/>
                <a:gd name="T12" fmla="*/ 15 w 15"/>
                <a:gd name="T13" fmla="*/ 0 h 96"/>
                <a:gd name="T14" fmla="*/ 15 w 15"/>
                <a:gd name="T15" fmla="*/ 0 h 96"/>
                <a:gd name="T16" fmla="*/ 15 w 15"/>
                <a:gd name="T17" fmla="*/ 0 h 96"/>
                <a:gd name="T18" fmla="*/ 15 w 15"/>
                <a:gd name="T19" fmla="*/ 0 h 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96"/>
                <a:gd name="T32" fmla="*/ 15 w 15"/>
                <a:gd name="T33" fmla="*/ 96 h 9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96">
                  <a:moveTo>
                    <a:pt x="15" y="0"/>
                  </a:moveTo>
                  <a:lnTo>
                    <a:pt x="0" y="55"/>
                  </a:lnTo>
                  <a:lnTo>
                    <a:pt x="0" y="96"/>
                  </a:lnTo>
                  <a:lnTo>
                    <a:pt x="0" y="55"/>
                  </a:lnTo>
                  <a:lnTo>
                    <a:pt x="15" y="0"/>
                  </a:lnTo>
                  <a:close/>
                  <a:moveTo>
                    <a:pt x="15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5" name="Freeform 114">
              <a:extLst>
                <a:ext uri="{FF2B5EF4-FFF2-40B4-BE49-F238E27FC236}">
                  <a16:creationId xmlns:a16="http://schemas.microsoft.com/office/drawing/2014/main" id="{91642DFF-5B67-918B-4E82-462DAFA290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81" y="966"/>
              <a:ext cx="71" cy="77"/>
            </a:xfrm>
            <a:custGeom>
              <a:avLst/>
              <a:gdLst>
                <a:gd name="T0" fmla="*/ 0 w 75"/>
                <a:gd name="T1" fmla="*/ 0 h 55"/>
                <a:gd name="T2" fmla="*/ 9 w 75"/>
                <a:gd name="T3" fmla="*/ 6359 h 55"/>
                <a:gd name="T4" fmla="*/ 21 w 75"/>
                <a:gd name="T5" fmla="*/ 8527 h 55"/>
                <a:gd name="T6" fmla="*/ 26 w 75"/>
                <a:gd name="T7" fmla="*/ 8527 h 55"/>
                <a:gd name="T8" fmla="*/ 33 w 75"/>
                <a:gd name="T9" fmla="*/ 4351 h 55"/>
                <a:gd name="T10" fmla="*/ 33 w 75"/>
                <a:gd name="T11" fmla="*/ 4351 h 55"/>
                <a:gd name="T12" fmla="*/ 26 w 75"/>
                <a:gd name="T13" fmla="*/ 8527 h 55"/>
                <a:gd name="T14" fmla="*/ 21 w 75"/>
                <a:gd name="T15" fmla="*/ 8527 h 55"/>
                <a:gd name="T16" fmla="*/ 9 w 75"/>
                <a:gd name="T17" fmla="*/ 6359 h 55"/>
                <a:gd name="T18" fmla="*/ 0 w 75"/>
                <a:gd name="T19" fmla="*/ 0 h 55"/>
                <a:gd name="T20" fmla="*/ 0 w 75"/>
                <a:gd name="T21" fmla="*/ 0 h 55"/>
                <a:gd name="T22" fmla="*/ 0 w 75"/>
                <a:gd name="T23" fmla="*/ 0 h 55"/>
                <a:gd name="T24" fmla="*/ 0 w 75"/>
                <a:gd name="T25" fmla="*/ 0 h 55"/>
                <a:gd name="T26" fmla="*/ 0 w 75"/>
                <a:gd name="T27" fmla="*/ 0 h 5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5"/>
                <a:gd name="T43" fmla="*/ 0 h 55"/>
                <a:gd name="T44" fmla="*/ 75 w 75"/>
                <a:gd name="T45" fmla="*/ 55 h 5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5" h="55">
                  <a:moveTo>
                    <a:pt x="0" y="0"/>
                  </a:moveTo>
                  <a:lnTo>
                    <a:pt x="15" y="41"/>
                  </a:lnTo>
                  <a:lnTo>
                    <a:pt x="45" y="55"/>
                  </a:lnTo>
                  <a:lnTo>
                    <a:pt x="60" y="55"/>
                  </a:lnTo>
                  <a:lnTo>
                    <a:pt x="75" y="28"/>
                  </a:lnTo>
                  <a:lnTo>
                    <a:pt x="60" y="55"/>
                  </a:lnTo>
                  <a:lnTo>
                    <a:pt x="45" y="55"/>
                  </a:lnTo>
                  <a:lnTo>
                    <a:pt x="15" y="4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6" name="Freeform 115">
              <a:extLst>
                <a:ext uri="{FF2B5EF4-FFF2-40B4-BE49-F238E27FC236}">
                  <a16:creationId xmlns:a16="http://schemas.microsoft.com/office/drawing/2014/main" id="{91B012C1-C4C2-5169-3BC8-AEFDB004BA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52" y="791"/>
              <a:ext cx="15" cy="214"/>
            </a:xfrm>
            <a:custGeom>
              <a:avLst/>
              <a:gdLst>
                <a:gd name="T0" fmla="*/ 0 w 15"/>
                <a:gd name="T1" fmla="*/ 25736 h 152"/>
                <a:gd name="T2" fmla="*/ 15 w 15"/>
                <a:gd name="T3" fmla="*/ 18603 h 152"/>
                <a:gd name="T4" fmla="*/ 15 w 15"/>
                <a:gd name="T5" fmla="*/ 14075 h 152"/>
                <a:gd name="T6" fmla="*/ 0 w 15"/>
                <a:gd name="T7" fmla="*/ 0 h 152"/>
                <a:gd name="T8" fmla="*/ 0 w 15"/>
                <a:gd name="T9" fmla="*/ 0 h 152"/>
                <a:gd name="T10" fmla="*/ 15 w 15"/>
                <a:gd name="T11" fmla="*/ 14075 h 152"/>
                <a:gd name="T12" fmla="*/ 15 w 15"/>
                <a:gd name="T13" fmla="*/ 18603 h 152"/>
                <a:gd name="T14" fmla="*/ 0 w 15"/>
                <a:gd name="T15" fmla="*/ 25736 h 152"/>
                <a:gd name="T16" fmla="*/ 0 w 15"/>
                <a:gd name="T17" fmla="*/ 25736 h 152"/>
                <a:gd name="T18" fmla="*/ 0 w 15"/>
                <a:gd name="T19" fmla="*/ 25736 h 152"/>
                <a:gd name="T20" fmla="*/ 0 w 15"/>
                <a:gd name="T21" fmla="*/ 25736 h 152"/>
                <a:gd name="T22" fmla="*/ 0 w 15"/>
                <a:gd name="T23" fmla="*/ 25736 h 15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5"/>
                <a:gd name="T37" fmla="*/ 0 h 152"/>
                <a:gd name="T38" fmla="*/ 15 w 15"/>
                <a:gd name="T39" fmla="*/ 152 h 15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5" h="152">
                  <a:moveTo>
                    <a:pt x="0" y="152"/>
                  </a:moveTo>
                  <a:lnTo>
                    <a:pt x="15" y="110"/>
                  </a:lnTo>
                  <a:lnTo>
                    <a:pt x="15" y="83"/>
                  </a:lnTo>
                  <a:lnTo>
                    <a:pt x="0" y="0"/>
                  </a:lnTo>
                  <a:lnTo>
                    <a:pt x="15" y="83"/>
                  </a:lnTo>
                  <a:lnTo>
                    <a:pt x="15" y="110"/>
                  </a:lnTo>
                  <a:lnTo>
                    <a:pt x="0" y="152"/>
                  </a:lnTo>
                  <a:close/>
                  <a:moveTo>
                    <a:pt x="0" y="152"/>
                  </a:moveTo>
                  <a:lnTo>
                    <a:pt x="0" y="152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7" name="Freeform 116">
              <a:extLst>
                <a:ext uri="{FF2B5EF4-FFF2-40B4-BE49-F238E27FC236}">
                  <a16:creationId xmlns:a16="http://schemas.microsoft.com/office/drawing/2014/main" id="{D3C9EBE6-60F4-FEF2-D996-08A8BF1B2F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0" y="695"/>
              <a:ext cx="172" cy="96"/>
            </a:xfrm>
            <a:custGeom>
              <a:avLst/>
              <a:gdLst>
                <a:gd name="T0" fmla="*/ 91 w 180"/>
                <a:gd name="T1" fmla="*/ 12056 h 68"/>
                <a:gd name="T2" fmla="*/ 75 w 180"/>
                <a:gd name="T3" fmla="*/ 4749 h 68"/>
                <a:gd name="T4" fmla="*/ 53 w 180"/>
                <a:gd name="T5" fmla="*/ 0 h 68"/>
                <a:gd name="T6" fmla="*/ 24 w 180"/>
                <a:gd name="T7" fmla="*/ 0 h 68"/>
                <a:gd name="T8" fmla="*/ 0 w 180"/>
                <a:gd name="T9" fmla="*/ 4749 h 68"/>
                <a:gd name="T10" fmla="*/ 0 w 180"/>
                <a:gd name="T11" fmla="*/ 4749 h 68"/>
                <a:gd name="T12" fmla="*/ 24 w 180"/>
                <a:gd name="T13" fmla="*/ 0 h 68"/>
                <a:gd name="T14" fmla="*/ 53 w 180"/>
                <a:gd name="T15" fmla="*/ 0 h 68"/>
                <a:gd name="T16" fmla="*/ 75 w 180"/>
                <a:gd name="T17" fmla="*/ 4749 h 68"/>
                <a:gd name="T18" fmla="*/ 91 w 180"/>
                <a:gd name="T19" fmla="*/ 12056 h 68"/>
                <a:gd name="T20" fmla="*/ 91 w 180"/>
                <a:gd name="T21" fmla="*/ 12056 h 68"/>
                <a:gd name="T22" fmla="*/ 91 w 180"/>
                <a:gd name="T23" fmla="*/ 12056 h 68"/>
                <a:gd name="T24" fmla="*/ 91 w 180"/>
                <a:gd name="T25" fmla="*/ 12056 h 68"/>
                <a:gd name="T26" fmla="*/ 91 w 180"/>
                <a:gd name="T27" fmla="*/ 12056 h 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80"/>
                <a:gd name="T43" fmla="*/ 0 h 68"/>
                <a:gd name="T44" fmla="*/ 180 w 180"/>
                <a:gd name="T45" fmla="*/ 68 h 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80" h="68">
                  <a:moveTo>
                    <a:pt x="180" y="68"/>
                  </a:moveTo>
                  <a:lnTo>
                    <a:pt x="150" y="27"/>
                  </a:lnTo>
                  <a:lnTo>
                    <a:pt x="105" y="0"/>
                  </a:lnTo>
                  <a:lnTo>
                    <a:pt x="45" y="0"/>
                  </a:lnTo>
                  <a:lnTo>
                    <a:pt x="0" y="27"/>
                  </a:lnTo>
                  <a:lnTo>
                    <a:pt x="45" y="0"/>
                  </a:lnTo>
                  <a:lnTo>
                    <a:pt x="105" y="0"/>
                  </a:lnTo>
                  <a:lnTo>
                    <a:pt x="150" y="27"/>
                  </a:lnTo>
                  <a:lnTo>
                    <a:pt x="180" y="68"/>
                  </a:lnTo>
                  <a:close/>
                  <a:moveTo>
                    <a:pt x="180" y="68"/>
                  </a:moveTo>
                  <a:lnTo>
                    <a:pt x="180" y="68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17">
            <a:extLst>
              <a:ext uri="{FF2B5EF4-FFF2-40B4-BE49-F238E27FC236}">
                <a16:creationId xmlns:a16="http://schemas.microsoft.com/office/drawing/2014/main" id="{1942FD90-0EFC-EE71-1E3F-21BAF76E82EF}"/>
              </a:ext>
            </a:extLst>
          </p:cNvPr>
          <p:cNvGrpSpPr>
            <a:grpSpLocks/>
          </p:cNvGrpSpPr>
          <p:nvPr/>
        </p:nvGrpSpPr>
        <p:grpSpPr bwMode="auto">
          <a:xfrm>
            <a:off x="6940550" y="5075238"/>
            <a:ext cx="622300" cy="423862"/>
            <a:chOff x="4024" y="1120"/>
            <a:chExt cx="531" cy="310"/>
          </a:xfrm>
        </p:grpSpPr>
        <p:sp>
          <p:nvSpPr>
            <p:cNvPr id="18467" name="Freeform 118">
              <a:extLst>
                <a:ext uri="{FF2B5EF4-FFF2-40B4-BE49-F238E27FC236}">
                  <a16:creationId xmlns:a16="http://schemas.microsoft.com/office/drawing/2014/main" id="{73439D2A-859A-3FC1-9660-03B987217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1" y="1140"/>
              <a:ext cx="100" cy="38"/>
            </a:xfrm>
            <a:custGeom>
              <a:avLst/>
              <a:gdLst>
                <a:gd name="T0" fmla="*/ 0 w 105"/>
                <a:gd name="T1" fmla="*/ 4564 h 27"/>
                <a:gd name="T2" fmla="*/ 15 w 105"/>
                <a:gd name="T3" fmla="*/ 0 h 27"/>
                <a:gd name="T4" fmla="*/ 29 w 105"/>
                <a:gd name="T5" fmla="*/ 0 h 27"/>
                <a:gd name="T6" fmla="*/ 50 w 105"/>
                <a:gd name="T7" fmla="*/ 4564 h 27"/>
                <a:gd name="T8" fmla="*/ 50 w 105"/>
                <a:gd name="T9" fmla="*/ 4564 h 27"/>
                <a:gd name="T10" fmla="*/ 29 w 105"/>
                <a:gd name="T11" fmla="*/ 0 h 27"/>
                <a:gd name="T12" fmla="*/ 15 w 105"/>
                <a:gd name="T13" fmla="*/ 0 h 27"/>
                <a:gd name="T14" fmla="*/ 0 w 105"/>
                <a:gd name="T15" fmla="*/ 4564 h 27"/>
                <a:gd name="T16" fmla="*/ 0 w 105"/>
                <a:gd name="T17" fmla="*/ 4564 h 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5"/>
                <a:gd name="T28" fmla="*/ 0 h 27"/>
                <a:gd name="T29" fmla="*/ 105 w 105"/>
                <a:gd name="T30" fmla="*/ 27 h 2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5" h="27">
                  <a:moveTo>
                    <a:pt x="0" y="27"/>
                  </a:moveTo>
                  <a:lnTo>
                    <a:pt x="30" y="0"/>
                  </a:lnTo>
                  <a:lnTo>
                    <a:pt x="60" y="0"/>
                  </a:lnTo>
                  <a:lnTo>
                    <a:pt x="105" y="27"/>
                  </a:lnTo>
                  <a:lnTo>
                    <a:pt x="60" y="0"/>
                  </a:lnTo>
                  <a:lnTo>
                    <a:pt x="30" y="0"/>
                  </a:lnTo>
                  <a:lnTo>
                    <a:pt x="0" y="27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Freeform 119">
              <a:extLst>
                <a:ext uri="{FF2B5EF4-FFF2-40B4-BE49-F238E27FC236}">
                  <a16:creationId xmlns:a16="http://schemas.microsoft.com/office/drawing/2014/main" id="{94DCBCB5-B1C8-A94F-7254-76EB444496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1" y="1178"/>
              <a:ext cx="15" cy="77"/>
            </a:xfrm>
            <a:custGeom>
              <a:avLst/>
              <a:gdLst>
                <a:gd name="T0" fmla="*/ 0 w 15"/>
                <a:gd name="T1" fmla="*/ 0 h 55"/>
                <a:gd name="T2" fmla="*/ 15 w 15"/>
                <a:gd name="T3" fmla="*/ 4351 h 55"/>
                <a:gd name="T4" fmla="*/ 0 w 15"/>
                <a:gd name="T5" fmla="*/ 8527 h 55"/>
                <a:gd name="T6" fmla="*/ 0 w 15"/>
                <a:gd name="T7" fmla="*/ 8527 h 55"/>
                <a:gd name="T8" fmla="*/ 15 w 15"/>
                <a:gd name="T9" fmla="*/ 4351 h 55"/>
                <a:gd name="T10" fmla="*/ 0 w 15"/>
                <a:gd name="T11" fmla="*/ 0 h 55"/>
                <a:gd name="T12" fmla="*/ 0 w 15"/>
                <a:gd name="T13" fmla="*/ 0 h 55"/>
                <a:gd name="T14" fmla="*/ 0 w 15"/>
                <a:gd name="T15" fmla="*/ 0 h 55"/>
                <a:gd name="T16" fmla="*/ 0 w 15"/>
                <a:gd name="T17" fmla="*/ 0 h 55"/>
                <a:gd name="T18" fmla="*/ 0 w 15"/>
                <a:gd name="T19" fmla="*/ 0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55"/>
                <a:gd name="T32" fmla="*/ 15 w 15"/>
                <a:gd name="T33" fmla="*/ 55 h 5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55">
                  <a:moveTo>
                    <a:pt x="0" y="0"/>
                  </a:moveTo>
                  <a:lnTo>
                    <a:pt x="15" y="28"/>
                  </a:lnTo>
                  <a:lnTo>
                    <a:pt x="0" y="55"/>
                  </a:lnTo>
                  <a:lnTo>
                    <a:pt x="15" y="2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Freeform 120">
              <a:extLst>
                <a:ext uri="{FF2B5EF4-FFF2-40B4-BE49-F238E27FC236}">
                  <a16:creationId xmlns:a16="http://schemas.microsoft.com/office/drawing/2014/main" id="{E48D5D60-B566-E890-3E00-C448313567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5" y="1255"/>
              <a:ext cx="56" cy="39"/>
            </a:xfrm>
            <a:custGeom>
              <a:avLst/>
              <a:gdLst>
                <a:gd name="T0" fmla="*/ 21 w 60"/>
                <a:gd name="T1" fmla="*/ 0 h 28"/>
                <a:gd name="T2" fmla="*/ 11 w 60"/>
                <a:gd name="T3" fmla="*/ 3977 h 28"/>
                <a:gd name="T4" fmla="*/ 0 w 60"/>
                <a:gd name="T5" fmla="*/ 0 h 28"/>
                <a:gd name="T6" fmla="*/ 0 w 60"/>
                <a:gd name="T7" fmla="*/ 0 h 28"/>
                <a:gd name="T8" fmla="*/ 11 w 60"/>
                <a:gd name="T9" fmla="*/ 3977 h 28"/>
                <a:gd name="T10" fmla="*/ 21 w 60"/>
                <a:gd name="T11" fmla="*/ 0 h 28"/>
                <a:gd name="T12" fmla="*/ 21 w 60"/>
                <a:gd name="T13" fmla="*/ 0 h 28"/>
                <a:gd name="T14" fmla="*/ 21 w 60"/>
                <a:gd name="T15" fmla="*/ 0 h 28"/>
                <a:gd name="T16" fmla="*/ 21 w 60"/>
                <a:gd name="T17" fmla="*/ 0 h 28"/>
                <a:gd name="T18" fmla="*/ 21 w 60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0"/>
                <a:gd name="T31" fmla="*/ 0 h 28"/>
                <a:gd name="T32" fmla="*/ 60 w 60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0" h="28">
                  <a:moveTo>
                    <a:pt x="60" y="0"/>
                  </a:moveTo>
                  <a:lnTo>
                    <a:pt x="30" y="28"/>
                  </a:lnTo>
                  <a:lnTo>
                    <a:pt x="0" y="0"/>
                  </a:lnTo>
                  <a:lnTo>
                    <a:pt x="30" y="28"/>
                  </a:lnTo>
                  <a:lnTo>
                    <a:pt x="60" y="0"/>
                  </a:lnTo>
                  <a:close/>
                  <a:moveTo>
                    <a:pt x="60" y="0"/>
                  </a:moveTo>
                  <a:lnTo>
                    <a:pt x="6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Freeform 121">
              <a:extLst>
                <a:ext uri="{FF2B5EF4-FFF2-40B4-BE49-F238E27FC236}">
                  <a16:creationId xmlns:a16="http://schemas.microsoft.com/office/drawing/2014/main" id="{45969BC3-8C10-C46A-B69C-23118B8F9A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55" y="1197"/>
              <a:ext cx="14" cy="58"/>
            </a:xfrm>
            <a:custGeom>
              <a:avLst/>
              <a:gdLst>
                <a:gd name="T0" fmla="*/ 0 w 15"/>
                <a:gd name="T1" fmla="*/ 7437 h 41"/>
                <a:gd name="T2" fmla="*/ 0 w 15"/>
                <a:gd name="T3" fmla="*/ 5251 h 41"/>
                <a:gd name="T4" fmla="*/ 7 w 15"/>
                <a:gd name="T5" fmla="*/ 0 h 41"/>
                <a:gd name="T6" fmla="*/ 7 w 15"/>
                <a:gd name="T7" fmla="*/ 0 h 41"/>
                <a:gd name="T8" fmla="*/ 0 w 15"/>
                <a:gd name="T9" fmla="*/ 5251 h 41"/>
                <a:gd name="T10" fmla="*/ 0 w 15"/>
                <a:gd name="T11" fmla="*/ 7437 h 41"/>
                <a:gd name="T12" fmla="*/ 0 w 15"/>
                <a:gd name="T13" fmla="*/ 7437 h 41"/>
                <a:gd name="T14" fmla="*/ 0 w 15"/>
                <a:gd name="T15" fmla="*/ 7437 h 41"/>
                <a:gd name="T16" fmla="*/ 0 w 15"/>
                <a:gd name="T17" fmla="*/ 7437 h 41"/>
                <a:gd name="T18" fmla="*/ 0 w 15"/>
                <a:gd name="T19" fmla="*/ 7437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41"/>
                <a:gd name="T32" fmla="*/ 15 w 15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41">
                  <a:moveTo>
                    <a:pt x="0" y="41"/>
                  </a:moveTo>
                  <a:lnTo>
                    <a:pt x="0" y="28"/>
                  </a:lnTo>
                  <a:lnTo>
                    <a:pt x="15" y="0"/>
                  </a:lnTo>
                  <a:lnTo>
                    <a:pt x="0" y="28"/>
                  </a:lnTo>
                  <a:lnTo>
                    <a:pt x="0" y="41"/>
                  </a:lnTo>
                  <a:close/>
                  <a:moveTo>
                    <a:pt x="0" y="41"/>
                  </a:moveTo>
                  <a:lnTo>
                    <a:pt x="0" y="41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Freeform 122">
              <a:extLst>
                <a:ext uri="{FF2B5EF4-FFF2-40B4-BE49-F238E27FC236}">
                  <a16:creationId xmlns:a16="http://schemas.microsoft.com/office/drawing/2014/main" id="{D90B8FD3-52B2-DFFD-B1A5-4E297A74E7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69" y="1159"/>
              <a:ext cx="14" cy="38"/>
            </a:xfrm>
            <a:custGeom>
              <a:avLst/>
              <a:gdLst>
                <a:gd name="T0" fmla="*/ 0 w 15"/>
                <a:gd name="T1" fmla="*/ 4564 h 27"/>
                <a:gd name="T2" fmla="*/ 0 w 15"/>
                <a:gd name="T3" fmla="*/ 2115 h 27"/>
                <a:gd name="T4" fmla="*/ 7 w 15"/>
                <a:gd name="T5" fmla="*/ 0 h 27"/>
                <a:gd name="T6" fmla="*/ 7 w 15"/>
                <a:gd name="T7" fmla="*/ 0 h 27"/>
                <a:gd name="T8" fmla="*/ 0 w 15"/>
                <a:gd name="T9" fmla="*/ 2115 h 27"/>
                <a:gd name="T10" fmla="*/ 0 w 15"/>
                <a:gd name="T11" fmla="*/ 4564 h 27"/>
                <a:gd name="T12" fmla="*/ 0 w 15"/>
                <a:gd name="T13" fmla="*/ 4564 h 27"/>
                <a:gd name="T14" fmla="*/ 0 w 15"/>
                <a:gd name="T15" fmla="*/ 4564 h 27"/>
                <a:gd name="T16" fmla="*/ 0 w 15"/>
                <a:gd name="T17" fmla="*/ 4564 h 27"/>
                <a:gd name="T18" fmla="*/ 0 w 15"/>
                <a:gd name="T19" fmla="*/ 4564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27"/>
                <a:gd name="T32" fmla="*/ 15 w 15"/>
                <a:gd name="T33" fmla="*/ 27 h 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27">
                  <a:moveTo>
                    <a:pt x="0" y="27"/>
                  </a:moveTo>
                  <a:lnTo>
                    <a:pt x="0" y="13"/>
                  </a:lnTo>
                  <a:lnTo>
                    <a:pt x="15" y="0"/>
                  </a:lnTo>
                  <a:lnTo>
                    <a:pt x="0" y="13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Freeform 123">
              <a:extLst>
                <a:ext uri="{FF2B5EF4-FFF2-40B4-BE49-F238E27FC236}">
                  <a16:creationId xmlns:a16="http://schemas.microsoft.com/office/drawing/2014/main" id="{41E3749F-9366-DD03-97CA-440F242402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3" y="1120"/>
              <a:ext cx="72" cy="39"/>
            </a:xfrm>
            <a:custGeom>
              <a:avLst/>
              <a:gdLst>
                <a:gd name="T0" fmla="*/ 0 w 75"/>
                <a:gd name="T1" fmla="*/ 3977 h 28"/>
                <a:gd name="T2" fmla="*/ 26 w 75"/>
                <a:gd name="T3" fmla="*/ 0 h 28"/>
                <a:gd name="T4" fmla="*/ 40 w 75"/>
                <a:gd name="T5" fmla="*/ 0 h 28"/>
                <a:gd name="T6" fmla="*/ 40 w 75"/>
                <a:gd name="T7" fmla="*/ 0 h 28"/>
                <a:gd name="T8" fmla="*/ 26 w 75"/>
                <a:gd name="T9" fmla="*/ 0 h 28"/>
                <a:gd name="T10" fmla="*/ 0 w 75"/>
                <a:gd name="T11" fmla="*/ 3977 h 28"/>
                <a:gd name="T12" fmla="*/ 0 w 75"/>
                <a:gd name="T13" fmla="*/ 3977 h 28"/>
                <a:gd name="T14" fmla="*/ 0 w 75"/>
                <a:gd name="T15" fmla="*/ 3977 h 28"/>
                <a:gd name="T16" fmla="*/ 0 w 75"/>
                <a:gd name="T17" fmla="*/ 3977 h 28"/>
                <a:gd name="T18" fmla="*/ 0 w 75"/>
                <a:gd name="T19" fmla="*/ 3977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5"/>
                <a:gd name="T31" fmla="*/ 0 h 28"/>
                <a:gd name="T32" fmla="*/ 75 w 75"/>
                <a:gd name="T33" fmla="*/ 28 h 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5" h="28">
                  <a:moveTo>
                    <a:pt x="0" y="28"/>
                  </a:moveTo>
                  <a:lnTo>
                    <a:pt x="45" y="0"/>
                  </a:lnTo>
                  <a:lnTo>
                    <a:pt x="75" y="0"/>
                  </a:lnTo>
                  <a:lnTo>
                    <a:pt x="45" y="0"/>
                  </a:lnTo>
                  <a:lnTo>
                    <a:pt x="0" y="28"/>
                  </a:lnTo>
                  <a:close/>
                  <a:moveTo>
                    <a:pt x="0" y="28"/>
                  </a:moveTo>
                  <a:lnTo>
                    <a:pt x="0" y="28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Freeform 124">
              <a:extLst>
                <a:ext uri="{FF2B5EF4-FFF2-40B4-BE49-F238E27FC236}">
                  <a16:creationId xmlns:a16="http://schemas.microsoft.com/office/drawing/2014/main" id="{98CD4ADC-1776-4280-E022-A005B3CF8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" y="1178"/>
              <a:ext cx="28" cy="39"/>
            </a:xfrm>
            <a:custGeom>
              <a:avLst/>
              <a:gdLst>
                <a:gd name="T0" fmla="*/ 11 w 30"/>
                <a:gd name="T1" fmla="*/ 0 h 28"/>
                <a:gd name="T2" fmla="*/ 7 w 30"/>
                <a:gd name="T3" fmla="*/ 2050 h 28"/>
                <a:gd name="T4" fmla="*/ 0 w 30"/>
                <a:gd name="T5" fmla="*/ 3977 h 28"/>
                <a:gd name="T6" fmla="*/ 0 w 30"/>
                <a:gd name="T7" fmla="*/ 3977 h 28"/>
                <a:gd name="T8" fmla="*/ 7 w 30"/>
                <a:gd name="T9" fmla="*/ 2050 h 28"/>
                <a:gd name="T10" fmla="*/ 11 w 30"/>
                <a:gd name="T11" fmla="*/ 0 h 28"/>
                <a:gd name="T12" fmla="*/ 11 w 30"/>
                <a:gd name="T13" fmla="*/ 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"/>
                <a:gd name="T22" fmla="*/ 0 h 28"/>
                <a:gd name="T23" fmla="*/ 30 w 30"/>
                <a:gd name="T24" fmla="*/ 28 h 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" h="28">
                  <a:moveTo>
                    <a:pt x="30" y="0"/>
                  </a:moveTo>
                  <a:lnTo>
                    <a:pt x="15" y="14"/>
                  </a:lnTo>
                  <a:lnTo>
                    <a:pt x="0" y="28"/>
                  </a:lnTo>
                  <a:lnTo>
                    <a:pt x="15" y="14"/>
                  </a:lnTo>
                  <a:lnTo>
                    <a:pt x="3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Freeform 125">
              <a:extLst>
                <a:ext uri="{FF2B5EF4-FFF2-40B4-BE49-F238E27FC236}">
                  <a16:creationId xmlns:a16="http://schemas.microsoft.com/office/drawing/2014/main" id="{FC90CA9E-F3BA-D8DB-66A4-CCB51E07B6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3" y="1217"/>
              <a:ext cx="1" cy="77"/>
            </a:xfrm>
            <a:custGeom>
              <a:avLst/>
              <a:gdLst>
                <a:gd name="T0" fmla="*/ 0 w 1"/>
                <a:gd name="T1" fmla="*/ 0 h 55"/>
                <a:gd name="T2" fmla="*/ 0 w 1"/>
                <a:gd name="T3" fmla="*/ 4218 h 55"/>
                <a:gd name="T4" fmla="*/ 0 w 1"/>
                <a:gd name="T5" fmla="*/ 8527 h 55"/>
                <a:gd name="T6" fmla="*/ 0 w 1"/>
                <a:gd name="T7" fmla="*/ 8527 h 55"/>
                <a:gd name="T8" fmla="*/ 0 w 1"/>
                <a:gd name="T9" fmla="*/ 4218 h 55"/>
                <a:gd name="T10" fmla="*/ 0 w 1"/>
                <a:gd name="T11" fmla="*/ 0 h 55"/>
                <a:gd name="T12" fmla="*/ 0 w 1"/>
                <a:gd name="T13" fmla="*/ 0 h 55"/>
                <a:gd name="T14" fmla="*/ 0 w 1"/>
                <a:gd name="T15" fmla="*/ 0 h 55"/>
                <a:gd name="T16" fmla="*/ 0 w 1"/>
                <a:gd name="T17" fmla="*/ 0 h 55"/>
                <a:gd name="T18" fmla="*/ 0 w 1"/>
                <a:gd name="T19" fmla="*/ 0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"/>
                <a:gd name="T31" fmla="*/ 0 h 55"/>
                <a:gd name="T32" fmla="*/ 1 w 1"/>
                <a:gd name="T33" fmla="*/ 55 h 5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" h="55">
                  <a:moveTo>
                    <a:pt x="0" y="0"/>
                  </a:moveTo>
                  <a:lnTo>
                    <a:pt x="0" y="27"/>
                  </a:lnTo>
                  <a:lnTo>
                    <a:pt x="0" y="55"/>
                  </a:lnTo>
                  <a:lnTo>
                    <a:pt x="0" y="27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5" name="Freeform 126">
              <a:extLst>
                <a:ext uri="{FF2B5EF4-FFF2-40B4-BE49-F238E27FC236}">
                  <a16:creationId xmlns:a16="http://schemas.microsoft.com/office/drawing/2014/main" id="{B02A2E06-F651-5B2D-D8DE-27BBF05F03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3" y="1294"/>
              <a:ext cx="57" cy="38"/>
            </a:xfrm>
            <a:custGeom>
              <a:avLst/>
              <a:gdLst>
                <a:gd name="T0" fmla="*/ 0 w 60"/>
                <a:gd name="T1" fmla="*/ 0 h 27"/>
                <a:gd name="T2" fmla="*/ 15 w 60"/>
                <a:gd name="T3" fmla="*/ 4564 h 27"/>
                <a:gd name="T4" fmla="*/ 28 w 60"/>
                <a:gd name="T5" fmla="*/ 0 h 27"/>
                <a:gd name="T6" fmla="*/ 28 w 60"/>
                <a:gd name="T7" fmla="*/ 0 h 27"/>
                <a:gd name="T8" fmla="*/ 15 w 60"/>
                <a:gd name="T9" fmla="*/ 4564 h 27"/>
                <a:gd name="T10" fmla="*/ 0 w 60"/>
                <a:gd name="T11" fmla="*/ 0 h 27"/>
                <a:gd name="T12" fmla="*/ 0 w 60"/>
                <a:gd name="T13" fmla="*/ 0 h 27"/>
                <a:gd name="T14" fmla="*/ 0 w 60"/>
                <a:gd name="T15" fmla="*/ 0 h 27"/>
                <a:gd name="T16" fmla="*/ 0 w 60"/>
                <a:gd name="T17" fmla="*/ 0 h 27"/>
                <a:gd name="T18" fmla="*/ 0 w 60"/>
                <a:gd name="T19" fmla="*/ 0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0"/>
                <a:gd name="T31" fmla="*/ 0 h 27"/>
                <a:gd name="T32" fmla="*/ 60 w 60"/>
                <a:gd name="T33" fmla="*/ 27 h 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0" h="27">
                  <a:moveTo>
                    <a:pt x="0" y="0"/>
                  </a:moveTo>
                  <a:lnTo>
                    <a:pt x="30" y="27"/>
                  </a:lnTo>
                  <a:lnTo>
                    <a:pt x="60" y="0"/>
                  </a:lnTo>
                  <a:lnTo>
                    <a:pt x="30" y="27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Freeform 127">
              <a:extLst>
                <a:ext uri="{FF2B5EF4-FFF2-40B4-BE49-F238E27FC236}">
                  <a16:creationId xmlns:a16="http://schemas.microsoft.com/office/drawing/2014/main" id="{E44A54A0-609B-702A-054A-9659E949A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26" y="1197"/>
              <a:ext cx="14" cy="97"/>
            </a:xfrm>
            <a:custGeom>
              <a:avLst/>
              <a:gdLst>
                <a:gd name="T0" fmla="*/ 7 w 15"/>
                <a:gd name="T1" fmla="*/ 11387 h 69"/>
                <a:gd name="T2" fmla="*/ 7 w 15"/>
                <a:gd name="T3" fmla="*/ 4589 h 69"/>
                <a:gd name="T4" fmla="*/ 0 w 15"/>
                <a:gd name="T5" fmla="*/ 0 h 69"/>
                <a:gd name="T6" fmla="*/ 0 w 15"/>
                <a:gd name="T7" fmla="*/ 0 h 69"/>
                <a:gd name="T8" fmla="*/ 7 w 15"/>
                <a:gd name="T9" fmla="*/ 4589 h 69"/>
                <a:gd name="T10" fmla="*/ 7 w 15"/>
                <a:gd name="T11" fmla="*/ 11387 h 69"/>
                <a:gd name="T12" fmla="*/ 7 w 15"/>
                <a:gd name="T13" fmla="*/ 11387 h 69"/>
                <a:gd name="T14" fmla="*/ 7 w 15"/>
                <a:gd name="T15" fmla="*/ 11387 h 69"/>
                <a:gd name="T16" fmla="*/ 7 w 15"/>
                <a:gd name="T17" fmla="*/ 11387 h 69"/>
                <a:gd name="T18" fmla="*/ 7 w 15"/>
                <a:gd name="T19" fmla="*/ 11387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69"/>
                <a:gd name="T32" fmla="*/ 15 w 15"/>
                <a:gd name="T33" fmla="*/ 69 h 6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69">
                  <a:moveTo>
                    <a:pt x="15" y="69"/>
                  </a:moveTo>
                  <a:lnTo>
                    <a:pt x="15" y="28"/>
                  </a:lnTo>
                  <a:lnTo>
                    <a:pt x="0" y="0"/>
                  </a:lnTo>
                  <a:lnTo>
                    <a:pt x="15" y="28"/>
                  </a:lnTo>
                  <a:lnTo>
                    <a:pt x="15" y="69"/>
                  </a:lnTo>
                  <a:close/>
                  <a:moveTo>
                    <a:pt x="15" y="69"/>
                  </a:moveTo>
                  <a:lnTo>
                    <a:pt x="15" y="69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7" name="Freeform 128">
              <a:extLst>
                <a:ext uri="{FF2B5EF4-FFF2-40B4-BE49-F238E27FC236}">
                  <a16:creationId xmlns:a16="http://schemas.microsoft.com/office/drawing/2014/main" id="{E70683EC-3347-64CC-142D-BC6FD284DB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1" y="1159"/>
              <a:ext cx="115" cy="38"/>
            </a:xfrm>
            <a:custGeom>
              <a:avLst/>
              <a:gdLst>
                <a:gd name="T0" fmla="*/ 63 w 120"/>
                <a:gd name="T1" fmla="*/ 4564 h 27"/>
                <a:gd name="T2" fmla="*/ 33 w 120"/>
                <a:gd name="T3" fmla="*/ 0 h 27"/>
                <a:gd name="T4" fmla="*/ 15 w 120"/>
                <a:gd name="T5" fmla="*/ 0 h 27"/>
                <a:gd name="T6" fmla="*/ 0 w 120"/>
                <a:gd name="T7" fmla="*/ 4564 h 27"/>
                <a:gd name="T8" fmla="*/ 0 w 120"/>
                <a:gd name="T9" fmla="*/ 4564 h 27"/>
                <a:gd name="T10" fmla="*/ 15 w 120"/>
                <a:gd name="T11" fmla="*/ 0 h 27"/>
                <a:gd name="T12" fmla="*/ 33 w 120"/>
                <a:gd name="T13" fmla="*/ 0 h 27"/>
                <a:gd name="T14" fmla="*/ 63 w 120"/>
                <a:gd name="T15" fmla="*/ 4564 h 27"/>
                <a:gd name="T16" fmla="*/ 63 w 120"/>
                <a:gd name="T17" fmla="*/ 4564 h 27"/>
                <a:gd name="T18" fmla="*/ 63 w 120"/>
                <a:gd name="T19" fmla="*/ 4564 h 27"/>
                <a:gd name="T20" fmla="*/ 63 w 120"/>
                <a:gd name="T21" fmla="*/ 4564 h 27"/>
                <a:gd name="T22" fmla="*/ 63 w 120"/>
                <a:gd name="T23" fmla="*/ 4564 h 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0"/>
                <a:gd name="T37" fmla="*/ 0 h 27"/>
                <a:gd name="T38" fmla="*/ 120 w 120"/>
                <a:gd name="T39" fmla="*/ 27 h 2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0" h="27">
                  <a:moveTo>
                    <a:pt x="120" y="27"/>
                  </a:moveTo>
                  <a:lnTo>
                    <a:pt x="60" y="0"/>
                  </a:lnTo>
                  <a:lnTo>
                    <a:pt x="30" y="0"/>
                  </a:lnTo>
                  <a:lnTo>
                    <a:pt x="0" y="27"/>
                  </a:lnTo>
                  <a:lnTo>
                    <a:pt x="30" y="0"/>
                  </a:lnTo>
                  <a:lnTo>
                    <a:pt x="60" y="0"/>
                  </a:lnTo>
                  <a:lnTo>
                    <a:pt x="120" y="27"/>
                  </a:lnTo>
                  <a:close/>
                  <a:moveTo>
                    <a:pt x="120" y="27"/>
                  </a:moveTo>
                  <a:lnTo>
                    <a:pt x="120" y="27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Freeform 129">
              <a:extLst>
                <a:ext uri="{FF2B5EF4-FFF2-40B4-BE49-F238E27FC236}">
                  <a16:creationId xmlns:a16="http://schemas.microsoft.com/office/drawing/2014/main" id="{B7E21D2D-619D-093F-0414-F33FB9E07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1197"/>
              <a:ext cx="28" cy="40"/>
            </a:xfrm>
            <a:custGeom>
              <a:avLst/>
              <a:gdLst>
                <a:gd name="T0" fmla="*/ 11 w 30"/>
                <a:gd name="T1" fmla="*/ 0 h 28"/>
                <a:gd name="T2" fmla="*/ 7 w 30"/>
                <a:gd name="T3" fmla="*/ 2971 h 28"/>
                <a:gd name="T4" fmla="*/ 0 w 30"/>
                <a:gd name="T5" fmla="*/ 5871 h 28"/>
                <a:gd name="T6" fmla="*/ 0 w 30"/>
                <a:gd name="T7" fmla="*/ 5871 h 28"/>
                <a:gd name="T8" fmla="*/ 7 w 30"/>
                <a:gd name="T9" fmla="*/ 2971 h 28"/>
                <a:gd name="T10" fmla="*/ 11 w 30"/>
                <a:gd name="T11" fmla="*/ 0 h 28"/>
                <a:gd name="T12" fmla="*/ 11 w 30"/>
                <a:gd name="T13" fmla="*/ 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"/>
                <a:gd name="T22" fmla="*/ 0 h 28"/>
                <a:gd name="T23" fmla="*/ 30 w 30"/>
                <a:gd name="T24" fmla="*/ 28 h 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" h="28">
                  <a:moveTo>
                    <a:pt x="30" y="0"/>
                  </a:moveTo>
                  <a:lnTo>
                    <a:pt x="15" y="14"/>
                  </a:lnTo>
                  <a:lnTo>
                    <a:pt x="0" y="28"/>
                  </a:lnTo>
                  <a:lnTo>
                    <a:pt x="15" y="14"/>
                  </a:lnTo>
                  <a:lnTo>
                    <a:pt x="3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Freeform 130">
              <a:extLst>
                <a:ext uri="{FF2B5EF4-FFF2-40B4-BE49-F238E27FC236}">
                  <a16:creationId xmlns:a16="http://schemas.microsoft.com/office/drawing/2014/main" id="{2C75D328-FE5B-68FA-31CB-6C7F2CD1AD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3" y="1237"/>
              <a:ext cx="1" cy="77"/>
            </a:xfrm>
            <a:custGeom>
              <a:avLst/>
              <a:gdLst>
                <a:gd name="T0" fmla="*/ 0 w 1"/>
                <a:gd name="T1" fmla="*/ 0 h 55"/>
                <a:gd name="T2" fmla="*/ 0 w 1"/>
                <a:gd name="T3" fmla="*/ 4218 h 55"/>
                <a:gd name="T4" fmla="*/ 0 w 1"/>
                <a:gd name="T5" fmla="*/ 8527 h 55"/>
                <a:gd name="T6" fmla="*/ 0 w 1"/>
                <a:gd name="T7" fmla="*/ 8527 h 55"/>
                <a:gd name="T8" fmla="*/ 0 w 1"/>
                <a:gd name="T9" fmla="*/ 4218 h 55"/>
                <a:gd name="T10" fmla="*/ 0 w 1"/>
                <a:gd name="T11" fmla="*/ 0 h 55"/>
                <a:gd name="T12" fmla="*/ 0 w 1"/>
                <a:gd name="T13" fmla="*/ 0 h 55"/>
                <a:gd name="T14" fmla="*/ 0 w 1"/>
                <a:gd name="T15" fmla="*/ 0 h 55"/>
                <a:gd name="T16" fmla="*/ 0 w 1"/>
                <a:gd name="T17" fmla="*/ 0 h 55"/>
                <a:gd name="T18" fmla="*/ 0 w 1"/>
                <a:gd name="T19" fmla="*/ 0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"/>
                <a:gd name="T31" fmla="*/ 0 h 55"/>
                <a:gd name="T32" fmla="*/ 1 w 1"/>
                <a:gd name="T33" fmla="*/ 55 h 5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" h="55">
                  <a:moveTo>
                    <a:pt x="0" y="0"/>
                  </a:moveTo>
                  <a:lnTo>
                    <a:pt x="0" y="27"/>
                  </a:lnTo>
                  <a:lnTo>
                    <a:pt x="0" y="55"/>
                  </a:lnTo>
                  <a:lnTo>
                    <a:pt x="0" y="27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0" name="Freeform 131">
              <a:extLst>
                <a:ext uri="{FF2B5EF4-FFF2-40B4-BE49-F238E27FC236}">
                  <a16:creationId xmlns:a16="http://schemas.microsoft.com/office/drawing/2014/main" id="{75D4B12C-7211-EB67-A510-D75C8D3110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3" y="1314"/>
              <a:ext cx="56" cy="38"/>
            </a:xfrm>
            <a:custGeom>
              <a:avLst/>
              <a:gdLst>
                <a:gd name="T0" fmla="*/ 0 w 60"/>
                <a:gd name="T1" fmla="*/ 0 h 27"/>
                <a:gd name="T2" fmla="*/ 11 w 60"/>
                <a:gd name="T3" fmla="*/ 4564 h 27"/>
                <a:gd name="T4" fmla="*/ 17 w 60"/>
                <a:gd name="T5" fmla="*/ 4564 h 27"/>
                <a:gd name="T6" fmla="*/ 21 w 60"/>
                <a:gd name="T7" fmla="*/ 0 h 27"/>
                <a:gd name="T8" fmla="*/ 21 w 60"/>
                <a:gd name="T9" fmla="*/ 0 h 27"/>
                <a:gd name="T10" fmla="*/ 17 w 60"/>
                <a:gd name="T11" fmla="*/ 4564 h 27"/>
                <a:gd name="T12" fmla="*/ 11 w 60"/>
                <a:gd name="T13" fmla="*/ 4564 h 27"/>
                <a:gd name="T14" fmla="*/ 0 w 60"/>
                <a:gd name="T15" fmla="*/ 0 h 27"/>
                <a:gd name="T16" fmla="*/ 0 w 60"/>
                <a:gd name="T17" fmla="*/ 0 h 27"/>
                <a:gd name="T18" fmla="*/ 0 w 60"/>
                <a:gd name="T19" fmla="*/ 0 h 27"/>
                <a:gd name="T20" fmla="*/ 0 w 60"/>
                <a:gd name="T21" fmla="*/ 0 h 27"/>
                <a:gd name="T22" fmla="*/ 0 w 60"/>
                <a:gd name="T23" fmla="*/ 0 h 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0"/>
                <a:gd name="T37" fmla="*/ 0 h 27"/>
                <a:gd name="T38" fmla="*/ 60 w 60"/>
                <a:gd name="T39" fmla="*/ 27 h 2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0" h="27">
                  <a:moveTo>
                    <a:pt x="0" y="0"/>
                  </a:moveTo>
                  <a:lnTo>
                    <a:pt x="30" y="27"/>
                  </a:lnTo>
                  <a:lnTo>
                    <a:pt x="45" y="27"/>
                  </a:lnTo>
                  <a:lnTo>
                    <a:pt x="60" y="0"/>
                  </a:lnTo>
                  <a:lnTo>
                    <a:pt x="45" y="27"/>
                  </a:lnTo>
                  <a:lnTo>
                    <a:pt x="30" y="27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1" name="Freeform 132">
              <a:extLst>
                <a:ext uri="{FF2B5EF4-FFF2-40B4-BE49-F238E27FC236}">
                  <a16:creationId xmlns:a16="http://schemas.microsoft.com/office/drawing/2014/main" id="{0BE79F5E-5933-A2D6-139E-EE0D39A3CC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25" y="1217"/>
              <a:ext cx="14" cy="97"/>
            </a:xfrm>
            <a:custGeom>
              <a:avLst/>
              <a:gdLst>
                <a:gd name="T0" fmla="*/ 7 w 15"/>
                <a:gd name="T1" fmla="*/ 11387 h 69"/>
                <a:gd name="T2" fmla="*/ 7 w 15"/>
                <a:gd name="T3" fmla="*/ 6880 h 69"/>
                <a:gd name="T4" fmla="*/ 0 w 15"/>
                <a:gd name="T5" fmla="*/ 0 h 69"/>
                <a:gd name="T6" fmla="*/ 0 w 15"/>
                <a:gd name="T7" fmla="*/ 0 h 69"/>
                <a:gd name="T8" fmla="*/ 7 w 15"/>
                <a:gd name="T9" fmla="*/ 6880 h 69"/>
                <a:gd name="T10" fmla="*/ 7 w 15"/>
                <a:gd name="T11" fmla="*/ 11387 h 69"/>
                <a:gd name="T12" fmla="*/ 7 w 15"/>
                <a:gd name="T13" fmla="*/ 11387 h 69"/>
                <a:gd name="T14" fmla="*/ 7 w 15"/>
                <a:gd name="T15" fmla="*/ 11387 h 69"/>
                <a:gd name="T16" fmla="*/ 7 w 15"/>
                <a:gd name="T17" fmla="*/ 11387 h 69"/>
                <a:gd name="T18" fmla="*/ 7 w 15"/>
                <a:gd name="T19" fmla="*/ 11387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69"/>
                <a:gd name="T32" fmla="*/ 15 w 15"/>
                <a:gd name="T33" fmla="*/ 69 h 6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69">
                  <a:moveTo>
                    <a:pt x="15" y="69"/>
                  </a:moveTo>
                  <a:lnTo>
                    <a:pt x="15" y="41"/>
                  </a:lnTo>
                  <a:lnTo>
                    <a:pt x="0" y="0"/>
                  </a:lnTo>
                  <a:lnTo>
                    <a:pt x="15" y="41"/>
                  </a:lnTo>
                  <a:lnTo>
                    <a:pt x="15" y="69"/>
                  </a:lnTo>
                  <a:close/>
                  <a:moveTo>
                    <a:pt x="15" y="69"/>
                  </a:moveTo>
                  <a:lnTo>
                    <a:pt x="15" y="69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Freeform 133">
              <a:extLst>
                <a:ext uri="{FF2B5EF4-FFF2-40B4-BE49-F238E27FC236}">
                  <a16:creationId xmlns:a16="http://schemas.microsoft.com/office/drawing/2014/main" id="{2FE67C2D-4709-AFB7-B43E-A328C658E7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10" y="1159"/>
              <a:ext cx="115" cy="58"/>
            </a:xfrm>
            <a:custGeom>
              <a:avLst/>
              <a:gdLst>
                <a:gd name="T0" fmla="*/ 57 w 121"/>
                <a:gd name="T1" fmla="*/ 7437 h 41"/>
                <a:gd name="T2" fmla="*/ 43 w 121"/>
                <a:gd name="T3" fmla="*/ 2259 h 41"/>
                <a:gd name="T4" fmla="*/ 28 w 121"/>
                <a:gd name="T5" fmla="*/ 0 h 41"/>
                <a:gd name="T6" fmla="*/ 15 w 121"/>
                <a:gd name="T7" fmla="*/ 2259 h 41"/>
                <a:gd name="T8" fmla="*/ 0 w 121"/>
                <a:gd name="T9" fmla="*/ 4909 h 41"/>
                <a:gd name="T10" fmla="*/ 0 w 121"/>
                <a:gd name="T11" fmla="*/ 4909 h 41"/>
                <a:gd name="T12" fmla="*/ 15 w 121"/>
                <a:gd name="T13" fmla="*/ 2259 h 41"/>
                <a:gd name="T14" fmla="*/ 28 w 121"/>
                <a:gd name="T15" fmla="*/ 0 h 41"/>
                <a:gd name="T16" fmla="*/ 43 w 121"/>
                <a:gd name="T17" fmla="*/ 2259 h 41"/>
                <a:gd name="T18" fmla="*/ 57 w 121"/>
                <a:gd name="T19" fmla="*/ 7437 h 41"/>
                <a:gd name="T20" fmla="*/ 57 w 121"/>
                <a:gd name="T21" fmla="*/ 7437 h 41"/>
                <a:gd name="T22" fmla="*/ 57 w 121"/>
                <a:gd name="T23" fmla="*/ 7437 h 41"/>
                <a:gd name="T24" fmla="*/ 57 w 121"/>
                <a:gd name="T25" fmla="*/ 7437 h 41"/>
                <a:gd name="T26" fmla="*/ 57 w 121"/>
                <a:gd name="T27" fmla="*/ 7437 h 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1"/>
                <a:gd name="T43" fmla="*/ 0 h 41"/>
                <a:gd name="T44" fmla="*/ 121 w 121"/>
                <a:gd name="T45" fmla="*/ 41 h 4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1" h="41">
                  <a:moveTo>
                    <a:pt x="121" y="41"/>
                  </a:moveTo>
                  <a:lnTo>
                    <a:pt x="91" y="13"/>
                  </a:lnTo>
                  <a:lnTo>
                    <a:pt x="61" y="0"/>
                  </a:lnTo>
                  <a:lnTo>
                    <a:pt x="30" y="13"/>
                  </a:lnTo>
                  <a:lnTo>
                    <a:pt x="0" y="27"/>
                  </a:lnTo>
                  <a:lnTo>
                    <a:pt x="30" y="13"/>
                  </a:lnTo>
                  <a:lnTo>
                    <a:pt x="61" y="0"/>
                  </a:lnTo>
                  <a:lnTo>
                    <a:pt x="91" y="13"/>
                  </a:lnTo>
                  <a:lnTo>
                    <a:pt x="121" y="41"/>
                  </a:lnTo>
                  <a:close/>
                  <a:moveTo>
                    <a:pt x="121" y="41"/>
                  </a:moveTo>
                  <a:lnTo>
                    <a:pt x="121" y="41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3" name="Freeform 134">
              <a:extLst>
                <a:ext uri="{FF2B5EF4-FFF2-40B4-BE49-F238E27FC236}">
                  <a16:creationId xmlns:a16="http://schemas.microsoft.com/office/drawing/2014/main" id="{1923FCC6-05A9-2CE9-A572-B07DBD13E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1197"/>
              <a:ext cx="15" cy="58"/>
            </a:xfrm>
            <a:custGeom>
              <a:avLst/>
              <a:gdLst>
                <a:gd name="T0" fmla="*/ 15 w 15"/>
                <a:gd name="T1" fmla="*/ 0 h 41"/>
                <a:gd name="T2" fmla="*/ 15 w 15"/>
                <a:gd name="T3" fmla="*/ 5251 h 41"/>
                <a:gd name="T4" fmla="*/ 0 w 15"/>
                <a:gd name="T5" fmla="*/ 7437 h 41"/>
                <a:gd name="T6" fmla="*/ 0 w 15"/>
                <a:gd name="T7" fmla="*/ 7437 h 41"/>
                <a:gd name="T8" fmla="*/ 15 w 15"/>
                <a:gd name="T9" fmla="*/ 5251 h 41"/>
                <a:gd name="T10" fmla="*/ 15 w 15"/>
                <a:gd name="T11" fmla="*/ 0 h 41"/>
                <a:gd name="T12" fmla="*/ 15 w 15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"/>
                <a:gd name="T22" fmla="*/ 0 h 41"/>
                <a:gd name="T23" fmla="*/ 15 w 15"/>
                <a:gd name="T24" fmla="*/ 41 h 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" h="41">
                  <a:moveTo>
                    <a:pt x="15" y="0"/>
                  </a:moveTo>
                  <a:lnTo>
                    <a:pt x="15" y="28"/>
                  </a:lnTo>
                  <a:lnTo>
                    <a:pt x="0" y="41"/>
                  </a:lnTo>
                  <a:lnTo>
                    <a:pt x="15" y="28"/>
                  </a:lnTo>
                  <a:lnTo>
                    <a:pt x="15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Freeform 135">
              <a:extLst>
                <a:ext uri="{FF2B5EF4-FFF2-40B4-BE49-F238E27FC236}">
                  <a16:creationId xmlns:a16="http://schemas.microsoft.com/office/drawing/2014/main" id="{E29943CE-3417-E309-D17D-E67B9E307F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1" y="1255"/>
              <a:ext cx="14" cy="97"/>
            </a:xfrm>
            <a:custGeom>
              <a:avLst/>
              <a:gdLst>
                <a:gd name="T0" fmla="*/ 7 w 15"/>
                <a:gd name="T1" fmla="*/ 0 h 69"/>
                <a:gd name="T2" fmla="*/ 0 w 15"/>
                <a:gd name="T3" fmla="*/ 6969 h 69"/>
                <a:gd name="T4" fmla="*/ 7 w 15"/>
                <a:gd name="T5" fmla="*/ 11387 h 69"/>
                <a:gd name="T6" fmla="*/ 7 w 15"/>
                <a:gd name="T7" fmla="*/ 11387 h 69"/>
                <a:gd name="T8" fmla="*/ 0 w 15"/>
                <a:gd name="T9" fmla="*/ 6969 h 69"/>
                <a:gd name="T10" fmla="*/ 7 w 15"/>
                <a:gd name="T11" fmla="*/ 0 h 69"/>
                <a:gd name="T12" fmla="*/ 7 w 15"/>
                <a:gd name="T13" fmla="*/ 0 h 69"/>
                <a:gd name="T14" fmla="*/ 7 w 15"/>
                <a:gd name="T15" fmla="*/ 0 h 69"/>
                <a:gd name="T16" fmla="*/ 7 w 15"/>
                <a:gd name="T17" fmla="*/ 0 h 69"/>
                <a:gd name="T18" fmla="*/ 7 w 15"/>
                <a:gd name="T19" fmla="*/ 0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69"/>
                <a:gd name="T32" fmla="*/ 15 w 15"/>
                <a:gd name="T33" fmla="*/ 69 h 6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69">
                  <a:moveTo>
                    <a:pt x="15" y="0"/>
                  </a:moveTo>
                  <a:lnTo>
                    <a:pt x="0" y="42"/>
                  </a:lnTo>
                  <a:lnTo>
                    <a:pt x="15" y="69"/>
                  </a:lnTo>
                  <a:lnTo>
                    <a:pt x="0" y="42"/>
                  </a:lnTo>
                  <a:lnTo>
                    <a:pt x="15" y="0"/>
                  </a:lnTo>
                  <a:close/>
                  <a:moveTo>
                    <a:pt x="15" y="0"/>
                  </a:moveTo>
                  <a:lnTo>
                    <a:pt x="15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Freeform 136">
              <a:extLst>
                <a:ext uri="{FF2B5EF4-FFF2-40B4-BE49-F238E27FC236}">
                  <a16:creationId xmlns:a16="http://schemas.microsoft.com/office/drawing/2014/main" id="{9C4FAAAB-4770-2AC0-3716-3146342536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95" y="1352"/>
              <a:ext cx="44" cy="39"/>
            </a:xfrm>
            <a:custGeom>
              <a:avLst/>
              <a:gdLst>
                <a:gd name="T0" fmla="*/ 0 w 45"/>
                <a:gd name="T1" fmla="*/ 0 h 28"/>
                <a:gd name="T2" fmla="*/ 15 w 45"/>
                <a:gd name="T3" fmla="*/ 2050 h 28"/>
                <a:gd name="T4" fmla="*/ 22 w 45"/>
                <a:gd name="T5" fmla="*/ 3977 h 28"/>
                <a:gd name="T6" fmla="*/ 30 w 45"/>
                <a:gd name="T7" fmla="*/ 3977 h 28"/>
                <a:gd name="T8" fmla="*/ 30 w 45"/>
                <a:gd name="T9" fmla="*/ 0 h 28"/>
                <a:gd name="T10" fmla="*/ 30 w 45"/>
                <a:gd name="T11" fmla="*/ 0 h 28"/>
                <a:gd name="T12" fmla="*/ 30 w 45"/>
                <a:gd name="T13" fmla="*/ 3977 h 28"/>
                <a:gd name="T14" fmla="*/ 22 w 45"/>
                <a:gd name="T15" fmla="*/ 3977 h 28"/>
                <a:gd name="T16" fmla="*/ 15 w 45"/>
                <a:gd name="T17" fmla="*/ 2050 h 28"/>
                <a:gd name="T18" fmla="*/ 0 w 45"/>
                <a:gd name="T19" fmla="*/ 0 h 28"/>
                <a:gd name="T20" fmla="*/ 0 w 45"/>
                <a:gd name="T21" fmla="*/ 0 h 28"/>
                <a:gd name="T22" fmla="*/ 0 w 45"/>
                <a:gd name="T23" fmla="*/ 0 h 28"/>
                <a:gd name="T24" fmla="*/ 0 w 45"/>
                <a:gd name="T25" fmla="*/ 0 h 28"/>
                <a:gd name="T26" fmla="*/ 0 w 45"/>
                <a:gd name="T27" fmla="*/ 0 h 2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5"/>
                <a:gd name="T43" fmla="*/ 0 h 28"/>
                <a:gd name="T44" fmla="*/ 45 w 45"/>
                <a:gd name="T45" fmla="*/ 28 h 2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5" h="28">
                  <a:moveTo>
                    <a:pt x="0" y="0"/>
                  </a:moveTo>
                  <a:lnTo>
                    <a:pt x="15" y="14"/>
                  </a:lnTo>
                  <a:lnTo>
                    <a:pt x="30" y="28"/>
                  </a:lnTo>
                  <a:lnTo>
                    <a:pt x="45" y="28"/>
                  </a:lnTo>
                  <a:lnTo>
                    <a:pt x="45" y="0"/>
                  </a:lnTo>
                  <a:lnTo>
                    <a:pt x="45" y="28"/>
                  </a:lnTo>
                  <a:lnTo>
                    <a:pt x="30" y="28"/>
                  </a:lnTo>
                  <a:lnTo>
                    <a:pt x="15" y="1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Freeform 137">
              <a:extLst>
                <a:ext uri="{FF2B5EF4-FFF2-40B4-BE49-F238E27FC236}">
                  <a16:creationId xmlns:a16="http://schemas.microsoft.com/office/drawing/2014/main" id="{39391511-E346-0BDC-853A-4302635109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9" y="1237"/>
              <a:ext cx="15" cy="115"/>
            </a:xfrm>
            <a:custGeom>
              <a:avLst/>
              <a:gdLst>
                <a:gd name="T0" fmla="*/ 0 w 16"/>
                <a:gd name="T1" fmla="*/ 13093 h 82"/>
                <a:gd name="T2" fmla="*/ 8 w 16"/>
                <a:gd name="T3" fmla="*/ 6582 h 82"/>
                <a:gd name="T4" fmla="*/ 0 w 16"/>
                <a:gd name="T5" fmla="*/ 0 h 82"/>
                <a:gd name="T6" fmla="*/ 0 w 16"/>
                <a:gd name="T7" fmla="*/ 0 h 82"/>
                <a:gd name="T8" fmla="*/ 8 w 16"/>
                <a:gd name="T9" fmla="*/ 6582 h 82"/>
                <a:gd name="T10" fmla="*/ 0 w 16"/>
                <a:gd name="T11" fmla="*/ 13093 h 82"/>
                <a:gd name="T12" fmla="*/ 0 w 16"/>
                <a:gd name="T13" fmla="*/ 13093 h 82"/>
                <a:gd name="T14" fmla="*/ 0 w 16"/>
                <a:gd name="T15" fmla="*/ 13093 h 82"/>
                <a:gd name="T16" fmla="*/ 0 w 16"/>
                <a:gd name="T17" fmla="*/ 13093 h 82"/>
                <a:gd name="T18" fmla="*/ 0 w 16"/>
                <a:gd name="T19" fmla="*/ 13093 h 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"/>
                <a:gd name="T31" fmla="*/ 0 h 82"/>
                <a:gd name="T32" fmla="*/ 16 w 16"/>
                <a:gd name="T33" fmla="*/ 82 h 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" h="82">
                  <a:moveTo>
                    <a:pt x="0" y="82"/>
                  </a:moveTo>
                  <a:lnTo>
                    <a:pt x="16" y="41"/>
                  </a:lnTo>
                  <a:lnTo>
                    <a:pt x="0" y="0"/>
                  </a:lnTo>
                  <a:lnTo>
                    <a:pt x="16" y="41"/>
                  </a:lnTo>
                  <a:lnTo>
                    <a:pt x="0" y="82"/>
                  </a:lnTo>
                  <a:close/>
                  <a:moveTo>
                    <a:pt x="0" y="82"/>
                  </a:moveTo>
                  <a:lnTo>
                    <a:pt x="0" y="82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7" name="Freeform 138">
              <a:extLst>
                <a:ext uri="{FF2B5EF4-FFF2-40B4-BE49-F238E27FC236}">
                  <a16:creationId xmlns:a16="http://schemas.microsoft.com/office/drawing/2014/main" id="{BC2CCE54-59DC-D311-E16C-DD04CF3018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3" y="1178"/>
              <a:ext cx="116" cy="59"/>
            </a:xfrm>
            <a:custGeom>
              <a:avLst/>
              <a:gdLst>
                <a:gd name="T0" fmla="*/ 72 w 120"/>
                <a:gd name="T1" fmla="*/ 6889 h 42"/>
                <a:gd name="T2" fmla="*/ 45 w 120"/>
                <a:gd name="T3" fmla="*/ 0 h 42"/>
                <a:gd name="T4" fmla="*/ 30 w 120"/>
                <a:gd name="T5" fmla="*/ 0 h 42"/>
                <a:gd name="T6" fmla="*/ 15 w 120"/>
                <a:gd name="T7" fmla="*/ 2312 h 42"/>
                <a:gd name="T8" fmla="*/ 0 w 120"/>
                <a:gd name="T9" fmla="*/ 4563 h 42"/>
                <a:gd name="T10" fmla="*/ 0 w 120"/>
                <a:gd name="T11" fmla="*/ 4563 h 42"/>
                <a:gd name="T12" fmla="*/ 15 w 120"/>
                <a:gd name="T13" fmla="*/ 2312 h 42"/>
                <a:gd name="T14" fmla="*/ 30 w 120"/>
                <a:gd name="T15" fmla="*/ 0 h 42"/>
                <a:gd name="T16" fmla="*/ 45 w 120"/>
                <a:gd name="T17" fmla="*/ 0 h 42"/>
                <a:gd name="T18" fmla="*/ 72 w 120"/>
                <a:gd name="T19" fmla="*/ 6889 h 42"/>
                <a:gd name="T20" fmla="*/ 72 w 120"/>
                <a:gd name="T21" fmla="*/ 6889 h 42"/>
                <a:gd name="T22" fmla="*/ 72 w 120"/>
                <a:gd name="T23" fmla="*/ 6889 h 42"/>
                <a:gd name="T24" fmla="*/ 72 w 120"/>
                <a:gd name="T25" fmla="*/ 6889 h 42"/>
                <a:gd name="T26" fmla="*/ 72 w 120"/>
                <a:gd name="T27" fmla="*/ 6889 h 4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0"/>
                <a:gd name="T43" fmla="*/ 0 h 42"/>
                <a:gd name="T44" fmla="*/ 120 w 120"/>
                <a:gd name="T45" fmla="*/ 42 h 4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0" h="42">
                  <a:moveTo>
                    <a:pt x="120" y="42"/>
                  </a:moveTo>
                  <a:lnTo>
                    <a:pt x="75" y="0"/>
                  </a:lnTo>
                  <a:lnTo>
                    <a:pt x="45" y="0"/>
                  </a:lnTo>
                  <a:lnTo>
                    <a:pt x="15" y="14"/>
                  </a:lnTo>
                  <a:lnTo>
                    <a:pt x="0" y="28"/>
                  </a:lnTo>
                  <a:lnTo>
                    <a:pt x="15" y="14"/>
                  </a:lnTo>
                  <a:lnTo>
                    <a:pt x="45" y="0"/>
                  </a:lnTo>
                  <a:lnTo>
                    <a:pt x="75" y="0"/>
                  </a:lnTo>
                  <a:lnTo>
                    <a:pt x="120" y="42"/>
                  </a:lnTo>
                  <a:close/>
                  <a:moveTo>
                    <a:pt x="120" y="42"/>
                  </a:moveTo>
                  <a:lnTo>
                    <a:pt x="120" y="42"/>
                  </a:lnTo>
                  <a:close/>
                </a:path>
              </a:pathLst>
            </a:custGeom>
            <a:noFill/>
            <a:ln w="63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Freeform 139">
              <a:extLst>
                <a:ext uri="{FF2B5EF4-FFF2-40B4-BE49-F238E27FC236}">
                  <a16:creationId xmlns:a16="http://schemas.microsoft.com/office/drawing/2014/main" id="{6DA1D5BE-AB76-1025-02D1-4D9FAA614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1217"/>
              <a:ext cx="27" cy="57"/>
            </a:xfrm>
            <a:custGeom>
              <a:avLst/>
              <a:gdLst>
                <a:gd name="T0" fmla="*/ 6 w 30"/>
                <a:gd name="T1" fmla="*/ 0 h 41"/>
                <a:gd name="T2" fmla="*/ 5 w 30"/>
                <a:gd name="T3" fmla="*/ 1887 h 41"/>
                <a:gd name="T4" fmla="*/ 0 w 30"/>
                <a:gd name="T5" fmla="*/ 5754 h 41"/>
                <a:gd name="T6" fmla="*/ 0 w 30"/>
                <a:gd name="T7" fmla="*/ 5754 h 41"/>
                <a:gd name="T8" fmla="*/ 5 w 30"/>
                <a:gd name="T9" fmla="*/ 1887 h 41"/>
                <a:gd name="T10" fmla="*/ 6 w 30"/>
                <a:gd name="T11" fmla="*/ 0 h 41"/>
                <a:gd name="T12" fmla="*/ 6 w 30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"/>
                <a:gd name="T22" fmla="*/ 0 h 41"/>
                <a:gd name="T23" fmla="*/ 30 w 30"/>
                <a:gd name="T24" fmla="*/ 41 h 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" h="41">
                  <a:moveTo>
                    <a:pt x="30" y="0"/>
                  </a:moveTo>
                  <a:lnTo>
                    <a:pt x="15" y="14"/>
                  </a:lnTo>
                  <a:lnTo>
                    <a:pt x="0" y="41"/>
                  </a:lnTo>
                  <a:lnTo>
                    <a:pt x="15" y="14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Freeform 140">
              <a:extLst>
                <a:ext uri="{FF2B5EF4-FFF2-40B4-BE49-F238E27FC236}">
                  <a16:creationId xmlns:a16="http://schemas.microsoft.com/office/drawing/2014/main" id="{B6DC888E-0F09-AA08-CA75-63F2C927DB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6" y="1274"/>
              <a:ext cx="0" cy="117"/>
            </a:xfrm>
            <a:custGeom>
              <a:avLst/>
              <a:gdLst>
                <a:gd name="T0" fmla="*/ 0 h 83"/>
                <a:gd name="T1" fmla="*/ 14311 h 83"/>
                <a:gd name="T2" fmla="*/ 14311 h 83"/>
                <a:gd name="T3" fmla="*/ 0 h 83"/>
                <a:gd name="T4" fmla="*/ 0 h 83"/>
                <a:gd name="T5" fmla="*/ 0 h 83"/>
                <a:gd name="T6" fmla="*/ 0 h 83"/>
                <a:gd name="T7" fmla="*/ 0 h 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h 83"/>
                <a:gd name="T17" fmla="*/ 83 h 83"/>
              </a:gdLst>
              <a:ahLst/>
              <a:cxnLst>
                <a:cxn ang="T8">
                  <a:pos x="0" y="T0"/>
                </a:cxn>
                <a:cxn ang="T9">
                  <a:pos x="0" y="T1"/>
                </a:cxn>
                <a:cxn ang="T10">
                  <a:pos x="0" y="T2"/>
                </a:cxn>
                <a:cxn ang="T11">
                  <a:pos x="0" y="T3"/>
                </a:cxn>
                <a:cxn ang="T12">
                  <a:pos x="0" y="T4"/>
                </a:cxn>
                <a:cxn ang="T13">
                  <a:pos x="0" y="T5"/>
                </a:cxn>
                <a:cxn ang="T14">
                  <a:pos x="0" y="T6"/>
                </a:cxn>
                <a:cxn ang="T15">
                  <a:pos x="0" y="T7"/>
                </a:cxn>
              </a:cxnLst>
              <a:rect l="0" t="T16" r="0" b="T17"/>
              <a:pathLst>
                <a:path h="83">
                  <a:moveTo>
                    <a:pt x="0" y="0"/>
                  </a:moveTo>
                  <a:lnTo>
                    <a:pt x="0" y="83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Freeform 141">
              <a:extLst>
                <a:ext uri="{FF2B5EF4-FFF2-40B4-BE49-F238E27FC236}">
                  <a16:creationId xmlns:a16="http://schemas.microsoft.com/office/drawing/2014/main" id="{AFBD2D98-589B-B694-4E8A-8D15840B54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6" y="1391"/>
              <a:ext cx="56" cy="39"/>
            </a:xfrm>
            <a:custGeom>
              <a:avLst/>
              <a:gdLst>
                <a:gd name="T0" fmla="*/ 0 w 60"/>
                <a:gd name="T1" fmla="*/ 0 h 27"/>
                <a:gd name="T2" fmla="*/ 11 w 60"/>
                <a:gd name="T3" fmla="*/ 6665 h 27"/>
                <a:gd name="T4" fmla="*/ 17 w 60"/>
                <a:gd name="T5" fmla="*/ 6665 h 27"/>
                <a:gd name="T6" fmla="*/ 21 w 60"/>
                <a:gd name="T7" fmla="*/ 0 h 27"/>
                <a:gd name="T8" fmla="*/ 21 w 60"/>
                <a:gd name="T9" fmla="*/ 0 h 27"/>
                <a:gd name="T10" fmla="*/ 17 w 60"/>
                <a:gd name="T11" fmla="*/ 6665 h 27"/>
                <a:gd name="T12" fmla="*/ 11 w 60"/>
                <a:gd name="T13" fmla="*/ 6665 h 27"/>
                <a:gd name="T14" fmla="*/ 0 w 60"/>
                <a:gd name="T15" fmla="*/ 0 h 27"/>
                <a:gd name="T16" fmla="*/ 0 w 60"/>
                <a:gd name="T17" fmla="*/ 0 h 27"/>
                <a:gd name="T18" fmla="*/ 0 w 60"/>
                <a:gd name="T19" fmla="*/ 0 h 27"/>
                <a:gd name="T20" fmla="*/ 0 w 60"/>
                <a:gd name="T21" fmla="*/ 0 h 27"/>
                <a:gd name="T22" fmla="*/ 0 w 60"/>
                <a:gd name="T23" fmla="*/ 0 h 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0"/>
                <a:gd name="T37" fmla="*/ 0 h 27"/>
                <a:gd name="T38" fmla="*/ 60 w 60"/>
                <a:gd name="T39" fmla="*/ 27 h 2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0" h="27">
                  <a:moveTo>
                    <a:pt x="0" y="0"/>
                  </a:moveTo>
                  <a:lnTo>
                    <a:pt x="30" y="27"/>
                  </a:lnTo>
                  <a:lnTo>
                    <a:pt x="45" y="27"/>
                  </a:lnTo>
                  <a:lnTo>
                    <a:pt x="60" y="0"/>
                  </a:lnTo>
                  <a:lnTo>
                    <a:pt x="45" y="27"/>
                  </a:lnTo>
                  <a:lnTo>
                    <a:pt x="30" y="27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1" name="Freeform 142">
              <a:extLst>
                <a:ext uri="{FF2B5EF4-FFF2-40B4-BE49-F238E27FC236}">
                  <a16:creationId xmlns:a16="http://schemas.microsoft.com/office/drawing/2014/main" id="{8B8B8F17-657E-8FFC-08D4-21D5DFE9EC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8" y="1255"/>
              <a:ext cx="14" cy="136"/>
            </a:xfrm>
            <a:custGeom>
              <a:avLst/>
              <a:gdLst>
                <a:gd name="T0" fmla="*/ 7 w 15"/>
                <a:gd name="T1" fmla="*/ 15473 h 97"/>
                <a:gd name="T2" fmla="*/ 7 w 15"/>
                <a:gd name="T3" fmla="*/ 8697 h 97"/>
                <a:gd name="T4" fmla="*/ 0 w 15"/>
                <a:gd name="T5" fmla="*/ 0 h 97"/>
                <a:gd name="T6" fmla="*/ 0 w 15"/>
                <a:gd name="T7" fmla="*/ 0 h 97"/>
                <a:gd name="T8" fmla="*/ 7 w 15"/>
                <a:gd name="T9" fmla="*/ 8697 h 97"/>
                <a:gd name="T10" fmla="*/ 7 w 15"/>
                <a:gd name="T11" fmla="*/ 15473 h 97"/>
                <a:gd name="T12" fmla="*/ 7 w 15"/>
                <a:gd name="T13" fmla="*/ 15473 h 97"/>
                <a:gd name="T14" fmla="*/ 7 w 15"/>
                <a:gd name="T15" fmla="*/ 15473 h 97"/>
                <a:gd name="T16" fmla="*/ 7 w 15"/>
                <a:gd name="T17" fmla="*/ 15473 h 97"/>
                <a:gd name="T18" fmla="*/ 7 w 15"/>
                <a:gd name="T19" fmla="*/ 15473 h 9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"/>
                <a:gd name="T31" fmla="*/ 0 h 97"/>
                <a:gd name="T32" fmla="*/ 15 w 15"/>
                <a:gd name="T33" fmla="*/ 97 h 9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" h="97">
                  <a:moveTo>
                    <a:pt x="15" y="97"/>
                  </a:moveTo>
                  <a:lnTo>
                    <a:pt x="15" y="55"/>
                  </a:lnTo>
                  <a:lnTo>
                    <a:pt x="0" y="0"/>
                  </a:lnTo>
                  <a:lnTo>
                    <a:pt x="15" y="55"/>
                  </a:lnTo>
                  <a:lnTo>
                    <a:pt x="15" y="97"/>
                  </a:lnTo>
                  <a:close/>
                  <a:moveTo>
                    <a:pt x="15" y="97"/>
                  </a:moveTo>
                  <a:lnTo>
                    <a:pt x="15" y="97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2" name="Freeform 143">
              <a:extLst>
                <a:ext uri="{FF2B5EF4-FFF2-40B4-BE49-F238E27FC236}">
                  <a16:creationId xmlns:a16="http://schemas.microsoft.com/office/drawing/2014/main" id="{BDBFB89F-3D93-E0C0-7B42-BDE2B904ED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24" y="1197"/>
              <a:ext cx="114" cy="58"/>
            </a:xfrm>
            <a:custGeom>
              <a:avLst/>
              <a:gdLst>
                <a:gd name="T0" fmla="*/ 56 w 120"/>
                <a:gd name="T1" fmla="*/ 7437 h 41"/>
                <a:gd name="T2" fmla="*/ 43 w 120"/>
                <a:gd name="T3" fmla="*/ 2624 h 41"/>
                <a:gd name="T4" fmla="*/ 28 w 120"/>
                <a:gd name="T5" fmla="*/ 0 h 41"/>
                <a:gd name="T6" fmla="*/ 15 w 120"/>
                <a:gd name="T7" fmla="*/ 0 h 41"/>
                <a:gd name="T8" fmla="*/ 0 w 120"/>
                <a:gd name="T9" fmla="*/ 5251 h 41"/>
                <a:gd name="T10" fmla="*/ 0 w 120"/>
                <a:gd name="T11" fmla="*/ 5251 h 41"/>
                <a:gd name="T12" fmla="*/ 15 w 120"/>
                <a:gd name="T13" fmla="*/ 0 h 41"/>
                <a:gd name="T14" fmla="*/ 28 w 120"/>
                <a:gd name="T15" fmla="*/ 0 h 41"/>
                <a:gd name="T16" fmla="*/ 43 w 120"/>
                <a:gd name="T17" fmla="*/ 2624 h 41"/>
                <a:gd name="T18" fmla="*/ 56 w 120"/>
                <a:gd name="T19" fmla="*/ 7437 h 41"/>
                <a:gd name="T20" fmla="*/ 56 w 120"/>
                <a:gd name="T21" fmla="*/ 7437 h 41"/>
                <a:gd name="T22" fmla="*/ 56 w 120"/>
                <a:gd name="T23" fmla="*/ 7437 h 41"/>
                <a:gd name="T24" fmla="*/ 56 w 120"/>
                <a:gd name="T25" fmla="*/ 7437 h 41"/>
                <a:gd name="T26" fmla="*/ 56 w 120"/>
                <a:gd name="T27" fmla="*/ 7437 h 4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0"/>
                <a:gd name="T43" fmla="*/ 0 h 41"/>
                <a:gd name="T44" fmla="*/ 120 w 120"/>
                <a:gd name="T45" fmla="*/ 41 h 4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0" h="41">
                  <a:moveTo>
                    <a:pt x="120" y="41"/>
                  </a:moveTo>
                  <a:lnTo>
                    <a:pt x="90" y="14"/>
                  </a:lnTo>
                  <a:lnTo>
                    <a:pt x="60" y="0"/>
                  </a:lnTo>
                  <a:lnTo>
                    <a:pt x="30" y="0"/>
                  </a:lnTo>
                  <a:lnTo>
                    <a:pt x="0" y="28"/>
                  </a:lnTo>
                  <a:lnTo>
                    <a:pt x="30" y="0"/>
                  </a:lnTo>
                  <a:lnTo>
                    <a:pt x="60" y="0"/>
                  </a:lnTo>
                  <a:lnTo>
                    <a:pt x="90" y="14"/>
                  </a:lnTo>
                  <a:lnTo>
                    <a:pt x="120" y="41"/>
                  </a:lnTo>
                  <a:close/>
                  <a:moveTo>
                    <a:pt x="120" y="41"/>
                  </a:moveTo>
                  <a:lnTo>
                    <a:pt x="120" y="41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1264" name="AutoShape 144">
            <a:extLst>
              <a:ext uri="{FF2B5EF4-FFF2-40B4-BE49-F238E27FC236}">
                <a16:creationId xmlns:a16="http://schemas.microsoft.com/office/drawing/2014/main" id="{DBB92A48-A6C0-7F69-508E-3AC47FE8D295}"/>
              </a:ext>
            </a:extLst>
          </p:cNvPr>
          <p:cNvSpPr>
            <a:spLocks noChangeArrowheads="1"/>
          </p:cNvSpPr>
          <p:nvPr/>
        </p:nvSpPr>
        <p:spPr bwMode="auto">
          <a:xfrm rot="5526343">
            <a:off x="8047038" y="4546600"/>
            <a:ext cx="822325" cy="434975"/>
          </a:xfrm>
          <a:prstGeom prst="can">
            <a:avLst>
              <a:gd name="adj" fmla="val 48542"/>
            </a:avLst>
          </a:prstGeom>
          <a:gradFill rotWithShape="0">
            <a:gsLst>
              <a:gs pos="0">
                <a:srgbClr val="3366FF"/>
              </a:gs>
              <a:gs pos="100000">
                <a:srgbClr val="182F76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61265" name="Rectangle 145">
            <a:extLst>
              <a:ext uri="{FF2B5EF4-FFF2-40B4-BE49-F238E27FC236}">
                <a16:creationId xmlns:a16="http://schemas.microsoft.com/office/drawing/2014/main" id="{60E12C35-D375-5D0A-B0A9-47B841C68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5183188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FF00"/>
                </a:solidFill>
                <a:latin typeface="宋体" panose="02010600030101010101" pitchFamily="2" charset="-122"/>
              </a:rPr>
              <a:t>线圈</a:t>
            </a:r>
          </a:p>
        </p:txBody>
      </p:sp>
      <p:sp>
        <p:nvSpPr>
          <p:cNvPr id="261266" name="Rectangle 146">
            <a:extLst>
              <a:ext uri="{FF2B5EF4-FFF2-40B4-BE49-F238E27FC236}">
                <a16:creationId xmlns:a16="http://schemas.microsoft.com/office/drawing/2014/main" id="{669E44C5-D9D0-6333-E7B3-B552FEAA8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3075" y="5259388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FF00"/>
                </a:solidFill>
                <a:latin typeface="宋体" panose="02010600030101010101" pitchFamily="2" charset="-122"/>
              </a:rPr>
              <a:t>线圈</a:t>
            </a:r>
          </a:p>
        </p:txBody>
      </p:sp>
      <p:graphicFrame>
        <p:nvGraphicFramePr>
          <p:cNvPr id="261267" name="Object 10">
            <a:extLst>
              <a:ext uri="{FF2B5EF4-FFF2-40B4-BE49-F238E27FC236}">
                <a16:creationId xmlns:a16="http://schemas.microsoft.com/office/drawing/2014/main" id="{307696E9-7FCC-EF40-24E3-6A85E7BCEA8D}"/>
              </a:ext>
            </a:extLst>
          </p:cNvPr>
          <p:cNvGraphicFramePr>
            <a:graphicFrameLocks/>
          </p:cNvGraphicFramePr>
          <p:nvPr/>
        </p:nvGraphicFramePr>
        <p:xfrm>
          <a:off x="5730875" y="3683000"/>
          <a:ext cx="2809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1304" imgH="312226" progId="Equation.3">
                  <p:embed/>
                </p:oleObj>
              </mc:Choice>
              <mc:Fallback>
                <p:oleObj name="Equation" r:id="rId16" imgW="251304" imgH="312226" progId="Equation.3">
                  <p:embed/>
                  <p:pic>
                    <p:nvPicPr>
                      <p:cNvPr id="261267" name="Object 10">
                        <a:extLst>
                          <a:ext uri="{FF2B5EF4-FFF2-40B4-BE49-F238E27FC236}">
                            <a16:creationId xmlns:a16="http://schemas.microsoft.com/office/drawing/2014/main" id="{307696E9-7FCC-EF40-24E3-6A85E7BCEA8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5" y="3683000"/>
                        <a:ext cx="280988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268" name="Text Box 148">
            <a:extLst>
              <a:ext uri="{FF2B5EF4-FFF2-40B4-BE49-F238E27FC236}">
                <a16:creationId xmlns:a16="http://schemas.microsoft.com/office/drawing/2014/main" id="{E9F1A3EC-137D-0391-6B7F-4E0A446B3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7738" y="5818188"/>
            <a:ext cx="2012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高温等离子体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6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26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26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6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6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34" grpId="0" autoUpdateAnimBg="0"/>
      <p:bldP spid="261147" grpId="0" animBg="1" autoUpdateAnimBg="0"/>
      <p:bldP spid="261148" grpId="0" autoUpdateAnimBg="0"/>
      <p:bldP spid="261149" grpId="0" autoUpdateAnimBg="0"/>
      <p:bldP spid="261150" grpId="0" autoUpdateAnimBg="0"/>
      <p:bldP spid="261158" grpId="0" animBg="1"/>
      <p:bldP spid="261159" grpId="0" autoUpdateAnimBg="0"/>
      <p:bldP spid="261160" grpId="0" autoUpdateAnimBg="0"/>
      <p:bldP spid="261161" grpId="0" animBg="1"/>
      <p:bldP spid="261264" grpId="0" animBg="1"/>
      <p:bldP spid="261265" grpId="0" autoUpdateAnimBg="0"/>
      <p:bldP spid="261266" grpId="0" autoUpdateAnimBg="0"/>
      <p:bldP spid="26126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极光">
            <a:extLst>
              <a:ext uri="{FF2B5EF4-FFF2-40B4-BE49-F238E27FC236}">
                <a16:creationId xmlns:a16="http://schemas.microsoft.com/office/drawing/2014/main" id="{96F52BB8-1697-208C-DD67-0B2122404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928813"/>
            <a:ext cx="78486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ext Box 3">
            <a:extLst>
              <a:ext uri="{FF2B5EF4-FFF2-40B4-BE49-F238E27FC236}">
                <a16:creationId xmlns:a16="http://schemas.microsoft.com/office/drawing/2014/main" id="{BDE55C39-C254-1827-56FB-EAB5C915F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14313"/>
            <a:ext cx="2057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3200">
                <a:solidFill>
                  <a:srgbClr val="00FFFF"/>
                </a:solidFill>
                <a:ea typeface="楷体_GB2312" pitchFamily="49" charset="-122"/>
              </a:rPr>
              <a:t>极光</a:t>
            </a:r>
          </a:p>
        </p:txBody>
      </p:sp>
      <p:sp>
        <p:nvSpPr>
          <p:cNvPr id="46084" name="Text Box 4">
            <a:extLst>
              <a:ext uri="{FF2B5EF4-FFF2-40B4-BE49-F238E27FC236}">
                <a16:creationId xmlns:a16="http://schemas.microsoft.com/office/drawing/2014/main" id="{75E10F46-AFE0-397F-D50D-96BC83EA5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43000"/>
            <a:ext cx="7239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3200">
                <a:solidFill>
                  <a:srgbClr val="FF5050"/>
                </a:solidFill>
                <a:ea typeface="楷体_GB2312" pitchFamily="49" charset="-122"/>
              </a:rPr>
              <a:t>由于地磁场俘获带电粒子而出现的现象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  <p:bldP spid="46084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82800" rIns="91440" bIns="8280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82800" rIns="91440" bIns="8280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10033</TotalTime>
  <Words>1370</Words>
  <Application>Microsoft Office PowerPoint</Application>
  <PresentationFormat>全屏显示(4:3)</PresentationFormat>
  <Paragraphs>247</Paragraphs>
  <Slides>27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黑体</vt:lpstr>
      <vt:lpstr>楷体_GB2312</vt:lpstr>
      <vt:lpstr>宋体</vt:lpstr>
      <vt:lpstr>Arial Narrow</vt:lpstr>
      <vt:lpstr>Bookman Old Style</vt:lpstr>
      <vt:lpstr>Symbol</vt:lpstr>
      <vt:lpstr>Times New Roman</vt:lpstr>
      <vt:lpstr>默认设计模板</vt:lpstr>
      <vt:lpstr>1_默认设计模板</vt:lpstr>
      <vt:lpstr>公式</vt:lpstr>
      <vt:lpstr>Equation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Polarization of Light</dc:title>
  <dc:creator>zsm</dc:creator>
  <cp:lastModifiedBy>davidly .</cp:lastModifiedBy>
  <cp:revision>603</cp:revision>
  <dcterms:created xsi:type="dcterms:W3CDTF">1998-11-21T01:35:42Z</dcterms:created>
  <dcterms:modified xsi:type="dcterms:W3CDTF">2025-05-15T13:45:56Z</dcterms:modified>
</cp:coreProperties>
</file>