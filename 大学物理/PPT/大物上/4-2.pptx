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33"/>
  </p:notesMasterIdLst>
  <p:sldIdLst>
    <p:sldId id="761" r:id="rId2"/>
    <p:sldId id="671" r:id="rId3"/>
    <p:sldId id="750" r:id="rId4"/>
    <p:sldId id="700" r:id="rId5"/>
    <p:sldId id="500" r:id="rId6"/>
    <p:sldId id="754" r:id="rId7"/>
    <p:sldId id="755" r:id="rId8"/>
    <p:sldId id="762" r:id="rId9"/>
    <p:sldId id="524" r:id="rId10"/>
    <p:sldId id="732" r:id="rId11"/>
    <p:sldId id="733" r:id="rId12"/>
    <p:sldId id="734" r:id="rId13"/>
    <p:sldId id="735" r:id="rId14"/>
    <p:sldId id="736" r:id="rId15"/>
    <p:sldId id="319" r:id="rId16"/>
    <p:sldId id="752" r:id="rId17"/>
    <p:sldId id="737" r:id="rId18"/>
    <p:sldId id="738" r:id="rId19"/>
    <p:sldId id="739" r:id="rId20"/>
    <p:sldId id="720" r:id="rId21"/>
    <p:sldId id="721" r:id="rId22"/>
    <p:sldId id="722" r:id="rId23"/>
    <p:sldId id="723" r:id="rId24"/>
    <p:sldId id="724" r:id="rId25"/>
    <p:sldId id="725" r:id="rId26"/>
    <p:sldId id="726" r:id="rId27"/>
    <p:sldId id="727" r:id="rId28"/>
    <p:sldId id="728" r:id="rId29"/>
    <p:sldId id="462" r:id="rId30"/>
    <p:sldId id="465" r:id="rId31"/>
    <p:sldId id="466" r:id="rId32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bg1"/>
        </a:solidFill>
        <a:latin typeface="仿宋_GB2312" pitchFamily="49" charset="-122"/>
        <a:ea typeface="仿宋_GB2312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bg1"/>
        </a:solidFill>
        <a:latin typeface="仿宋_GB2312" pitchFamily="49" charset="-122"/>
        <a:ea typeface="仿宋_GB2312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bg1"/>
        </a:solidFill>
        <a:latin typeface="仿宋_GB2312" pitchFamily="49" charset="-122"/>
        <a:ea typeface="仿宋_GB2312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bg1"/>
        </a:solidFill>
        <a:latin typeface="仿宋_GB2312" pitchFamily="49" charset="-122"/>
        <a:ea typeface="仿宋_GB2312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bg1"/>
        </a:solidFill>
        <a:latin typeface="仿宋_GB2312" pitchFamily="49" charset="-122"/>
        <a:ea typeface="仿宋_GB2312" pitchFamily="49" charset="-122"/>
        <a:cs typeface="+mn-cs"/>
      </a:defRPr>
    </a:lvl5pPr>
    <a:lvl6pPr marL="2286000" algn="l" defTabSz="914400" rtl="0" eaLnBrk="1" latinLnBrk="0" hangingPunct="1">
      <a:defRPr sz="2400" b="1" kern="1200">
        <a:solidFill>
          <a:schemeClr val="bg1"/>
        </a:solidFill>
        <a:latin typeface="仿宋_GB2312" pitchFamily="49" charset="-122"/>
        <a:ea typeface="仿宋_GB2312" pitchFamily="49" charset="-122"/>
        <a:cs typeface="+mn-cs"/>
      </a:defRPr>
    </a:lvl6pPr>
    <a:lvl7pPr marL="2743200" algn="l" defTabSz="914400" rtl="0" eaLnBrk="1" latinLnBrk="0" hangingPunct="1">
      <a:defRPr sz="2400" b="1" kern="1200">
        <a:solidFill>
          <a:schemeClr val="bg1"/>
        </a:solidFill>
        <a:latin typeface="仿宋_GB2312" pitchFamily="49" charset="-122"/>
        <a:ea typeface="仿宋_GB2312" pitchFamily="49" charset="-122"/>
        <a:cs typeface="+mn-cs"/>
      </a:defRPr>
    </a:lvl7pPr>
    <a:lvl8pPr marL="3200400" algn="l" defTabSz="914400" rtl="0" eaLnBrk="1" latinLnBrk="0" hangingPunct="1">
      <a:defRPr sz="2400" b="1" kern="1200">
        <a:solidFill>
          <a:schemeClr val="bg1"/>
        </a:solidFill>
        <a:latin typeface="仿宋_GB2312" pitchFamily="49" charset="-122"/>
        <a:ea typeface="仿宋_GB2312" pitchFamily="49" charset="-122"/>
        <a:cs typeface="+mn-cs"/>
      </a:defRPr>
    </a:lvl8pPr>
    <a:lvl9pPr marL="3657600" algn="l" defTabSz="914400" rtl="0" eaLnBrk="1" latinLnBrk="0" hangingPunct="1">
      <a:defRPr sz="2400" b="1" kern="1200">
        <a:solidFill>
          <a:schemeClr val="bg1"/>
        </a:solidFill>
        <a:latin typeface="仿宋_GB2312" pitchFamily="49" charset="-122"/>
        <a:ea typeface="仿宋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FF"/>
    <a:srgbClr val="6666FF"/>
    <a:srgbClr val="FF66CC"/>
    <a:srgbClr val="FFCC00"/>
    <a:srgbClr val="33CCCC"/>
    <a:srgbClr val="FF9900"/>
    <a:srgbClr val="FFFFFF"/>
    <a:srgbClr val="66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83" autoAdjust="0"/>
  </p:normalViewPr>
  <p:slideViewPr>
    <p:cSldViewPr snapToGrid="0" showGuides="1">
      <p:cViewPr varScale="1">
        <p:scale>
          <a:sx n="83" d="100"/>
          <a:sy n="83" d="100"/>
        </p:scale>
        <p:origin x="1406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29FB0202-390B-949D-FFDB-BF6DC35C247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lnSpc>
                <a:spcPct val="100000"/>
              </a:lnSpc>
              <a:buClrTx/>
              <a:buFontTx/>
              <a:buNone/>
              <a:defRPr sz="1200" b="0"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738C4B62-DFED-7727-6490-6BDC4901675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buClrTx/>
              <a:buFontTx/>
              <a:buNone/>
              <a:defRPr sz="1200" b="0"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2C6D1943-773F-999B-1003-E1035CD8F5A8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3" name="Rectangle 5">
            <a:extLst>
              <a:ext uri="{FF2B5EF4-FFF2-40B4-BE49-F238E27FC236}">
                <a16:creationId xmlns:a16="http://schemas.microsoft.com/office/drawing/2014/main" id="{B1B732C3-316A-5A3D-35A2-7071A84B9585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7654" name="Rectangle 6">
            <a:extLst>
              <a:ext uri="{FF2B5EF4-FFF2-40B4-BE49-F238E27FC236}">
                <a16:creationId xmlns:a16="http://schemas.microsoft.com/office/drawing/2014/main" id="{D875C49D-61C4-B45C-9581-084591C3185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lnSpc>
                <a:spcPct val="100000"/>
              </a:lnSpc>
              <a:buClrTx/>
              <a:buFontTx/>
              <a:buNone/>
              <a:defRPr sz="1200" b="0"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5" name="Rectangle 7">
            <a:extLst>
              <a:ext uri="{FF2B5EF4-FFF2-40B4-BE49-F238E27FC236}">
                <a16:creationId xmlns:a16="http://schemas.microsoft.com/office/drawing/2014/main" id="{275237D8-BB55-6C8A-4FBD-D2167CAA301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buClrTx/>
              <a:buFontTx/>
              <a:buNone/>
              <a:defRPr sz="1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458131D4-1F2B-4607-9BDF-B58FDE2C7D5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975590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684522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000843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555298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041213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286017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4302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898066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601803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643312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1740178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7102324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8832509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567331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D9784A5E-E360-908B-059B-88DBE8D635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265113"/>
            <a:ext cx="8626475" cy="6272212"/>
          </a:xfrm>
          <a:prstGeom prst="rect">
            <a:avLst/>
          </a:prstGeom>
          <a:noFill/>
          <a:ln w="19050">
            <a:solidFill>
              <a:srgbClr val="006699">
                <a:alpha val="35001"/>
              </a:srgb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103" name="AutoShape 7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D554F8FD-14AF-B6BA-3735-C757B50FCD6E}"/>
              </a:ext>
            </a:extLst>
          </p:cNvPr>
          <p:cNvSpPr>
            <a:spLocks noChangeArrowheads="1"/>
          </p:cNvSpPr>
          <p:nvPr userDrawn="1"/>
        </p:nvSpPr>
        <p:spPr bwMode="auto">
          <a:xfrm flipH="1">
            <a:off x="7239000" y="6602413"/>
            <a:ext cx="501650" cy="168275"/>
          </a:xfrm>
          <a:prstGeom prst="actionButtonForwardNext">
            <a:avLst/>
          </a:prstGeom>
          <a:solidFill>
            <a:srgbClr val="12607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104" name="AutoShape 8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CB0C1C8A-32F0-AD83-2452-35775AC32E0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391525" y="6602413"/>
            <a:ext cx="501650" cy="168275"/>
          </a:xfrm>
          <a:prstGeom prst="actionButtonForwardNext">
            <a:avLst/>
          </a:prstGeom>
          <a:solidFill>
            <a:srgbClr val="12607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105" name="AutoShape 9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DB7B6AC9-461A-E58A-E73A-557DCE68B91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812088" y="6602413"/>
            <a:ext cx="504825" cy="161925"/>
          </a:xfrm>
          <a:prstGeom prst="actionButtonHome">
            <a:avLst/>
          </a:prstGeom>
          <a:solidFill>
            <a:srgbClr val="126072"/>
          </a:solidFill>
          <a:ln w="28575">
            <a:noFill/>
            <a:miter lim="800000"/>
            <a:headEnd/>
            <a:tailEnd type="none" w="med" len="lg"/>
          </a:ln>
          <a:effectLst/>
        </p:spPr>
        <p:txBody>
          <a:bodyPr anchor="ctr">
            <a:spAutoFit/>
          </a:bodyPr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3" Type="http://schemas.openxmlformats.org/officeDocument/2006/relationships/image" Target="../media/image2.emf"/><Relationship Id="rId7" Type="http://schemas.openxmlformats.org/officeDocument/2006/relationships/oleObject" Target="../embeddings/oleObject3.bin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13" Type="http://schemas.openxmlformats.org/officeDocument/2006/relationships/image" Target="../media/image11.emf"/><Relationship Id="rId3" Type="http://schemas.openxmlformats.org/officeDocument/2006/relationships/image" Target="../media/image6.emf"/><Relationship Id="rId7" Type="http://schemas.openxmlformats.org/officeDocument/2006/relationships/image" Target="../media/image8.emf"/><Relationship Id="rId12" Type="http://schemas.openxmlformats.org/officeDocument/2006/relationships/oleObject" Target="../embeddings/oleObject9.bin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10.emf"/><Relationship Id="rId5" Type="http://schemas.openxmlformats.org/officeDocument/2006/relationships/image" Target="../media/image7.emf"/><Relationship Id="rId10" Type="http://schemas.openxmlformats.org/officeDocument/2006/relationships/oleObject" Target="../embeddings/oleObject8.bin"/><Relationship Id="rId4" Type="http://schemas.openxmlformats.org/officeDocument/2006/relationships/oleObject" Target="../embeddings/oleObject5.bin"/><Relationship Id="rId9" Type="http://schemas.openxmlformats.org/officeDocument/2006/relationships/image" Target="../media/image9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13" Type="http://schemas.openxmlformats.org/officeDocument/2006/relationships/image" Target="../media/image17.emf"/><Relationship Id="rId18" Type="http://schemas.openxmlformats.org/officeDocument/2006/relationships/oleObject" Target="../embeddings/oleObject18.bin"/><Relationship Id="rId3" Type="http://schemas.openxmlformats.org/officeDocument/2006/relationships/image" Target="../media/image12.emf"/><Relationship Id="rId21" Type="http://schemas.openxmlformats.org/officeDocument/2006/relationships/image" Target="../media/image21.emf"/><Relationship Id="rId7" Type="http://schemas.openxmlformats.org/officeDocument/2006/relationships/image" Target="../media/image14.emf"/><Relationship Id="rId12" Type="http://schemas.openxmlformats.org/officeDocument/2006/relationships/oleObject" Target="../embeddings/oleObject15.bin"/><Relationship Id="rId17" Type="http://schemas.openxmlformats.org/officeDocument/2006/relationships/image" Target="../media/image19.emf"/><Relationship Id="rId25" Type="http://schemas.openxmlformats.org/officeDocument/2006/relationships/image" Target="../media/image23.emf"/><Relationship Id="rId2" Type="http://schemas.openxmlformats.org/officeDocument/2006/relationships/oleObject" Target="../embeddings/oleObject10.bin"/><Relationship Id="rId16" Type="http://schemas.openxmlformats.org/officeDocument/2006/relationships/oleObject" Target="../embeddings/oleObject17.bin"/><Relationship Id="rId20" Type="http://schemas.openxmlformats.org/officeDocument/2006/relationships/oleObject" Target="../embeddings/oleObject19.bin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12.bin"/><Relationship Id="rId11" Type="http://schemas.openxmlformats.org/officeDocument/2006/relationships/image" Target="../media/image16.emf"/><Relationship Id="rId24" Type="http://schemas.openxmlformats.org/officeDocument/2006/relationships/oleObject" Target="../embeddings/oleObject21.bin"/><Relationship Id="rId5" Type="http://schemas.openxmlformats.org/officeDocument/2006/relationships/image" Target="../media/image13.emf"/><Relationship Id="rId15" Type="http://schemas.openxmlformats.org/officeDocument/2006/relationships/image" Target="../media/image18.emf"/><Relationship Id="rId23" Type="http://schemas.openxmlformats.org/officeDocument/2006/relationships/image" Target="../media/image22.emf"/><Relationship Id="rId10" Type="http://schemas.openxmlformats.org/officeDocument/2006/relationships/oleObject" Target="../embeddings/oleObject14.bin"/><Relationship Id="rId19" Type="http://schemas.openxmlformats.org/officeDocument/2006/relationships/image" Target="../media/image20.emf"/><Relationship Id="rId4" Type="http://schemas.openxmlformats.org/officeDocument/2006/relationships/oleObject" Target="../embeddings/oleObject11.bin"/><Relationship Id="rId9" Type="http://schemas.openxmlformats.org/officeDocument/2006/relationships/image" Target="../media/image15.emf"/><Relationship Id="rId14" Type="http://schemas.openxmlformats.org/officeDocument/2006/relationships/oleObject" Target="../embeddings/oleObject16.bin"/><Relationship Id="rId22" Type="http://schemas.openxmlformats.org/officeDocument/2006/relationships/oleObject" Target="../embeddings/oleObject20.bin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.bin"/><Relationship Id="rId13" Type="http://schemas.openxmlformats.org/officeDocument/2006/relationships/image" Target="../media/image29.emf"/><Relationship Id="rId3" Type="http://schemas.openxmlformats.org/officeDocument/2006/relationships/image" Target="../media/image24.emf"/><Relationship Id="rId7" Type="http://schemas.openxmlformats.org/officeDocument/2006/relationships/image" Target="../media/image26.emf"/><Relationship Id="rId12" Type="http://schemas.openxmlformats.org/officeDocument/2006/relationships/oleObject" Target="../embeddings/oleObject27.bin"/><Relationship Id="rId2" Type="http://schemas.openxmlformats.org/officeDocument/2006/relationships/oleObject" Target="../embeddings/oleObject2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4.bin"/><Relationship Id="rId11" Type="http://schemas.openxmlformats.org/officeDocument/2006/relationships/image" Target="../media/image28.emf"/><Relationship Id="rId5" Type="http://schemas.openxmlformats.org/officeDocument/2006/relationships/image" Target="../media/image25.emf"/><Relationship Id="rId15" Type="http://schemas.openxmlformats.org/officeDocument/2006/relationships/image" Target="../media/image30.emf"/><Relationship Id="rId10" Type="http://schemas.openxmlformats.org/officeDocument/2006/relationships/oleObject" Target="../embeddings/oleObject26.bin"/><Relationship Id="rId4" Type="http://schemas.openxmlformats.org/officeDocument/2006/relationships/oleObject" Target="../embeddings/oleObject23.bin"/><Relationship Id="rId9" Type="http://schemas.openxmlformats.org/officeDocument/2006/relationships/image" Target="../media/image27.emf"/><Relationship Id="rId14" Type="http://schemas.openxmlformats.org/officeDocument/2006/relationships/oleObject" Target="../embeddings/oleObject28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.bin"/><Relationship Id="rId13" Type="http://schemas.openxmlformats.org/officeDocument/2006/relationships/image" Target="../media/image36.emf"/><Relationship Id="rId18" Type="http://schemas.openxmlformats.org/officeDocument/2006/relationships/oleObject" Target="../embeddings/oleObject37.bin"/><Relationship Id="rId3" Type="http://schemas.openxmlformats.org/officeDocument/2006/relationships/image" Target="../media/image31.emf"/><Relationship Id="rId21" Type="http://schemas.openxmlformats.org/officeDocument/2006/relationships/image" Target="../media/image40.emf"/><Relationship Id="rId7" Type="http://schemas.openxmlformats.org/officeDocument/2006/relationships/image" Target="../media/image33.emf"/><Relationship Id="rId12" Type="http://schemas.openxmlformats.org/officeDocument/2006/relationships/oleObject" Target="../embeddings/oleObject34.bin"/><Relationship Id="rId17" Type="http://schemas.openxmlformats.org/officeDocument/2006/relationships/image" Target="../media/image38.emf"/><Relationship Id="rId2" Type="http://schemas.openxmlformats.org/officeDocument/2006/relationships/oleObject" Target="../embeddings/oleObject29.bin"/><Relationship Id="rId16" Type="http://schemas.openxmlformats.org/officeDocument/2006/relationships/oleObject" Target="../embeddings/oleObject36.bin"/><Relationship Id="rId20" Type="http://schemas.openxmlformats.org/officeDocument/2006/relationships/oleObject" Target="../embeddings/oleObject3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1.bin"/><Relationship Id="rId11" Type="http://schemas.openxmlformats.org/officeDocument/2006/relationships/image" Target="../media/image35.emf"/><Relationship Id="rId5" Type="http://schemas.openxmlformats.org/officeDocument/2006/relationships/image" Target="../media/image32.emf"/><Relationship Id="rId15" Type="http://schemas.openxmlformats.org/officeDocument/2006/relationships/image" Target="../media/image37.emf"/><Relationship Id="rId10" Type="http://schemas.openxmlformats.org/officeDocument/2006/relationships/oleObject" Target="../embeddings/oleObject33.bin"/><Relationship Id="rId19" Type="http://schemas.openxmlformats.org/officeDocument/2006/relationships/image" Target="../media/image39.emf"/><Relationship Id="rId4" Type="http://schemas.openxmlformats.org/officeDocument/2006/relationships/oleObject" Target="../embeddings/oleObject30.bin"/><Relationship Id="rId9" Type="http://schemas.openxmlformats.org/officeDocument/2006/relationships/image" Target="../media/image34.emf"/><Relationship Id="rId14" Type="http://schemas.openxmlformats.org/officeDocument/2006/relationships/oleObject" Target="../embeddings/oleObject35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2.bin"/><Relationship Id="rId3" Type="http://schemas.openxmlformats.org/officeDocument/2006/relationships/image" Target="../media/image41.emf"/><Relationship Id="rId7" Type="http://schemas.openxmlformats.org/officeDocument/2006/relationships/image" Target="../media/image43.emf"/><Relationship Id="rId2" Type="http://schemas.openxmlformats.org/officeDocument/2006/relationships/oleObject" Target="../embeddings/oleObject3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1.bin"/><Relationship Id="rId11" Type="http://schemas.openxmlformats.org/officeDocument/2006/relationships/image" Target="../media/image45.emf"/><Relationship Id="rId5" Type="http://schemas.openxmlformats.org/officeDocument/2006/relationships/image" Target="../media/image42.emf"/><Relationship Id="rId10" Type="http://schemas.openxmlformats.org/officeDocument/2006/relationships/oleObject" Target="../embeddings/oleObject43.bin"/><Relationship Id="rId4" Type="http://schemas.openxmlformats.org/officeDocument/2006/relationships/oleObject" Target="../embeddings/oleObject40.bin"/><Relationship Id="rId9" Type="http://schemas.openxmlformats.org/officeDocument/2006/relationships/image" Target="../media/image44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7.bin"/><Relationship Id="rId13" Type="http://schemas.openxmlformats.org/officeDocument/2006/relationships/image" Target="../media/image51.emf"/><Relationship Id="rId18" Type="http://schemas.openxmlformats.org/officeDocument/2006/relationships/oleObject" Target="../embeddings/oleObject52.bin"/><Relationship Id="rId26" Type="http://schemas.openxmlformats.org/officeDocument/2006/relationships/oleObject" Target="../embeddings/oleObject56.bin"/><Relationship Id="rId3" Type="http://schemas.openxmlformats.org/officeDocument/2006/relationships/image" Target="../media/image46.emf"/><Relationship Id="rId21" Type="http://schemas.openxmlformats.org/officeDocument/2006/relationships/image" Target="../media/image55.emf"/><Relationship Id="rId7" Type="http://schemas.openxmlformats.org/officeDocument/2006/relationships/image" Target="../media/image48.emf"/><Relationship Id="rId12" Type="http://schemas.openxmlformats.org/officeDocument/2006/relationships/oleObject" Target="../embeddings/oleObject49.bin"/><Relationship Id="rId17" Type="http://schemas.openxmlformats.org/officeDocument/2006/relationships/image" Target="../media/image53.emf"/><Relationship Id="rId25" Type="http://schemas.openxmlformats.org/officeDocument/2006/relationships/image" Target="../media/image57.emf"/><Relationship Id="rId2" Type="http://schemas.openxmlformats.org/officeDocument/2006/relationships/oleObject" Target="../embeddings/oleObject44.bin"/><Relationship Id="rId16" Type="http://schemas.openxmlformats.org/officeDocument/2006/relationships/oleObject" Target="../embeddings/oleObject51.bin"/><Relationship Id="rId20" Type="http://schemas.openxmlformats.org/officeDocument/2006/relationships/oleObject" Target="../embeddings/oleObject53.bin"/><Relationship Id="rId29" Type="http://schemas.openxmlformats.org/officeDocument/2006/relationships/image" Target="../media/image59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6.bin"/><Relationship Id="rId11" Type="http://schemas.openxmlformats.org/officeDocument/2006/relationships/image" Target="../media/image50.emf"/><Relationship Id="rId24" Type="http://schemas.openxmlformats.org/officeDocument/2006/relationships/oleObject" Target="../embeddings/oleObject55.bin"/><Relationship Id="rId5" Type="http://schemas.openxmlformats.org/officeDocument/2006/relationships/image" Target="../media/image47.emf"/><Relationship Id="rId15" Type="http://schemas.openxmlformats.org/officeDocument/2006/relationships/image" Target="../media/image52.emf"/><Relationship Id="rId23" Type="http://schemas.openxmlformats.org/officeDocument/2006/relationships/image" Target="../media/image56.emf"/><Relationship Id="rId28" Type="http://schemas.openxmlformats.org/officeDocument/2006/relationships/oleObject" Target="../embeddings/oleObject57.bin"/><Relationship Id="rId10" Type="http://schemas.openxmlformats.org/officeDocument/2006/relationships/oleObject" Target="../embeddings/oleObject48.bin"/><Relationship Id="rId19" Type="http://schemas.openxmlformats.org/officeDocument/2006/relationships/image" Target="../media/image54.emf"/><Relationship Id="rId4" Type="http://schemas.openxmlformats.org/officeDocument/2006/relationships/oleObject" Target="../embeddings/oleObject45.bin"/><Relationship Id="rId9" Type="http://schemas.openxmlformats.org/officeDocument/2006/relationships/image" Target="../media/image49.emf"/><Relationship Id="rId14" Type="http://schemas.openxmlformats.org/officeDocument/2006/relationships/oleObject" Target="../embeddings/oleObject50.bin"/><Relationship Id="rId22" Type="http://schemas.openxmlformats.org/officeDocument/2006/relationships/oleObject" Target="../embeddings/oleObject54.bin"/><Relationship Id="rId27" Type="http://schemas.openxmlformats.org/officeDocument/2006/relationships/image" Target="../media/image58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1.bin"/><Relationship Id="rId13" Type="http://schemas.openxmlformats.org/officeDocument/2006/relationships/image" Target="../media/image65.emf"/><Relationship Id="rId18" Type="http://schemas.openxmlformats.org/officeDocument/2006/relationships/oleObject" Target="../embeddings/oleObject66.bin"/><Relationship Id="rId3" Type="http://schemas.openxmlformats.org/officeDocument/2006/relationships/image" Target="../media/image60.emf"/><Relationship Id="rId7" Type="http://schemas.openxmlformats.org/officeDocument/2006/relationships/image" Target="../media/image62.emf"/><Relationship Id="rId12" Type="http://schemas.openxmlformats.org/officeDocument/2006/relationships/oleObject" Target="../embeddings/oleObject63.bin"/><Relationship Id="rId17" Type="http://schemas.openxmlformats.org/officeDocument/2006/relationships/image" Target="../media/image67.emf"/><Relationship Id="rId2" Type="http://schemas.openxmlformats.org/officeDocument/2006/relationships/oleObject" Target="../embeddings/oleObject58.bin"/><Relationship Id="rId16" Type="http://schemas.openxmlformats.org/officeDocument/2006/relationships/oleObject" Target="../embeddings/oleObject65.bin"/><Relationship Id="rId20" Type="http://schemas.openxmlformats.org/officeDocument/2006/relationships/image" Target="../media/image69.png"/><Relationship Id="rId1" Type="http://schemas.openxmlformats.org/officeDocument/2006/relationships/slideLayout" Target="../slideLayouts/slideLayout14.xml"/><Relationship Id="rId6" Type="http://schemas.openxmlformats.org/officeDocument/2006/relationships/oleObject" Target="../embeddings/oleObject60.bin"/><Relationship Id="rId11" Type="http://schemas.openxmlformats.org/officeDocument/2006/relationships/image" Target="../media/image64.emf"/><Relationship Id="rId5" Type="http://schemas.openxmlformats.org/officeDocument/2006/relationships/image" Target="../media/image61.emf"/><Relationship Id="rId15" Type="http://schemas.openxmlformats.org/officeDocument/2006/relationships/image" Target="../media/image66.emf"/><Relationship Id="rId10" Type="http://schemas.openxmlformats.org/officeDocument/2006/relationships/oleObject" Target="../embeddings/oleObject62.bin"/><Relationship Id="rId19" Type="http://schemas.openxmlformats.org/officeDocument/2006/relationships/image" Target="../media/image68.emf"/><Relationship Id="rId4" Type="http://schemas.openxmlformats.org/officeDocument/2006/relationships/oleObject" Target="../embeddings/oleObject59.bin"/><Relationship Id="rId9" Type="http://schemas.openxmlformats.org/officeDocument/2006/relationships/image" Target="../media/image63.emf"/><Relationship Id="rId14" Type="http://schemas.openxmlformats.org/officeDocument/2006/relationships/oleObject" Target="../embeddings/oleObject64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0.bin"/><Relationship Id="rId13" Type="http://schemas.openxmlformats.org/officeDocument/2006/relationships/image" Target="../media/image75.emf"/><Relationship Id="rId18" Type="http://schemas.openxmlformats.org/officeDocument/2006/relationships/oleObject" Target="../embeddings/oleObject75.bin"/><Relationship Id="rId3" Type="http://schemas.openxmlformats.org/officeDocument/2006/relationships/image" Target="../media/image70.emf"/><Relationship Id="rId21" Type="http://schemas.openxmlformats.org/officeDocument/2006/relationships/image" Target="../media/image79.emf"/><Relationship Id="rId7" Type="http://schemas.openxmlformats.org/officeDocument/2006/relationships/image" Target="../media/image72.emf"/><Relationship Id="rId12" Type="http://schemas.openxmlformats.org/officeDocument/2006/relationships/oleObject" Target="../embeddings/oleObject72.bin"/><Relationship Id="rId17" Type="http://schemas.openxmlformats.org/officeDocument/2006/relationships/image" Target="../media/image77.emf"/><Relationship Id="rId2" Type="http://schemas.openxmlformats.org/officeDocument/2006/relationships/oleObject" Target="../embeddings/oleObject67.bin"/><Relationship Id="rId16" Type="http://schemas.openxmlformats.org/officeDocument/2006/relationships/oleObject" Target="../embeddings/oleObject74.bin"/><Relationship Id="rId20" Type="http://schemas.openxmlformats.org/officeDocument/2006/relationships/oleObject" Target="../embeddings/oleObject7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9.bin"/><Relationship Id="rId11" Type="http://schemas.openxmlformats.org/officeDocument/2006/relationships/image" Target="../media/image74.emf"/><Relationship Id="rId5" Type="http://schemas.openxmlformats.org/officeDocument/2006/relationships/image" Target="../media/image71.emf"/><Relationship Id="rId15" Type="http://schemas.openxmlformats.org/officeDocument/2006/relationships/image" Target="../media/image76.emf"/><Relationship Id="rId10" Type="http://schemas.openxmlformats.org/officeDocument/2006/relationships/oleObject" Target="../embeddings/oleObject71.bin"/><Relationship Id="rId19" Type="http://schemas.openxmlformats.org/officeDocument/2006/relationships/image" Target="../media/image78.emf"/><Relationship Id="rId4" Type="http://schemas.openxmlformats.org/officeDocument/2006/relationships/oleObject" Target="../embeddings/oleObject68.bin"/><Relationship Id="rId9" Type="http://schemas.openxmlformats.org/officeDocument/2006/relationships/image" Target="../media/image73.emf"/><Relationship Id="rId14" Type="http://schemas.openxmlformats.org/officeDocument/2006/relationships/oleObject" Target="../embeddings/oleObject73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0.bin"/><Relationship Id="rId13" Type="http://schemas.openxmlformats.org/officeDocument/2006/relationships/image" Target="../media/image85.emf"/><Relationship Id="rId3" Type="http://schemas.openxmlformats.org/officeDocument/2006/relationships/image" Target="../media/image80.emf"/><Relationship Id="rId7" Type="http://schemas.openxmlformats.org/officeDocument/2006/relationships/image" Target="../media/image82.emf"/><Relationship Id="rId12" Type="http://schemas.openxmlformats.org/officeDocument/2006/relationships/oleObject" Target="../embeddings/oleObject82.bin"/><Relationship Id="rId2" Type="http://schemas.openxmlformats.org/officeDocument/2006/relationships/oleObject" Target="../embeddings/oleObject7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9.bin"/><Relationship Id="rId11" Type="http://schemas.openxmlformats.org/officeDocument/2006/relationships/image" Target="../media/image84.emf"/><Relationship Id="rId5" Type="http://schemas.openxmlformats.org/officeDocument/2006/relationships/image" Target="../media/image81.emf"/><Relationship Id="rId10" Type="http://schemas.openxmlformats.org/officeDocument/2006/relationships/oleObject" Target="../embeddings/oleObject81.bin"/><Relationship Id="rId4" Type="http://schemas.openxmlformats.org/officeDocument/2006/relationships/oleObject" Target="../embeddings/oleObject78.bin"/><Relationship Id="rId9" Type="http://schemas.openxmlformats.org/officeDocument/2006/relationships/image" Target="../media/image83.emf"/><Relationship Id="rId14" Type="http://schemas.openxmlformats.org/officeDocument/2006/relationships/image" Target="../media/image86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6.bin"/><Relationship Id="rId13" Type="http://schemas.openxmlformats.org/officeDocument/2006/relationships/image" Target="../media/image92.emf"/><Relationship Id="rId18" Type="http://schemas.openxmlformats.org/officeDocument/2006/relationships/image" Target="../media/image95.emf"/><Relationship Id="rId3" Type="http://schemas.openxmlformats.org/officeDocument/2006/relationships/image" Target="../media/image87.emf"/><Relationship Id="rId21" Type="http://schemas.openxmlformats.org/officeDocument/2006/relationships/oleObject" Target="../embeddings/oleObject92.bin"/><Relationship Id="rId7" Type="http://schemas.openxmlformats.org/officeDocument/2006/relationships/image" Target="../media/image89.emf"/><Relationship Id="rId12" Type="http://schemas.openxmlformats.org/officeDocument/2006/relationships/oleObject" Target="../embeddings/oleObject88.bin"/><Relationship Id="rId17" Type="http://schemas.openxmlformats.org/officeDocument/2006/relationships/image" Target="../media/image94.emf"/><Relationship Id="rId2" Type="http://schemas.openxmlformats.org/officeDocument/2006/relationships/oleObject" Target="../embeddings/oleObject83.bin"/><Relationship Id="rId16" Type="http://schemas.openxmlformats.org/officeDocument/2006/relationships/oleObject" Target="../embeddings/oleObject90.bin"/><Relationship Id="rId20" Type="http://schemas.openxmlformats.org/officeDocument/2006/relationships/image" Target="../media/image96.emf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85.bin"/><Relationship Id="rId11" Type="http://schemas.openxmlformats.org/officeDocument/2006/relationships/image" Target="../media/image91.emf"/><Relationship Id="rId5" Type="http://schemas.openxmlformats.org/officeDocument/2006/relationships/image" Target="../media/image88.emf"/><Relationship Id="rId15" Type="http://schemas.openxmlformats.org/officeDocument/2006/relationships/image" Target="../media/image93.emf"/><Relationship Id="rId10" Type="http://schemas.openxmlformats.org/officeDocument/2006/relationships/oleObject" Target="../embeddings/oleObject87.bin"/><Relationship Id="rId19" Type="http://schemas.openxmlformats.org/officeDocument/2006/relationships/oleObject" Target="../embeddings/oleObject91.bin"/><Relationship Id="rId4" Type="http://schemas.openxmlformats.org/officeDocument/2006/relationships/oleObject" Target="../embeddings/oleObject84.bin"/><Relationship Id="rId9" Type="http://schemas.openxmlformats.org/officeDocument/2006/relationships/image" Target="../media/image90.emf"/><Relationship Id="rId14" Type="http://schemas.openxmlformats.org/officeDocument/2006/relationships/oleObject" Target="../embeddings/oleObject89.bin"/><Relationship Id="rId22" Type="http://schemas.openxmlformats.org/officeDocument/2006/relationships/image" Target="../media/image97.e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jpeg"/><Relationship Id="rId2" Type="http://schemas.openxmlformats.org/officeDocument/2006/relationships/image" Target="../media/image9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jpkc.nwpu.edu.cn/jp2005/02/wljx/wlkc/12345.files/3.1.files/displayN.swf" TargetMode="External"/><Relationship Id="rId7" Type="http://schemas.openxmlformats.org/officeDocument/2006/relationships/image" Target="../media/image104.png"/><Relationship Id="rId2" Type="http://schemas.openxmlformats.org/officeDocument/2006/relationships/slideLayout" Target="../slideLayouts/slideLayout12.xml"/><Relationship Id="rId1" Type="http://schemas.openxmlformats.org/officeDocument/2006/relationships/video" Target="file:///C:\Users\&#23376;&#21472;\&#26032;&#24314;&#25991;&#20214;&#22841;\A15_&#36136;&#24515;\3.1.5.avi" TargetMode="External"/><Relationship Id="rId6" Type="http://schemas.openxmlformats.org/officeDocument/2006/relationships/image" Target="../media/image103.gif"/><Relationship Id="rId5" Type="http://schemas.openxmlformats.org/officeDocument/2006/relationships/image" Target="../media/image102.png"/><Relationship Id="rId4" Type="http://schemas.openxmlformats.org/officeDocument/2006/relationships/image" Target="../media/image10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6.bin"/><Relationship Id="rId13" Type="http://schemas.openxmlformats.org/officeDocument/2006/relationships/image" Target="../media/image110.emf"/><Relationship Id="rId18" Type="http://schemas.openxmlformats.org/officeDocument/2006/relationships/oleObject" Target="../embeddings/oleObject101.bin"/><Relationship Id="rId26" Type="http://schemas.openxmlformats.org/officeDocument/2006/relationships/oleObject" Target="../embeddings/oleObject105.bin"/><Relationship Id="rId39" Type="http://schemas.openxmlformats.org/officeDocument/2006/relationships/image" Target="../media/image123.emf"/><Relationship Id="rId3" Type="http://schemas.openxmlformats.org/officeDocument/2006/relationships/image" Target="../media/image105.emf"/><Relationship Id="rId21" Type="http://schemas.openxmlformats.org/officeDocument/2006/relationships/image" Target="../media/image114.emf"/><Relationship Id="rId34" Type="http://schemas.openxmlformats.org/officeDocument/2006/relationships/oleObject" Target="../embeddings/oleObject109.bin"/><Relationship Id="rId42" Type="http://schemas.openxmlformats.org/officeDocument/2006/relationships/oleObject" Target="../embeddings/oleObject113.bin"/><Relationship Id="rId7" Type="http://schemas.openxmlformats.org/officeDocument/2006/relationships/image" Target="../media/image107.emf"/><Relationship Id="rId12" Type="http://schemas.openxmlformats.org/officeDocument/2006/relationships/oleObject" Target="../embeddings/oleObject98.bin"/><Relationship Id="rId17" Type="http://schemas.openxmlformats.org/officeDocument/2006/relationships/image" Target="../media/image112.emf"/><Relationship Id="rId25" Type="http://schemas.openxmlformats.org/officeDocument/2006/relationships/image" Target="../media/image116.emf"/><Relationship Id="rId33" Type="http://schemas.openxmlformats.org/officeDocument/2006/relationships/image" Target="../media/image120.emf"/><Relationship Id="rId38" Type="http://schemas.openxmlformats.org/officeDocument/2006/relationships/oleObject" Target="../embeddings/oleObject111.bin"/><Relationship Id="rId2" Type="http://schemas.openxmlformats.org/officeDocument/2006/relationships/oleObject" Target="../embeddings/oleObject93.bin"/><Relationship Id="rId16" Type="http://schemas.openxmlformats.org/officeDocument/2006/relationships/oleObject" Target="../embeddings/oleObject100.bin"/><Relationship Id="rId20" Type="http://schemas.openxmlformats.org/officeDocument/2006/relationships/oleObject" Target="../embeddings/oleObject102.bin"/><Relationship Id="rId29" Type="http://schemas.openxmlformats.org/officeDocument/2006/relationships/image" Target="../media/image118.emf"/><Relationship Id="rId41" Type="http://schemas.openxmlformats.org/officeDocument/2006/relationships/image" Target="../media/image124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5.bin"/><Relationship Id="rId11" Type="http://schemas.openxmlformats.org/officeDocument/2006/relationships/image" Target="../media/image109.emf"/><Relationship Id="rId24" Type="http://schemas.openxmlformats.org/officeDocument/2006/relationships/oleObject" Target="../embeddings/oleObject104.bin"/><Relationship Id="rId32" Type="http://schemas.openxmlformats.org/officeDocument/2006/relationships/oleObject" Target="../embeddings/oleObject108.bin"/><Relationship Id="rId37" Type="http://schemas.openxmlformats.org/officeDocument/2006/relationships/image" Target="../media/image122.emf"/><Relationship Id="rId40" Type="http://schemas.openxmlformats.org/officeDocument/2006/relationships/oleObject" Target="../embeddings/oleObject112.bin"/><Relationship Id="rId5" Type="http://schemas.openxmlformats.org/officeDocument/2006/relationships/image" Target="../media/image106.emf"/><Relationship Id="rId15" Type="http://schemas.openxmlformats.org/officeDocument/2006/relationships/image" Target="../media/image111.emf"/><Relationship Id="rId23" Type="http://schemas.openxmlformats.org/officeDocument/2006/relationships/image" Target="../media/image115.emf"/><Relationship Id="rId28" Type="http://schemas.openxmlformats.org/officeDocument/2006/relationships/oleObject" Target="../embeddings/oleObject106.bin"/><Relationship Id="rId36" Type="http://schemas.openxmlformats.org/officeDocument/2006/relationships/oleObject" Target="../embeddings/oleObject110.bin"/><Relationship Id="rId10" Type="http://schemas.openxmlformats.org/officeDocument/2006/relationships/oleObject" Target="../embeddings/oleObject97.bin"/><Relationship Id="rId19" Type="http://schemas.openxmlformats.org/officeDocument/2006/relationships/image" Target="../media/image113.emf"/><Relationship Id="rId31" Type="http://schemas.openxmlformats.org/officeDocument/2006/relationships/image" Target="../media/image119.emf"/><Relationship Id="rId4" Type="http://schemas.openxmlformats.org/officeDocument/2006/relationships/oleObject" Target="../embeddings/oleObject94.bin"/><Relationship Id="rId9" Type="http://schemas.openxmlformats.org/officeDocument/2006/relationships/image" Target="../media/image108.emf"/><Relationship Id="rId14" Type="http://schemas.openxmlformats.org/officeDocument/2006/relationships/oleObject" Target="../embeddings/oleObject99.bin"/><Relationship Id="rId22" Type="http://schemas.openxmlformats.org/officeDocument/2006/relationships/oleObject" Target="../embeddings/oleObject103.bin"/><Relationship Id="rId27" Type="http://schemas.openxmlformats.org/officeDocument/2006/relationships/image" Target="../media/image117.emf"/><Relationship Id="rId30" Type="http://schemas.openxmlformats.org/officeDocument/2006/relationships/oleObject" Target="../embeddings/oleObject107.bin"/><Relationship Id="rId35" Type="http://schemas.openxmlformats.org/officeDocument/2006/relationships/image" Target="../media/image121.emf"/><Relationship Id="rId43" Type="http://schemas.openxmlformats.org/officeDocument/2006/relationships/image" Target="../media/image125.emf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1.emf"/><Relationship Id="rId18" Type="http://schemas.openxmlformats.org/officeDocument/2006/relationships/oleObject" Target="../embeddings/oleObject122.bin"/><Relationship Id="rId26" Type="http://schemas.openxmlformats.org/officeDocument/2006/relationships/oleObject" Target="../embeddings/oleObject126.bin"/><Relationship Id="rId39" Type="http://schemas.openxmlformats.org/officeDocument/2006/relationships/image" Target="../media/image144.emf"/><Relationship Id="rId3" Type="http://schemas.openxmlformats.org/officeDocument/2006/relationships/image" Target="../media/image126.emf"/><Relationship Id="rId21" Type="http://schemas.openxmlformats.org/officeDocument/2006/relationships/image" Target="../media/image135.emf"/><Relationship Id="rId34" Type="http://schemas.openxmlformats.org/officeDocument/2006/relationships/oleObject" Target="../embeddings/oleObject130.bin"/><Relationship Id="rId42" Type="http://schemas.openxmlformats.org/officeDocument/2006/relationships/oleObject" Target="../embeddings/oleObject134.bin"/><Relationship Id="rId47" Type="http://schemas.openxmlformats.org/officeDocument/2006/relationships/image" Target="../media/image148.emf"/><Relationship Id="rId50" Type="http://schemas.openxmlformats.org/officeDocument/2006/relationships/oleObject" Target="../embeddings/oleObject138.bin"/><Relationship Id="rId7" Type="http://schemas.openxmlformats.org/officeDocument/2006/relationships/image" Target="../media/image128.emf"/><Relationship Id="rId12" Type="http://schemas.openxmlformats.org/officeDocument/2006/relationships/oleObject" Target="../embeddings/oleObject119.bin"/><Relationship Id="rId17" Type="http://schemas.openxmlformats.org/officeDocument/2006/relationships/image" Target="../media/image133.emf"/><Relationship Id="rId25" Type="http://schemas.openxmlformats.org/officeDocument/2006/relationships/image" Target="../media/image137.emf"/><Relationship Id="rId33" Type="http://schemas.openxmlformats.org/officeDocument/2006/relationships/image" Target="../media/image141.emf"/><Relationship Id="rId38" Type="http://schemas.openxmlformats.org/officeDocument/2006/relationships/oleObject" Target="../embeddings/oleObject132.bin"/><Relationship Id="rId46" Type="http://schemas.openxmlformats.org/officeDocument/2006/relationships/oleObject" Target="../embeddings/oleObject136.bin"/><Relationship Id="rId2" Type="http://schemas.openxmlformats.org/officeDocument/2006/relationships/oleObject" Target="../embeddings/oleObject114.bin"/><Relationship Id="rId16" Type="http://schemas.openxmlformats.org/officeDocument/2006/relationships/oleObject" Target="../embeddings/oleObject121.bin"/><Relationship Id="rId20" Type="http://schemas.openxmlformats.org/officeDocument/2006/relationships/oleObject" Target="../embeddings/oleObject123.bin"/><Relationship Id="rId29" Type="http://schemas.openxmlformats.org/officeDocument/2006/relationships/image" Target="../media/image139.emf"/><Relationship Id="rId41" Type="http://schemas.openxmlformats.org/officeDocument/2006/relationships/image" Target="../media/image145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16.bin"/><Relationship Id="rId11" Type="http://schemas.openxmlformats.org/officeDocument/2006/relationships/image" Target="../media/image130.emf"/><Relationship Id="rId24" Type="http://schemas.openxmlformats.org/officeDocument/2006/relationships/oleObject" Target="../embeddings/oleObject125.bin"/><Relationship Id="rId32" Type="http://schemas.openxmlformats.org/officeDocument/2006/relationships/oleObject" Target="../embeddings/oleObject129.bin"/><Relationship Id="rId37" Type="http://schemas.openxmlformats.org/officeDocument/2006/relationships/image" Target="../media/image143.emf"/><Relationship Id="rId40" Type="http://schemas.openxmlformats.org/officeDocument/2006/relationships/oleObject" Target="../embeddings/oleObject133.bin"/><Relationship Id="rId45" Type="http://schemas.openxmlformats.org/officeDocument/2006/relationships/image" Target="../media/image147.emf"/><Relationship Id="rId5" Type="http://schemas.openxmlformats.org/officeDocument/2006/relationships/image" Target="../media/image127.emf"/><Relationship Id="rId15" Type="http://schemas.openxmlformats.org/officeDocument/2006/relationships/image" Target="../media/image132.emf"/><Relationship Id="rId23" Type="http://schemas.openxmlformats.org/officeDocument/2006/relationships/image" Target="../media/image136.emf"/><Relationship Id="rId28" Type="http://schemas.openxmlformats.org/officeDocument/2006/relationships/oleObject" Target="../embeddings/oleObject127.bin"/><Relationship Id="rId36" Type="http://schemas.openxmlformats.org/officeDocument/2006/relationships/oleObject" Target="../embeddings/oleObject131.bin"/><Relationship Id="rId49" Type="http://schemas.openxmlformats.org/officeDocument/2006/relationships/image" Target="../media/image149.emf"/><Relationship Id="rId10" Type="http://schemas.openxmlformats.org/officeDocument/2006/relationships/oleObject" Target="../embeddings/oleObject118.bin"/><Relationship Id="rId19" Type="http://schemas.openxmlformats.org/officeDocument/2006/relationships/image" Target="../media/image134.emf"/><Relationship Id="rId31" Type="http://schemas.openxmlformats.org/officeDocument/2006/relationships/image" Target="../media/image140.emf"/><Relationship Id="rId44" Type="http://schemas.openxmlformats.org/officeDocument/2006/relationships/oleObject" Target="../embeddings/oleObject135.bin"/><Relationship Id="rId4" Type="http://schemas.openxmlformats.org/officeDocument/2006/relationships/oleObject" Target="../embeddings/oleObject115.bin"/><Relationship Id="rId9" Type="http://schemas.openxmlformats.org/officeDocument/2006/relationships/image" Target="../media/image129.emf"/><Relationship Id="rId14" Type="http://schemas.openxmlformats.org/officeDocument/2006/relationships/oleObject" Target="../embeddings/oleObject120.bin"/><Relationship Id="rId22" Type="http://schemas.openxmlformats.org/officeDocument/2006/relationships/oleObject" Target="../embeddings/oleObject124.bin"/><Relationship Id="rId27" Type="http://schemas.openxmlformats.org/officeDocument/2006/relationships/image" Target="../media/image138.emf"/><Relationship Id="rId30" Type="http://schemas.openxmlformats.org/officeDocument/2006/relationships/oleObject" Target="../embeddings/oleObject128.bin"/><Relationship Id="rId35" Type="http://schemas.openxmlformats.org/officeDocument/2006/relationships/image" Target="../media/image142.emf"/><Relationship Id="rId43" Type="http://schemas.openxmlformats.org/officeDocument/2006/relationships/image" Target="../media/image146.emf"/><Relationship Id="rId48" Type="http://schemas.openxmlformats.org/officeDocument/2006/relationships/oleObject" Target="../embeddings/oleObject137.bin"/><Relationship Id="rId8" Type="http://schemas.openxmlformats.org/officeDocument/2006/relationships/oleObject" Target="../embeddings/oleObject117.bin"/><Relationship Id="rId51" Type="http://schemas.openxmlformats.org/officeDocument/2006/relationships/image" Target="../media/image150.e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2.bin"/><Relationship Id="rId13" Type="http://schemas.openxmlformats.org/officeDocument/2006/relationships/image" Target="../media/image156.emf"/><Relationship Id="rId18" Type="http://schemas.openxmlformats.org/officeDocument/2006/relationships/oleObject" Target="../embeddings/oleObject147.bin"/><Relationship Id="rId3" Type="http://schemas.openxmlformats.org/officeDocument/2006/relationships/image" Target="../media/image151.emf"/><Relationship Id="rId7" Type="http://schemas.openxmlformats.org/officeDocument/2006/relationships/image" Target="../media/image153.emf"/><Relationship Id="rId12" Type="http://schemas.openxmlformats.org/officeDocument/2006/relationships/oleObject" Target="../embeddings/oleObject144.bin"/><Relationship Id="rId17" Type="http://schemas.openxmlformats.org/officeDocument/2006/relationships/image" Target="../media/image158.emf"/><Relationship Id="rId2" Type="http://schemas.openxmlformats.org/officeDocument/2006/relationships/oleObject" Target="../embeddings/oleObject139.bin"/><Relationship Id="rId16" Type="http://schemas.openxmlformats.org/officeDocument/2006/relationships/oleObject" Target="../embeddings/oleObject14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41.bin"/><Relationship Id="rId11" Type="http://schemas.openxmlformats.org/officeDocument/2006/relationships/image" Target="../media/image155.emf"/><Relationship Id="rId5" Type="http://schemas.openxmlformats.org/officeDocument/2006/relationships/image" Target="../media/image152.emf"/><Relationship Id="rId15" Type="http://schemas.openxmlformats.org/officeDocument/2006/relationships/image" Target="../media/image157.emf"/><Relationship Id="rId10" Type="http://schemas.openxmlformats.org/officeDocument/2006/relationships/oleObject" Target="../embeddings/oleObject143.bin"/><Relationship Id="rId19" Type="http://schemas.openxmlformats.org/officeDocument/2006/relationships/image" Target="../media/image159.emf"/><Relationship Id="rId4" Type="http://schemas.openxmlformats.org/officeDocument/2006/relationships/oleObject" Target="../embeddings/oleObject140.bin"/><Relationship Id="rId9" Type="http://schemas.openxmlformats.org/officeDocument/2006/relationships/image" Target="../media/image154.emf"/><Relationship Id="rId14" Type="http://schemas.openxmlformats.org/officeDocument/2006/relationships/oleObject" Target="../embeddings/oleObject145.bin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emf"/><Relationship Id="rId2" Type="http://schemas.openxmlformats.org/officeDocument/2006/relationships/oleObject" Target="../embeddings/oleObject148.bin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2.e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2.bin"/><Relationship Id="rId13" Type="http://schemas.openxmlformats.org/officeDocument/2006/relationships/image" Target="../media/image168.emf"/><Relationship Id="rId18" Type="http://schemas.openxmlformats.org/officeDocument/2006/relationships/oleObject" Target="../embeddings/oleObject157.bin"/><Relationship Id="rId26" Type="http://schemas.openxmlformats.org/officeDocument/2006/relationships/image" Target="../media/image175.emf"/><Relationship Id="rId3" Type="http://schemas.openxmlformats.org/officeDocument/2006/relationships/image" Target="../media/image163.emf"/><Relationship Id="rId21" Type="http://schemas.openxmlformats.org/officeDocument/2006/relationships/image" Target="../media/image172.emf"/><Relationship Id="rId7" Type="http://schemas.openxmlformats.org/officeDocument/2006/relationships/image" Target="../media/image165.emf"/><Relationship Id="rId12" Type="http://schemas.openxmlformats.org/officeDocument/2006/relationships/oleObject" Target="../embeddings/oleObject154.bin"/><Relationship Id="rId17" Type="http://schemas.openxmlformats.org/officeDocument/2006/relationships/image" Target="../media/image170.emf"/><Relationship Id="rId25" Type="http://schemas.openxmlformats.org/officeDocument/2006/relationships/oleObject" Target="../embeddings/oleObject160.bin"/><Relationship Id="rId2" Type="http://schemas.openxmlformats.org/officeDocument/2006/relationships/oleObject" Target="../embeddings/oleObject149.bin"/><Relationship Id="rId16" Type="http://schemas.openxmlformats.org/officeDocument/2006/relationships/oleObject" Target="../embeddings/oleObject156.bin"/><Relationship Id="rId20" Type="http://schemas.openxmlformats.org/officeDocument/2006/relationships/oleObject" Target="../embeddings/oleObject15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51.bin"/><Relationship Id="rId11" Type="http://schemas.openxmlformats.org/officeDocument/2006/relationships/image" Target="../media/image167.emf"/><Relationship Id="rId24" Type="http://schemas.openxmlformats.org/officeDocument/2006/relationships/image" Target="../media/image174.emf"/><Relationship Id="rId5" Type="http://schemas.openxmlformats.org/officeDocument/2006/relationships/image" Target="../media/image164.emf"/><Relationship Id="rId15" Type="http://schemas.openxmlformats.org/officeDocument/2006/relationships/image" Target="../media/image169.emf"/><Relationship Id="rId23" Type="http://schemas.openxmlformats.org/officeDocument/2006/relationships/oleObject" Target="../embeddings/oleObject159.bin"/><Relationship Id="rId10" Type="http://schemas.openxmlformats.org/officeDocument/2006/relationships/oleObject" Target="../embeddings/oleObject153.bin"/><Relationship Id="rId19" Type="http://schemas.openxmlformats.org/officeDocument/2006/relationships/image" Target="../media/image171.emf"/><Relationship Id="rId4" Type="http://schemas.openxmlformats.org/officeDocument/2006/relationships/oleObject" Target="../embeddings/oleObject150.bin"/><Relationship Id="rId9" Type="http://schemas.openxmlformats.org/officeDocument/2006/relationships/image" Target="../media/image166.emf"/><Relationship Id="rId14" Type="http://schemas.openxmlformats.org/officeDocument/2006/relationships/oleObject" Target="../embeddings/oleObject155.bin"/><Relationship Id="rId22" Type="http://schemas.openxmlformats.org/officeDocument/2006/relationships/image" Target="../media/image173.e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4.bin"/><Relationship Id="rId3" Type="http://schemas.openxmlformats.org/officeDocument/2006/relationships/image" Target="../media/image176.emf"/><Relationship Id="rId7" Type="http://schemas.openxmlformats.org/officeDocument/2006/relationships/image" Target="../media/image178.emf"/><Relationship Id="rId2" Type="http://schemas.openxmlformats.org/officeDocument/2006/relationships/oleObject" Target="../embeddings/oleObject16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63.bin"/><Relationship Id="rId11" Type="http://schemas.openxmlformats.org/officeDocument/2006/relationships/image" Target="../media/image181.emf"/><Relationship Id="rId5" Type="http://schemas.openxmlformats.org/officeDocument/2006/relationships/image" Target="../media/image177.emf"/><Relationship Id="rId10" Type="http://schemas.openxmlformats.org/officeDocument/2006/relationships/image" Target="../media/image180.jpeg"/><Relationship Id="rId4" Type="http://schemas.openxmlformats.org/officeDocument/2006/relationships/oleObject" Target="../embeddings/oleObject162.bin"/><Relationship Id="rId9" Type="http://schemas.openxmlformats.org/officeDocument/2006/relationships/image" Target="../media/image179.e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8.bin"/><Relationship Id="rId13" Type="http://schemas.openxmlformats.org/officeDocument/2006/relationships/image" Target="../media/image187.emf"/><Relationship Id="rId3" Type="http://schemas.openxmlformats.org/officeDocument/2006/relationships/image" Target="../media/image182.emf"/><Relationship Id="rId7" Type="http://schemas.openxmlformats.org/officeDocument/2006/relationships/image" Target="../media/image184.emf"/><Relationship Id="rId12" Type="http://schemas.openxmlformats.org/officeDocument/2006/relationships/oleObject" Target="../embeddings/oleObject170.bin"/><Relationship Id="rId2" Type="http://schemas.openxmlformats.org/officeDocument/2006/relationships/oleObject" Target="../embeddings/oleObject165.bin"/><Relationship Id="rId16" Type="http://schemas.openxmlformats.org/officeDocument/2006/relationships/image" Target="../media/image189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67.bin"/><Relationship Id="rId11" Type="http://schemas.openxmlformats.org/officeDocument/2006/relationships/image" Target="../media/image186.emf"/><Relationship Id="rId5" Type="http://schemas.openxmlformats.org/officeDocument/2006/relationships/image" Target="../media/image183.emf"/><Relationship Id="rId15" Type="http://schemas.openxmlformats.org/officeDocument/2006/relationships/image" Target="../media/image188.emf"/><Relationship Id="rId10" Type="http://schemas.openxmlformats.org/officeDocument/2006/relationships/oleObject" Target="../embeddings/oleObject169.bin"/><Relationship Id="rId4" Type="http://schemas.openxmlformats.org/officeDocument/2006/relationships/oleObject" Target="../embeddings/oleObject166.bin"/><Relationship Id="rId9" Type="http://schemas.openxmlformats.org/officeDocument/2006/relationships/image" Target="../media/image185.emf"/><Relationship Id="rId14" Type="http://schemas.openxmlformats.org/officeDocument/2006/relationships/oleObject" Target="../embeddings/oleObject171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4.bin"/><Relationship Id="rId3" Type="http://schemas.openxmlformats.org/officeDocument/2006/relationships/image" Target="../media/image190.emf"/><Relationship Id="rId7" Type="http://schemas.openxmlformats.org/officeDocument/2006/relationships/image" Target="../media/image193.emf"/><Relationship Id="rId2" Type="http://schemas.openxmlformats.org/officeDocument/2006/relationships/oleObject" Target="../embeddings/oleObject17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73.bin"/><Relationship Id="rId5" Type="http://schemas.openxmlformats.org/officeDocument/2006/relationships/image" Target="../media/image192.emf"/><Relationship Id="rId10" Type="http://schemas.openxmlformats.org/officeDocument/2006/relationships/image" Target="../media/image195.emf"/><Relationship Id="rId4" Type="http://schemas.openxmlformats.org/officeDocument/2006/relationships/image" Target="../media/image191.emf"/><Relationship Id="rId9" Type="http://schemas.openxmlformats.org/officeDocument/2006/relationships/image" Target="../media/image194.e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8.bin"/><Relationship Id="rId13" Type="http://schemas.openxmlformats.org/officeDocument/2006/relationships/image" Target="../media/image201.emf"/><Relationship Id="rId3" Type="http://schemas.openxmlformats.org/officeDocument/2006/relationships/image" Target="../media/image196.emf"/><Relationship Id="rId7" Type="http://schemas.openxmlformats.org/officeDocument/2006/relationships/image" Target="../media/image198.emf"/><Relationship Id="rId12" Type="http://schemas.openxmlformats.org/officeDocument/2006/relationships/oleObject" Target="../embeddings/oleObject180.bin"/><Relationship Id="rId2" Type="http://schemas.openxmlformats.org/officeDocument/2006/relationships/oleObject" Target="../embeddings/oleObject175.bin"/><Relationship Id="rId16" Type="http://schemas.openxmlformats.org/officeDocument/2006/relationships/image" Target="../media/image203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77.bin"/><Relationship Id="rId11" Type="http://schemas.openxmlformats.org/officeDocument/2006/relationships/image" Target="../media/image200.emf"/><Relationship Id="rId5" Type="http://schemas.openxmlformats.org/officeDocument/2006/relationships/image" Target="../media/image197.emf"/><Relationship Id="rId15" Type="http://schemas.openxmlformats.org/officeDocument/2006/relationships/image" Target="../media/image202.emf"/><Relationship Id="rId10" Type="http://schemas.openxmlformats.org/officeDocument/2006/relationships/oleObject" Target="../embeddings/oleObject179.bin"/><Relationship Id="rId4" Type="http://schemas.openxmlformats.org/officeDocument/2006/relationships/oleObject" Target="../embeddings/oleObject176.bin"/><Relationship Id="rId9" Type="http://schemas.openxmlformats.org/officeDocument/2006/relationships/image" Target="../media/image199.emf"/><Relationship Id="rId14" Type="http://schemas.openxmlformats.org/officeDocument/2006/relationships/oleObject" Target="../embeddings/oleObject181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5.bin"/><Relationship Id="rId13" Type="http://schemas.openxmlformats.org/officeDocument/2006/relationships/image" Target="../media/image209.emf"/><Relationship Id="rId3" Type="http://schemas.openxmlformats.org/officeDocument/2006/relationships/image" Target="../media/image204.emf"/><Relationship Id="rId7" Type="http://schemas.openxmlformats.org/officeDocument/2006/relationships/image" Target="../media/image206.emf"/><Relationship Id="rId12" Type="http://schemas.openxmlformats.org/officeDocument/2006/relationships/oleObject" Target="../embeddings/oleObject187.bin"/><Relationship Id="rId2" Type="http://schemas.openxmlformats.org/officeDocument/2006/relationships/oleObject" Target="../embeddings/oleObject182.bin"/><Relationship Id="rId16" Type="http://schemas.openxmlformats.org/officeDocument/2006/relationships/image" Target="../media/image211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84.bin"/><Relationship Id="rId11" Type="http://schemas.openxmlformats.org/officeDocument/2006/relationships/image" Target="../media/image208.emf"/><Relationship Id="rId5" Type="http://schemas.openxmlformats.org/officeDocument/2006/relationships/image" Target="../media/image205.emf"/><Relationship Id="rId15" Type="http://schemas.openxmlformats.org/officeDocument/2006/relationships/image" Target="../media/image210.emf"/><Relationship Id="rId10" Type="http://schemas.openxmlformats.org/officeDocument/2006/relationships/oleObject" Target="../embeddings/oleObject186.bin"/><Relationship Id="rId4" Type="http://schemas.openxmlformats.org/officeDocument/2006/relationships/oleObject" Target="../embeddings/oleObject183.bin"/><Relationship Id="rId9" Type="http://schemas.openxmlformats.org/officeDocument/2006/relationships/image" Target="../media/image207.emf"/><Relationship Id="rId14" Type="http://schemas.openxmlformats.org/officeDocument/2006/relationships/oleObject" Target="../embeddings/oleObject188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2.bin"/><Relationship Id="rId13" Type="http://schemas.openxmlformats.org/officeDocument/2006/relationships/image" Target="../media/image217.emf"/><Relationship Id="rId3" Type="http://schemas.openxmlformats.org/officeDocument/2006/relationships/image" Target="../media/image212.emf"/><Relationship Id="rId7" Type="http://schemas.openxmlformats.org/officeDocument/2006/relationships/image" Target="../media/image214.emf"/><Relationship Id="rId12" Type="http://schemas.openxmlformats.org/officeDocument/2006/relationships/oleObject" Target="../embeddings/oleObject194.bin"/><Relationship Id="rId2" Type="http://schemas.openxmlformats.org/officeDocument/2006/relationships/oleObject" Target="../embeddings/oleObject18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91.bin"/><Relationship Id="rId11" Type="http://schemas.openxmlformats.org/officeDocument/2006/relationships/image" Target="../media/image216.emf"/><Relationship Id="rId5" Type="http://schemas.openxmlformats.org/officeDocument/2006/relationships/image" Target="../media/image213.emf"/><Relationship Id="rId15" Type="http://schemas.openxmlformats.org/officeDocument/2006/relationships/image" Target="../media/image218.emf"/><Relationship Id="rId10" Type="http://schemas.openxmlformats.org/officeDocument/2006/relationships/oleObject" Target="../embeddings/oleObject193.bin"/><Relationship Id="rId4" Type="http://schemas.openxmlformats.org/officeDocument/2006/relationships/oleObject" Target="../embeddings/oleObject190.bin"/><Relationship Id="rId9" Type="http://schemas.openxmlformats.org/officeDocument/2006/relationships/image" Target="../media/image215.emf"/><Relationship Id="rId14" Type="http://schemas.openxmlformats.org/officeDocument/2006/relationships/oleObject" Target="../embeddings/oleObject195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9.bin"/><Relationship Id="rId13" Type="http://schemas.openxmlformats.org/officeDocument/2006/relationships/image" Target="../media/image224.emf"/><Relationship Id="rId3" Type="http://schemas.openxmlformats.org/officeDocument/2006/relationships/image" Target="../media/image219.emf"/><Relationship Id="rId7" Type="http://schemas.openxmlformats.org/officeDocument/2006/relationships/image" Target="../media/image221.emf"/><Relationship Id="rId12" Type="http://schemas.openxmlformats.org/officeDocument/2006/relationships/oleObject" Target="../embeddings/oleObject201.bin"/><Relationship Id="rId17" Type="http://schemas.openxmlformats.org/officeDocument/2006/relationships/image" Target="../media/image226.emf"/><Relationship Id="rId2" Type="http://schemas.openxmlformats.org/officeDocument/2006/relationships/oleObject" Target="../embeddings/oleObject196.bin"/><Relationship Id="rId16" Type="http://schemas.openxmlformats.org/officeDocument/2006/relationships/oleObject" Target="../embeddings/oleObject20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98.bin"/><Relationship Id="rId11" Type="http://schemas.openxmlformats.org/officeDocument/2006/relationships/image" Target="../media/image223.emf"/><Relationship Id="rId5" Type="http://schemas.openxmlformats.org/officeDocument/2006/relationships/image" Target="../media/image220.emf"/><Relationship Id="rId15" Type="http://schemas.openxmlformats.org/officeDocument/2006/relationships/image" Target="../media/image225.emf"/><Relationship Id="rId10" Type="http://schemas.openxmlformats.org/officeDocument/2006/relationships/oleObject" Target="../embeddings/oleObject200.bin"/><Relationship Id="rId4" Type="http://schemas.openxmlformats.org/officeDocument/2006/relationships/oleObject" Target="../embeddings/oleObject197.bin"/><Relationship Id="rId9" Type="http://schemas.openxmlformats.org/officeDocument/2006/relationships/image" Target="../media/image222.emf"/><Relationship Id="rId14" Type="http://schemas.openxmlformats.org/officeDocument/2006/relationships/oleObject" Target="../embeddings/oleObject202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7.bin"/><Relationship Id="rId13" Type="http://schemas.openxmlformats.org/officeDocument/2006/relationships/image" Target="../media/image232.emf"/><Relationship Id="rId3" Type="http://schemas.openxmlformats.org/officeDocument/2006/relationships/image" Target="../media/image227.emf"/><Relationship Id="rId7" Type="http://schemas.openxmlformats.org/officeDocument/2006/relationships/image" Target="../media/image229.emf"/><Relationship Id="rId12" Type="http://schemas.openxmlformats.org/officeDocument/2006/relationships/oleObject" Target="../embeddings/oleObject209.bin"/><Relationship Id="rId2" Type="http://schemas.openxmlformats.org/officeDocument/2006/relationships/oleObject" Target="../embeddings/oleObject20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06.bin"/><Relationship Id="rId11" Type="http://schemas.openxmlformats.org/officeDocument/2006/relationships/image" Target="../media/image231.emf"/><Relationship Id="rId5" Type="http://schemas.openxmlformats.org/officeDocument/2006/relationships/image" Target="../media/image228.emf"/><Relationship Id="rId15" Type="http://schemas.openxmlformats.org/officeDocument/2006/relationships/image" Target="../media/image233.emf"/><Relationship Id="rId10" Type="http://schemas.openxmlformats.org/officeDocument/2006/relationships/oleObject" Target="../embeddings/oleObject208.bin"/><Relationship Id="rId4" Type="http://schemas.openxmlformats.org/officeDocument/2006/relationships/oleObject" Target="../embeddings/oleObject205.bin"/><Relationship Id="rId9" Type="http://schemas.openxmlformats.org/officeDocument/2006/relationships/image" Target="../media/image230.emf"/><Relationship Id="rId14" Type="http://schemas.openxmlformats.org/officeDocument/2006/relationships/oleObject" Target="../embeddings/oleObject210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4.bin"/><Relationship Id="rId13" Type="http://schemas.openxmlformats.org/officeDocument/2006/relationships/image" Target="../media/image239.emf"/><Relationship Id="rId3" Type="http://schemas.openxmlformats.org/officeDocument/2006/relationships/image" Target="../media/image234.emf"/><Relationship Id="rId7" Type="http://schemas.openxmlformats.org/officeDocument/2006/relationships/image" Target="../media/image236.emf"/><Relationship Id="rId12" Type="http://schemas.openxmlformats.org/officeDocument/2006/relationships/oleObject" Target="../embeddings/oleObject216.bin"/><Relationship Id="rId2" Type="http://schemas.openxmlformats.org/officeDocument/2006/relationships/oleObject" Target="../embeddings/oleObject21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13.bin"/><Relationship Id="rId11" Type="http://schemas.openxmlformats.org/officeDocument/2006/relationships/image" Target="../media/image238.emf"/><Relationship Id="rId5" Type="http://schemas.openxmlformats.org/officeDocument/2006/relationships/image" Target="../media/image235.emf"/><Relationship Id="rId15" Type="http://schemas.openxmlformats.org/officeDocument/2006/relationships/image" Target="../media/image240.emf"/><Relationship Id="rId10" Type="http://schemas.openxmlformats.org/officeDocument/2006/relationships/oleObject" Target="../embeddings/oleObject215.bin"/><Relationship Id="rId4" Type="http://schemas.openxmlformats.org/officeDocument/2006/relationships/oleObject" Target="../embeddings/oleObject212.bin"/><Relationship Id="rId9" Type="http://schemas.openxmlformats.org/officeDocument/2006/relationships/image" Target="../media/image237.emf"/><Relationship Id="rId14" Type="http://schemas.openxmlformats.org/officeDocument/2006/relationships/oleObject" Target="../embeddings/oleObject217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26" name="Text Box 2">
            <a:extLst>
              <a:ext uri="{FF2B5EF4-FFF2-40B4-BE49-F238E27FC236}">
                <a16:creationId xmlns:a16="http://schemas.microsoft.com/office/drawing/2014/main" id="{6133E3B5-7E67-9601-BF91-971D219C2C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0338" y="712788"/>
            <a:ext cx="6251575" cy="1031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tIns="82800" bIns="82800">
            <a:spAutoFit/>
          </a:bodyPr>
          <a:lstStyle/>
          <a:p>
            <a:pPr>
              <a:spcBef>
                <a:spcPct val="50000"/>
              </a:spcBef>
              <a:buFont typeface="Monotype Sorts" pitchFamily="2" charset="2"/>
              <a:buNone/>
              <a:defRPr/>
            </a:pPr>
            <a:r>
              <a:rPr lang="zh-CN" altLang="en-US" sz="5400" dirty="0">
                <a:solidFill>
                  <a:srgbClr val="FF33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隶书" pitchFamily="49" charset="-122"/>
                <a:ea typeface="隶书" pitchFamily="49" charset="-122"/>
              </a:rPr>
              <a:t>第</a:t>
            </a:r>
            <a:r>
              <a:rPr lang="en-US" altLang="zh-CN" sz="5400" dirty="0">
                <a:solidFill>
                  <a:srgbClr val="FF33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隶书" pitchFamily="49" charset="-122"/>
                <a:ea typeface="隶书" pitchFamily="49" charset="-122"/>
              </a:rPr>
              <a:t>4</a:t>
            </a:r>
            <a:r>
              <a:rPr lang="zh-CN" altLang="en-US" sz="5400" dirty="0">
                <a:solidFill>
                  <a:srgbClr val="FF33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隶书" pitchFamily="49" charset="-122"/>
                <a:ea typeface="隶书" pitchFamily="49" charset="-122"/>
              </a:rPr>
              <a:t>章 冲量和动量</a:t>
            </a:r>
          </a:p>
        </p:txBody>
      </p:sp>
      <p:pic>
        <p:nvPicPr>
          <p:cNvPr id="24579" name="Picture 3" descr="舰上发射焦">
            <a:extLst>
              <a:ext uri="{FF2B5EF4-FFF2-40B4-BE49-F238E27FC236}">
                <a16:creationId xmlns:a16="http://schemas.microsoft.com/office/drawing/2014/main" id="{7FD5EC56-929F-3568-8D7D-39F8B82E89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7" t="1671" r="1669" b="14142"/>
          <a:stretch>
            <a:fillRect/>
          </a:stretch>
        </p:blipFill>
        <p:spPr bwMode="auto">
          <a:xfrm>
            <a:off x="1490663" y="1916113"/>
            <a:ext cx="6119812" cy="3600450"/>
          </a:xfrm>
          <a:prstGeom prst="rect">
            <a:avLst/>
          </a:prstGeom>
          <a:noFill/>
          <a:ln w="38100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580" name="Text Box 4">
            <a:extLst>
              <a:ext uri="{FF2B5EF4-FFF2-40B4-BE49-F238E27FC236}">
                <a16:creationId xmlns:a16="http://schemas.microsoft.com/office/drawing/2014/main" id="{B80C4766-105E-443D-5E31-4CD1B870BF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5768975"/>
            <a:ext cx="59769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>
                <a:latin typeface="Arial" panose="020B0604020202020204" pitchFamily="34" charset="0"/>
                <a:ea typeface="楷体_GB2312" pitchFamily="49" charset="-122"/>
              </a:rPr>
              <a:t>我国舰艇上发射远程导弹实验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084" name="Text Box 4">
            <a:extLst>
              <a:ext uri="{FF2B5EF4-FFF2-40B4-BE49-F238E27FC236}">
                <a16:creationId xmlns:a16="http://schemas.microsoft.com/office/drawing/2014/main" id="{AE936771-1ED0-125E-BCE3-308D0E7FCF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3388" y="2274890"/>
            <a:ext cx="3810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en-US" altLang="zh-CN" dirty="0">
                <a:solidFill>
                  <a:srgbClr val="FFFF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kumimoji="1" lang="zh-CN" altLang="en-US" dirty="0">
                <a:solidFill>
                  <a:srgbClr val="FFFF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由势能函数求保守力</a:t>
            </a:r>
            <a:r>
              <a:rPr kumimoji="1" lang="zh-CN" altLang="en-US" dirty="0">
                <a:solidFill>
                  <a:srgbClr val="0000FF"/>
                </a:solidFill>
              </a:rPr>
              <a:t> </a:t>
            </a:r>
            <a:endParaRPr kumimoji="1" lang="zh-CN" altLang="en-US" b="0" dirty="0">
              <a:solidFill>
                <a:schemeClr val="tx1"/>
              </a:solidFill>
            </a:endParaRPr>
          </a:p>
        </p:txBody>
      </p:sp>
      <p:graphicFrame>
        <p:nvGraphicFramePr>
          <p:cNvPr id="558121" name="Object 41">
            <a:extLst>
              <a:ext uri="{FF2B5EF4-FFF2-40B4-BE49-F238E27FC236}">
                <a16:creationId xmlns:a16="http://schemas.microsoft.com/office/drawing/2014/main" id="{CA6DF8B4-04AD-F92E-F4C2-2E1CB9DD264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54777" y="3009900"/>
          <a:ext cx="38989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886013" imgH="822960" progId="Equation.3">
                  <p:embed/>
                </p:oleObj>
              </mc:Choice>
              <mc:Fallback>
                <p:oleObj name="公式" r:id="rId2" imgW="3886013" imgH="822960" progId="Equation.3">
                  <p:embed/>
                  <p:pic>
                    <p:nvPicPr>
                      <p:cNvPr id="558121" name="Object 41">
                        <a:extLst>
                          <a:ext uri="{FF2B5EF4-FFF2-40B4-BE49-F238E27FC236}">
                            <a16:creationId xmlns:a16="http://schemas.microsoft.com/office/drawing/2014/main" id="{CA6DF8B4-04AD-F92E-F4C2-2E1CB9DD264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4777" y="3009900"/>
                        <a:ext cx="3898900" cy="83820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66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58123" name="Picture 43" descr="j0293240">
            <a:extLst>
              <a:ext uri="{FF2B5EF4-FFF2-40B4-BE49-F238E27FC236}">
                <a16:creationId xmlns:a16="http://schemas.microsoft.com/office/drawing/2014/main" id="{64DA3FFD-4804-4C4C-3480-7573486470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9325" y="6381750"/>
            <a:ext cx="611188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Text Box 2">
            <a:extLst>
              <a:ext uri="{FF2B5EF4-FFF2-40B4-BE49-F238E27FC236}">
                <a16:creationId xmlns:a16="http://schemas.microsoft.com/office/drawing/2014/main" id="{5785E77A-FDA4-0071-CF03-1D38ACD37C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3388" y="604837"/>
            <a:ext cx="4222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保守力作功与势能的关系</a:t>
            </a:r>
          </a:p>
        </p:txBody>
      </p:sp>
      <p:graphicFrame>
        <p:nvGraphicFramePr>
          <p:cNvPr id="26" name="Object 9">
            <a:extLst>
              <a:ext uri="{FF2B5EF4-FFF2-40B4-BE49-F238E27FC236}">
                <a16:creationId xmlns:a16="http://schemas.microsoft.com/office/drawing/2014/main" id="{BAC0073D-CFFA-15E5-C877-C15663D892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95953" y="1435101"/>
          <a:ext cx="5919788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5235096" imgH="426942" progId="Equation.3">
                  <p:embed/>
                </p:oleObj>
              </mc:Choice>
              <mc:Fallback>
                <p:oleObj name="公式" r:id="rId5" imgW="5235096" imgH="426942" progId="Equation.3">
                  <p:embed/>
                  <p:pic>
                    <p:nvPicPr>
                      <p:cNvPr id="26" name="Object 9">
                        <a:extLst>
                          <a:ext uri="{FF2B5EF4-FFF2-40B4-BE49-F238E27FC236}">
                            <a16:creationId xmlns:a16="http://schemas.microsoft.com/office/drawing/2014/main" id="{BAC0073D-CFFA-15E5-C877-C15663D892F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5953" y="1435101"/>
                        <a:ext cx="5919788" cy="466725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0099CC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2">
            <a:extLst>
              <a:ext uri="{FF2B5EF4-FFF2-40B4-BE49-F238E27FC236}">
                <a16:creationId xmlns:a16="http://schemas.microsoft.com/office/drawing/2014/main" id="{8DA6718E-BF76-6DC5-3CCD-1BB993E06D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" y="4345276"/>
            <a:ext cx="4054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 eaLnBrk="1" hangingPunct="1">
              <a:lnSpc>
                <a:spcPct val="100000"/>
              </a:lnSpc>
              <a:buClrTx/>
              <a:buFontTx/>
              <a:buNone/>
            </a:pPr>
            <a:r>
              <a:rPr kumimoji="1" lang="en-US" altLang="zh-CN">
                <a:solidFill>
                  <a:srgbClr val="FFFF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kumimoji="1" lang="zh-CN" altLang="en-US">
                <a:solidFill>
                  <a:srgbClr val="FFFF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由势能曲线求保守力</a:t>
            </a: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73694404-C151-9344-092E-20E3769CBA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2488" y="4762788"/>
            <a:ext cx="67818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 eaLnBrk="1" hangingPunct="1">
              <a:lnSpc>
                <a:spcPct val="125000"/>
              </a:lnSpc>
              <a:buClrTx/>
              <a:buFontTx/>
              <a:buNone/>
            </a:pPr>
            <a:r>
              <a:rPr kumimoji="1"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势能曲线上某点斜率的负值，就是该点</a:t>
            </a:r>
          </a:p>
          <a:p>
            <a:pPr algn="l" eaLnBrk="1" hangingPunct="1">
              <a:lnSpc>
                <a:spcPct val="125000"/>
              </a:lnSpc>
              <a:buClrTx/>
              <a:buFontTx/>
              <a:buNone/>
            </a:pPr>
            <a:r>
              <a:rPr kumimoji="1"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对应位置处质点所受的保守力。 </a:t>
            </a:r>
          </a:p>
        </p:txBody>
      </p:sp>
      <p:graphicFrame>
        <p:nvGraphicFramePr>
          <p:cNvPr id="7" name="Object 4">
            <a:extLst>
              <a:ext uri="{FF2B5EF4-FFF2-40B4-BE49-F238E27FC236}">
                <a16:creationId xmlns:a16="http://schemas.microsoft.com/office/drawing/2014/main" id="{F05D7051-6667-D33F-B8AE-746B47DBAC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61150" y="4865976"/>
          <a:ext cx="17018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1691453" imgH="815479" progId="Equation.3">
                  <p:embed/>
                </p:oleObj>
              </mc:Choice>
              <mc:Fallback>
                <p:oleObj name="公式" r:id="rId7" imgW="1691453" imgH="815479" progId="Equation.3">
                  <p:embed/>
                  <p:pic>
                    <p:nvPicPr>
                      <p:cNvPr id="7" name="Object 4">
                        <a:extLst>
                          <a:ext uri="{FF2B5EF4-FFF2-40B4-BE49-F238E27FC236}">
                            <a16:creationId xmlns:a16="http://schemas.microsoft.com/office/drawing/2014/main" id="{F05D7051-6667-D33F-B8AE-746B47DBAC7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1150" y="4865976"/>
                        <a:ext cx="17018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58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8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58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58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8084" grpId="0" autoUpdateAnimBg="0"/>
      <p:bldP spid="30" grpId="0" autoUpdateAnimBg="0"/>
      <p:bldP spid="5" grpId="0" autoUpdateAnimBg="0"/>
      <p:bldP spid="6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49">
            <a:extLst>
              <a:ext uri="{FF2B5EF4-FFF2-40B4-BE49-F238E27FC236}">
                <a16:creationId xmlns:a16="http://schemas.microsoft.com/office/drawing/2014/main" id="{1BBA99E3-DA47-AE93-EE4E-E301779ACB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113" y="784225"/>
            <a:ext cx="426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zh-CN" altLang="en-US" dirty="0">
                <a:solidFill>
                  <a:srgbClr val="66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质点的动量定理</a:t>
            </a:r>
            <a:endParaRPr kumimoji="1" lang="zh-CN" altLang="en-US" b="0" dirty="0">
              <a:solidFill>
                <a:srgbClr val="66FF33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8" name="Text Box 51">
            <a:extLst>
              <a:ext uri="{FF2B5EF4-FFF2-40B4-BE49-F238E27FC236}">
                <a16:creationId xmlns:a16="http://schemas.microsoft.com/office/drawing/2014/main" id="{64D20837-B33F-87FA-A034-5DAF991D71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6625" y="839788"/>
            <a:ext cx="2425700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Font typeface="Monotype Sorts" pitchFamily="2" charset="2"/>
              <a:buNone/>
              <a:defRPr/>
            </a:pPr>
            <a:r>
              <a:rPr kumimoji="1" lang="en-US" altLang="zh-CN" sz="2000" dirty="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zh-CN" altLang="en-US" sz="2000" dirty="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质点动量定理</a:t>
            </a:r>
            <a:r>
              <a:rPr kumimoji="1" lang="en-US" altLang="zh-CN" sz="2000" dirty="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)</a:t>
            </a:r>
            <a:endParaRPr kumimoji="1" lang="en-US" altLang="zh-CN" sz="2000" b="0" dirty="0">
              <a:solidFill>
                <a:srgbClr val="FF99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graphicFrame>
        <p:nvGraphicFramePr>
          <p:cNvPr id="9" name="Object 2">
            <a:extLst>
              <a:ext uri="{FF2B5EF4-FFF2-40B4-BE49-F238E27FC236}">
                <a16:creationId xmlns:a16="http://schemas.microsoft.com/office/drawing/2014/main" id="{4BC50C04-6085-8C28-9D11-ED40C23DE32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08325" y="735013"/>
          <a:ext cx="8001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777302" imgH="609489" progId="Equation.3">
                  <p:embed/>
                </p:oleObj>
              </mc:Choice>
              <mc:Fallback>
                <p:oleObj name="公式" r:id="rId2" imgW="777302" imgH="609489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8325" y="735013"/>
                        <a:ext cx="800100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3">
            <a:extLst>
              <a:ext uri="{FF2B5EF4-FFF2-40B4-BE49-F238E27FC236}">
                <a16:creationId xmlns:a16="http://schemas.microsoft.com/office/drawing/2014/main" id="{0D35E5CE-C0D7-2F6C-0DF4-7DECA227EB4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05263" y="862013"/>
          <a:ext cx="11176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097280" imgH="343149" progId="Equation.3">
                  <p:embed/>
                </p:oleObj>
              </mc:Choice>
              <mc:Fallback>
                <p:oleObj name="公式" r:id="rId4" imgW="1097280" imgH="343149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5263" y="862013"/>
                        <a:ext cx="11176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51">
            <a:extLst>
              <a:ext uri="{FF2B5EF4-FFF2-40B4-BE49-F238E27FC236}">
                <a16:creationId xmlns:a16="http://schemas.microsoft.com/office/drawing/2014/main" id="{4931D020-3C06-25F8-BD70-928361731A7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74713" y="1712913"/>
          <a:ext cx="4465637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125887" imgH="381055" progId="Equation.3">
                  <p:embed/>
                </p:oleObj>
              </mc:Choice>
              <mc:Fallback>
                <p:oleObj name="公式" r:id="rId6" imgW="2125887" imgH="381055" progId="Equation.3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4713" y="1712913"/>
                        <a:ext cx="4465637" cy="844550"/>
                      </a:xfrm>
                      <a:prstGeom prst="rect">
                        <a:avLst/>
                      </a:prstGeom>
                      <a:solidFill>
                        <a:srgbClr val="333333"/>
                      </a:solidFill>
                      <a:ln w="19050">
                        <a:solidFill>
                          <a:srgbClr val="33CC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52">
            <a:extLst>
              <a:ext uri="{FF2B5EF4-FFF2-40B4-BE49-F238E27FC236}">
                <a16:creationId xmlns:a16="http://schemas.microsoft.com/office/drawing/2014/main" id="{45958C5C-C346-7738-6E23-4A83FAB083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4300" y="2266950"/>
            <a:ext cx="2470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r>
              <a:rPr lang="zh-CN" altLang="en-US" sz="2000">
                <a:latin typeface="Times New Roman" panose="02020603050405020304" pitchFamily="18" charset="0"/>
                <a:ea typeface="楷体_GB2312" pitchFamily="49" charset="-122"/>
              </a:rPr>
              <a:t>（质点系动量定理）</a:t>
            </a:r>
            <a:endParaRPr lang="zh-CN" altLang="en-US" sz="2000" b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3" name="Text Box 4">
            <a:extLst>
              <a:ext uri="{FF2B5EF4-FFF2-40B4-BE49-F238E27FC236}">
                <a16:creationId xmlns:a16="http://schemas.microsoft.com/office/drawing/2014/main" id="{14EB6EE0-3276-B086-53C3-762C1FC6A3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013" y="3392488"/>
            <a:ext cx="182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当合外力</a:t>
            </a:r>
          </a:p>
        </p:txBody>
      </p:sp>
      <p:sp>
        <p:nvSpPr>
          <p:cNvPr id="14" name="Text Box 6">
            <a:extLst>
              <a:ext uri="{FF2B5EF4-FFF2-40B4-BE49-F238E27FC236}">
                <a16:creationId xmlns:a16="http://schemas.microsoft.com/office/drawing/2014/main" id="{877C98E2-5FA4-6F4F-12BA-C52F987223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2788" y="4751388"/>
            <a:ext cx="7756525" cy="466725"/>
          </a:xfrm>
          <a:prstGeom prst="rect">
            <a:avLst/>
          </a:prstGeom>
          <a:solidFill>
            <a:srgbClr val="00CCFF">
              <a:alpha val="25000"/>
            </a:srgbClr>
          </a:solidFill>
          <a:ln w="9525">
            <a:solidFill>
              <a:srgbClr val="FFFFFF">
                <a:alpha val="22000"/>
              </a:srgbClr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algn="ctr">
              <a:buClr>
                <a:srgbClr val="00FFCC"/>
              </a:buClr>
              <a:buSzPct val="80000"/>
              <a:buFont typeface="Wingdings" pitchFamily="2" charset="2"/>
              <a:buNone/>
              <a:defRPr/>
            </a:pP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质点系所受合外力为零时，质点系的总动量保持不变。</a:t>
            </a:r>
          </a:p>
        </p:txBody>
      </p:sp>
      <p:graphicFrame>
        <p:nvGraphicFramePr>
          <p:cNvPr id="15" name="Object 3">
            <a:extLst>
              <a:ext uri="{FF2B5EF4-FFF2-40B4-BE49-F238E27FC236}">
                <a16:creationId xmlns:a16="http://schemas.microsoft.com/office/drawing/2014/main" id="{1B9B7A10-B124-AAD8-50EC-5D36CC04F3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59000" y="3503613"/>
          <a:ext cx="914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891758" imgH="373574" progId="Equation.3">
                  <p:embed/>
                </p:oleObj>
              </mc:Choice>
              <mc:Fallback>
                <p:oleObj name="公式" r:id="rId8" imgW="891758" imgH="373574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9000" y="3503613"/>
                        <a:ext cx="9144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4">
            <a:extLst>
              <a:ext uri="{FF2B5EF4-FFF2-40B4-BE49-F238E27FC236}">
                <a16:creationId xmlns:a16="http://schemas.microsoft.com/office/drawing/2014/main" id="{B46EDD88-D711-C693-4EE6-E8B1005F2B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83125" y="3294063"/>
          <a:ext cx="12192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196309" imgH="701262" progId="Equation.3">
                  <p:embed/>
                </p:oleObj>
              </mc:Choice>
              <mc:Fallback>
                <p:oleObj name="公式" r:id="rId10" imgW="1196309" imgH="701262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25" y="3294063"/>
                        <a:ext cx="12192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5">
            <a:extLst>
              <a:ext uri="{FF2B5EF4-FFF2-40B4-BE49-F238E27FC236}">
                <a16:creationId xmlns:a16="http://schemas.microsoft.com/office/drawing/2014/main" id="{57B4C183-9C11-5BD7-4DCC-F3AAAFD2C87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5038" y="4148138"/>
          <a:ext cx="2619375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895724" imgH="434423" progId="Equation.3">
                  <p:embed/>
                </p:oleObj>
              </mc:Choice>
              <mc:Fallback>
                <p:oleObj name="公式" r:id="rId12" imgW="2895724" imgH="434423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5038" y="4148138"/>
                        <a:ext cx="2619375" cy="409575"/>
                      </a:xfrm>
                      <a:prstGeom prst="rect">
                        <a:avLst/>
                      </a:prstGeom>
                      <a:solidFill>
                        <a:srgbClr val="00FFFF">
                          <a:alpha val="25098"/>
                        </a:srgbClr>
                      </a:solidFill>
                      <a:ln w="9525">
                        <a:solidFill>
                          <a:srgbClr val="FFFFFF">
                            <a:alpha val="27058"/>
                          </a:srgbClr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11">
            <a:extLst>
              <a:ext uri="{FF2B5EF4-FFF2-40B4-BE49-F238E27FC236}">
                <a16:creationId xmlns:a16="http://schemas.microsoft.com/office/drawing/2014/main" id="{D8E8A469-853D-B880-5C41-182DC29A99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6313" y="4194175"/>
            <a:ext cx="3403600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Font typeface="Monotype Sorts" pitchFamily="2" charset="2"/>
              <a:buNone/>
              <a:defRPr/>
            </a:pPr>
            <a:r>
              <a:rPr kumimoji="1" lang="en-US" altLang="zh-CN" sz="2000" dirty="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  <a:ea typeface="宋体" pitchFamily="2" charset="-122"/>
              </a:rPr>
              <a:t>(</a:t>
            </a:r>
            <a:r>
              <a:rPr kumimoji="1" lang="zh-CN" altLang="en-US" sz="2000" dirty="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  <a:ea typeface="宋体" pitchFamily="2" charset="-122"/>
              </a:rPr>
              <a:t>质点系的动量守恒定律</a:t>
            </a:r>
            <a:r>
              <a:rPr kumimoji="1" lang="en-US" altLang="zh-CN" sz="2000" dirty="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  <a:ea typeface="宋体" pitchFamily="2" charset="-122"/>
              </a:rPr>
              <a:t>)</a:t>
            </a:r>
            <a:endParaRPr kumimoji="1" lang="en-US" altLang="zh-CN" sz="2000" b="0" dirty="0">
              <a:solidFill>
                <a:srgbClr val="FF9900"/>
              </a:solidFill>
              <a:latin typeface="宋体" pitchFamily="2" charset="-122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  <p:bldP spid="8" grpId="0"/>
      <p:bldP spid="12" grpId="0" autoUpdateAnimBg="0"/>
      <p:bldP spid="13" grpId="0"/>
      <p:bldP spid="14" grpId="0" animBg="1"/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90" name="Text Box 2">
            <a:extLst>
              <a:ext uri="{FF2B5EF4-FFF2-40B4-BE49-F238E27FC236}">
                <a16:creationId xmlns:a16="http://schemas.microsoft.com/office/drawing/2014/main" id="{4F0A2EA9-7B09-F776-F759-85AD2D54C7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125" y="204788"/>
            <a:ext cx="8142288" cy="1643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lnSpc>
                <a:spcPct val="140000"/>
              </a:lnSpc>
              <a:buClr>
                <a:schemeClr val="tx2"/>
              </a:buClr>
              <a:buFont typeface="Monotype Sorts" pitchFamily="2" charset="2"/>
              <a:buNone/>
            </a:pPr>
            <a:r>
              <a:rPr lang="zh-CN" altLang="en-US"/>
              <a:t>在恒星系中，两个质量分别为 </a:t>
            </a:r>
            <a:r>
              <a:rPr lang="en-US" altLang="zh-CN" i="1">
                <a:solidFill>
                  <a:srgbClr val="66FFFF"/>
                </a:solidFill>
              </a:rPr>
              <a:t>m</a:t>
            </a:r>
            <a:r>
              <a:rPr lang="en-US" altLang="zh-CN" baseline="-25000">
                <a:solidFill>
                  <a:srgbClr val="66FFFF"/>
                </a:solidFill>
              </a:rPr>
              <a:t>1 </a:t>
            </a:r>
            <a:r>
              <a:rPr lang="zh-CN" altLang="en-US"/>
              <a:t>和 </a:t>
            </a:r>
            <a:r>
              <a:rPr lang="en-US" altLang="zh-CN" i="1">
                <a:solidFill>
                  <a:srgbClr val="66FFFF"/>
                </a:solidFill>
              </a:rPr>
              <a:t>m</a:t>
            </a:r>
            <a:r>
              <a:rPr lang="en-US" altLang="zh-CN" baseline="-25000">
                <a:solidFill>
                  <a:srgbClr val="66FFFF"/>
                </a:solidFill>
              </a:rPr>
              <a:t>2</a:t>
            </a:r>
            <a:r>
              <a:rPr lang="en-US" altLang="zh-CN"/>
              <a:t> </a:t>
            </a:r>
            <a:r>
              <a:rPr lang="zh-CN" altLang="en-US"/>
              <a:t>的星球，原来为静止，且相距为无穷远，后在引力的作用下，互相接近，到相距为 </a:t>
            </a:r>
            <a:r>
              <a:rPr lang="en-US" altLang="zh-CN" i="1">
                <a:solidFill>
                  <a:srgbClr val="66FFFF"/>
                </a:solidFill>
              </a:rPr>
              <a:t>r </a:t>
            </a:r>
            <a:r>
              <a:rPr lang="zh-CN" altLang="en-US"/>
              <a:t>时。</a:t>
            </a:r>
          </a:p>
        </p:txBody>
      </p:sp>
      <p:sp>
        <p:nvSpPr>
          <p:cNvPr id="370691" name="Oval 3">
            <a:extLst>
              <a:ext uri="{FF2B5EF4-FFF2-40B4-BE49-F238E27FC236}">
                <a16:creationId xmlns:a16="http://schemas.microsoft.com/office/drawing/2014/main" id="{D2A92217-4A39-4A0F-7324-741BFE40E2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2163" y="2479675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None/>
            </a:pPr>
            <a:endParaRPr lang="zh-CN" altLang="en-US"/>
          </a:p>
        </p:txBody>
      </p:sp>
      <p:sp>
        <p:nvSpPr>
          <p:cNvPr id="370692" name="Oval 4">
            <a:extLst>
              <a:ext uri="{FF2B5EF4-FFF2-40B4-BE49-F238E27FC236}">
                <a16:creationId xmlns:a16="http://schemas.microsoft.com/office/drawing/2014/main" id="{AA77201C-FEA6-51B9-F9A2-91C2E23A40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6713" y="2479675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None/>
            </a:pPr>
            <a:endParaRPr lang="zh-CN" altLang="en-US"/>
          </a:p>
        </p:txBody>
      </p:sp>
      <p:sp>
        <p:nvSpPr>
          <p:cNvPr id="370693" name="Line 5">
            <a:extLst>
              <a:ext uri="{FF2B5EF4-FFF2-40B4-BE49-F238E27FC236}">
                <a16:creationId xmlns:a16="http://schemas.microsoft.com/office/drawing/2014/main" id="{A3AD7556-41DE-0624-61EB-38CFDAB3F6B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76963" y="2632075"/>
            <a:ext cx="838200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0694" name="Line 6">
            <a:extLst>
              <a:ext uri="{FF2B5EF4-FFF2-40B4-BE49-F238E27FC236}">
                <a16:creationId xmlns:a16="http://schemas.microsoft.com/office/drawing/2014/main" id="{630C586C-D9D6-3D0A-A3CB-C8E1E5482DBB}"/>
              </a:ext>
            </a:extLst>
          </p:cNvPr>
          <p:cNvSpPr>
            <a:spLocks noChangeShapeType="1"/>
          </p:cNvSpPr>
          <p:nvPr/>
        </p:nvSpPr>
        <p:spPr bwMode="auto">
          <a:xfrm rot="10810340" flipV="1">
            <a:off x="7224713" y="2630488"/>
            <a:ext cx="760412" cy="1587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70695" name="Object 2">
            <a:extLst>
              <a:ext uri="{FF2B5EF4-FFF2-40B4-BE49-F238E27FC236}">
                <a16:creationId xmlns:a16="http://schemas.microsoft.com/office/drawing/2014/main" id="{EC24F789-B016-147D-74AD-BC22031708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05488" y="2060575"/>
          <a:ext cx="40322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5049" imgH="365594" progId="Equation.3">
                  <p:embed/>
                </p:oleObj>
              </mc:Choice>
              <mc:Fallback>
                <p:oleObj name="Equation" r:id="rId2" imgW="305049" imgH="365594" progId="Equation.3">
                  <p:embed/>
                  <p:pic>
                    <p:nvPicPr>
                      <p:cNvPr id="370695" name="Object 2">
                        <a:extLst>
                          <a:ext uri="{FF2B5EF4-FFF2-40B4-BE49-F238E27FC236}">
                            <a16:creationId xmlns:a16="http://schemas.microsoft.com/office/drawing/2014/main" id="{EC24F789-B016-147D-74AD-BC220317086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5488" y="2060575"/>
                        <a:ext cx="403225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0696" name="Object 3">
            <a:extLst>
              <a:ext uri="{FF2B5EF4-FFF2-40B4-BE49-F238E27FC236}">
                <a16:creationId xmlns:a16="http://schemas.microsoft.com/office/drawing/2014/main" id="{4C96DF20-8F76-90A4-7C48-73A7CEE71B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93063" y="2079625"/>
          <a:ext cx="446087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42869" imgH="365594" progId="Equation.3">
                  <p:embed/>
                </p:oleObj>
              </mc:Choice>
              <mc:Fallback>
                <p:oleObj name="Equation" r:id="rId4" imgW="342869" imgH="365594" progId="Equation.3">
                  <p:embed/>
                  <p:pic>
                    <p:nvPicPr>
                      <p:cNvPr id="370696" name="Object 3">
                        <a:extLst>
                          <a:ext uri="{FF2B5EF4-FFF2-40B4-BE49-F238E27FC236}">
                            <a16:creationId xmlns:a16="http://schemas.microsoft.com/office/drawing/2014/main" id="{4C96DF20-8F76-90A4-7C48-73A7CEE71B3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93063" y="2079625"/>
                        <a:ext cx="446087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0697" name="Object 4">
            <a:extLst>
              <a:ext uri="{FF2B5EF4-FFF2-40B4-BE49-F238E27FC236}">
                <a16:creationId xmlns:a16="http://schemas.microsoft.com/office/drawing/2014/main" id="{18AC3C12-3EE6-78D3-9208-0D22CEE3C6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51575" y="2667000"/>
          <a:ext cx="331788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36376" imgH="365594" progId="Equation.3">
                  <p:embed/>
                </p:oleObj>
              </mc:Choice>
              <mc:Fallback>
                <p:oleObj name="公式" r:id="rId6" imgW="236376" imgH="365594" progId="Equation.3">
                  <p:embed/>
                  <p:pic>
                    <p:nvPicPr>
                      <p:cNvPr id="370697" name="Object 4">
                        <a:extLst>
                          <a:ext uri="{FF2B5EF4-FFF2-40B4-BE49-F238E27FC236}">
                            <a16:creationId xmlns:a16="http://schemas.microsoft.com/office/drawing/2014/main" id="{18AC3C12-3EE6-78D3-9208-0D22CEE3C6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51575" y="2667000"/>
                        <a:ext cx="331788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0698" name="Object 5">
            <a:extLst>
              <a:ext uri="{FF2B5EF4-FFF2-40B4-BE49-F238E27FC236}">
                <a16:creationId xmlns:a16="http://schemas.microsoft.com/office/drawing/2014/main" id="{C4E52EE1-0A81-F51F-8B92-B14D3D5D2C6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50150" y="2667000"/>
          <a:ext cx="374650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74196" imgH="365594" progId="Equation.3">
                  <p:embed/>
                </p:oleObj>
              </mc:Choice>
              <mc:Fallback>
                <p:oleObj name="公式" r:id="rId8" imgW="274196" imgH="365594" progId="Equation.3">
                  <p:embed/>
                  <p:pic>
                    <p:nvPicPr>
                      <p:cNvPr id="370698" name="Object 5">
                        <a:extLst>
                          <a:ext uri="{FF2B5EF4-FFF2-40B4-BE49-F238E27FC236}">
                            <a16:creationId xmlns:a16="http://schemas.microsoft.com/office/drawing/2014/main" id="{C4E52EE1-0A81-F51F-8B92-B14D3D5D2C6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0150" y="2667000"/>
                        <a:ext cx="374650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0699" name="Text Box 11">
            <a:extLst>
              <a:ext uri="{FF2B5EF4-FFF2-40B4-BE49-F238E27FC236}">
                <a16:creationId xmlns:a16="http://schemas.microsoft.com/office/drawing/2014/main" id="{42500699-129B-7235-EBA6-19385FE5B8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400" y="2401888"/>
            <a:ext cx="493713" cy="534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None/>
            </a:pPr>
            <a:r>
              <a:rPr lang="zh-CN" altLang="en-US">
                <a:solidFill>
                  <a:srgbClr val="FFFF00"/>
                </a:solidFill>
              </a:rPr>
              <a:t>解</a:t>
            </a:r>
            <a:endParaRPr lang="zh-CN" altLang="en-US" b="0">
              <a:solidFill>
                <a:srgbClr val="FFFF00"/>
              </a:solidFill>
            </a:endParaRPr>
          </a:p>
        </p:txBody>
      </p:sp>
      <p:graphicFrame>
        <p:nvGraphicFramePr>
          <p:cNvPr id="370700" name="Object 6">
            <a:extLst>
              <a:ext uri="{FF2B5EF4-FFF2-40B4-BE49-F238E27FC236}">
                <a16:creationId xmlns:a16="http://schemas.microsoft.com/office/drawing/2014/main" id="{7129576D-AA2A-466F-479E-3C1E9CA7A0A7}"/>
              </a:ext>
            </a:extLst>
          </p:cNvPr>
          <p:cNvGraphicFramePr>
            <a:graphicFrameLocks/>
          </p:cNvGraphicFramePr>
          <p:nvPr/>
        </p:nvGraphicFramePr>
        <p:xfrm>
          <a:off x="1290638" y="2997200"/>
          <a:ext cx="1884362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042284" imgH="365594" progId="Equation.3">
                  <p:embed/>
                </p:oleObj>
              </mc:Choice>
              <mc:Fallback>
                <p:oleObj name="公式" r:id="rId10" imgW="2042284" imgH="365594" progId="Equation.3">
                  <p:embed/>
                  <p:pic>
                    <p:nvPicPr>
                      <p:cNvPr id="370700" name="Object 6">
                        <a:extLst>
                          <a:ext uri="{FF2B5EF4-FFF2-40B4-BE49-F238E27FC236}">
                            <a16:creationId xmlns:a16="http://schemas.microsoft.com/office/drawing/2014/main" id="{7129576D-AA2A-466F-479E-3C1E9CA7A0A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0638" y="2997200"/>
                        <a:ext cx="1884362" cy="376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0701" name="Line 13">
            <a:extLst>
              <a:ext uri="{FF2B5EF4-FFF2-40B4-BE49-F238E27FC236}">
                <a16:creationId xmlns:a16="http://schemas.microsoft.com/office/drawing/2014/main" id="{29159753-271F-1A70-8E6F-41F678AE2D77}"/>
              </a:ext>
            </a:extLst>
          </p:cNvPr>
          <p:cNvSpPr>
            <a:spLocks noChangeShapeType="1"/>
          </p:cNvSpPr>
          <p:nvPr/>
        </p:nvSpPr>
        <p:spPr bwMode="auto">
          <a:xfrm>
            <a:off x="5824538" y="3371850"/>
            <a:ext cx="2597150" cy="4763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70702" name="Object 7">
            <a:extLst>
              <a:ext uri="{FF2B5EF4-FFF2-40B4-BE49-F238E27FC236}">
                <a16:creationId xmlns:a16="http://schemas.microsoft.com/office/drawing/2014/main" id="{F9C1E045-32E6-799D-2529-494990218A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23238" y="3390900"/>
          <a:ext cx="376237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76138" imgH="83792" progId="Equation.3">
                  <p:embed/>
                </p:oleObj>
              </mc:Choice>
              <mc:Fallback>
                <p:oleObj name="Equation" r:id="rId12" imgW="76138" imgH="83792" progId="Equation.3">
                  <p:embed/>
                  <p:pic>
                    <p:nvPicPr>
                      <p:cNvPr id="370702" name="Object 7">
                        <a:extLst>
                          <a:ext uri="{FF2B5EF4-FFF2-40B4-BE49-F238E27FC236}">
                            <a16:creationId xmlns:a16="http://schemas.microsoft.com/office/drawing/2014/main" id="{F9C1E045-32E6-799D-2529-494990218A9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23238" y="3390900"/>
                        <a:ext cx="376237" cy="369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0703" name="Object 8">
            <a:extLst>
              <a:ext uri="{FF2B5EF4-FFF2-40B4-BE49-F238E27FC236}">
                <a16:creationId xmlns:a16="http://schemas.microsoft.com/office/drawing/2014/main" id="{E5705C3B-D45B-B534-942B-1ABE26C80B42}"/>
              </a:ext>
            </a:extLst>
          </p:cNvPr>
          <p:cNvGraphicFramePr>
            <a:graphicFrameLocks/>
          </p:cNvGraphicFramePr>
          <p:nvPr/>
        </p:nvGraphicFramePr>
        <p:xfrm>
          <a:off x="1255713" y="3644900"/>
          <a:ext cx="3873500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4251773" imgH="769592" progId="Equation.3">
                  <p:embed/>
                </p:oleObj>
              </mc:Choice>
              <mc:Fallback>
                <p:oleObj name="公式" r:id="rId14" imgW="4251773" imgH="769592" progId="Equation.3">
                  <p:embed/>
                  <p:pic>
                    <p:nvPicPr>
                      <p:cNvPr id="370703" name="Object 8">
                        <a:extLst>
                          <a:ext uri="{FF2B5EF4-FFF2-40B4-BE49-F238E27FC236}">
                            <a16:creationId xmlns:a16="http://schemas.microsoft.com/office/drawing/2014/main" id="{E5705C3B-D45B-B534-942B-1ABE26C80B4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5713" y="3644900"/>
                        <a:ext cx="3873500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0704" name="Text Box 16">
            <a:extLst>
              <a:ext uri="{FF2B5EF4-FFF2-40B4-BE49-F238E27FC236}">
                <a16:creationId xmlns:a16="http://schemas.microsoft.com/office/drawing/2014/main" id="{843AFE30-6983-1A35-5039-BAE8862E0F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975" y="2409825"/>
            <a:ext cx="3935413" cy="53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None/>
            </a:pPr>
            <a:r>
              <a:rPr lang="zh-CN" altLang="en-US"/>
              <a:t>由动量守恒，机械能守恒</a:t>
            </a:r>
          </a:p>
        </p:txBody>
      </p:sp>
      <p:graphicFrame>
        <p:nvGraphicFramePr>
          <p:cNvPr id="370705" name="Object 9">
            <a:extLst>
              <a:ext uri="{FF2B5EF4-FFF2-40B4-BE49-F238E27FC236}">
                <a16:creationId xmlns:a16="http://schemas.microsoft.com/office/drawing/2014/main" id="{11AB0B43-A07D-46C1-6609-1588042ED3F2}"/>
              </a:ext>
            </a:extLst>
          </p:cNvPr>
          <p:cNvGraphicFramePr>
            <a:graphicFrameLocks/>
          </p:cNvGraphicFramePr>
          <p:nvPr/>
        </p:nvGraphicFramePr>
        <p:xfrm>
          <a:off x="2214563" y="4608513"/>
          <a:ext cx="2559050" cy="868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2788733" imgH="914234" progId="Equation.3">
                  <p:embed/>
                </p:oleObj>
              </mc:Choice>
              <mc:Fallback>
                <p:oleObj name="公式" r:id="rId16" imgW="2788733" imgH="914234" progId="Equation.3">
                  <p:embed/>
                  <p:pic>
                    <p:nvPicPr>
                      <p:cNvPr id="370705" name="Object 9">
                        <a:extLst>
                          <a:ext uri="{FF2B5EF4-FFF2-40B4-BE49-F238E27FC236}">
                            <a16:creationId xmlns:a16="http://schemas.microsoft.com/office/drawing/2014/main" id="{11AB0B43-A07D-46C1-6609-1588042ED3F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4563" y="4608513"/>
                        <a:ext cx="2559050" cy="868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0706" name="Object 10">
            <a:extLst>
              <a:ext uri="{FF2B5EF4-FFF2-40B4-BE49-F238E27FC236}">
                <a16:creationId xmlns:a16="http://schemas.microsoft.com/office/drawing/2014/main" id="{80DC4643-2398-09BD-6B6D-295DEF2F1DD6}"/>
              </a:ext>
            </a:extLst>
          </p:cNvPr>
          <p:cNvGraphicFramePr>
            <a:graphicFrameLocks/>
          </p:cNvGraphicFramePr>
          <p:nvPr/>
        </p:nvGraphicFramePr>
        <p:xfrm>
          <a:off x="5815013" y="4608513"/>
          <a:ext cx="2559050" cy="868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2788733" imgH="914234" progId="Equation.3">
                  <p:embed/>
                </p:oleObj>
              </mc:Choice>
              <mc:Fallback>
                <p:oleObj name="公式" r:id="rId18" imgW="2788733" imgH="914234" progId="Equation.3">
                  <p:embed/>
                  <p:pic>
                    <p:nvPicPr>
                      <p:cNvPr id="370706" name="Object 10">
                        <a:extLst>
                          <a:ext uri="{FF2B5EF4-FFF2-40B4-BE49-F238E27FC236}">
                            <a16:creationId xmlns:a16="http://schemas.microsoft.com/office/drawing/2014/main" id="{80DC4643-2398-09BD-6B6D-295DEF2F1DD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5013" y="4608513"/>
                        <a:ext cx="2559050" cy="868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0707" name="Object 11">
            <a:extLst>
              <a:ext uri="{FF2B5EF4-FFF2-40B4-BE49-F238E27FC236}">
                <a16:creationId xmlns:a16="http://schemas.microsoft.com/office/drawing/2014/main" id="{EC35E707-6E45-8F95-C1DE-9C66BCAC30F5}"/>
              </a:ext>
            </a:extLst>
          </p:cNvPr>
          <p:cNvGraphicFramePr>
            <a:graphicFrameLocks/>
          </p:cNvGraphicFramePr>
          <p:nvPr/>
        </p:nvGraphicFramePr>
        <p:xfrm>
          <a:off x="2185988" y="5684838"/>
          <a:ext cx="6056312" cy="868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6675244" imgH="914234" progId="Equation.3">
                  <p:embed/>
                </p:oleObj>
              </mc:Choice>
              <mc:Fallback>
                <p:oleObj name="公式" r:id="rId20" imgW="6675244" imgH="914234" progId="Equation.3">
                  <p:embed/>
                  <p:pic>
                    <p:nvPicPr>
                      <p:cNvPr id="370707" name="Object 11">
                        <a:extLst>
                          <a:ext uri="{FF2B5EF4-FFF2-40B4-BE49-F238E27FC236}">
                            <a16:creationId xmlns:a16="http://schemas.microsoft.com/office/drawing/2014/main" id="{EC35E707-6E45-8F95-C1DE-9C66BCAC30F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5988" y="5684838"/>
                        <a:ext cx="6056312" cy="868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0709" name="Text Box 21">
            <a:extLst>
              <a:ext uri="{FF2B5EF4-FFF2-40B4-BE49-F238E27FC236}">
                <a16:creationId xmlns:a16="http://schemas.microsoft.com/office/drawing/2014/main" id="{22956703-8FCC-F426-EAF0-7D2B532084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" y="269875"/>
            <a:ext cx="776288" cy="550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82800" bIns="82800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just">
              <a:lnSpc>
                <a:spcPct val="120000"/>
              </a:lnSpc>
              <a:spcBef>
                <a:spcPct val="50000"/>
              </a:spcBef>
              <a:buClr>
                <a:schemeClr val="tx2"/>
              </a:buClr>
              <a:buFont typeface="Monotype Sorts" pitchFamily="2" charset="2"/>
              <a:buNone/>
            </a:pPr>
            <a:r>
              <a:rPr lang="zh-CN" altLang="en-US">
                <a:solidFill>
                  <a:srgbClr val="FFFF00"/>
                </a:solidFill>
              </a:rPr>
              <a:t>例</a:t>
            </a:r>
            <a:endParaRPr lang="en-US" altLang="zh-CN">
              <a:solidFill>
                <a:srgbClr val="FFFF00"/>
              </a:solidFill>
            </a:endParaRPr>
          </a:p>
        </p:txBody>
      </p:sp>
      <p:sp>
        <p:nvSpPr>
          <p:cNvPr id="370710" name="AutoShape 22">
            <a:extLst>
              <a:ext uri="{FF2B5EF4-FFF2-40B4-BE49-F238E27FC236}">
                <a16:creationId xmlns:a16="http://schemas.microsoft.com/office/drawing/2014/main" id="{2C51E629-4D1B-1D24-CBAA-17872ABDDF9C}"/>
              </a:ext>
            </a:extLst>
          </p:cNvPr>
          <p:cNvSpPr>
            <a:spLocks/>
          </p:cNvSpPr>
          <p:nvPr/>
        </p:nvSpPr>
        <p:spPr bwMode="auto">
          <a:xfrm>
            <a:off x="765175" y="3141663"/>
            <a:ext cx="330200" cy="657225"/>
          </a:xfrm>
          <a:prstGeom prst="leftBrace">
            <a:avLst>
              <a:gd name="adj1" fmla="val 25423"/>
              <a:gd name="adj2" fmla="val 50000"/>
            </a:avLst>
          </a:prstGeom>
          <a:noFill/>
          <a:ln w="28575">
            <a:solidFill>
              <a:srgbClr val="66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82800" bIns="82800" anchor="ctr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None/>
            </a:pPr>
            <a:endParaRPr lang="zh-CN" altLang="en-US"/>
          </a:p>
        </p:txBody>
      </p:sp>
      <p:sp>
        <p:nvSpPr>
          <p:cNvPr id="370711" name="Text Box 23">
            <a:extLst>
              <a:ext uri="{FF2B5EF4-FFF2-40B4-BE49-F238E27FC236}">
                <a16:creationId xmlns:a16="http://schemas.microsoft.com/office/drawing/2014/main" id="{E6199852-AFED-BE0E-49F4-E8B920BF4C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125" y="4724400"/>
            <a:ext cx="1108075" cy="611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82800" bIns="82800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just">
              <a:lnSpc>
                <a:spcPct val="120000"/>
              </a:lnSpc>
              <a:spcBef>
                <a:spcPct val="50000"/>
              </a:spcBef>
              <a:buClr>
                <a:schemeClr val="tx2"/>
              </a:buClr>
              <a:buFont typeface="Monotype Sorts" pitchFamily="2" charset="2"/>
              <a:buNone/>
            </a:pPr>
            <a:r>
              <a:rPr lang="zh-CN" altLang="en-US"/>
              <a:t>解得</a:t>
            </a:r>
          </a:p>
        </p:txBody>
      </p:sp>
      <p:sp>
        <p:nvSpPr>
          <p:cNvPr id="370712" name="Text Box 24">
            <a:extLst>
              <a:ext uri="{FF2B5EF4-FFF2-40B4-BE49-F238E27FC236}">
                <a16:creationId xmlns:a16="http://schemas.microsoft.com/office/drawing/2014/main" id="{116965F6-B91A-077A-123C-162CCD1BFB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075" y="5791200"/>
            <a:ext cx="2049463" cy="611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82800" bIns="82800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just">
              <a:lnSpc>
                <a:spcPct val="120000"/>
              </a:lnSpc>
              <a:spcBef>
                <a:spcPct val="50000"/>
              </a:spcBef>
              <a:buClr>
                <a:schemeClr val="tx2"/>
              </a:buClr>
              <a:buFont typeface="Monotype Sorts" pitchFamily="2" charset="2"/>
              <a:buNone/>
            </a:pPr>
            <a:r>
              <a:rPr lang="zh-CN" altLang="en-US"/>
              <a:t>相对速率</a:t>
            </a:r>
          </a:p>
        </p:txBody>
      </p:sp>
      <p:graphicFrame>
        <p:nvGraphicFramePr>
          <p:cNvPr id="370713" name="Object 12">
            <a:extLst>
              <a:ext uri="{FF2B5EF4-FFF2-40B4-BE49-F238E27FC236}">
                <a16:creationId xmlns:a16="http://schemas.microsoft.com/office/drawing/2014/main" id="{138E74B6-5A9B-B33C-772D-074841BE7653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5795963" y="3267075"/>
          <a:ext cx="1905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137347" imgH="137160" progId="Equation.3">
                  <p:embed/>
                </p:oleObj>
              </mc:Choice>
              <mc:Fallback>
                <p:oleObj name="公式" r:id="rId22" imgW="137347" imgH="137160" progId="Equation.3">
                  <p:embed/>
                  <p:pic>
                    <p:nvPicPr>
                      <p:cNvPr id="370713" name="Object 12">
                        <a:extLst>
                          <a:ext uri="{FF2B5EF4-FFF2-40B4-BE49-F238E27FC236}">
                            <a16:creationId xmlns:a16="http://schemas.microsoft.com/office/drawing/2014/main" id="{138E74B6-5A9B-B33C-772D-074841BE7653}"/>
                          </a:ext>
                        </a:extLst>
                      </p:cNvPr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5963" y="3267075"/>
                        <a:ext cx="190500" cy="190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0714" name="Object 13">
            <a:extLst>
              <a:ext uri="{FF2B5EF4-FFF2-40B4-BE49-F238E27FC236}">
                <a16:creationId xmlns:a16="http://schemas.microsoft.com/office/drawing/2014/main" id="{74B42682-26D4-C80E-0B34-726FCA8487A3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743575" y="3468688"/>
          <a:ext cx="292100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236376" imgH="266839" progId="Equation.3">
                  <p:embed/>
                </p:oleObj>
              </mc:Choice>
              <mc:Fallback>
                <p:oleObj name="公式" r:id="rId24" imgW="236376" imgH="266839" progId="Equation.3">
                  <p:embed/>
                  <p:pic>
                    <p:nvPicPr>
                      <p:cNvPr id="370714" name="Object 13">
                        <a:extLst>
                          <a:ext uri="{FF2B5EF4-FFF2-40B4-BE49-F238E27FC236}">
                            <a16:creationId xmlns:a16="http://schemas.microsoft.com/office/drawing/2014/main" id="{74B42682-26D4-C80E-0B34-726FCA8487A3}"/>
                          </a:ext>
                        </a:extLst>
                      </p:cNvPr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3575" y="3468688"/>
                        <a:ext cx="292100" cy="31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0715" name="Text Box 27">
            <a:extLst>
              <a:ext uri="{FF2B5EF4-FFF2-40B4-BE49-F238E27FC236}">
                <a16:creationId xmlns:a16="http://schemas.microsoft.com/office/drawing/2014/main" id="{F79EA8A0-B03B-BC3A-D2E6-5F29A094A8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225" y="1835150"/>
            <a:ext cx="5113338" cy="611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82800" bIns="82800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just">
              <a:lnSpc>
                <a:spcPct val="120000"/>
              </a:lnSpc>
              <a:spcBef>
                <a:spcPct val="50000"/>
              </a:spcBef>
              <a:buClr>
                <a:schemeClr val="tx2"/>
              </a:buClr>
              <a:buFont typeface="Monotype Sorts" pitchFamily="2" charset="2"/>
              <a:buNone/>
            </a:pPr>
            <a:r>
              <a:rPr lang="zh-CN" altLang="en-US">
                <a:solidFill>
                  <a:srgbClr val="FFFF00"/>
                </a:solidFill>
              </a:rPr>
              <a:t>求</a:t>
            </a:r>
            <a:r>
              <a:rPr lang="zh-CN" altLang="en-US"/>
              <a:t> 它们之间的相对</a:t>
            </a:r>
            <a:r>
              <a:rPr lang="zh-CN" altLang="en-US">
                <a:solidFill>
                  <a:srgbClr val="66FFFF"/>
                </a:solidFill>
              </a:rPr>
              <a:t>速率</a:t>
            </a:r>
            <a:r>
              <a:rPr lang="zh-CN" altLang="en-US"/>
              <a:t>为多少？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0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70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70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70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70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70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70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70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370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70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70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70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70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70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70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70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70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70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70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370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70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370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370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370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370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0690" grpId="0"/>
      <p:bldP spid="370691" grpId="0" animBg="1"/>
      <p:bldP spid="370692" grpId="0" animBg="1"/>
      <p:bldP spid="370699" grpId="0" autoUpdateAnimBg="0"/>
      <p:bldP spid="370704" grpId="0" autoUpdateAnimBg="0"/>
      <p:bldP spid="370709" grpId="0"/>
      <p:bldP spid="370710" grpId="0" animBg="1"/>
      <p:bldP spid="370711" grpId="0"/>
      <p:bldP spid="370712" grpId="0"/>
      <p:bldP spid="3707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196" name="Text Box 4">
            <a:extLst>
              <a:ext uri="{FF2B5EF4-FFF2-40B4-BE49-F238E27FC236}">
                <a16:creationId xmlns:a16="http://schemas.microsoft.com/office/drawing/2014/main" id="{DD23896D-376E-D9A4-00D8-AF1A4AEE68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300" y="987425"/>
            <a:ext cx="6740525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>
                <a:latin typeface="Times New Roman" panose="02020603050405020304" pitchFamily="18" charset="0"/>
              </a:rPr>
              <a:t>(1) </a:t>
            </a:r>
            <a:r>
              <a:rPr lang="zh-CN" altLang="en-US">
                <a:latin typeface="Times New Roman" panose="02020603050405020304" pitchFamily="18" charset="0"/>
              </a:rPr>
              <a:t>选取研究对象。</a:t>
            </a:r>
          </a:p>
        </p:txBody>
      </p:sp>
      <p:sp>
        <p:nvSpPr>
          <p:cNvPr id="392197" name="Rectangle 5">
            <a:extLst>
              <a:ext uri="{FF2B5EF4-FFF2-40B4-BE49-F238E27FC236}">
                <a16:creationId xmlns:a16="http://schemas.microsoft.com/office/drawing/2014/main" id="{082F7D0A-3640-AF75-1B76-5C62E6DF32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575" y="425450"/>
            <a:ext cx="6918325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800100" indent="-3429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257300" indent="-3429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714500" indent="-3429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171700" indent="-3429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buClr>
                <a:srgbClr val="00FFFF"/>
              </a:buClr>
              <a:buFont typeface="Wingdings" panose="05000000000000000000" pitchFamily="2" charset="2"/>
              <a:buChar char="&amp;"/>
            </a:pPr>
            <a:r>
              <a:rPr lang="en-US" altLang="zh-CN">
                <a:solidFill>
                  <a:srgbClr val="66FF33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>
                <a:solidFill>
                  <a:srgbClr val="66FF33"/>
                </a:solidFill>
                <a:latin typeface="Times New Roman" panose="02020603050405020304" pitchFamily="18" charset="0"/>
              </a:rPr>
              <a:t>应用动量定理和动量守恒定律解题步骤</a:t>
            </a:r>
          </a:p>
        </p:txBody>
      </p:sp>
      <p:sp>
        <p:nvSpPr>
          <p:cNvPr id="392198" name="Text Box 6">
            <a:extLst>
              <a:ext uri="{FF2B5EF4-FFF2-40B4-BE49-F238E27FC236}">
                <a16:creationId xmlns:a16="http://schemas.microsoft.com/office/drawing/2014/main" id="{6FB493A6-83D4-3B89-6028-2266810D80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300" y="1525588"/>
            <a:ext cx="7270750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>
                <a:latin typeface="Times New Roman" panose="02020603050405020304" pitchFamily="18" charset="0"/>
              </a:rPr>
              <a:t>(2) </a:t>
            </a:r>
            <a:r>
              <a:rPr lang="zh-CN" altLang="en-US">
                <a:latin typeface="Times New Roman" panose="02020603050405020304" pitchFamily="18" charset="0"/>
              </a:rPr>
              <a:t>分析受力。</a:t>
            </a:r>
          </a:p>
        </p:txBody>
      </p:sp>
      <p:sp>
        <p:nvSpPr>
          <p:cNvPr id="392199" name="Text Box 7">
            <a:extLst>
              <a:ext uri="{FF2B5EF4-FFF2-40B4-BE49-F238E27FC236}">
                <a16:creationId xmlns:a16="http://schemas.microsoft.com/office/drawing/2014/main" id="{00ACD14B-FFFF-EB49-398F-50F2BC1253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300" y="3316288"/>
            <a:ext cx="4540250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>
                <a:latin typeface="Times New Roman" panose="02020603050405020304" pitchFamily="18" charset="0"/>
              </a:rPr>
              <a:t>(3) </a:t>
            </a:r>
            <a:r>
              <a:rPr lang="zh-CN" altLang="en-US">
                <a:latin typeface="Times New Roman" panose="02020603050405020304" pitchFamily="18" charset="0"/>
              </a:rPr>
              <a:t>确定过程。</a:t>
            </a:r>
          </a:p>
        </p:txBody>
      </p:sp>
      <p:sp>
        <p:nvSpPr>
          <p:cNvPr id="392200" name="Text Box 8">
            <a:extLst>
              <a:ext uri="{FF2B5EF4-FFF2-40B4-BE49-F238E27FC236}">
                <a16:creationId xmlns:a16="http://schemas.microsoft.com/office/drawing/2014/main" id="{70CD82F4-B7EC-B2B1-174C-67316677C6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300" y="4332288"/>
            <a:ext cx="3714750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>
                <a:latin typeface="Times New Roman" panose="02020603050405020304" pitchFamily="18" charset="0"/>
              </a:rPr>
              <a:t>(4) </a:t>
            </a:r>
            <a:r>
              <a:rPr lang="zh-CN" altLang="en-US">
                <a:latin typeface="Times New Roman" panose="02020603050405020304" pitchFamily="18" charset="0"/>
              </a:rPr>
              <a:t>列方程求解。</a:t>
            </a:r>
          </a:p>
        </p:txBody>
      </p:sp>
      <p:sp>
        <p:nvSpPr>
          <p:cNvPr id="392201" name="Text Box 9">
            <a:extLst>
              <a:ext uri="{FF2B5EF4-FFF2-40B4-BE49-F238E27FC236}">
                <a16:creationId xmlns:a16="http://schemas.microsoft.com/office/drawing/2014/main" id="{BDC81850-EE19-B465-7D9F-A74443F8FD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0475" y="4941888"/>
            <a:ext cx="716915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000">
                <a:solidFill>
                  <a:srgbClr val="FFCC00"/>
                </a:solidFill>
                <a:latin typeface="Times New Roman" panose="02020603050405020304" pitchFamily="18" charset="0"/>
              </a:rPr>
              <a:t>        </a:t>
            </a:r>
            <a:r>
              <a:rPr lang="zh-CN" altLang="en-US" sz="2000">
                <a:solidFill>
                  <a:srgbClr val="FFCC00"/>
                </a:solidFill>
                <a:latin typeface="Times New Roman" panose="02020603050405020304" pitchFamily="18" charset="0"/>
              </a:rPr>
              <a:t>要选取适当的坐标系，一般要列出动量定理或动量守恒定律方程的分量式。</a:t>
            </a:r>
          </a:p>
        </p:txBody>
      </p:sp>
      <p:sp>
        <p:nvSpPr>
          <p:cNvPr id="392202" name="Text Box 10">
            <a:extLst>
              <a:ext uri="{FF2B5EF4-FFF2-40B4-BE49-F238E27FC236}">
                <a16:creationId xmlns:a16="http://schemas.microsoft.com/office/drawing/2014/main" id="{88F1873C-BB09-F226-E969-476E48543C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7525" y="3849688"/>
            <a:ext cx="4578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000">
                <a:solidFill>
                  <a:srgbClr val="FFCC00"/>
                </a:solidFill>
                <a:latin typeface="Times New Roman" panose="02020603050405020304" pitchFamily="18" charset="0"/>
              </a:rPr>
              <a:t>需要考虑一定的时间间隔或一个过程。</a:t>
            </a:r>
          </a:p>
        </p:txBody>
      </p:sp>
      <p:sp>
        <p:nvSpPr>
          <p:cNvPr id="392203" name="Text Box 11">
            <a:extLst>
              <a:ext uri="{FF2B5EF4-FFF2-40B4-BE49-F238E27FC236}">
                <a16:creationId xmlns:a16="http://schemas.microsoft.com/office/drawing/2014/main" id="{9DE1B060-D298-8B21-D3DE-671BF7532E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7300" y="2074863"/>
            <a:ext cx="694055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000">
                <a:solidFill>
                  <a:srgbClr val="FFCC00"/>
                </a:solidFill>
                <a:latin typeface="Times New Roman" panose="02020603050405020304" pitchFamily="18" charset="0"/>
              </a:rPr>
              <a:t>        </a:t>
            </a:r>
            <a:r>
              <a:rPr lang="zh-CN" altLang="en-US" sz="2000">
                <a:solidFill>
                  <a:srgbClr val="FFCC00"/>
                </a:solidFill>
                <a:latin typeface="Times New Roman" panose="02020603050405020304" pitchFamily="18" charset="0"/>
              </a:rPr>
              <a:t>判断是否满足合外力为零，或是否沿某一方向合外力投影的代数和为零，或是否合外力远小于内力？若满足这类条件，就应用动量守恒定律求解，否则就应用动量定理求解。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2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92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92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92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92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92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92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92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2196" grpId="0"/>
      <p:bldP spid="392197" grpId="0"/>
      <p:bldP spid="392198" grpId="0"/>
      <p:bldP spid="392199" grpId="0"/>
      <p:bldP spid="392200" grpId="0"/>
      <p:bldP spid="392201" grpId="0"/>
      <p:bldP spid="392202" grpId="0"/>
      <p:bldP spid="39220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018" name="Rectangle 82">
            <a:extLst>
              <a:ext uri="{FF2B5EF4-FFF2-40B4-BE49-F238E27FC236}">
                <a16:creationId xmlns:a16="http://schemas.microsoft.com/office/drawing/2014/main" id="{37982C24-2D5E-3FC1-3214-C154E5595F8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877050" y="2116138"/>
            <a:ext cx="1731963" cy="3568700"/>
          </a:xfrm>
          <a:prstGeom prst="rect">
            <a:avLst/>
          </a:prstGeom>
          <a:solidFill>
            <a:srgbClr val="0000CA">
              <a:alpha val="0"/>
            </a:srgbClr>
          </a:solidFill>
          <a:ln w="9525" algn="ctr">
            <a:solidFill>
              <a:srgbClr val="00CCFF">
                <a:alpha val="80000"/>
              </a:srgbClr>
            </a:solidFill>
            <a:miter lim="800000"/>
            <a:headEnd/>
            <a:tailEnd/>
          </a:ln>
          <a:effectLst>
            <a:outerShdw dist="35921" dir="2700000" algn="ctr" rotWithShape="0">
              <a:srgbClr val="0099CC">
                <a:alpha val="20000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zh-CN" altLang="en-GB" sz="4000" b="0">
              <a:solidFill>
                <a:srgbClr val="0000CA"/>
              </a:solidFill>
              <a:effectDag name="">
                <a:cont type="tree" name="">
                  <a:effect ref="fillLine"/>
                  <a:outerShdw dist="38100" dir="13500000" algn="br">
                    <a:srgbClr val="5555FF"/>
                  </a:outerShdw>
                </a:cont>
                <a:cont type="tree" name="">
                  <a:effect ref="fillLine"/>
                  <a:outerShdw dist="38100" dir="2700000" algn="tl">
                    <a:srgbClr val="000079"/>
                  </a:outerShdw>
                </a:cont>
                <a:effect ref="fillLine"/>
              </a:effectDag>
              <a:latin typeface="Times New Roman" pitchFamily="18" charset="0"/>
              <a:ea typeface="楷体_GB2312" pitchFamily="49" charset="-122"/>
            </a:endParaRPr>
          </a:p>
          <a:p>
            <a:pPr algn="ctr" eaLnBrk="1" hangingPunct="1">
              <a:defRPr/>
            </a:pPr>
            <a:endParaRPr lang="zh-CN" altLang="en-GB" sz="4000" b="0">
              <a:solidFill>
                <a:srgbClr val="0000CA"/>
              </a:solidFill>
              <a:effectDag name="">
                <a:cont type="tree" name="">
                  <a:effect ref="fillLine"/>
                  <a:outerShdw dist="38100" dir="13500000" algn="br">
                    <a:srgbClr val="5555FF"/>
                  </a:outerShdw>
                </a:cont>
                <a:cont type="tree" name="">
                  <a:effect ref="fillLine"/>
                  <a:outerShdw dist="38100" dir="2700000" algn="tl">
                    <a:srgbClr val="000079"/>
                  </a:outerShdw>
                </a:cont>
                <a:effect ref="fillLine"/>
              </a:effectDag>
              <a:latin typeface="Times New Roman" pitchFamily="18" charset="0"/>
              <a:ea typeface="楷体_GB2312" pitchFamily="49" charset="-122"/>
            </a:endParaRPr>
          </a:p>
          <a:p>
            <a:pPr algn="ctr" eaLnBrk="1" hangingPunct="1">
              <a:defRPr/>
            </a:pPr>
            <a:endParaRPr lang="zh-CN" altLang="en-GB" sz="4000" b="0">
              <a:solidFill>
                <a:srgbClr val="0000CA"/>
              </a:solidFill>
              <a:effectDag name="">
                <a:cont type="tree" name="">
                  <a:effect ref="fillLine"/>
                  <a:outerShdw dist="38100" dir="13500000" algn="br">
                    <a:srgbClr val="5555FF"/>
                  </a:outerShdw>
                </a:cont>
                <a:cont type="tree" name="">
                  <a:effect ref="fillLine"/>
                  <a:outerShdw dist="38100" dir="2700000" algn="tl">
                    <a:srgbClr val="000079"/>
                  </a:outerShdw>
                </a:cont>
                <a:effect ref="fillLine"/>
              </a:effectDag>
              <a:latin typeface="Times New Roman" pitchFamily="18" charset="0"/>
              <a:ea typeface="楷体_GB2312" pitchFamily="49" charset="-122"/>
            </a:endParaRPr>
          </a:p>
          <a:p>
            <a:pPr algn="ctr" eaLnBrk="1" hangingPunct="1">
              <a:defRPr/>
            </a:pPr>
            <a:r>
              <a:rPr lang="en-US" altLang="zh-CN" sz="4000" b="0">
                <a:solidFill>
                  <a:srgbClr val="0000CA"/>
                </a:solidFill>
                <a:effectDag name="">
                  <a:cont type="tree" name="">
                    <a:effect ref="fillLine"/>
                    <a:outerShdw dist="38100" dir="13500000" algn="br">
                      <a:srgbClr val="5555FF"/>
                    </a:outerShdw>
                  </a:cont>
                  <a:cont type="tree" name="">
                    <a:effect ref="fillLine"/>
                    <a:outerShdw dist="38100" dir="2700000" algn="tl">
                      <a:srgbClr val="000079"/>
                    </a:outerShdw>
                  </a:cont>
                  <a:effect ref="fillLine"/>
                </a:effectDag>
                <a:latin typeface="Times New Roman" pitchFamily="18" charset="0"/>
                <a:ea typeface="楷体_GB2312" pitchFamily="49" charset="-122"/>
              </a:rPr>
              <a:t> </a:t>
            </a:r>
          </a:p>
        </p:txBody>
      </p:sp>
      <p:sp>
        <p:nvSpPr>
          <p:cNvPr id="423940" name="Rectangle 4">
            <a:extLst>
              <a:ext uri="{FF2B5EF4-FFF2-40B4-BE49-F238E27FC236}">
                <a16:creationId xmlns:a16="http://schemas.microsoft.com/office/drawing/2014/main" id="{78FD3602-0CC9-B577-5C0B-FF8BBBFFFF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163" y="338138"/>
            <a:ext cx="8253412" cy="1354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15000"/>
              </a:lnSpc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如图，用轻弹簧把质量为</a:t>
            </a:r>
            <a:r>
              <a:rPr kumimoji="1" lang="en-US" altLang="zh-CN" i="1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m</a:t>
            </a: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的金属盘悬挂起来，静止在平衡位置，这时弹簧伸长了</a:t>
            </a:r>
            <a:r>
              <a:rPr kumimoji="1" lang="en-US" altLang="zh-CN" i="1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l</a:t>
            </a:r>
            <a:r>
              <a:rPr kumimoji="1" lang="en-US" altLang="zh-CN" baseline="-25000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1</a:t>
            </a:r>
            <a:r>
              <a:rPr kumimoji="1" lang="en-US" altLang="zh-CN" i="1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</a:t>
            </a:r>
            <a:r>
              <a:rPr kumimoji="1" lang="en-US" altLang="zh-CN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= 10cm</a:t>
            </a: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。现有一个质量与金属盘相同的橡皮泥从高于盘底</a:t>
            </a:r>
            <a:r>
              <a:rPr kumimoji="1" lang="zh-CN" altLang="en-US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</a:t>
            </a:r>
            <a:r>
              <a:rPr kumimoji="1" lang="en-US" altLang="zh-CN" i="1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h </a:t>
            </a:r>
            <a:r>
              <a:rPr kumimoji="1" lang="en-US" altLang="zh-CN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= 30cm</a:t>
            </a: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处由静止自由下落到盘上。</a:t>
            </a:r>
          </a:p>
        </p:txBody>
      </p:sp>
      <p:sp>
        <p:nvSpPr>
          <p:cNvPr id="423941" name="Text Box 5">
            <a:extLst>
              <a:ext uri="{FF2B5EF4-FFF2-40B4-BE49-F238E27FC236}">
                <a16:creationId xmlns:a16="http://schemas.microsoft.com/office/drawing/2014/main" id="{84AEAB67-C142-0FD3-64BD-072FACA680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038" y="2243138"/>
            <a:ext cx="36258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泥球自由下落</a:t>
            </a:r>
          </a:p>
        </p:txBody>
      </p:sp>
      <p:sp>
        <p:nvSpPr>
          <p:cNvPr id="423942" name="Text Box 6">
            <a:extLst>
              <a:ext uri="{FF2B5EF4-FFF2-40B4-BE49-F238E27FC236}">
                <a16:creationId xmlns:a16="http://schemas.microsoft.com/office/drawing/2014/main" id="{ED08092C-57A1-F101-2BA8-C6AACA3C45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1438" y="2236788"/>
            <a:ext cx="36258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，落到盘底的速率为</a:t>
            </a:r>
          </a:p>
        </p:txBody>
      </p:sp>
      <p:sp>
        <p:nvSpPr>
          <p:cNvPr id="423943" name="Text Box 7">
            <a:extLst>
              <a:ext uri="{FF2B5EF4-FFF2-40B4-BE49-F238E27FC236}">
                <a16:creationId xmlns:a16="http://schemas.microsoft.com/office/drawing/2014/main" id="{DB71F450-9D02-E263-4EB6-032A73643E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463" y="3465513"/>
            <a:ext cx="6019800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泥球与盘碰撞</a:t>
            </a:r>
            <a:r>
              <a:rPr lang="en-US" altLang="zh-CN" sz="2000">
                <a:solidFill>
                  <a:srgbClr val="66FF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</a:t>
            </a:r>
            <a:r>
              <a:rPr lang="zh-CN" altLang="en-US" sz="2000">
                <a:solidFill>
                  <a:srgbClr val="66FF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完全非</a:t>
            </a:r>
            <a:r>
              <a:rPr lang="zh-CN" altLang="en-US" sz="2000">
                <a:solidFill>
                  <a:srgbClr val="66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弹性</a:t>
            </a:r>
            <a:r>
              <a:rPr lang="zh-CN" altLang="en-US" sz="2000">
                <a:solidFill>
                  <a:srgbClr val="66FF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碰撞</a:t>
            </a:r>
            <a:r>
              <a:rPr lang="en-US" altLang="zh-CN" sz="2000">
                <a:solidFill>
                  <a:srgbClr val="66FF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)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，系统的动量守恒，设碰撞后的共同速度为</a:t>
            </a:r>
            <a:r>
              <a:rPr lang="en-US" altLang="zh-CN" i="1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man Old Style" pitchFamily="18" charset="0"/>
              </a:rPr>
              <a:t>v</a:t>
            </a:r>
            <a:r>
              <a:rPr lang="en-US" altLang="zh-CN" baseline="-25000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2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，则</a:t>
            </a:r>
          </a:p>
        </p:txBody>
      </p:sp>
      <p:graphicFrame>
        <p:nvGraphicFramePr>
          <p:cNvPr id="423947" name="Object 2">
            <a:extLst>
              <a:ext uri="{FF2B5EF4-FFF2-40B4-BE49-F238E27FC236}">
                <a16:creationId xmlns:a16="http://schemas.microsoft.com/office/drawing/2014/main" id="{47664C77-3821-B35F-8875-E68FC9C0FB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94000" y="2919413"/>
          <a:ext cx="1295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242091" imgH="350631" progId="Equation.3">
                  <p:embed/>
                </p:oleObj>
              </mc:Choice>
              <mc:Fallback>
                <p:oleObj name="公式" r:id="rId2" imgW="1242091" imgH="350631" progId="Equation.3">
                  <p:embed/>
                  <p:pic>
                    <p:nvPicPr>
                      <p:cNvPr id="423947" name="Object 2">
                        <a:extLst>
                          <a:ext uri="{FF2B5EF4-FFF2-40B4-BE49-F238E27FC236}">
                            <a16:creationId xmlns:a16="http://schemas.microsoft.com/office/drawing/2014/main" id="{47664C77-3821-B35F-8875-E68FC9C0FB2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4000" y="2919413"/>
                        <a:ext cx="12954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3948" name="Object 3">
            <a:extLst>
              <a:ext uri="{FF2B5EF4-FFF2-40B4-BE49-F238E27FC236}">
                <a16:creationId xmlns:a16="http://schemas.microsoft.com/office/drawing/2014/main" id="{59B5D4FC-421A-9D35-5F9E-0C2AEAB1C0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30488" y="4684713"/>
          <a:ext cx="2030412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981076" imgH="312226" progId="Equation.3">
                  <p:embed/>
                </p:oleObj>
              </mc:Choice>
              <mc:Fallback>
                <p:oleObj name="公式" r:id="rId4" imgW="1981076" imgH="312226" progId="Equation.3">
                  <p:embed/>
                  <p:pic>
                    <p:nvPicPr>
                      <p:cNvPr id="423948" name="Object 3">
                        <a:extLst>
                          <a:ext uri="{FF2B5EF4-FFF2-40B4-BE49-F238E27FC236}">
                            <a16:creationId xmlns:a16="http://schemas.microsoft.com/office/drawing/2014/main" id="{59B5D4FC-421A-9D35-5F9E-0C2AEAB1C08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0488" y="4684713"/>
                        <a:ext cx="2030412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3949" name="Object 4">
            <a:extLst>
              <a:ext uri="{FF2B5EF4-FFF2-40B4-BE49-F238E27FC236}">
                <a16:creationId xmlns:a16="http://schemas.microsoft.com/office/drawing/2014/main" id="{C2641FDB-12C2-9F6D-4047-E2B2B4F70F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54325" y="5448300"/>
          <a:ext cx="8890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838013" imgH="670338" progId="Equation.3">
                  <p:embed/>
                </p:oleObj>
              </mc:Choice>
              <mc:Fallback>
                <p:oleObj name="公式" r:id="rId6" imgW="838013" imgH="670338" progId="Equation.3">
                  <p:embed/>
                  <p:pic>
                    <p:nvPicPr>
                      <p:cNvPr id="423949" name="Object 4">
                        <a:extLst>
                          <a:ext uri="{FF2B5EF4-FFF2-40B4-BE49-F238E27FC236}">
                            <a16:creationId xmlns:a16="http://schemas.microsoft.com/office/drawing/2014/main" id="{C2641FDB-12C2-9F6D-4047-E2B2B4F70F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4325" y="5448300"/>
                        <a:ext cx="8890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4">
            <a:extLst>
              <a:ext uri="{FF2B5EF4-FFF2-40B4-BE49-F238E27FC236}">
                <a16:creationId xmlns:a16="http://schemas.microsoft.com/office/drawing/2014/main" id="{927B9503-BEA3-E65D-2100-F8E4341ABD15}"/>
              </a:ext>
            </a:extLst>
          </p:cNvPr>
          <p:cNvGrpSpPr>
            <a:grpSpLocks/>
          </p:cNvGrpSpPr>
          <p:nvPr/>
        </p:nvGrpSpPr>
        <p:grpSpPr bwMode="auto">
          <a:xfrm>
            <a:off x="7127875" y="2266950"/>
            <a:ext cx="1233488" cy="3238500"/>
            <a:chOff x="4643" y="1365"/>
            <a:chExt cx="777" cy="2040"/>
          </a:xfrm>
        </p:grpSpPr>
        <p:sp>
          <p:nvSpPr>
            <p:cNvPr id="36880" name="Line 15">
              <a:extLst>
                <a:ext uri="{FF2B5EF4-FFF2-40B4-BE49-F238E27FC236}">
                  <a16:creationId xmlns:a16="http://schemas.microsoft.com/office/drawing/2014/main" id="{619FB46E-E120-A96C-D390-1CAEFBBB588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290" y="2336"/>
              <a:ext cx="130" cy="0"/>
            </a:xfrm>
            <a:prstGeom prst="line">
              <a:avLst/>
            </a:prstGeom>
            <a:noFill/>
            <a:ln w="1905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81" name="Line 16">
              <a:extLst>
                <a:ext uri="{FF2B5EF4-FFF2-40B4-BE49-F238E27FC236}">
                  <a16:creationId xmlns:a16="http://schemas.microsoft.com/office/drawing/2014/main" id="{DA8CFB3E-ED2A-1148-BC82-358F4E5CA54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355" y="2340"/>
              <a:ext cx="1" cy="162"/>
            </a:xfrm>
            <a:prstGeom prst="line">
              <a:avLst/>
            </a:prstGeom>
            <a:noFill/>
            <a:ln w="19050">
              <a:solidFill>
                <a:srgbClr val="00FFFF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82" name="Line 17">
              <a:extLst>
                <a:ext uri="{FF2B5EF4-FFF2-40B4-BE49-F238E27FC236}">
                  <a16:creationId xmlns:a16="http://schemas.microsoft.com/office/drawing/2014/main" id="{02D1CC79-BB10-871D-90FF-105DFA028BD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5355" y="2684"/>
              <a:ext cx="1" cy="158"/>
            </a:xfrm>
            <a:prstGeom prst="line">
              <a:avLst/>
            </a:prstGeom>
            <a:noFill/>
            <a:ln w="19050">
              <a:solidFill>
                <a:srgbClr val="00FFFF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83" name="Line 18">
              <a:extLst>
                <a:ext uri="{FF2B5EF4-FFF2-40B4-BE49-F238E27FC236}">
                  <a16:creationId xmlns:a16="http://schemas.microsoft.com/office/drawing/2014/main" id="{295C3CC9-5763-2CC6-1A80-DA8B1DD3DEA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745" y="1411"/>
              <a:ext cx="592" cy="1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84" name="Line 19">
              <a:extLst>
                <a:ext uri="{FF2B5EF4-FFF2-40B4-BE49-F238E27FC236}">
                  <a16:creationId xmlns:a16="http://schemas.microsoft.com/office/drawing/2014/main" id="{E33D63A9-7221-254E-63D1-D6AAD43F101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4791" y="1365"/>
              <a:ext cx="18" cy="46"/>
            </a:xfrm>
            <a:prstGeom prst="line">
              <a:avLst/>
            </a:prstGeom>
            <a:noFill/>
            <a:ln w="1905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85" name="Line 20">
              <a:extLst>
                <a:ext uri="{FF2B5EF4-FFF2-40B4-BE49-F238E27FC236}">
                  <a16:creationId xmlns:a16="http://schemas.microsoft.com/office/drawing/2014/main" id="{A034B97C-E208-51E0-BB5B-986457C19E0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4828" y="1365"/>
              <a:ext cx="18" cy="46"/>
            </a:xfrm>
            <a:prstGeom prst="line">
              <a:avLst/>
            </a:prstGeom>
            <a:noFill/>
            <a:ln w="1905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86" name="Line 21">
              <a:extLst>
                <a:ext uri="{FF2B5EF4-FFF2-40B4-BE49-F238E27FC236}">
                  <a16:creationId xmlns:a16="http://schemas.microsoft.com/office/drawing/2014/main" id="{C711ED93-76D8-EBF9-FA00-AB939C1D3AF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4864" y="1365"/>
              <a:ext cx="19" cy="46"/>
            </a:xfrm>
            <a:prstGeom prst="line">
              <a:avLst/>
            </a:prstGeom>
            <a:noFill/>
            <a:ln w="1905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87" name="Line 22">
              <a:extLst>
                <a:ext uri="{FF2B5EF4-FFF2-40B4-BE49-F238E27FC236}">
                  <a16:creationId xmlns:a16="http://schemas.microsoft.com/office/drawing/2014/main" id="{B9A0E510-6389-CF66-BAD3-1F4840B4A78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4809" y="1365"/>
              <a:ext cx="19" cy="46"/>
            </a:xfrm>
            <a:prstGeom prst="line">
              <a:avLst/>
            </a:prstGeom>
            <a:noFill/>
            <a:ln w="1905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88" name="Line 23">
              <a:extLst>
                <a:ext uri="{FF2B5EF4-FFF2-40B4-BE49-F238E27FC236}">
                  <a16:creationId xmlns:a16="http://schemas.microsoft.com/office/drawing/2014/main" id="{AC5B1012-EFB2-5070-AFFF-28301572FA3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4846" y="1365"/>
              <a:ext cx="18" cy="46"/>
            </a:xfrm>
            <a:prstGeom prst="line">
              <a:avLst/>
            </a:prstGeom>
            <a:noFill/>
            <a:ln w="1905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89" name="Line 24">
              <a:extLst>
                <a:ext uri="{FF2B5EF4-FFF2-40B4-BE49-F238E27FC236}">
                  <a16:creationId xmlns:a16="http://schemas.microsoft.com/office/drawing/2014/main" id="{F207B134-8400-80E7-2EFC-E7CF80F158A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4883" y="1367"/>
              <a:ext cx="18" cy="46"/>
            </a:xfrm>
            <a:prstGeom prst="line">
              <a:avLst/>
            </a:prstGeom>
            <a:noFill/>
            <a:ln w="1905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90" name="Line 25">
              <a:extLst>
                <a:ext uri="{FF2B5EF4-FFF2-40B4-BE49-F238E27FC236}">
                  <a16:creationId xmlns:a16="http://schemas.microsoft.com/office/drawing/2014/main" id="{01D39F8F-F4F2-7C1C-1EAC-B3CA8F58362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4772" y="1365"/>
              <a:ext cx="19" cy="46"/>
            </a:xfrm>
            <a:prstGeom prst="line">
              <a:avLst/>
            </a:prstGeom>
            <a:noFill/>
            <a:ln w="1905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91" name="Line 26">
              <a:extLst>
                <a:ext uri="{FF2B5EF4-FFF2-40B4-BE49-F238E27FC236}">
                  <a16:creationId xmlns:a16="http://schemas.microsoft.com/office/drawing/2014/main" id="{3BD41F26-5EB1-10B3-2341-989C69BF614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5033" y="1365"/>
              <a:ext cx="19" cy="46"/>
            </a:xfrm>
            <a:prstGeom prst="line">
              <a:avLst/>
            </a:prstGeom>
            <a:noFill/>
            <a:ln w="1905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92" name="Line 27">
              <a:extLst>
                <a:ext uri="{FF2B5EF4-FFF2-40B4-BE49-F238E27FC236}">
                  <a16:creationId xmlns:a16="http://schemas.microsoft.com/office/drawing/2014/main" id="{D10F4874-B985-76E7-F80D-3FF8C5C35AA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5071" y="1365"/>
              <a:ext cx="18" cy="46"/>
            </a:xfrm>
            <a:prstGeom prst="line">
              <a:avLst/>
            </a:prstGeom>
            <a:noFill/>
            <a:ln w="1905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93" name="Line 28">
              <a:extLst>
                <a:ext uri="{FF2B5EF4-FFF2-40B4-BE49-F238E27FC236}">
                  <a16:creationId xmlns:a16="http://schemas.microsoft.com/office/drawing/2014/main" id="{A40B277D-787F-45C7-631D-D1B012C5BCF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5108" y="1365"/>
              <a:ext cx="18" cy="46"/>
            </a:xfrm>
            <a:prstGeom prst="line">
              <a:avLst/>
            </a:prstGeom>
            <a:noFill/>
            <a:ln w="1905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94" name="Line 29">
              <a:extLst>
                <a:ext uri="{FF2B5EF4-FFF2-40B4-BE49-F238E27FC236}">
                  <a16:creationId xmlns:a16="http://schemas.microsoft.com/office/drawing/2014/main" id="{17F7A4B0-932C-7817-A8E1-8A604D10D15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602172" flipH="1" flipV="1">
              <a:off x="4916" y="1365"/>
              <a:ext cx="28" cy="46"/>
            </a:xfrm>
            <a:prstGeom prst="line">
              <a:avLst/>
            </a:prstGeom>
            <a:noFill/>
            <a:ln w="1905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95" name="Line 30">
              <a:extLst>
                <a:ext uri="{FF2B5EF4-FFF2-40B4-BE49-F238E27FC236}">
                  <a16:creationId xmlns:a16="http://schemas.microsoft.com/office/drawing/2014/main" id="{1E8E45DC-958A-0E7A-F95A-8B7EEB2752B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602172" flipH="1" flipV="1">
              <a:off x="4954" y="1365"/>
              <a:ext cx="28" cy="46"/>
            </a:xfrm>
            <a:prstGeom prst="line">
              <a:avLst/>
            </a:prstGeom>
            <a:noFill/>
            <a:ln w="1905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96" name="Line 31">
              <a:extLst>
                <a:ext uri="{FF2B5EF4-FFF2-40B4-BE49-F238E27FC236}">
                  <a16:creationId xmlns:a16="http://schemas.microsoft.com/office/drawing/2014/main" id="{67F21994-BB3E-7C69-C69C-77F5E24C5D7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4997" y="1365"/>
              <a:ext cx="18" cy="46"/>
            </a:xfrm>
            <a:prstGeom prst="line">
              <a:avLst/>
            </a:prstGeom>
            <a:noFill/>
            <a:ln w="1905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97" name="Line 32">
              <a:extLst>
                <a:ext uri="{FF2B5EF4-FFF2-40B4-BE49-F238E27FC236}">
                  <a16:creationId xmlns:a16="http://schemas.microsoft.com/office/drawing/2014/main" id="{4BCAC8C8-F53E-CFCD-AF93-BFB91563D51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5015" y="1365"/>
              <a:ext cx="18" cy="46"/>
            </a:xfrm>
            <a:prstGeom prst="line">
              <a:avLst/>
            </a:prstGeom>
            <a:noFill/>
            <a:ln w="1905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98" name="Line 33">
              <a:extLst>
                <a:ext uri="{FF2B5EF4-FFF2-40B4-BE49-F238E27FC236}">
                  <a16:creationId xmlns:a16="http://schemas.microsoft.com/office/drawing/2014/main" id="{73A7129B-B696-684C-1DA8-CA97076F9D3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5052" y="1365"/>
              <a:ext cx="19" cy="46"/>
            </a:xfrm>
            <a:prstGeom prst="line">
              <a:avLst/>
            </a:prstGeom>
            <a:noFill/>
            <a:ln w="1905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99" name="Line 34">
              <a:extLst>
                <a:ext uri="{FF2B5EF4-FFF2-40B4-BE49-F238E27FC236}">
                  <a16:creationId xmlns:a16="http://schemas.microsoft.com/office/drawing/2014/main" id="{F92698D4-DAC1-2193-5B66-D74BBE9FB54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5089" y="1365"/>
              <a:ext cx="19" cy="46"/>
            </a:xfrm>
            <a:prstGeom prst="line">
              <a:avLst/>
            </a:prstGeom>
            <a:noFill/>
            <a:ln w="1905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00" name="Line 35">
              <a:extLst>
                <a:ext uri="{FF2B5EF4-FFF2-40B4-BE49-F238E27FC236}">
                  <a16:creationId xmlns:a16="http://schemas.microsoft.com/office/drawing/2014/main" id="{6750CC2B-E880-3696-E400-C2C85FBED49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602172" flipH="1" flipV="1">
              <a:off x="4896" y="1365"/>
              <a:ext cx="28" cy="46"/>
            </a:xfrm>
            <a:prstGeom prst="line">
              <a:avLst/>
            </a:prstGeom>
            <a:noFill/>
            <a:ln w="1905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01" name="Line 36">
              <a:extLst>
                <a:ext uri="{FF2B5EF4-FFF2-40B4-BE49-F238E27FC236}">
                  <a16:creationId xmlns:a16="http://schemas.microsoft.com/office/drawing/2014/main" id="{6322962A-A1C3-950C-DAEB-B554F402691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602172" flipH="1" flipV="1">
              <a:off x="4935" y="1365"/>
              <a:ext cx="28" cy="46"/>
            </a:xfrm>
            <a:prstGeom prst="line">
              <a:avLst/>
            </a:prstGeom>
            <a:noFill/>
            <a:ln w="1905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02" name="Line 37">
              <a:extLst>
                <a:ext uri="{FF2B5EF4-FFF2-40B4-BE49-F238E27FC236}">
                  <a16:creationId xmlns:a16="http://schemas.microsoft.com/office/drawing/2014/main" id="{350D7F47-95E1-0F1B-7102-926C89726A7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4978" y="1365"/>
              <a:ext cx="19" cy="46"/>
            </a:xfrm>
            <a:prstGeom prst="line">
              <a:avLst/>
            </a:prstGeom>
            <a:noFill/>
            <a:ln w="1905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03" name="Line 38">
              <a:extLst>
                <a:ext uri="{FF2B5EF4-FFF2-40B4-BE49-F238E27FC236}">
                  <a16:creationId xmlns:a16="http://schemas.microsoft.com/office/drawing/2014/main" id="{3A25A77D-903A-F24C-D77F-F86E040DD15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533585" flipH="1" flipV="1">
              <a:off x="5180" y="1365"/>
              <a:ext cx="28" cy="46"/>
            </a:xfrm>
            <a:prstGeom prst="line">
              <a:avLst/>
            </a:prstGeom>
            <a:noFill/>
            <a:ln w="1905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04" name="Line 39">
              <a:extLst>
                <a:ext uri="{FF2B5EF4-FFF2-40B4-BE49-F238E27FC236}">
                  <a16:creationId xmlns:a16="http://schemas.microsoft.com/office/drawing/2014/main" id="{EADF4906-19FE-98DE-171A-859B50C9F93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533585" flipH="1" flipV="1">
              <a:off x="5198" y="1365"/>
              <a:ext cx="28" cy="46"/>
            </a:xfrm>
            <a:prstGeom prst="line">
              <a:avLst/>
            </a:prstGeom>
            <a:noFill/>
            <a:ln w="1905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05" name="Line 40">
              <a:extLst>
                <a:ext uri="{FF2B5EF4-FFF2-40B4-BE49-F238E27FC236}">
                  <a16:creationId xmlns:a16="http://schemas.microsoft.com/office/drawing/2014/main" id="{8DA9332F-6A69-76F5-018A-E1F78387426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5222" y="1365"/>
              <a:ext cx="19" cy="46"/>
            </a:xfrm>
            <a:prstGeom prst="line">
              <a:avLst/>
            </a:prstGeom>
            <a:noFill/>
            <a:ln w="1905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06" name="Line 41">
              <a:extLst>
                <a:ext uri="{FF2B5EF4-FFF2-40B4-BE49-F238E27FC236}">
                  <a16:creationId xmlns:a16="http://schemas.microsoft.com/office/drawing/2014/main" id="{56A5001B-8913-A464-D010-9F0CF6ADC7B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5126" y="1365"/>
              <a:ext cx="18" cy="46"/>
            </a:xfrm>
            <a:prstGeom prst="line">
              <a:avLst/>
            </a:prstGeom>
            <a:noFill/>
            <a:ln w="1905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07" name="Line 42">
              <a:extLst>
                <a:ext uri="{FF2B5EF4-FFF2-40B4-BE49-F238E27FC236}">
                  <a16:creationId xmlns:a16="http://schemas.microsoft.com/office/drawing/2014/main" id="{654FFA3E-DE14-3C87-626E-C0311C90FE1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5144" y="1365"/>
              <a:ext cx="19" cy="46"/>
            </a:xfrm>
            <a:prstGeom prst="line">
              <a:avLst/>
            </a:prstGeom>
            <a:noFill/>
            <a:ln w="1905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08" name="Line 43">
              <a:extLst>
                <a:ext uri="{FF2B5EF4-FFF2-40B4-BE49-F238E27FC236}">
                  <a16:creationId xmlns:a16="http://schemas.microsoft.com/office/drawing/2014/main" id="{980BE725-480C-BD3F-F56D-2D06E7BAA76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533585" flipH="1" flipV="1">
              <a:off x="5160" y="1365"/>
              <a:ext cx="28" cy="46"/>
            </a:xfrm>
            <a:prstGeom prst="line">
              <a:avLst/>
            </a:prstGeom>
            <a:noFill/>
            <a:ln w="1905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09" name="Line 44">
              <a:extLst>
                <a:ext uri="{FF2B5EF4-FFF2-40B4-BE49-F238E27FC236}">
                  <a16:creationId xmlns:a16="http://schemas.microsoft.com/office/drawing/2014/main" id="{A84A80DD-726A-6DC3-F6A4-9D6069019DF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5260" y="1365"/>
              <a:ext cx="18" cy="46"/>
            </a:xfrm>
            <a:prstGeom prst="line">
              <a:avLst/>
            </a:prstGeom>
            <a:noFill/>
            <a:ln w="1905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10" name="Line 45">
              <a:extLst>
                <a:ext uri="{FF2B5EF4-FFF2-40B4-BE49-F238E27FC236}">
                  <a16:creationId xmlns:a16="http://schemas.microsoft.com/office/drawing/2014/main" id="{BBD8736E-271E-B642-D754-B3A0733A971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5278" y="1365"/>
              <a:ext cx="19" cy="46"/>
            </a:xfrm>
            <a:prstGeom prst="line">
              <a:avLst/>
            </a:prstGeom>
            <a:noFill/>
            <a:ln w="1905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11" name="Line 46">
              <a:extLst>
                <a:ext uri="{FF2B5EF4-FFF2-40B4-BE49-F238E27FC236}">
                  <a16:creationId xmlns:a16="http://schemas.microsoft.com/office/drawing/2014/main" id="{6A1D34C5-BA58-2E16-B507-74102A54345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5241" y="1365"/>
              <a:ext cx="19" cy="46"/>
            </a:xfrm>
            <a:prstGeom prst="line">
              <a:avLst/>
            </a:prstGeom>
            <a:noFill/>
            <a:ln w="1905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12" name="Freeform 47">
              <a:extLst>
                <a:ext uri="{FF2B5EF4-FFF2-40B4-BE49-F238E27FC236}">
                  <a16:creationId xmlns:a16="http://schemas.microsoft.com/office/drawing/2014/main" id="{90ACBC44-C61E-8DF8-2371-193F7C926E68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040" y="1948"/>
              <a:ext cx="65" cy="36"/>
            </a:xfrm>
            <a:custGeom>
              <a:avLst/>
              <a:gdLst>
                <a:gd name="T0" fmla="*/ 0 w 7"/>
                <a:gd name="T1" fmla="*/ 2147483646 h 4"/>
                <a:gd name="T2" fmla="*/ 2147483646 w 7"/>
                <a:gd name="T3" fmla="*/ 0 h 4"/>
                <a:gd name="T4" fmla="*/ 0 60000 65536"/>
                <a:gd name="T5" fmla="*/ 0 60000 65536"/>
                <a:gd name="T6" fmla="*/ 0 w 7"/>
                <a:gd name="T7" fmla="*/ 0 h 4"/>
                <a:gd name="T8" fmla="*/ 7 w 7"/>
                <a:gd name="T9" fmla="*/ 4 h 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7" h="4">
                  <a:moveTo>
                    <a:pt x="0" y="4"/>
                  </a:moveTo>
                  <a:cubicBezTo>
                    <a:pt x="3" y="4"/>
                    <a:pt x="7" y="3"/>
                    <a:pt x="7" y="0"/>
                  </a:cubicBezTo>
                </a:path>
              </a:pathLst>
            </a:custGeom>
            <a:noFill/>
            <a:ln w="28575" cap="rnd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13" name="Freeform 48">
              <a:extLst>
                <a:ext uri="{FF2B5EF4-FFF2-40B4-BE49-F238E27FC236}">
                  <a16:creationId xmlns:a16="http://schemas.microsoft.com/office/drawing/2014/main" id="{15B63DE1-40B2-B2D5-4BD2-E1FECE8DF36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975" y="1782"/>
              <a:ext cx="130" cy="46"/>
            </a:xfrm>
            <a:custGeom>
              <a:avLst/>
              <a:gdLst>
                <a:gd name="T0" fmla="*/ 2147483646 w 14"/>
                <a:gd name="T1" fmla="*/ 2147483646 h 5"/>
                <a:gd name="T2" fmla="*/ 0 w 14"/>
                <a:gd name="T3" fmla="*/ 2147483646 h 5"/>
                <a:gd name="T4" fmla="*/ 2147483646 w 14"/>
                <a:gd name="T5" fmla="*/ 0 h 5"/>
                <a:gd name="T6" fmla="*/ 0 60000 65536"/>
                <a:gd name="T7" fmla="*/ 0 60000 65536"/>
                <a:gd name="T8" fmla="*/ 0 60000 65536"/>
                <a:gd name="T9" fmla="*/ 0 w 14"/>
                <a:gd name="T10" fmla="*/ 0 h 5"/>
                <a:gd name="T11" fmla="*/ 14 w 14"/>
                <a:gd name="T12" fmla="*/ 5 h 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" h="5">
                  <a:moveTo>
                    <a:pt x="14" y="5"/>
                  </a:moveTo>
                  <a:cubicBezTo>
                    <a:pt x="14" y="0"/>
                    <a:pt x="0" y="0"/>
                    <a:pt x="0" y="2"/>
                  </a:cubicBezTo>
                  <a:cubicBezTo>
                    <a:pt x="0" y="5"/>
                    <a:pt x="14" y="5"/>
                    <a:pt x="14" y="0"/>
                  </a:cubicBezTo>
                </a:path>
              </a:pathLst>
            </a:custGeom>
            <a:noFill/>
            <a:ln w="28575" cap="rnd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14" name="Freeform 49">
              <a:extLst>
                <a:ext uri="{FF2B5EF4-FFF2-40B4-BE49-F238E27FC236}">
                  <a16:creationId xmlns:a16="http://schemas.microsoft.com/office/drawing/2014/main" id="{008D5FD2-ED2B-B422-8865-5144ECEA0AD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975" y="1735"/>
              <a:ext cx="130" cy="47"/>
            </a:xfrm>
            <a:custGeom>
              <a:avLst/>
              <a:gdLst>
                <a:gd name="T0" fmla="*/ 2147483646 w 14"/>
                <a:gd name="T1" fmla="*/ 2147483646 h 5"/>
                <a:gd name="T2" fmla="*/ 0 w 14"/>
                <a:gd name="T3" fmla="*/ 2147483646 h 5"/>
                <a:gd name="T4" fmla="*/ 2147483646 w 14"/>
                <a:gd name="T5" fmla="*/ 0 h 5"/>
                <a:gd name="T6" fmla="*/ 0 60000 65536"/>
                <a:gd name="T7" fmla="*/ 0 60000 65536"/>
                <a:gd name="T8" fmla="*/ 0 60000 65536"/>
                <a:gd name="T9" fmla="*/ 0 w 14"/>
                <a:gd name="T10" fmla="*/ 0 h 5"/>
                <a:gd name="T11" fmla="*/ 14 w 14"/>
                <a:gd name="T12" fmla="*/ 5 h 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" h="5">
                  <a:moveTo>
                    <a:pt x="14" y="5"/>
                  </a:moveTo>
                  <a:cubicBezTo>
                    <a:pt x="14" y="0"/>
                    <a:pt x="0" y="0"/>
                    <a:pt x="0" y="3"/>
                  </a:cubicBezTo>
                  <a:cubicBezTo>
                    <a:pt x="0" y="5"/>
                    <a:pt x="14" y="5"/>
                    <a:pt x="14" y="0"/>
                  </a:cubicBezTo>
                </a:path>
              </a:pathLst>
            </a:custGeom>
            <a:noFill/>
            <a:ln w="28575" cap="rnd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15" name="Freeform 50">
              <a:extLst>
                <a:ext uri="{FF2B5EF4-FFF2-40B4-BE49-F238E27FC236}">
                  <a16:creationId xmlns:a16="http://schemas.microsoft.com/office/drawing/2014/main" id="{D71B6B60-84EA-75EE-AFE6-092B3E07F3C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975" y="1698"/>
              <a:ext cx="130" cy="46"/>
            </a:xfrm>
            <a:custGeom>
              <a:avLst/>
              <a:gdLst>
                <a:gd name="T0" fmla="*/ 2147483646 w 14"/>
                <a:gd name="T1" fmla="*/ 2147483646 h 5"/>
                <a:gd name="T2" fmla="*/ 0 w 14"/>
                <a:gd name="T3" fmla="*/ 2147483646 h 5"/>
                <a:gd name="T4" fmla="*/ 2147483646 w 14"/>
                <a:gd name="T5" fmla="*/ 0 h 5"/>
                <a:gd name="T6" fmla="*/ 0 60000 65536"/>
                <a:gd name="T7" fmla="*/ 0 60000 65536"/>
                <a:gd name="T8" fmla="*/ 0 60000 65536"/>
                <a:gd name="T9" fmla="*/ 0 w 14"/>
                <a:gd name="T10" fmla="*/ 0 h 5"/>
                <a:gd name="T11" fmla="*/ 14 w 14"/>
                <a:gd name="T12" fmla="*/ 5 h 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" h="5">
                  <a:moveTo>
                    <a:pt x="14" y="4"/>
                  </a:moveTo>
                  <a:cubicBezTo>
                    <a:pt x="14" y="0"/>
                    <a:pt x="0" y="0"/>
                    <a:pt x="0" y="2"/>
                  </a:cubicBezTo>
                  <a:cubicBezTo>
                    <a:pt x="0" y="5"/>
                    <a:pt x="14" y="5"/>
                    <a:pt x="14" y="0"/>
                  </a:cubicBezTo>
                </a:path>
              </a:pathLst>
            </a:custGeom>
            <a:noFill/>
            <a:ln w="28575" cap="rnd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16" name="Freeform 51">
              <a:extLst>
                <a:ext uri="{FF2B5EF4-FFF2-40B4-BE49-F238E27FC236}">
                  <a16:creationId xmlns:a16="http://schemas.microsoft.com/office/drawing/2014/main" id="{61261EB5-3F61-A1AD-3491-7C931101145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975" y="1651"/>
              <a:ext cx="130" cy="47"/>
            </a:xfrm>
            <a:custGeom>
              <a:avLst/>
              <a:gdLst>
                <a:gd name="T0" fmla="*/ 2147483646 w 14"/>
                <a:gd name="T1" fmla="*/ 2147483646 h 5"/>
                <a:gd name="T2" fmla="*/ 0 w 14"/>
                <a:gd name="T3" fmla="*/ 2147483646 h 5"/>
                <a:gd name="T4" fmla="*/ 2147483646 w 14"/>
                <a:gd name="T5" fmla="*/ 0 h 5"/>
                <a:gd name="T6" fmla="*/ 0 60000 65536"/>
                <a:gd name="T7" fmla="*/ 0 60000 65536"/>
                <a:gd name="T8" fmla="*/ 0 60000 65536"/>
                <a:gd name="T9" fmla="*/ 0 w 14"/>
                <a:gd name="T10" fmla="*/ 0 h 5"/>
                <a:gd name="T11" fmla="*/ 14 w 14"/>
                <a:gd name="T12" fmla="*/ 5 h 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" h="5">
                  <a:moveTo>
                    <a:pt x="14" y="5"/>
                  </a:moveTo>
                  <a:cubicBezTo>
                    <a:pt x="14" y="0"/>
                    <a:pt x="0" y="0"/>
                    <a:pt x="0" y="3"/>
                  </a:cubicBezTo>
                  <a:cubicBezTo>
                    <a:pt x="0" y="5"/>
                    <a:pt x="14" y="5"/>
                    <a:pt x="14" y="0"/>
                  </a:cubicBezTo>
                </a:path>
              </a:pathLst>
            </a:custGeom>
            <a:noFill/>
            <a:ln w="28575" cap="rnd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17" name="Freeform 52">
              <a:extLst>
                <a:ext uri="{FF2B5EF4-FFF2-40B4-BE49-F238E27FC236}">
                  <a16:creationId xmlns:a16="http://schemas.microsoft.com/office/drawing/2014/main" id="{7041CC3D-E78D-BB36-3AFD-DC91E4420A8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975" y="1605"/>
              <a:ext cx="130" cy="46"/>
            </a:xfrm>
            <a:custGeom>
              <a:avLst/>
              <a:gdLst>
                <a:gd name="T0" fmla="*/ 2147483646 w 14"/>
                <a:gd name="T1" fmla="*/ 2147483646 h 5"/>
                <a:gd name="T2" fmla="*/ 0 w 14"/>
                <a:gd name="T3" fmla="*/ 2147483646 h 5"/>
                <a:gd name="T4" fmla="*/ 2147483646 w 14"/>
                <a:gd name="T5" fmla="*/ 2147483646 h 5"/>
                <a:gd name="T6" fmla="*/ 0 60000 65536"/>
                <a:gd name="T7" fmla="*/ 0 60000 65536"/>
                <a:gd name="T8" fmla="*/ 0 60000 65536"/>
                <a:gd name="T9" fmla="*/ 0 w 14"/>
                <a:gd name="T10" fmla="*/ 0 h 5"/>
                <a:gd name="T11" fmla="*/ 14 w 14"/>
                <a:gd name="T12" fmla="*/ 5 h 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" h="5">
                  <a:moveTo>
                    <a:pt x="14" y="5"/>
                  </a:moveTo>
                  <a:cubicBezTo>
                    <a:pt x="14" y="0"/>
                    <a:pt x="0" y="1"/>
                    <a:pt x="0" y="3"/>
                  </a:cubicBezTo>
                  <a:cubicBezTo>
                    <a:pt x="0" y="5"/>
                    <a:pt x="14" y="5"/>
                    <a:pt x="14" y="1"/>
                  </a:cubicBezTo>
                </a:path>
              </a:pathLst>
            </a:custGeom>
            <a:noFill/>
            <a:ln w="28575" cap="rnd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18" name="Freeform 53">
              <a:extLst>
                <a:ext uri="{FF2B5EF4-FFF2-40B4-BE49-F238E27FC236}">
                  <a16:creationId xmlns:a16="http://schemas.microsoft.com/office/drawing/2014/main" id="{C13AC209-3709-17BD-82B6-706C2A95C9D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975" y="1568"/>
              <a:ext cx="130" cy="47"/>
            </a:xfrm>
            <a:custGeom>
              <a:avLst/>
              <a:gdLst>
                <a:gd name="T0" fmla="*/ 2147483646 w 14"/>
                <a:gd name="T1" fmla="*/ 2147483646 h 5"/>
                <a:gd name="T2" fmla="*/ 0 w 14"/>
                <a:gd name="T3" fmla="*/ 2147483646 h 5"/>
                <a:gd name="T4" fmla="*/ 2147483646 w 14"/>
                <a:gd name="T5" fmla="*/ 0 h 5"/>
                <a:gd name="T6" fmla="*/ 0 60000 65536"/>
                <a:gd name="T7" fmla="*/ 0 60000 65536"/>
                <a:gd name="T8" fmla="*/ 0 60000 65536"/>
                <a:gd name="T9" fmla="*/ 0 w 14"/>
                <a:gd name="T10" fmla="*/ 0 h 5"/>
                <a:gd name="T11" fmla="*/ 14 w 14"/>
                <a:gd name="T12" fmla="*/ 5 h 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" h="5">
                  <a:moveTo>
                    <a:pt x="14" y="5"/>
                  </a:moveTo>
                  <a:cubicBezTo>
                    <a:pt x="14" y="0"/>
                    <a:pt x="0" y="0"/>
                    <a:pt x="0" y="2"/>
                  </a:cubicBezTo>
                  <a:cubicBezTo>
                    <a:pt x="0" y="5"/>
                    <a:pt x="14" y="5"/>
                    <a:pt x="14" y="0"/>
                  </a:cubicBezTo>
                </a:path>
              </a:pathLst>
            </a:custGeom>
            <a:noFill/>
            <a:ln w="28575" cap="rnd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19" name="Freeform 54">
              <a:extLst>
                <a:ext uri="{FF2B5EF4-FFF2-40B4-BE49-F238E27FC236}">
                  <a16:creationId xmlns:a16="http://schemas.microsoft.com/office/drawing/2014/main" id="{6203ED8B-3A1C-18FA-7BEA-CF03E8D398E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975" y="1522"/>
              <a:ext cx="130" cy="46"/>
            </a:xfrm>
            <a:custGeom>
              <a:avLst/>
              <a:gdLst>
                <a:gd name="T0" fmla="*/ 2147483646 w 14"/>
                <a:gd name="T1" fmla="*/ 2147483646 h 5"/>
                <a:gd name="T2" fmla="*/ 0 w 14"/>
                <a:gd name="T3" fmla="*/ 2147483646 h 5"/>
                <a:gd name="T4" fmla="*/ 2147483646 w 14"/>
                <a:gd name="T5" fmla="*/ 0 h 5"/>
                <a:gd name="T6" fmla="*/ 0 60000 65536"/>
                <a:gd name="T7" fmla="*/ 0 60000 65536"/>
                <a:gd name="T8" fmla="*/ 0 60000 65536"/>
                <a:gd name="T9" fmla="*/ 0 w 14"/>
                <a:gd name="T10" fmla="*/ 0 h 5"/>
                <a:gd name="T11" fmla="*/ 14 w 14"/>
                <a:gd name="T12" fmla="*/ 5 h 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" h="5">
                  <a:moveTo>
                    <a:pt x="14" y="5"/>
                  </a:moveTo>
                  <a:cubicBezTo>
                    <a:pt x="14" y="0"/>
                    <a:pt x="0" y="0"/>
                    <a:pt x="0" y="3"/>
                  </a:cubicBezTo>
                  <a:cubicBezTo>
                    <a:pt x="0" y="5"/>
                    <a:pt x="14" y="5"/>
                    <a:pt x="14" y="0"/>
                  </a:cubicBezTo>
                </a:path>
              </a:pathLst>
            </a:custGeom>
            <a:noFill/>
            <a:ln w="28575" cap="rnd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20" name="Freeform 55">
              <a:extLst>
                <a:ext uri="{FF2B5EF4-FFF2-40B4-BE49-F238E27FC236}">
                  <a16:creationId xmlns:a16="http://schemas.microsoft.com/office/drawing/2014/main" id="{122B02CE-8BB9-8E09-9893-7E1E35ACB48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040" y="1485"/>
              <a:ext cx="65" cy="37"/>
            </a:xfrm>
            <a:custGeom>
              <a:avLst/>
              <a:gdLst>
                <a:gd name="T0" fmla="*/ 2147483646 w 7"/>
                <a:gd name="T1" fmla="*/ 2147483646 h 4"/>
                <a:gd name="T2" fmla="*/ 0 w 7"/>
                <a:gd name="T3" fmla="*/ 0 h 4"/>
                <a:gd name="T4" fmla="*/ 0 60000 65536"/>
                <a:gd name="T5" fmla="*/ 0 60000 65536"/>
                <a:gd name="T6" fmla="*/ 0 w 7"/>
                <a:gd name="T7" fmla="*/ 0 h 4"/>
                <a:gd name="T8" fmla="*/ 7 w 7"/>
                <a:gd name="T9" fmla="*/ 4 h 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7" h="4">
                  <a:moveTo>
                    <a:pt x="7" y="4"/>
                  </a:moveTo>
                  <a:cubicBezTo>
                    <a:pt x="7" y="2"/>
                    <a:pt x="3" y="0"/>
                    <a:pt x="0" y="0"/>
                  </a:cubicBezTo>
                </a:path>
              </a:pathLst>
            </a:custGeom>
            <a:noFill/>
            <a:ln w="28575" cap="rnd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21" name="Line 56">
              <a:extLst>
                <a:ext uri="{FF2B5EF4-FFF2-40B4-BE49-F238E27FC236}">
                  <a16:creationId xmlns:a16="http://schemas.microsoft.com/office/drawing/2014/main" id="{619F6673-2C5D-314E-4280-3C561F1553D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5040" y="1411"/>
              <a:ext cx="1" cy="74"/>
            </a:xfrm>
            <a:prstGeom prst="line">
              <a:avLst/>
            </a:prstGeom>
            <a:noFill/>
            <a:ln w="1905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22" name="Line 57">
              <a:extLst>
                <a:ext uri="{FF2B5EF4-FFF2-40B4-BE49-F238E27FC236}">
                  <a16:creationId xmlns:a16="http://schemas.microsoft.com/office/drawing/2014/main" id="{7A7ECAA6-393B-538F-E34A-2F892721B51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5040" y="1984"/>
              <a:ext cx="1" cy="74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23" name="Freeform 58">
              <a:extLst>
                <a:ext uri="{FF2B5EF4-FFF2-40B4-BE49-F238E27FC236}">
                  <a16:creationId xmlns:a16="http://schemas.microsoft.com/office/drawing/2014/main" id="{0C1C7B12-9ED1-C311-BA7A-1A4BD8D602E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975" y="1910"/>
              <a:ext cx="130" cy="46"/>
            </a:xfrm>
            <a:custGeom>
              <a:avLst/>
              <a:gdLst>
                <a:gd name="T0" fmla="*/ 2147483646 w 14"/>
                <a:gd name="T1" fmla="*/ 2147483646 h 5"/>
                <a:gd name="T2" fmla="*/ 0 w 14"/>
                <a:gd name="T3" fmla="*/ 2147483646 h 5"/>
                <a:gd name="T4" fmla="*/ 2147483646 w 14"/>
                <a:gd name="T5" fmla="*/ 0 h 5"/>
                <a:gd name="T6" fmla="*/ 0 60000 65536"/>
                <a:gd name="T7" fmla="*/ 0 60000 65536"/>
                <a:gd name="T8" fmla="*/ 0 60000 65536"/>
                <a:gd name="T9" fmla="*/ 0 w 14"/>
                <a:gd name="T10" fmla="*/ 0 h 5"/>
                <a:gd name="T11" fmla="*/ 14 w 14"/>
                <a:gd name="T12" fmla="*/ 5 h 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" h="5">
                  <a:moveTo>
                    <a:pt x="14" y="5"/>
                  </a:moveTo>
                  <a:cubicBezTo>
                    <a:pt x="14" y="0"/>
                    <a:pt x="0" y="0"/>
                    <a:pt x="0" y="2"/>
                  </a:cubicBezTo>
                  <a:cubicBezTo>
                    <a:pt x="0" y="5"/>
                    <a:pt x="14" y="5"/>
                    <a:pt x="14" y="0"/>
                  </a:cubicBezTo>
                </a:path>
              </a:pathLst>
            </a:custGeom>
            <a:noFill/>
            <a:ln w="28575" cap="rnd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24" name="Freeform 59">
              <a:extLst>
                <a:ext uri="{FF2B5EF4-FFF2-40B4-BE49-F238E27FC236}">
                  <a16:creationId xmlns:a16="http://schemas.microsoft.com/office/drawing/2014/main" id="{C22BE91B-92C9-A943-A1D9-9B692DECE32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975" y="1864"/>
              <a:ext cx="130" cy="46"/>
            </a:xfrm>
            <a:custGeom>
              <a:avLst/>
              <a:gdLst>
                <a:gd name="T0" fmla="*/ 2147483646 w 14"/>
                <a:gd name="T1" fmla="*/ 2147483646 h 5"/>
                <a:gd name="T2" fmla="*/ 0 w 14"/>
                <a:gd name="T3" fmla="*/ 2147483646 h 5"/>
                <a:gd name="T4" fmla="*/ 2147483646 w 14"/>
                <a:gd name="T5" fmla="*/ 0 h 5"/>
                <a:gd name="T6" fmla="*/ 0 60000 65536"/>
                <a:gd name="T7" fmla="*/ 0 60000 65536"/>
                <a:gd name="T8" fmla="*/ 0 60000 65536"/>
                <a:gd name="T9" fmla="*/ 0 w 14"/>
                <a:gd name="T10" fmla="*/ 0 h 5"/>
                <a:gd name="T11" fmla="*/ 14 w 14"/>
                <a:gd name="T12" fmla="*/ 5 h 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" h="5">
                  <a:moveTo>
                    <a:pt x="14" y="5"/>
                  </a:moveTo>
                  <a:cubicBezTo>
                    <a:pt x="14" y="0"/>
                    <a:pt x="0" y="0"/>
                    <a:pt x="0" y="3"/>
                  </a:cubicBezTo>
                  <a:cubicBezTo>
                    <a:pt x="0" y="5"/>
                    <a:pt x="14" y="5"/>
                    <a:pt x="14" y="0"/>
                  </a:cubicBezTo>
                </a:path>
              </a:pathLst>
            </a:custGeom>
            <a:noFill/>
            <a:ln w="28575" cap="rnd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25" name="Freeform 60">
              <a:extLst>
                <a:ext uri="{FF2B5EF4-FFF2-40B4-BE49-F238E27FC236}">
                  <a16:creationId xmlns:a16="http://schemas.microsoft.com/office/drawing/2014/main" id="{3228AED6-7944-17ED-35F5-C7F5EE878C8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975" y="1828"/>
              <a:ext cx="130" cy="45"/>
            </a:xfrm>
            <a:custGeom>
              <a:avLst/>
              <a:gdLst>
                <a:gd name="T0" fmla="*/ 2147483646 w 14"/>
                <a:gd name="T1" fmla="*/ 2147483646 h 5"/>
                <a:gd name="T2" fmla="*/ 0 w 14"/>
                <a:gd name="T3" fmla="*/ 2147483646 h 5"/>
                <a:gd name="T4" fmla="*/ 2147483646 w 14"/>
                <a:gd name="T5" fmla="*/ 0 h 5"/>
                <a:gd name="T6" fmla="*/ 0 60000 65536"/>
                <a:gd name="T7" fmla="*/ 0 60000 65536"/>
                <a:gd name="T8" fmla="*/ 0 60000 65536"/>
                <a:gd name="T9" fmla="*/ 0 w 14"/>
                <a:gd name="T10" fmla="*/ 0 h 5"/>
                <a:gd name="T11" fmla="*/ 14 w 14"/>
                <a:gd name="T12" fmla="*/ 5 h 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" h="5">
                  <a:moveTo>
                    <a:pt x="14" y="4"/>
                  </a:moveTo>
                  <a:cubicBezTo>
                    <a:pt x="14" y="0"/>
                    <a:pt x="0" y="0"/>
                    <a:pt x="0" y="2"/>
                  </a:cubicBezTo>
                  <a:cubicBezTo>
                    <a:pt x="0" y="5"/>
                    <a:pt x="14" y="5"/>
                    <a:pt x="14" y="0"/>
                  </a:cubicBezTo>
                </a:path>
              </a:pathLst>
            </a:custGeom>
            <a:noFill/>
            <a:ln w="28575" cap="rnd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26" name="Freeform 61">
              <a:extLst>
                <a:ext uri="{FF2B5EF4-FFF2-40B4-BE49-F238E27FC236}">
                  <a16:creationId xmlns:a16="http://schemas.microsoft.com/office/drawing/2014/main" id="{145EAFEE-CC45-5343-2A8D-685FE70A5149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4837" y="2292"/>
              <a:ext cx="398" cy="628"/>
            </a:xfrm>
            <a:custGeom>
              <a:avLst/>
              <a:gdLst>
                <a:gd name="T0" fmla="*/ 2147483646 w 43"/>
                <a:gd name="T1" fmla="*/ 2147483646 h 68"/>
                <a:gd name="T2" fmla="*/ 2147483646 w 43"/>
                <a:gd name="T3" fmla="*/ 2147483646 h 68"/>
                <a:gd name="T4" fmla="*/ 2147483646 w 43"/>
                <a:gd name="T5" fmla="*/ 2147483646 h 68"/>
                <a:gd name="T6" fmla="*/ 0 w 43"/>
                <a:gd name="T7" fmla="*/ 2147483646 h 68"/>
                <a:gd name="T8" fmla="*/ 2147483646 w 43"/>
                <a:gd name="T9" fmla="*/ 2147483646 h 68"/>
                <a:gd name="T10" fmla="*/ 0 w 43"/>
                <a:gd name="T11" fmla="*/ 0 h 68"/>
                <a:gd name="T12" fmla="*/ 0 w 43"/>
                <a:gd name="T13" fmla="*/ 2147483646 h 68"/>
                <a:gd name="T14" fmla="*/ 2147483646 w 43"/>
                <a:gd name="T15" fmla="*/ 0 h 68"/>
                <a:gd name="T16" fmla="*/ 2147483646 w 43"/>
                <a:gd name="T17" fmla="*/ 2147483646 h 68"/>
                <a:gd name="T18" fmla="*/ 2147483646 w 43"/>
                <a:gd name="T19" fmla="*/ 2147483646 h 68"/>
                <a:gd name="T20" fmla="*/ 0 w 43"/>
                <a:gd name="T21" fmla="*/ 2147483646 h 6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43"/>
                <a:gd name="T34" fmla="*/ 0 h 68"/>
                <a:gd name="T35" fmla="*/ 43 w 43"/>
                <a:gd name="T36" fmla="*/ 68 h 68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43" h="68">
                  <a:moveTo>
                    <a:pt x="22" y="52"/>
                  </a:moveTo>
                  <a:cubicBezTo>
                    <a:pt x="33" y="52"/>
                    <a:pt x="43" y="55"/>
                    <a:pt x="43" y="58"/>
                  </a:cubicBezTo>
                  <a:cubicBezTo>
                    <a:pt x="43" y="61"/>
                    <a:pt x="33" y="64"/>
                    <a:pt x="22" y="64"/>
                  </a:cubicBezTo>
                  <a:cubicBezTo>
                    <a:pt x="10" y="64"/>
                    <a:pt x="0" y="61"/>
                    <a:pt x="0" y="58"/>
                  </a:cubicBezTo>
                  <a:cubicBezTo>
                    <a:pt x="0" y="55"/>
                    <a:pt x="10" y="52"/>
                    <a:pt x="22" y="52"/>
                  </a:cubicBezTo>
                  <a:close/>
                  <a:moveTo>
                    <a:pt x="0" y="0"/>
                  </a:moveTo>
                  <a:lnTo>
                    <a:pt x="0" y="60"/>
                  </a:lnTo>
                  <a:moveTo>
                    <a:pt x="43" y="0"/>
                  </a:moveTo>
                  <a:lnTo>
                    <a:pt x="43" y="60"/>
                  </a:lnTo>
                  <a:moveTo>
                    <a:pt x="43" y="60"/>
                  </a:moveTo>
                  <a:cubicBezTo>
                    <a:pt x="42" y="68"/>
                    <a:pt x="0" y="68"/>
                    <a:pt x="0" y="60"/>
                  </a:cubicBezTo>
                </a:path>
              </a:pathLst>
            </a:custGeom>
            <a:noFill/>
            <a:ln w="28575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27" name="Line 62">
              <a:extLst>
                <a:ext uri="{FF2B5EF4-FFF2-40B4-BE49-F238E27FC236}">
                  <a16:creationId xmlns:a16="http://schemas.microsoft.com/office/drawing/2014/main" id="{3F4B27AF-0C78-B0C5-AD46-3FD3A6C92D5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4837" y="2058"/>
              <a:ext cx="203" cy="235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28" name="Line 63">
              <a:extLst>
                <a:ext uri="{FF2B5EF4-FFF2-40B4-BE49-F238E27FC236}">
                  <a16:creationId xmlns:a16="http://schemas.microsoft.com/office/drawing/2014/main" id="{AC8E753E-E975-269C-1CA0-55091237A67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040" y="2058"/>
              <a:ext cx="195" cy="234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29" name="Freeform 64">
              <a:extLst>
                <a:ext uri="{FF2B5EF4-FFF2-40B4-BE49-F238E27FC236}">
                  <a16:creationId xmlns:a16="http://schemas.microsoft.com/office/drawing/2014/main" id="{81BC2C71-5C5B-CAA8-0FA5-94729EA51B76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4837" y="3165"/>
              <a:ext cx="398" cy="240"/>
            </a:xfrm>
            <a:custGeom>
              <a:avLst/>
              <a:gdLst>
                <a:gd name="T0" fmla="*/ 2147483646 w 43"/>
                <a:gd name="T1" fmla="*/ 2147483646 h 26"/>
                <a:gd name="T2" fmla="*/ 2147483646 w 43"/>
                <a:gd name="T3" fmla="*/ 2147483646 h 26"/>
                <a:gd name="T4" fmla="*/ 0 w 43"/>
                <a:gd name="T5" fmla="*/ 2147483646 h 26"/>
                <a:gd name="T6" fmla="*/ 2147483646 w 43"/>
                <a:gd name="T7" fmla="*/ 2147483646 h 26"/>
                <a:gd name="T8" fmla="*/ 0 w 43"/>
                <a:gd name="T9" fmla="*/ 0 h 26"/>
                <a:gd name="T10" fmla="*/ 0 w 43"/>
                <a:gd name="T11" fmla="*/ 2147483646 h 26"/>
                <a:gd name="T12" fmla="*/ 2147483646 w 43"/>
                <a:gd name="T13" fmla="*/ 2147483646 h 26"/>
                <a:gd name="T14" fmla="*/ 2147483646 w 43"/>
                <a:gd name="T15" fmla="*/ 2147483646 h 26"/>
                <a:gd name="T16" fmla="*/ 2147483646 w 43"/>
                <a:gd name="T17" fmla="*/ 2147483646 h 26"/>
                <a:gd name="T18" fmla="*/ 0 w 43"/>
                <a:gd name="T19" fmla="*/ 2147483646 h 2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3"/>
                <a:gd name="T31" fmla="*/ 0 h 26"/>
                <a:gd name="T32" fmla="*/ 43 w 43"/>
                <a:gd name="T33" fmla="*/ 26 h 2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3" h="26">
                  <a:moveTo>
                    <a:pt x="22" y="10"/>
                  </a:moveTo>
                  <a:cubicBezTo>
                    <a:pt x="33" y="10"/>
                    <a:pt x="43" y="12"/>
                    <a:pt x="43" y="16"/>
                  </a:cubicBezTo>
                  <a:cubicBezTo>
                    <a:pt x="43" y="24"/>
                    <a:pt x="0" y="24"/>
                    <a:pt x="0" y="16"/>
                  </a:cubicBezTo>
                  <a:cubicBezTo>
                    <a:pt x="0" y="12"/>
                    <a:pt x="10" y="10"/>
                    <a:pt x="22" y="10"/>
                  </a:cubicBezTo>
                  <a:close/>
                  <a:moveTo>
                    <a:pt x="0" y="0"/>
                  </a:moveTo>
                  <a:lnTo>
                    <a:pt x="0" y="18"/>
                  </a:lnTo>
                  <a:moveTo>
                    <a:pt x="43" y="2"/>
                  </a:moveTo>
                  <a:lnTo>
                    <a:pt x="43" y="18"/>
                  </a:lnTo>
                  <a:moveTo>
                    <a:pt x="43" y="18"/>
                  </a:moveTo>
                  <a:cubicBezTo>
                    <a:pt x="42" y="26"/>
                    <a:pt x="0" y="25"/>
                    <a:pt x="0" y="18"/>
                  </a:cubicBezTo>
                </a:path>
              </a:pathLst>
            </a:custGeom>
            <a:noFill/>
            <a:ln w="28575">
              <a:solidFill>
                <a:srgbClr val="00FF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30" name="Oval 65">
              <a:extLst>
                <a:ext uri="{FF2B5EF4-FFF2-40B4-BE49-F238E27FC236}">
                  <a16:creationId xmlns:a16="http://schemas.microsoft.com/office/drawing/2014/main" id="{9B20008E-5264-FD4F-E926-F7CD95AA925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002" y="2288"/>
              <a:ext cx="80" cy="80"/>
            </a:xfrm>
            <a:prstGeom prst="ellipse">
              <a:avLst/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</a:pPr>
              <a:endParaRPr lang="zh-CN" altLang="en-US"/>
            </a:p>
          </p:txBody>
        </p:sp>
        <p:sp>
          <p:nvSpPr>
            <p:cNvPr id="36931" name="Line 66">
              <a:extLst>
                <a:ext uri="{FF2B5EF4-FFF2-40B4-BE49-F238E27FC236}">
                  <a16:creationId xmlns:a16="http://schemas.microsoft.com/office/drawing/2014/main" id="{49D80349-4CDB-0CD1-747A-D512BC10F68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290" y="2841"/>
              <a:ext cx="130" cy="1"/>
            </a:xfrm>
            <a:prstGeom prst="line">
              <a:avLst/>
            </a:prstGeom>
            <a:noFill/>
            <a:ln w="1905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6932" name="Object 6">
              <a:extLst>
                <a:ext uri="{FF2B5EF4-FFF2-40B4-BE49-F238E27FC236}">
                  <a16:creationId xmlns:a16="http://schemas.microsoft.com/office/drawing/2014/main" id="{7EAF3167-A818-3E3A-743E-A437E962AB2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313" y="2534"/>
            <a:ext cx="77" cy="1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175167" imgH="289782" progId="Equation.3">
                    <p:embed/>
                  </p:oleObj>
                </mc:Choice>
                <mc:Fallback>
                  <p:oleObj name="公式" r:id="rId8" imgW="175167" imgH="289782" progId="Equation.3">
                    <p:embed/>
                    <p:pic>
                      <p:nvPicPr>
                        <p:cNvPr id="36932" name="Object 6">
                          <a:extLst>
                            <a:ext uri="{FF2B5EF4-FFF2-40B4-BE49-F238E27FC236}">
                              <a16:creationId xmlns:a16="http://schemas.microsoft.com/office/drawing/2014/main" id="{7EAF3167-A818-3E3A-743E-A437E962AB2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13" y="2534"/>
                          <a:ext cx="77" cy="1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933" name="Line 68">
              <a:extLst>
                <a:ext uri="{FF2B5EF4-FFF2-40B4-BE49-F238E27FC236}">
                  <a16:creationId xmlns:a16="http://schemas.microsoft.com/office/drawing/2014/main" id="{3D6649C8-35C2-A684-41BC-95F05E2AD1C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704" y="1721"/>
              <a:ext cx="130" cy="1"/>
            </a:xfrm>
            <a:prstGeom prst="line">
              <a:avLst/>
            </a:prstGeom>
            <a:noFill/>
            <a:ln w="1905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34" name="Line 69">
              <a:extLst>
                <a:ext uri="{FF2B5EF4-FFF2-40B4-BE49-F238E27FC236}">
                  <a16:creationId xmlns:a16="http://schemas.microsoft.com/office/drawing/2014/main" id="{0290CABD-A04D-016A-445E-BD345DFE21F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704" y="2067"/>
              <a:ext cx="130" cy="0"/>
            </a:xfrm>
            <a:prstGeom prst="line">
              <a:avLst/>
            </a:prstGeom>
            <a:noFill/>
            <a:ln w="1905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6935" name="Object 7">
              <a:extLst>
                <a:ext uri="{FF2B5EF4-FFF2-40B4-BE49-F238E27FC236}">
                  <a16:creationId xmlns:a16="http://schemas.microsoft.com/office/drawing/2014/main" id="{B6FFE8F5-9EF3-7CE2-AE46-250C7649AA4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43" y="1809"/>
            <a:ext cx="73" cy="1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160238" imgH="403999" progId="Equation.3">
                    <p:embed/>
                  </p:oleObj>
                </mc:Choice>
                <mc:Fallback>
                  <p:oleObj name="公式" r:id="rId10" imgW="160238" imgH="403999" progId="Equation.3">
                    <p:embed/>
                    <p:pic>
                      <p:nvPicPr>
                        <p:cNvPr id="36935" name="Object 7">
                          <a:extLst>
                            <a:ext uri="{FF2B5EF4-FFF2-40B4-BE49-F238E27FC236}">
                              <a16:creationId xmlns:a16="http://schemas.microsoft.com/office/drawing/2014/main" id="{B6FFE8F5-9EF3-7CE2-AE46-250C7649AA4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43" y="1809"/>
                          <a:ext cx="73" cy="1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936" name="Line 71">
              <a:extLst>
                <a:ext uri="{FF2B5EF4-FFF2-40B4-BE49-F238E27FC236}">
                  <a16:creationId xmlns:a16="http://schemas.microsoft.com/office/drawing/2014/main" id="{D02FA5AA-E62F-B709-C886-8277A381476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648" y="2827"/>
              <a:ext cx="129" cy="0"/>
            </a:xfrm>
            <a:prstGeom prst="line">
              <a:avLst/>
            </a:prstGeom>
            <a:noFill/>
            <a:ln w="1905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37" name="Line 72">
              <a:extLst>
                <a:ext uri="{FF2B5EF4-FFF2-40B4-BE49-F238E27FC236}">
                  <a16:creationId xmlns:a16="http://schemas.microsoft.com/office/drawing/2014/main" id="{3848F3EB-1AEF-48F3-D88D-F69822DDE48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712" y="2831"/>
              <a:ext cx="1" cy="163"/>
            </a:xfrm>
            <a:prstGeom prst="line">
              <a:avLst/>
            </a:prstGeom>
            <a:noFill/>
            <a:ln w="19050">
              <a:solidFill>
                <a:srgbClr val="00FFFF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38" name="Line 73">
              <a:extLst>
                <a:ext uri="{FF2B5EF4-FFF2-40B4-BE49-F238E27FC236}">
                  <a16:creationId xmlns:a16="http://schemas.microsoft.com/office/drawing/2014/main" id="{5E24F8F6-79CC-AD8D-0E71-3BEAF6EDD23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4712" y="3176"/>
              <a:ext cx="1" cy="157"/>
            </a:xfrm>
            <a:prstGeom prst="line">
              <a:avLst/>
            </a:prstGeom>
            <a:noFill/>
            <a:ln w="19050">
              <a:solidFill>
                <a:srgbClr val="00FFFF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39" name="Line 74">
              <a:extLst>
                <a:ext uri="{FF2B5EF4-FFF2-40B4-BE49-F238E27FC236}">
                  <a16:creationId xmlns:a16="http://schemas.microsoft.com/office/drawing/2014/main" id="{CA201E18-AEB6-9775-33E3-AE0621B6289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648" y="3332"/>
              <a:ext cx="129" cy="1"/>
            </a:xfrm>
            <a:prstGeom prst="line">
              <a:avLst/>
            </a:prstGeom>
            <a:noFill/>
            <a:ln w="1905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6940" name="Object 8">
              <a:extLst>
                <a:ext uri="{FF2B5EF4-FFF2-40B4-BE49-F238E27FC236}">
                  <a16:creationId xmlns:a16="http://schemas.microsoft.com/office/drawing/2014/main" id="{F5E0DF8A-E1FE-7BE3-3B2D-33FA5166E11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66" y="3005"/>
            <a:ext cx="85" cy="1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198058" imgH="403999" progId="Equation.3">
                    <p:embed/>
                  </p:oleObj>
                </mc:Choice>
                <mc:Fallback>
                  <p:oleObj name="公式" r:id="rId12" imgW="198058" imgH="403999" progId="Equation.3">
                    <p:embed/>
                    <p:pic>
                      <p:nvPicPr>
                        <p:cNvPr id="36940" name="Object 8">
                          <a:extLst>
                            <a:ext uri="{FF2B5EF4-FFF2-40B4-BE49-F238E27FC236}">
                              <a16:creationId xmlns:a16="http://schemas.microsoft.com/office/drawing/2014/main" id="{F5E0DF8A-E1FE-7BE3-3B2D-33FA5166E11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66" y="3005"/>
                          <a:ext cx="85" cy="1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941" name="Line 76">
              <a:extLst>
                <a:ext uri="{FF2B5EF4-FFF2-40B4-BE49-F238E27FC236}">
                  <a16:creationId xmlns:a16="http://schemas.microsoft.com/office/drawing/2014/main" id="{B44A574F-45C0-1047-1A41-3BC670357F7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770" y="1720"/>
              <a:ext cx="0" cy="346"/>
            </a:xfrm>
            <a:prstGeom prst="line">
              <a:avLst/>
            </a:prstGeom>
            <a:noFill/>
            <a:ln w="19050">
              <a:solidFill>
                <a:srgbClr val="00FFFF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24013" name="Rectangle 77">
            <a:extLst>
              <a:ext uri="{FF2B5EF4-FFF2-40B4-BE49-F238E27FC236}">
                <a16:creationId xmlns:a16="http://schemas.microsoft.com/office/drawing/2014/main" id="{83D0CAE9-63C4-F8FF-C8C8-776D90719A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988" y="1674813"/>
            <a:ext cx="5040312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15000"/>
              </a:lnSpc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此金属盘向下运动的最大距离</a:t>
            </a:r>
            <a:r>
              <a:rPr kumimoji="1" lang="en-US" altLang="zh-CN" i="1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l</a:t>
            </a:r>
            <a:r>
              <a:rPr kumimoji="1" lang="en-US" altLang="zh-CN" baseline="-25000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2 </a:t>
            </a: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。</a:t>
            </a:r>
          </a:p>
        </p:txBody>
      </p:sp>
      <p:sp>
        <p:nvSpPr>
          <p:cNvPr id="424014" name="Rectangle 78">
            <a:extLst>
              <a:ext uri="{FF2B5EF4-FFF2-40B4-BE49-F238E27FC236}">
                <a16:creationId xmlns:a16="http://schemas.microsoft.com/office/drawing/2014/main" id="{8339FB4B-0AA8-AE48-471E-CA37077AD3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875" y="350838"/>
            <a:ext cx="647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</a:p>
        </p:txBody>
      </p:sp>
      <p:sp>
        <p:nvSpPr>
          <p:cNvPr id="424015" name="Rectangle 79">
            <a:extLst>
              <a:ext uri="{FF2B5EF4-FFF2-40B4-BE49-F238E27FC236}">
                <a16:creationId xmlns:a16="http://schemas.microsoft.com/office/drawing/2014/main" id="{7D29A7AC-F0ED-DCEB-B65B-EC906E84EF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975" y="2235200"/>
            <a:ext cx="647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</a:t>
            </a:r>
          </a:p>
        </p:txBody>
      </p:sp>
      <p:sp>
        <p:nvSpPr>
          <p:cNvPr id="424016" name="Rectangle 80">
            <a:extLst>
              <a:ext uri="{FF2B5EF4-FFF2-40B4-BE49-F238E27FC236}">
                <a16:creationId xmlns:a16="http://schemas.microsoft.com/office/drawing/2014/main" id="{090A8E53-8834-EFEB-8F16-FA44946B80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325" y="1685925"/>
            <a:ext cx="647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求</a:t>
            </a:r>
          </a:p>
        </p:txBody>
      </p:sp>
      <p:graphicFrame>
        <p:nvGraphicFramePr>
          <p:cNvPr id="424017" name="Object 5">
            <a:extLst>
              <a:ext uri="{FF2B5EF4-FFF2-40B4-BE49-F238E27FC236}">
                <a16:creationId xmlns:a16="http://schemas.microsoft.com/office/drawing/2014/main" id="{25DFE7BD-7A8A-41E1-A2D1-40A9DD7982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51275" y="5394325"/>
          <a:ext cx="8509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800193" imgH="708743" progId="Equation.3">
                  <p:embed/>
                </p:oleObj>
              </mc:Choice>
              <mc:Fallback>
                <p:oleObj name="公式" r:id="rId14" imgW="800193" imgH="708743" progId="Equation.3">
                  <p:embed/>
                  <p:pic>
                    <p:nvPicPr>
                      <p:cNvPr id="424017" name="Object 5">
                        <a:extLst>
                          <a:ext uri="{FF2B5EF4-FFF2-40B4-BE49-F238E27FC236}">
                            <a16:creationId xmlns:a16="http://schemas.microsoft.com/office/drawing/2014/main" id="{25DFE7BD-7A8A-41E1-A2D1-40A9DD7982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5394325"/>
                        <a:ext cx="85090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24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23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24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24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24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24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23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23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23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23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23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23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24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4018" grpId="0" animBg="1"/>
      <p:bldP spid="423940" grpId="0" autoUpdateAnimBg="0"/>
      <p:bldP spid="423941" grpId="0" autoUpdateAnimBg="0"/>
      <p:bldP spid="423942" grpId="0" autoUpdateAnimBg="0"/>
      <p:bldP spid="423943" grpId="0" autoUpdateAnimBg="0"/>
      <p:bldP spid="424013" grpId="0" autoUpdateAnimBg="0"/>
      <p:bldP spid="424014" grpId="0"/>
      <p:bldP spid="424015" grpId="0"/>
      <p:bldP spid="4240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964" name="Rectangle 4">
            <a:extLst>
              <a:ext uri="{FF2B5EF4-FFF2-40B4-BE49-F238E27FC236}">
                <a16:creationId xmlns:a16="http://schemas.microsoft.com/office/drawing/2014/main" id="{13D1CC36-D453-C209-2535-0077DD2066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34175" y="760413"/>
            <a:ext cx="1601788" cy="3594100"/>
          </a:xfrm>
          <a:prstGeom prst="rect">
            <a:avLst/>
          </a:prstGeom>
          <a:solidFill>
            <a:srgbClr val="0000CA">
              <a:alpha val="0"/>
            </a:srgbClr>
          </a:solidFill>
          <a:ln w="9525" algn="ctr">
            <a:solidFill>
              <a:srgbClr val="B2B2B2">
                <a:alpha val="50000"/>
              </a:srgbClr>
            </a:solidFill>
            <a:miter lim="800000"/>
            <a:headEnd/>
            <a:tailEnd/>
          </a:ln>
          <a:effectLst>
            <a:outerShdw dist="35921" dir="2700000" algn="ctr" rotWithShape="0">
              <a:srgbClr val="0099CC">
                <a:alpha val="20000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zh-CN" altLang="en-GB" sz="4000" b="0">
              <a:solidFill>
                <a:srgbClr val="0000CA"/>
              </a:solidFill>
              <a:effectDag name="">
                <a:cont type="tree" name="">
                  <a:effect ref="fillLine"/>
                  <a:outerShdw dist="38100" dir="13500000" algn="br">
                    <a:srgbClr val="5555FF"/>
                  </a:outerShdw>
                </a:cont>
                <a:cont type="tree" name="">
                  <a:effect ref="fillLine"/>
                  <a:outerShdw dist="38100" dir="2700000" algn="tl">
                    <a:srgbClr val="000079"/>
                  </a:outerShdw>
                </a:cont>
                <a:effect ref="fillLine"/>
              </a:effectDag>
              <a:latin typeface="Times New Roman" pitchFamily="18" charset="0"/>
              <a:ea typeface="楷体_GB2312" pitchFamily="49" charset="-122"/>
            </a:endParaRPr>
          </a:p>
          <a:p>
            <a:pPr algn="ctr" eaLnBrk="1" hangingPunct="1">
              <a:defRPr/>
            </a:pPr>
            <a:endParaRPr lang="zh-CN" altLang="en-GB" sz="4000" b="0">
              <a:solidFill>
                <a:srgbClr val="0000CA"/>
              </a:solidFill>
              <a:effectDag name="">
                <a:cont type="tree" name="">
                  <a:effect ref="fillLine"/>
                  <a:outerShdw dist="38100" dir="13500000" algn="br">
                    <a:srgbClr val="5555FF"/>
                  </a:outerShdw>
                </a:cont>
                <a:cont type="tree" name="">
                  <a:effect ref="fillLine"/>
                  <a:outerShdw dist="38100" dir="2700000" algn="tl">
                    <a:srgbClr val="000079"/>
                  </a:outerShdw>
                </a:cont>
                <a:effect ref="fillLine"/>
              </a:effectDag>
              <a:latin typeface="Times New Roman" pitchFamily="18" charset="0"/>
              <a:ea typeface="楷体_GB2312" pitchFamily="49" charset="-122"/>
            </a:endParaRPr>
          </a:p>
          <a:p>
            <a:pPr algn="ctr" eaLnBrk="1" hangingPunct="1">
              <a:defRPr/>
            </a:pPr>
            <a:endParaRPr lang="zh-CN" altLang="en-GB" sz="4000" b="0">
              <a:solidFill>
                <a:srgbClr val="0000CA"/>
              </a:solidFill>
              <a:effectDag name="">
                <a:cont type="tree" name="">
                  <a:effect ref="fillLine"/>
                  <a:outerShdw dist="38100" dir="13500000" algn="br">
                    <a:srgbClr val="5555FF"/>
                  </a:outerShdw>
                </a:cont>
                <a:cont type="tree" name="">
                  <a:effect ref="fillLine"/>
                  <a:outerShdw dist="38100" dir="2700000" algn="tl">
                    <a:srgbClr val="000079"/>
                  </a:outerShdw>
                </a:cont>
                <a:effect ref="fillLine"/>
              </a:effectDag>
              <a:latin typeface="Times New Roman" pitchFamily="18" charset="0"/>
              <a:ea typeface="楷体_GB2312" pitchFamily="49" charset="-122"/>
            </a:endParaRPr>
          </a:p>
          <a:p>
            <a:pPr algn="ctr" eaLnBrk="1" hangingPunct="1">
              <a:defRPr/>
            </a:pPr>
            <a:r>
              <a:rPr lang="en-US" altLang="zh-CN" sz="4000" b="0">
                <a:solidFill>
                  <a:srgbClr val="0000CA"/>
                </a:solidFill>
                <a:effectDag name="">
                  <a:cont type="tree" name="">
                    <a:effect ref="fillLine"/>
                    <a:outerShdw dist="38100" dir="13500000" algn="br">
                      <a:srgbClr val="5555FF"/>
                    </a:outerShdw>
                  </a:cont>
                  <a:cont type="tree" name="">
                    <a:effect ref="fillLine"/>
                    <a:outerShdw dist="38100" dir="2700000" algn="tl">
                      <a:srgbClr val="000079"/>
                    </a:outerShdw>
                  </a:cont>
                  <a:effect ref="fillLine"/>
                </a:effectDag>
                <a:latin typeface="Times New Roman" pitchFamily="18" charset="0"/>
                <a:ea typeface="楷体_GB2312" pitchFamily="49" charset="-122"/>
              </a:rPr>
              <a:t> </a:t>
            </a:r>
          </a:p>
        </p:txBody>
      </p:sp>
      <p:sp>
        <p:nvSpPr>
          <p:cNvPr id="424965" name="Text Box 5">
            <a:extLst>
              <a:ext uri="{FF2B5EF4-FFF2-40B4-BE49-F238E27FC236}">
                <a16:creationId xmlns:a16="http://schemas.microsoft.com/office/drawing/2014/main" id="{B0A7B20F-718F-D40E-D3CA-8F4502F806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025" y="312738"/>
            <a:ext cx="43053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泥球和盘共同下降的过程</a:t>
            </a:r>
          </a:p>
        </p:txBody>
      </p:sp>
      <p:sp>
        <p:nvSpPr>
          <p:cNvPr id="424966" name="Text Box 6">
            <a:extLst>
              <a:ext uri="{FF2B5EF4-FFF2-40B4-BE49-F238E27FC236}">
                <a16:creationId xmlns:a16="http://schemas.microsoft.com/office/drawing/2014/main" id="{419D9A07-C281-404A-50AC-6847F533F7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822325"/>
            <a:ext cx="5948362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15000"/>
              </a:lnSpc>
              <a:buFont typeface="Wingdings" pitchFamily="2" charset="2"/>
              <a:buNone/>
              <a:defRPr/>
            </a:pPr>
            <a:r>
              <a:rPr lang="en-US" altLang="zh-CN" sz="2000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</a:t>
            </a:r>
            <a:r>
              <a:rPr lang="zh-CN" altLang="en-US" sz="2000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弹簧、泥球、盘和地球组成的系统机械能守恒</a:t>
            </a:r>
            <a:r>
              <a:rPr lang="en-US" altLang="zh-CN" sz="2000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)</a:t>
            </a:r>
          </a:p>
        </p:txBody>
      </p:sp>
      <p:sp>
        <p:nvSpPr>
          <p:cNvPr id="424967" name="Text Box 7">
            <a:extLst>
              <a:ext uri="{FF2B5EF4-FFF2-40B4-BE49-F238E27FC236}">
                <a16:creationId xmlns:a16="http://schemas.microsoft.com/office/drawing/2014/main" id="{63EA6E97-FBE3-AFCD-895C-D65A70E815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725" y="1279525"/>
            <a:ext cx="5675313" cy="96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选弹簧的自然伸长端为弹性势能零点，以盘的最低点为重力势能零点，则</a:t>
            </a:r>
          </a:p>
        </p:txBody>
      </p:sp>
      <p:sp>
        <p:nvSpPr>
          <p:cNvPr id="424968" name="Text Box 8">
            <a:extLst>
              <a:ext uri="{FF2B5EF4-FFF2-40B4-BE49-F238E27FC236}">
                <a16:creationId xmlns:a16="http://schemas.microsoft.com/office/drawing/2014/main" id="{D1798BB6-2B29-EE1A-E243-FF0FB012E0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838" y="3543300"/>
            <a:ext cx="6765925" cy="53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弹簧的劲度系数为</a:t>
            </a:r>
          </a:p>
        </p:txBody>
      </p:sp>
      <p:graphicFrame>
        <p:nvGraphicFramePr>
          <p:cNvPr id="424969" name="Object 2">
            <a:extLst>
              <a:ext uri="{FF2B5EF4-FFF2-40B4-BE49-F238E27FC236}">
                <a16:creationId xmlns:a16="http://schemas.microsoft.com/office/drawing/2014/main" id="{764C1F2B-DA87-E1A0-5F2C-4683E07ED07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77913" y="2498725"/>
          <a:ext cx="3224212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169920" imgH="670338" progId="Equation.3">
                  <p:embed/>
                </p:oleObj>
              </mc:Choice>
              <mc:Fallback>
                <p:oleObj name="公式" r:id="rId2" imgW="3169920" imgH="670338" progId="Equation.3">
                  <p:embed/>
                  <p:pic>
                    <p:nvPicPr>
                      <p:cNvPr id="424969" name="Object 2">
                        <a:extLst>
                          <a:ext uri="{FF2B5EF4-FFF2-40B4-BE49-F238E27FC236}">
                            <a16:creationId xmlns:a16="http://schemas.microsoft.com/office/drawing/2014/main" id="{764C1F2B-DA87-E1A0-5F2C-4683E07ED07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7913" y="2498725"/>
                        <a:ext cx="3224212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4970" name="Object 3">
            <a:extLst>
              <a:ext uri="{FF2B5EF4-FFF2-40B4-BE49-F238E27FC236}">
                <a16:creationId xmlns:a16="http://schemas.microsoft.com/office/drawing/2014/main" id="{856EB24E-5279-736A-2325-4478D9B98D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27450" y="3517900"/>
          <a:ext cx="9271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876331" imgH="746649" progId="Equation.3">
                  <p:embed/>
                </p:oleObj>
              </mc:Choice>
              <mc:Fallback>
                <p:oleObj name="公式" r:id="rId4" imgW="876331" imgH="746649" progId="Equation.3">
                  <p:embed/>
                  <p:pic>
                    <p:nvPicPr>
                      <p:cNvPr id="424970" name="Object 3">
                        <a:extLst>
                          <a:ext uri="{FF2B5EF4-FFF2-40B4-BE49-F238E27FC236}">
                            <a16:creationId xmlns:a16="http://schemas.microsoft.com/office/drawing/2014/main" id="{856EB24E-5279-736A-2325-4478D9B98DC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7450" y="3517900"/>
                        <a:ext cx="9271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4971" name="Object 4">
            <a:extLst>
              <a:ext uri="{FF2B5EF4-FFF2-40B4-BE49-F238E27FC236}">
                <a16:creationId xmlns:a16="http://schemas.microsoft.com/office/drawing/2014/main" id="{2D504897-6C98-EBD2-7A2F-9F608F6D703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36900" y="4703763"/>
          <a:ext cx="18161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760127" imgH="312226" progId="Equation.3">
                  <p:embed/>
                </p:oleObj>
              </mc:Choice>
              <mc:Fallback>
                <p:oleObj name="公式" r:id="rId6" imgW="1760127" imgH="312226" progId="Equation.3">
                  <p:embed/>
                  <p:pic>
                    <p:nvPicPr>
                      <p:cNvPr id="424971" name="Object 4">
                        <a:extLst>
                          <a:ext uri="{FF2B5EF4-FFF2-40B4-BE49-F238E27FC236}">
                            <a16:creationId xmlns:a16="http://schemas.microsoft.com/office/drawing/2014/main" id="{2D504897-6C98-EBD2-7A2F-9F608F6D703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6900" y="4703763"/>
                        <a:ext cx="18161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4972" name="Object 5">
            <a:extLst>
              <a:ext uri="{FF2B5EF4-FFF2-40B4-BE49-F238E27FC236}">
                <a16:creationId xmlns:a16="http://schemas.microsoft.com/office/drawing/2014/main" id="{7D17F320-49A3-F12A-4756-C99BD9C3318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62138" y="5665788"/>
          <a:ext cx="2208212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156242" imgH="350631" progId="Equation.3">
                  <p:embed/>
                </p:oleObj>
              </mc:Choice>
              <mc:Fallback>
                <p:oleObj name="公式" r:id="rId8" imgW="2156242" imgH="350631" progId="Equation.3">
                  <p:embed/>
                  <p:pic>
                    <p:nvPicPr>
                      <p:cNvPr id="424972" name="Object 5">
                        <a:extLst>
                          <a:ext uri="{FF2B5EF4-FFF2-40B4-BE49-F238E27FC236}">
                            <a16:creationId xmlns:a16="http://schemas.microsoft.com/office/drawing/2014/main" id="{7D17F320-49A3-F12A-4756-C99BD9C331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2138" y="5665788"/>
                        <a:ext cx="2208212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4973" name="Object 6">
            <a:extLst>
              <a:ext uri="{FF2B5EF4-FFF2-40B4-BE49-F238E27FC236}">
                <a16:creationId xmlns:a16="http://schemas.microsoft.com/office/drawing/2014/main" id="{DB2423C0-1A1F-8069-B61A-D4C0F87BA8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83213" y="5715000"/>
          <a:ext cx="12192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165953" imgH="312226" progId="Equation.3">
                  <p:embed/>
                </p:oleObj>
              </mc:Choice>
              <mc:Fallback>
                <p:oleObj name="公式" r:id="rId10" imgW="1165953" imgH="312226" progId="Equation.3">
                  <p:embed/>
                  <p:pic>
                    <p:nvPicPr>
                      <p:cNvPr id="424973" name="Object 6">
                        <a:extLst>
                          <a:ext uri="{FF2B5EF4-FFF2-40B4-BE49-F238E27FC236}">
                            <a16:creationId xmlns:a16="http://schemas.microsoft.com/office/drawing/2014/main" id="{DB2423C0-1A1F-8069-B61A-D4C0F87BA84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3213" y="5715000"/>
                        <a:ext cx="12192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7900" name="Group 14">
            <a:extLst>
              <a:ext uri="{FF2B5EF4-FFF2-40B4-BE49-F238E27FC236}">
                <a16:creationId xmlns:a16="http://schemas.microsoft.com/office/drawing/2014/main" id="{8BD4AE79-A1FA-7484-5497-720313EFCF7A}"/>
              </a:ext>
            </a:extLst>
          </p:cNvPr>
          <p:cNvGrpSpPr>
            <a:grpSpLocks/>
          </p:cNvGrpSpPr>
          <p:nvPr/>
        </p:nvGrpSpPr>
        <p:grpSpPr bwMode="auto">
          <a:xfrm>
            <a:off x="6880225" y="936625"/>
            <a:ext cx="1233488" cy="3238500"/>
            <a:chOff x="4643" y="1365"/>
            <a:chExt cx="777" cy="2040"/>
          </a:xfrm>
        </p:grpSpPr>
        <p:sp>
          <p:nvSpPr>
            <p:cNvPr id="37906" name="Line 15">
              <a:extLst>
                <a:ext uri="{FF2B5EF4-FFF2-40B4-BE49-F238E27FC236}">
                  <a16:creationId xmlns:a16="http://schemas.microsoft.com/office/drawing/2014/main" id="{90D49F58-1E52-2638-E90B-0E9A5778997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290" y="2336"/>
              <a:ext cx="130" cy="0"/>
            </a:xfrm>
            <a:prstGeom prst="line">
              <a:avLst/>
            </a:prstGeom>
            <a:noFill/>
            <a:ln w="1905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07" name="Line 16">
              <a:extLst>
                <a:ext uri="{FF2B5EF4-FFF2-40B4-BE49-F238E27FC236}">
                  <a16:creationId xmlns:a16="http://schemas.microsoft.com/office/drawing/2014/main" id="{0C3BC18C-A220-8D6A-F2AD-DE7B19A5F36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355" y="2340"/>
              <a:ext cx="1" cy="162"/>
            </a:xfrm>
            <a:prstGeom prst="line">
              <a:avLst/>
            </a:prstGeom>
            <a:noFill/>
            <a:ln w="19050">
              <a:solidFill>
                <a:srgbClr val="00FFFF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08" name="Line 17">
              <a:extLst>
                <a:ext uri="{FF2B5EF4-FFF2-40B4-BE49-F238E27FC236}">
                  <a16:creationId xmlns:a16="http://schemas.microsoft.com/office/drawing/2014/main" id="{41F115B5-3F89-8E91-9110-B780D4E9A29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5355" y="2684"/>
              <a:ext cx="1" cy="158"/>
            </a:xfrm>
            <a:prstGeom prst="line">
              <a:avLst/>
            </a:prstGeom>
            <a:noFill/>
            <a:ln w="19050">
              <a:solidFill>
                <a:srgbClr val="00FFFF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09" name="Line 18">
              <a:extLst>
                <a:ext uri="{FF2B5EF4-FFF2-40B4-BE49-F238E27FC236}">
                  <a16:creationId xmlns:a16="http://schemas.microsoft.com/office/drawing/2014/main" id="{686D8E4A-543D-13F2-3FD6-B871E311E55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745" y="1411"/>
              <a:ext cx="592" cy="1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10" name="Line 19">
              <a:extLst>
                <a:ext uri="{FF2B5EF4-FFF2-40B4-BE49-F238E27FC236}">
                  <a16:creationId xmlns:a16="http://schemas.microsoft.com/office/drawing/2014/main" id="{1AE16742-706C-3EDC-B86F-4F82EA52D4E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4791" y="1365"/>
              <a:ext cx="18" cy="46"/>
            </a:xfrm>
            <a:prstGeom prst="line">
              <a:avLst/>
            </a:prstGeom>
            <a:noFill/>
            <a:ln w="1905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11" name="Line 20">
              <a:extLst>
                <a:ext uri="{FF2B5EF4-FFF2-40B4-BE49-F238E27FC236}">
                  <a16:creationId xmlns:a16="http://schemas.microsoft.com/office/drawing/2014/main" id="{63557CDB-86AD-EFFD-6DF8-54DF5A08239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4828" y="1365"/>
              <a:ext cx="18" cy="46"/>
            </a:xfrm>
            <a:prstGeom prst="line">
              <a:avLst/>
            </a:prstGeom>
            <a:noFill/>
            <a:ln w="1905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12" name="Line 21">
              <a:extLst>
                <a:ext uri="{FF2B5EF4-FFF2-40B4-BE49-F238E27FC236}">
                  <a16:creationId xmlns:a16="http://schemas.microsoft.com/office/drawing/2014/main" id="{2E9CC0DD-DF8F-209D-D156-E344837B57B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4864" y="1365"/>
              <a:ext cx="19" cy="46"/>
            </a:xfrm>
            <a:prstGeom prst="line">
              <a:avLst/>
            </a:prstGeom>
            <a:noFill/>
            <a:ln w="1905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13" name="Line 22">
              <a:extLst>
                <a:ext uri="{FF2B5EF4-FFF2-40B4-BE49-F238E27FC236}">
                  <a16:creationId xmlns:a16="http://schemas.microsoft.com/office/drawing/2014/main" id="{0925429F-D105-7F05-6068-88B8A6928F6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4809" y="1365"/>
              <a:ext cx="19" cy="46"/>
            </a:xfrm>
            <a:prstGeom prst="line">
              <a:avLst/>
            </a:prstGeom>
            <a:noFill/>
            <a:ln w="1905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14" name="Line 23">
              <a:extLst>
                <a:ext uri="{FF2B5EF4-FFF2-40B4-BE49-F238E27FC236}">
                  <a16:creationId xmlns:a16="http://schemas.microsoft.com/office/drawing/2014/main" id="{D14348BA-D33E-3652-8232-BE4D7D8C6CE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4846" y="1365"/>
              <a:ext cx="18" cy="46"/>
            </a:xfrm>
            <a:prstGeom prst="line">
              <a:avLst/>
            </a:prstGeom>
            <a:noFill/>
            <a:ln w="1905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15" name="Line 24">
              <a:extLst>
                <a:ext uri="{FF2B5EF4-FFF2-40B4-BE49-F238E27FC236}">
                  <a16:creationId xmlns:a16="http://schemas.microsoft.com/office/drawing/2014/main" id="{77868C43-6C87-5B2F-4380-518DB9B2ADB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4883" y="1367"/>
              <a:ext cx="18" cy="46"/>
            </a:xfrm>
            <a:prstGeom prst="line">
              <a:avLst/>
            </a:prstGeom>
            <a:noFill/>
            <a:ln w="1905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16" name="Line 25">
              <a:extLst>
                <a:ext uri="{FF2B5EF4-FFF2-40B4-BE49-F238E27FC236}">
                  <a16:creationId xmlns:a16="http://schemas.microsoft.com/office/drawing/2014/main" id="{10C2F061-0D10-42D0-E834-816BB5CDCD3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4772" y="1365"/>
              <a:ext cx="19" cy="46"/>
            </a:xfrm>
            <a:prstGeom prst="line">
              <a:avLst/>
            </a:prstGeom>
            <a:noFill/>
            <a:ln w="1905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17" name="Line 26">
              <a:extLst>
                <a:ext uri="{FF2B5EF4-FFF2-40B4-BE49-F238E27FC236}">
                  <a16:creationId xmlns:a16="http://schemas.microsoft.com/office/drawing/2014/main" id="{C5C463F2-B8E0-34A1-2B46-CB0F0B33BF7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5033" y="1365"/>
              <a:ext cx="19" cy="46"/>
            </a:xfrm>
            <a:prstGeom prst="line">
              <a:avLst/>
            </a:prstGeom>
            <a:noFill/>
            <a:ln w="1905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18" name="Line 27">
              <a:extLst>
                <a:ext uri="{FF2B5EF4-FFF2-40B4-BE49-F238E27FC236}">
                  <a16:creationId xmlns:a16="http://schemas.microsoft.com/office/drawing/2014/main" id="{016B8EC3-5A69-531E-D662-D0DAA931BAD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5071" y="1365"/>
              <a:ext cx="18" cy="46"/>
            </a:xfrm>
            <a:prstGeom prst="line">
              <a:avLst/>
            </a:prstGeom>
            <a:noFill/>
            <a:ln w="1905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19" name="Line 28">
              <a:extLst>
                <a:ext uri="{FF2B5EF4-FFF2-40B4-BE49-F238E27FC236}">
                  <a16:creationId xmlns:a16="http://schemas.microsoft.com/office/drawing/2014/main" id="{08BE1D5C-7440-6E9E-D786-248EA369EBA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5108" y="1365"/>
              <a:ext cx="18" cy="46"/>
            </a:xfrm>
            <a:prstGeom prst="line">
              <a:avLst/>
            </a:prstGeom>
            <a:noFill/>
            <a:ln w="1905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20" name="Line 29">
              <a:extLst>
                <a:ext uri="{FF2B5EF4-FFF2-40B4-BE49-F238E27FC236}">
                  <a16:creationId xmlns:a16="http://schemas.microsoft.com/office/drawing/2014/main" id="{D2D59F2F-5133-C4E3-335D-70C41AB20F5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602172" flipH="1" flipV="1">
              <a:off x="4916" y="1365"/>
              <a:ext cx="28" cy="46"/>
            </a:xfrm>
            <a:prstGeom prst="line">
              <a:avLst/>
            </a:prstGeom>
            <a:noFill/>
            <a:ln w="1905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21" name="Line 30">
              <a:extLst>
                <a:ext uri="{FF2B5EF4-FFF2-40B4-BE49-F238E27FC236}">
                  <a16:creationId xmlns:a16="http://schemas.microsoft.com/office/drawing/2014/main" id="{62F3586D-4A2E-1EFF-6FAC-E7A9A590FCA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602172" flipH="1" flipV="1">
              <a:off x="4954" y="1365"/>
              <a:ext cx="28" cy="46"/>
            </a:xfrm>
            <a:prstGeom prst="line">
              <a:avLst/>
            </a:prstGeom>
            <a:noFill/>
            <a:ln w="1905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22" name="Line 31">
              <a:extLst>
                <a:ext uri="{FF2B5EF4-FFF2-40B4-BE49-F238E27FC236}">
                  <a16:creationId xmlns:a16="http://schemas.microsoft.com/office/drawing/2014/main" id="{6EA56182-7976-D864-AADB-941650A48D5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4997" y="1365"/>
              <a:ext cx="18" cy="46"/>
            </a:xfrm>
            <a:prstGeom prst="line">
              <a:avLst/>
            </a:prstGeom>
            <a:noFill/>
            <a:ln w="1905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23" name="Line 32">
              <a:extLst>
                <a:ext uri="{FF2B5EF4-FFF2-40B4-BE49-F238E27FC236}">
                  <a16:creationId xmlns:a16="http://schemas.microsoft.com/office/drawing/2014/main" id="{B2DD85F2-743F-55BF-7B0B-C94B38940D3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5015" y="1365"/>
              <a:ext cx="18" cy="46"/>
            </a:xfrm>
            <a:prstGeom prst="line">
              <a:avLst/>
            </a:prstGeom>
            <a:noFill/>
            <a:ln w="1905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24" name="Line 33">
              <a:extLst>
                <a:ext uri="{FF2B5EF4-FFF2-40B4-BE49-F238E27FC236}">
                  <a16:creationId xmlns:a16="http://schemas.microsoft.com/office/drawing/2014/main" id="{4BA1B234-27C1-EE18-45FA-636AB902B3F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5052" y="1365"/>
              <a:ext cx="19" cy="46"/>
            </a:xfrm>
            <a:prstGeom prst="line">
              <a:avLst/>
            </a:prstGeom>
            <a:noFill/>
            <a:ln w="1905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25" name="Line 34">
              <a:extLst>
                <a:ext uri="{FF2B5EF4-FFF2-40B4-BE49-F238E27FC236}">
                  <a16:creationId xmlns:a16="http://schemas.microsoft.com/office/drawing/2014/main" id="{F09062C2-545C-37AE-35DF-2BC77C67C64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5089" y="1365"/>
              <a:ext cx="19" cy="46"/>
            </a:xfrm>
            <a:prstGeom prst="line">
              <a:avLst/>
            </a:prstGeom>
            <a:noFill/>
            <a:ln w="1905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26" name="Line 35">
              <a:extLst>
                <a:ext uri="{FF2B5EF4-FFF2-40B4-BE49-F238E27FC236}">
                  <a16:creationId xmlns:a16="http://schemas.microsoft.com/office/drawing/2014/main" id="{70099B22-3844-D434-265F-B214F596F9B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602172" flipH="1" flipV="1">
              <a:off x="4896" y="1365"/>
              <a:ext cx="28" cy="46"/>
            </a:xfrm>
            <a:prstGeom prst="line">
              <a:avLst/>
            </a:prstGeom>
            <a:noFill/>
            <a:ln w="1905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27" name="Line 36">
              <a:extLst>
                <a:ext uri="{FF2B5EF4-FFF2-40B4-BE49-F238E27FC236}">
                  <a16:creationId xmlns:a16="http://schemas.microsoft.com/office/drawing/2014/main" id="{87F985CB-72A1-FFFB-C926-1788C38B221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602172" flipH="1" flipV="1">
              <a:off x="4935" y="1365"/>
              <a:ext cx="28" cy="46"/>
            </a:xfrm>
            <a:prstGeom prst="line">
              <a:avLst/>
            </a:prstGeom>
            <a:noFill/>
            <a:ln w="1905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28" name="Line 37">
              <a:extLst>
                <a:ext uri="{FF2B5EF4-FFF2-40B4-BE49-F238E27FC236}">
                  <a16:creationId xmlns:a16="http://schemas.microsoft.com/office/drawing/2014/main" id="{A6ED308A-3DB9-72CA-1764-F49636E9F5B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4978" y="1365"/>
              <a:ext cx="19" cy="46"/>
            </a:xfrm>
            <a:prstGeom prst="line">
              <a:avLst/>
            </a:prstGeom>
            <a:noFill/>
            <a:ln w="1905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29" name="Line 38">
              <a:extLst>
                <a:ext uri="{FF2B5EF4-FFF2-40B4-BE49-F238E27FC236}">
                  <a16:creationId xmlns:a16="http://schemas.microsoft.com/office/drawing/2014/main" id="{1C9DC7B5-8B32-B669-6A88-63539600DB8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533585" flipH="1" flipV="1">
              <a:off x="5180" y="1365"/>
              <a:ext cx="28" cy="46"/>
            </a:xfrm>
            <a:prstGeom prst="line">
              <a:avLst/>
            </a:prstGeom>
            <a:noFill/>
            <a:ln w="1905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30" name="Line 39">
              <a:extLst>
                <a:ext uri="{FF2B5EF4-FFF2-40B4-BE49-F238E27FC236}">
                  <a16:creationId xmlns:a16="http://schemas.microsoft.com/office/drawing/2014/main" id="{56157985-902C-97DF-BC96-4584F5827DB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533585" flipH="1" flipV="1">
              <a:off x="5198" y="1365"/>
              <a:ext cx="28" cy="46"/>
            </a:xfrm>
            <a:prstGeom prst="line">
              <a:avLst/>
            </a:prstGeom>
            <a:noFill/>
            <a:ln w="1905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31" name="Line 40">
              <a:extLst>
                <a:ext uri="{FF2B5EF4-FFF2-40B4-BE49-F238E27FC236}">
                  <a16:creationId xmlns:a16="http://schemas.microsoft.com/office/drawing/2014/main" id="{80A62017-8E9E-7650-EA38-56E92DE34D9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5222" y="1365"/>
              <a:ext cx="19" cy="46"/>
            </a:xfrm>
            <a:prstGeom prst="line">
              <a:avLst/>
            </a:prstGeom>
            <a:noFill/>
            <a:ln w="1905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32" name="Line 41">
              <a:extLst>
                <a:ext uri="{FF2B5EF4-FFF2-40B4-BE49-F238E27FC236}">
                  <a16:creationId xmlns:a16="http://schemas.microsoft.com/office/drawing/2014/main" id="{DEAD19CC-BDC2-EDB5-0ED1-CE914CECEC4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5126" y="1365"/>
              <a:ext cx="18" cy="46"/>
            </a:xfrm>
            <a:prstGeom prst="line">
              <a:avLst/>
            </a:prstGeom>
            <a:noFill/>
            <a:ln w="1905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33" name="Line 42">
              <a:extLst>
                <a:ext uri="{FF2B5EF4-FFF2-40B4-BE49-F238E27FC236}">
                  <a16:creationId xmlns:a16="http://schemas.microsoft.com/office/drawing/2014/main" id="{79007AAA-E9BC-61CA-742B-C6B0BEF1879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5144" y="1365"/>
              <a:ext cx="19" cy="46"/>
            </a:xfrm>
            <a:prstGeom prst="line">
              <a:avLst/>
            </a:prstGeom>
            <a:noFill/>
            <a:ln w="1905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34" name="Line 43">
              <a:extLst>
                <a:ext uri="{FF2B5EF4-FFF2-40B4-BE49-F238E27FC236}">
                  <a16:creationId xmlns:a16="http://schemas.microsoft.com/office/drawing/2014/main" id="{78E93C67-B2FA-D5EE-1DDC-882A2DFF5CF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533585" flipH="1" flipV="1">
              <a:off x="5160" y="1365"/>
              <a:ext cx="28" cy="46"/>
            </a:xfrm>
            <a:prstGeom prst="line">
              <a:avLst/>
            </a:prstGeom>
            <a:noFill/>
            <a:ln w="1905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35" name="Line 44">
              <a:extLst>
                <a:ext uri="{FF2B5EF4-FFF2-40B4-BE49-F238E27FC236}">
                  <a16:creationId xmlns:a16="http://schemas.microsoft.com/office/drawing/2014/main" id="{3F920459-3884-15AE-0073-4E9E074C407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5260" y="1365"/>
              <a:ext cx="18" cy="46"/>
            </a:xfrm>
            <a:prstGeom prst="line">
              <a:avLst/>
            </a:prstGeom>
            <a:noFill/>
            <a:ln w="1905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36" name="Line 45">
              <a:extLst>
                <a:ext uri="{FF2B5EF4-FFF2-40B4-BE49-F238E27FC236}">
                  <a16:creationId xmlns:a16="http://schemas.microsoft.com/office/drawing/2014/main" id="{272FA746-2B23-C540-F8B4-D8C40CB705E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5278" y="1365"/>
              <a:ext cx="19" cy="46"/>
            </a:xfrm>
            <a:prstGeom prst="line">
              <a:avLst/>
            </a:prstGeom>
            <a:noFill/>
            <a:ln w="1905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37" name="Line 46">
              <a:extLst>
                <a:ext uri="{FF2B5EF4-FFF2-40B4-BE49-F238E27FC236}">
                  <a16:creationId xmlns:a16="http://schemas.microsoft.com/office/drawing/2014/main" id="{4E842035-AA28-F558-914D-EA4FF84626C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5241" y="1365"/>
              <a:ext cx="19" cy="46"/>
            </a:xfrm>
            <a:prstGeom prst="line">
              <a:avLst/>
            </a:prstGeom>
            <a:noFill/>
            <a:ln w="1905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38" name="Freeform 47">
              <a:extLst>
                <a:ext uri="{FF2B5EF4-FFF2-40B4-BE49-F238E27FC236}">
                  <a16:creationId xmlns:a16="http://schemas.microsoft.com/office/drawing/2014/main" id="{3C907792-7163-10CD-BFC8-6E275614035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040" y="1948"/>
              <a:ext cx="65" cy="36"/>
            </a:xfrm>
            <a:custGeom>
              <a:avLst/>
              <a:gdLst>
                <a:gd name="T0" fmla="*/ 0 w 7"/>
                <a:gd name="T1" fmla="*/ 2147483646 h 4"/>
                <a:gd name="T2" fmla="*/ 2147483646 w 7"/>
                <a:gd name="T3" fmla="*/ 0 h 4"/>
                <a:gd name="T4" fmla="*/ 0 60000 65536"/>
                <a:gd name="T5" fmla="*/ 0 60000 65536"/>
                <a:gd name="T6" fmla="*/ 0 w 7"/>
                <a:gd name="T7" fmla="*/ 0 h 4"/>
                <a:gd name="T8" fmla="*/ 7 w 7"/>
                <a:gd name="T9" fmla="*/ 4 h 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7" h="4">
                  <a:moveTo>
                    <a:pt x="0" y="4"/>
                  </a:moveTo>
                  <a:cubicBezTo>
                    <a:pt x="3" y="4"/>
                    <a:pt x="7" y="3"/>
                    <a:pt x="7" y="0"/>
                  </a:cubicBezTo>
                </a:path>
              </a:pathLst>
            </a:custGeom>
            <a:noFill/>
            <a:ln w="28575" cap="rnd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39" name="Freeform 48">
              <a:extLst>
                <a:ext uri="{FF2B5EF4-FFF2-40B4-BE49-F238E27FC236}">
                  <a16:creationId xmlns:a16="http://schemas.microsoft.com/office/drawing/2014/main" id="{A7E6140E-8986-1BF3-7C09-78614F3DA15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975" y="1782"/>
              <a:ext cx="130" cy="46"/>
            </a:xfrm>
            <a:custGeom>
              <a:avLst/>
              <a:gdLst>
                <a:gd name="T0" fmla="*/ 2147483646 w 14"/>
                <a:gd name="T1" fmla="*/ 2147483646 h 5"/>
                <a:gd name="T2" fmla="*/ 0 w 14"/>
                <a:gd name="T3" fmla="*/ 2147483646 h 5"/>
                <a:gd name="T4" fmla="*/ 2147483646 w 14"/>
                <a:gd name="T5" fmla="*/ 0 h 5"/>
                <a:gd name="T6" fmla="*/ 0 60000 65536"/>
                <a:gd name="T7" fmla="*/ 0 60000 65536"/>
                <a:gd name="T8" fmla="*/ 0 60000 65536"/>
                <a:gd name="T9" fmla="*/ 0 w 14"/>
                <a:gd name="T10" fmla="*/ 0 h 5"/>
                <a:gd name="T11" fmla="*/ 14 w 14"/>
                <a:gd name="T12" fmla="*/ 5 h 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" h="5">
                  <a:moveTo>
                    <a:pt x="14" y="5"/>
                  </a:moveTo>
                  <a:cubicBezTo>
                    <a:pt x="14" y="0"/>
                    <a:pt x="0" y="0"/>
                    <a:pt x="0" y="2"/>
                  </a:cubicBezTo>
                  <a:cubicBezTo>
                    <a:pt x="0" y="5"/>
                    <a:pt x="14" y="5"/>
                    <a:pt x="14" y="0"/>
                  </a:cubicBezTo>
                </a:path>
              </a:pathLst>
            </a:custGeom>
            <a:noFill/>
            <a:ln w="28575" cap="rnd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40" name="Freeform 49">
              <a:extLst>
                <a:ext uri="{FF2B5EF4-FFF2-40B4-BE49-F238E27FC236}">
                  <a16:creationId xmlns:a16="http://schemas.microsoft.com/office/drawing/2014/main" id="{7665E457-1D65-3158-8C3E-0B716027059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975" y="1735"/>
              <a:ext cx="130" cy="47"/>
            </a:xfrm>
            <a:custGeom>
              <a:avLst/>
              <a:gdLst>
                <a:gd name="T0" fmla="*/ 2147483646 w 14"/>
                <a:gd name="T1" fmla="*/ 2147483646 h 5"/>
                <a:gd name="T2" fmla="*/ 0 w 14"/>
                <a:gd name="T3" fmla="*/ 2147483646 h 5"/>
                <a:gd name="T4" fmla="*/ 2147483646 w 14"/>
                <a:gd name="T5" fmla="*/ 0 h 5"/>
                <a:gd name="T6" fmla="*/ 0 60000 65536"/>
                <a:gd name="T7" fmla="*/ 0 60000 65536"/>
                <a:gd name="T8" fmla="*/ 0 60000 65536"/>
                <a:gd name="T9" fmla="*/ 0 w 14"/>
                <a:gd name="T10" fmla="*/ 0 h 5"/>
                <a:gd name="T11" fmla="*/ 14 w 14"/>
                <a:gd name="T12" fmla="*/ 5 h 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" h="5">
                  <a:moveTo>
                    <a:pt x="14" y="5"/>
                  </a:moveTo>
                  <a:cubicBezTo>
                    <a:pt x="14" y="0"/>
                    <a:pt x="0" y="0"/>
                    <a:pt x="0" y="3"/>
                  </a:cubicBezTo>
                  <a:cubicBezTo>
                    <a:pt x="0" y="5"/>
                    <a:pt x="14" y="5"/>
                    <a:pt x="14" y="0"/>
                  </a:cubicBezTo>
                </a:path>
              </a:pathLst>
            </a:custGeom>
            <a:noFill/>
            <a:ln w="28575" cap="rnd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41" name="Freeform 50">
              <a:extLst>
                <a:ext uri="{FF2B5EF4-FFF2-40B4-BE49-F238E27FC236}">
                  <a16:creationId xmlns:a16="http://schemas.microsoft.com/office/drawing/2014/main" id="{0A2FA0E2-FBB9-15AA-01AE-65C5E1F0660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975" y="1698"/>
              <a:ext cx="130" cy="46"/>
            </a:xfrm>
            <a:custGeom>
              <a:avLst/>
              <a:gdLst>
                <a:gd name="T0" fmla="*/ 2147483646 w 14"/>
                <a:gd name="T1" fmla="*/ 2147483646 h 5"/>
                <a:gd name="T2" fmla="*/ 0 w 14"/>
                <a:gd name="T3" fmla="*/ 2147483646 h 5"/>
                <a:gd name="T4" fmla="*/ 2147483646 w 14"/>
                <a:gd name="T5" fmla="*/ 0 h 5"/>
                <a:gd name="T6" fmla="*/ 0 60000 65536"/>
                <a:gd name="T7" fmla="*/ 0 60000 65536"/>
                <a:gd name="T8" fmla="*/ 0 60000 65536"/>
                <a:gd name="T9" fmla="*/ 0 w 14"/>
                <a:gd name="T10" fmla="*/ 0 h 5"/>
                <a:gd name="T11" fmla="*/ 14 w 14"/>
                <a:gd name="T12" fmla="*/ 5 h 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" h="5">
                  <a:moveTo>
                    <a:pt x="14" y="4"/>
                  </a:moveTo>
                  <a:cubicBezTo>
                    <a:pt x="14" y="0"/>
                    <a:pt x="0" y="0"/>
                    <a:pt x="0" y="2"/>
                  </a:cubicBezTo>
                  <a:cubicBezTo>
                    <a:pt x="0" y="5"/>
                    <a:pt x="14" y="5"/>
                    <a:pt x="14" y="0"/>
                  </a:cubicBezTo>
                </a:path>
              </a:pathLst>
            </a:custGeom>
            <a:noFill/>
            <a:ln w="28575" cap="rnd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42" name="Freeform 51">
              <a:extLst>
                <a:ext uri="{FF2B5EF4-FFF2-40B4-BE49-F238E27FC236}">
                  <a16:creationId xmlns:a16="http://schemas.microsoft.com/office/drawing/2014/main" id="{F91BBA95-35D5-3FDD-F3DC-BF8612A8D448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975" y="1651"/>
              <a:ext cx="130" cy="47"/>
            </a:xfrm>
            <a:custGeom>
              <a:avLst/>
              <a:gdLst>
                <a:gd name="T0" fmla="*/ 2147483646 w 14"/>
                <a:gd name="T1" fmla="*/ 2147483646 h 5"/>
                <a:gd name="T2" fmla="*/ 0 w 14"/>
                <a:gd name="T3" fmla="*/ 2147483646 h 5"/>
                <a:gd name="T4" fmla="*/ 2147483646 w 14"/>
                <a:gd name="T5" fmla="*/ 0 h 5"/>
                <a:gd name="T6" fmla="*/ 0 60000 65536"/>
                <a:gd name="T7" fmla="*/ 0 60000 65536"/>
                <a:gd name="T8" fmla="*/ 0 60000 65536"/>
                <a:gd name="T9" fmla="*/ 0 w 14"/>
                <a:gd name="T10" fmla="*/ 0 h 5"/>
                <a:gd name="T11" fmla="*/ 14 w 14"/>
                <a:gd name="T12" fmla="*/ 5 h 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" h="5">
                  <a:moveTo>
                    <a:pt x="14" y="5"/>
                  </a:moveTo>
                  <a:cubicBezTo>
                    <a:pt x="14" y="0"/>
                    <a:pt x="0" y="0"/>
                    <a:pt x="0" y="3"/>
                  </a:cubicBezTo>
                  <a:cubicBezTo>
                    <a:pt x="0" y="5"/>
                    <a:pt x="14" y="5"/>
                    <a:pt x="14" y="0"/>
                  </a:cubicBezTo>
                </a:path>
              </a:pathLst>
            </a:custGeom>
            <a:noFill/>
            <a:ln w="28575" cap="rnd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43" name="Freeform 52">
              <a:extLst>
                <a:ext uri="{FF2B5EF4-FFF2-40B4-BE49-F238E27FC236}">
                  <a16:creationId xmlns:a16="http://schemas.microsoft.com/office/drawing/2014/main" id="{210A32A2-1EE4-72FD-4B7E-BF03B31CA55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975" y="1605"/>
              <a:ext cx="130" cy="46"/>
            </a:xfrm>
            <a:custGeom>
              <a:avLst/>
              <a:gdLst>
                <a:gd name="T0" fmla="*/ 2147483646 w 14"/>
                <a:gd name="T1" fmla="*/ 2147483646 h 5"/>
                <a:gd name="T2" fmla="*/ 0 w 14"/>
                <a:gd name="T3" fmla="*/ 2147483646 h 5"/>
                <a:gd name="T4" fmla="*/ 2147483646 w 14"/>
                <a:gd name="T5" fmla="*/ 2147483646 h 5"/>
                <a:gd name="T6" fmla="*/ 0 60000 65536"/>
                <a:gd name="T7" fmla="*/ 0 60000 65536"/>
                <a:gd name="T8" fmla="*/ 0 60000 65536"/>
                <a:gd name="T9" fmla="*/ 0 w 14"/>
                <a:gd name="T10" fmla="*/ 0 h 5"/>
                <a:gd name="T11" fmla="*/ 14 w 14"/>
                <a:gd name="T12" fmla="*/ 5 h 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" h="5">
                  <a:moveTo>
                    <a:pt x="14" y="5"/>
                  </a:moveTo>
                  <a:cubicBezTo>
                    <a:pt x="14" y="0"/>
                    <a:pt x="0" y="1"/>
                    <a:pt x="0" y="3"/>
                  </a:cubicBezTo>
                  <a:cubicBezTo>
                    <a:pt x="0" y="5"/>
                    <a:pt x="14" y="5"/>
                    <a:pt x="14" y="1"/>
                  </a:cubicBezTo>
                </a:path>
              </a:pathLst>
            </a:custGeom>
            <a:noFill/>
            <a:ln w="28575" cap="rnd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44" name="Freeform 53">
              <a:extLst>
                <a:ext uri="{FF2B5EF4-FFF2-40B4-BE49-F238E27FC236}">
                  <a16:creationId xmlns:a16="http://schemas.microsoft.com/office/drawing/2014/main" id="{D11010D2-3D76-1B5F-FCC5-91E35C85635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975" y="1568"/>
              <a:ext cx="130" cy="47"/>
            </a:xfrm>
            <a:custGeom>
              <a:avLst/>
              <a:gdLst>
                <a:gd name="T0" fmla="*/ 2147483646 w 14"/>
                <a:gd name="T1" fmla="*/ 2147483646 h 5"/>
                <a:gd name="T2" fmla="*/ 0 w 14"/>
                <a:gd name="T3" fmla="*/ 2147483646 h 5"/>
                <a:gd name="T4" fmla="*/ 2147483646 w 14"/>
                <a:gd name="T5" fmla="*/ 0 h 5"/>
                <a:gd name="T6" fmla="*/ 0 60000 65536"/>
                <a:gd name="T7" fmla="*/ 0 60000 65536"/>
                <a:gd name="T8" fmla="*/ 0 60000 65536"/>
                <a:gd name="T9" fmla="*/ 0 w 14"/>
                <a:gd name="T10" fmla="*/ 0 h 5"/>
                <a:gd name="T11" fmla="*/ 14 w 14"/>
                <a:gd name="T12" fmla="*/ 5 h 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" h="5">
                  <a:moveTo>
                    <a:pt x="14" y="5"/>
                  </a:moveTo>
                  <a:cubicBezTo>
                    <a:pt x="14" y="0"/>
                    <a:pt x="0" y="0"/>
                    <a:pt x="0" y="2"/>
                  </a:cubicBezTo>
                  <a:cubicBezTo>
                    <a:pt x="0" y="5"/>
                    <a:pt x="14" y="5"/>
                    <a:pt x="14" y="0"/>
                  </a:cubicBezTo>
                </a:path>
              </a:pathLst>
            </a:custGeom>
            <a:noFill/>
            <a:ln w="28575" cap="rnd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45" name="Freeform 54">
              <a:extLst>
                <a:ext uri="{FF2B5EF4-FFF2-40B4-BE49-F238E27FC236}">
                  <a16:creationId xmlns:a16="http://schemas.microsoft.com/office/drawing/2014/main" id="{201A48FB-BD9C-0777-0E25-3F2B9F384EE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975" y="1522"/>
              <a:ext cx="130" cy="46"/>
            </a:xfrm>
            <a:custGeom>
              <a:avLst/>
              <a:gdLst>
                <a:gd name="T0" fmla="*/ 2147483646 w 14"/>
                <a:gd name="T1" fmla="*/ 2147483646 h 5"/>
                <a:gd name="T2" fmla="*/ 0 w 14"/>
                <a:gd name="T3" fmla="*/ 2147483646 h 5"/>
                <a:gd name="T4" fmla="*/ 2147483646 w 14"/>
                <a:gd name="T5" fmla="*/ 0 h 5"/>
                <a:gd name="T6" fmla="*/ 0 60000 65536"/>
                <a:gd name="T7" fmla="*/ 0 60000 65536"/>
                <a:gd name="T8" fmla="*/ 0 60000 65536"/>
                <a:gd name="T9" fmla="*/ 0 w 14"/>
                <a:gd name="T10" fmla="*/ 0 h 5"/>
                <a:gd name="T11" fmla="*/ 14 w 14"/>
                <a:gd name="T12" fmla="*/ 5 h 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" h="5">
                  <a:moveTo>
                    <a:pt x="14" y="5"/>
                  </a:moveTo>
                  <a:cubicBezTo>
                    <a:pt x="14" y="0"/>
                    <a:pt x="0" y="0"/>
                    <a:pt x="0" y="3"/>
                  </a:cubicBezTo>
                  <a:cubicBezTo>
                    <a:pt x="0" y="5"/>
                    <a:pt x="14" y="5"/>
                    <a:pt x="14" y="0"/>
                  </a:cubicBezTo>
                </a:path>
              </a:pathLst>
            </a:custGeom>
            <a:noFill/>
            <a:ln w="28575" cap="rnd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46" name="Freeform 55">
              <a:extLst>
                <a:ext uri="{FF2B5EF4-FFF2-40B4-BE49-F238E27FC236}">
                  <a16:creationId xmlns:a16="http://schemas.microsoft.com/office/drawing/2014/main" id="{46B10C10-18ED-391D-39C3-E298008F6B7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040" y="1485"/>
              <a:ext cx="65" cy="37"/>
            </a:xfrm>
            <a:custGeom>
              <a:avLst/>
              <a:gdLst>
                <a:gd name="T0" fmla="*/ 2147483646 w 7"/>
                <a:gd name="T1" fmla="*/ 2147483646 h 4"/>
                <a:gd name="T2" fmla="*/ 0 w 7"/>
                <a:gd name="T3" fmla="*/ 0 h 4"/>
                <a:gd name="T4" fmla="*/ 0 60000 65536"/>
                <a:gd name="T5" fmla="*/ 0 60000 65536"/>
                <a:gd name="T6" fmla="*/ 0 w 7"/>
                <a:gd name="T7" fmla="*/ 0 h 4"/>
                <a:gd name="T8" fmla="*/ 7 w 7"/>
                <a:gd name="T9" fmla="*/ 4 h 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7" h="4">
                  <a:moveTo>
                    <a:pt x="7" y="4"/>
                  </a:moveTo>
                  <a:cubicBezTo>
                    <a:pt x="7" y="2"/>
                    <a:pt x="3" y="0"/>
                    <a:pt x="0" y="0"/>
                  </a:cubicBezTo>
                </a:path>
              </a:pathLst>
            </a:custGeom>
            <a:noFill/>
            <a:ln w="28575" cap="rnd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47" name="Line 56">
              <a:extLst>
                <a:ext uri="{FF2B5EF4-FFF2-40B4-BE49-F238E27FC236}">
                  <a16:creationId xmlns:a16="http://schemas.microsoft.com/office/drawing/2014/main" id="{6CF369F1-5D8C-2F82-D06E-1411CB65266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5040" y="1411"/>
              <a:ext cx="1" cy="74"/>
            </a:xfrm>
            <a:prstGeom prst="line">
              <a:avLst/>
            </a:prstGeom>
            <a:noFill/>
            <a:ln w="1905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48" name="Line 57">
              <a:extLst>
                <a:ext uri="{FF2B5EF4-FFF2-40B4-BE49-F238E27FC236}">
                  <a16:creationId xmlns:a16="http://schemas.microsoft.com/office/drawing/2014/main" id="{B84A77CF-A067-5DFC-CFC6-830C5502F4C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5040" y="1984"/>
              <a:ext cx="1" cy="74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49" name="Freeform 58">
              <a:extLst>
                <a:ext uri="{FF2B5EF4-FFF2-40B4-BE49-F238E27FC236}">
                  <a16:creationId xmlns:a16="http://schemas.microsoft.com/office/drawing/2014/main" id="{6C1F2568-B3D9-F503-5A37-9EB357C70B6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975" y="1910"/>
              <a:ext cx="130" cy="46"/>
            </a:xfrm>
            <a:custGeom>
              <a:avLst/>
              <a:gdLst>
                <a:gd name="T0" fmla="*/ 2147483646 w 14"/>
                <a:gd name="T1" fmla="*/ 2147483646 h 5"/>
                <a:gd name="T2" fmla="*/ 0 w 14"/>
                <a:gd name="T3" fmla="*/ 2147483646 h 5"/>
                <a:gd name="T4" fmla="*/ 2147483646 w 14"/>
                <a:gd name="T5" fmla="*/ 0 h 5"/>
                <a:gd name="T6" fmla="*/ 0 60000 65536"/>
                <a:gd name="T7" fmla="*/ 0 60000 65536"/>
                <a:gd name="T8" fmla="*/ 0 60000 65536"/>
                <a:gd name="T9" fmla="*/ 0 w 14"/>
                <a:gd name="T10" fmla="*/ 0 h 5"/>
                <a:gd name="T11" fmla="*/ 14 w 14"/>
                <a:gd name="T12" fmla="*/ 5 h 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" h="5">
                  <a:moveTo>
                    <a:pt x="14" y="5"/>
                  </a:moveTo>
                  <a:cubicBezTo>
                    <a:pt x="14" y="0"/>
                    <a:pt x="0" y="0"/>
                    <a:pt x="0" y="2"/>
                  </a:cubicBezTo>
                  <a:cubicBezTo>
                    <a:pt x="0" y="5"/>
                    <a:pt x="14" y="5"/>
                    <a:pt x="14" y="0"/>
                  </a:cubicBezTo>
                </a:path>
              </a:pathLst>
            </a:custGeom>
            <a:noFill/>
            <a:ln w="28575" cap="rnd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50" name="Freeform 59">
              <a:extLst>
                <a:ext uri="{FF2B5EF4-FFF2-40B4-BE49-F238E27FC236}">
                  <a16:creationId xmlns:a16="http://schemas.microsoft.com/office/drawing/2014/main" id="{730D0024-2D69-5C44-D4CC-BA7A8DB5861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975" y="1864"/>
              <a:ext cx="130" cy="46"/>
            </a:xfrm>
            <a:custGeom>
              <a:avLst/>
              <a:gdLst>
                <a:gd name="T0" fmla="*/ 2147483646 w 14"/>
                <a:gd name="T1" fmla="*/ 2147483646 h 5"/>
                <a:gd name="T2" fmla="*/ 0 w 14"/>
                <a:gd name="T3" fmla="*/ 2147483646 h 5"/>
                <a:gd name="T4" fmla="*/ 2147483646 w 14"/>
                <a:gd name="T5" fmla="*/ 0 h 5"/>
                <a:gd name="T6" fmla="*/ 0 60000 65536"/>
                <a:gd name="T7" fmla="*/ 0 60000 65536"/>
                <a:gd name="T8" fmla="*/ 0 60000 65536"/>
                <a:gd name="T9" fmla="*/ 0 w 14"/>
                <a:gd name="T10" fmla="*/ 0 h 5"/>
                <a:gd name="T11" fmla="*/ 14 w 14"/>
                <a:gd name="T12" fmla="*/ 5 h 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" h="5">
                  <a:moveTo>
                    <a:pt x="14" y="5"/>
                  </a:moveTo>
                  <a:cubicBezTo>
                    <a:pt x="14" y="0"/>
                    <a:pt x="0" y="0"/>
                    <a:pt x="0" y="3"/>
                  </a:cubicBezTo>
                  <a:cubicBezTo>
                    <a:pt x="0" y="5"/>
                    <a:pt x="14" y="5"/>
                    <a:pt x="14" y="0"/>
                  </a:cubicBezTo>
                </a:path>
              </a:pathLst>
            </a:custGeom>
            <a:noFill/>
            <a:ln w="28575" cap="rnd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51" name="Freeform 60">
              <a:extLst>
                <a:ext uri="{FF2B5EF4-FFF2-40B4-BE49-F238E27FC236}">
                  <a16:creationId xmlns:a16="http://schemas.microsoft.com/office/drawing/2014/main" id="{E0036785-9127-EC81-C546-617757252FC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975" y="1828"/>
              <a:ext cx="130" cy="45"/>
            </a:xfrm>
            <a:custGeom>
              <a:avLst/>
              <a:gdLst>
                <a:gd name="T0" fmla="*/ 2147483646 w 14"/>
                <a:gd name="T1" fmla="*/ 2147483646 h 5"/>
                <a:gd name="T2" fmla="*/ 0 w 14"/>
                <a:gd name="T3" fmla="*/ 2147483646 h 5"/>
                <a:gd name="T4" fmla="*/ 2147483646 w 14"/>
                <a:gd name="T5" fmla="*/ 0 h 5"/>
                <a:gd name="T6" fmla="*/ 0 60000 65536"/>
                <a:gd name="T7" fmla="*/ 0 60000 65536"/>
                <a:gd name="T8" fmla="*/ 0 60000 65536"/>
                <a:gd name="T9" fmla="*/ 0 w 14"/>
                <a:gd name="T10" fmla="*/ 0 h 5"/>
                <a:gd name="T11" fmla="*/ 14 w 14"/>
                <a:gd name="T12" fmla="*/ 5 h 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" h="5">
                  <a:moveTo>
                    <a:pt x="14" y="4"/>
                  </a:moveTo>
                  <a:cubicBezTo>
                    <a:pt x="14" y="0"/>
                    <a:pt x="0" y="0"/>
                    <a:pt x="0" y="2"/>
                  </a:cubicBezTo>
                  <a:cubicBezTo>
                    <a:pt x="0" y="5"/>
                    <a:pt x="14" y="5"/>
                    <a:pt x="14" y="0"/>
                  </a:cubicBezTo>
                </a:path>
              </a:pathLst>
            </a:custGeom>
            <a:noFill/>
            <a:ln w="28575" cap="rnd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52" name="Freeform 61">
              <a:extLst>
                <a:ext uri="{FF2B5EF4-FFF2-40B4-BE49-F238E27FC236}">
                  <a16:creationId xmlns:a16="http://schemas.microsoft.com/office/drawing/2014/main" id="{577608A7-18CC-E08C-CC06-A9B605BC2F54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4837" y="2292"/>
              <a:ext cx="398" cy="628"/>
            </a:xfrm>
            <a:custGeom>
              <a:avLst/>
              <a:gdLst>
                <a:gd name="T0" fmla="*/ 2147483646 w 43"/>
                <a:gd name="T1" fmla="*/ 2147483646 h 68"/>
                <a:gd name="T2" fmla="*/ 2147483646 w 43"/>
                <a:gd name="T3" fmla="*/ 2147483646 h 68"/>
                <a:gd name="T4" fmla="*/ 2147483646 w 43"/>
                <a:gd name="T5" fmla="*/ 2147483646 h 68"/>
                <a:gd name="T6" fmla="*/ 0 w 43"/>
                <a:gd name="T7" fmla="*/ 2147483646 h 68"/>
                <a:gd name="T8" fmla="*/ 2147483646 w 43"/>
                <a:gd name="T9" fmla="*/ 2147483646 h 68"/>
                <a:gd name="T10" fmla="*/ 0 w 43"/>
                <a:gd name="T11" fmla="*/ 0 h 68"/>
                <a:gd name="T12" fmla="*/ 0 w 43"/>
                <a:gd name="T13" fmla="*/ 2147483646 h 68"/>
                <a:gd name="T14" fmla="*/ 2147483646 w 43"/>
                <a:gd name="T15" fmla="*/ 0 h 68"/>
                <a:gd name="T16" fmla="*/ 2147483646 w 43"/>
                <a:gd name="T17" fmla="*/ 2147483646 h 68"/>
                <a:gd name="T18" fmla="*/ 2147483646 w 43"/>
                <a:gd name="T19" fmla="*/ 2147483646 h 68"/>
                <a:gd name="T20" fmla="*/ 0 w 43"/>
                <a:gd name="T21" fmla="*/ 2147483646 h 6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43"/>
                <a:gd name="T34" fmla="*/ 0 h 68"/>
                <a:gd name="T35" fmla="*/ 43 w 43"/>
                <a:gd name="T36" fmla="*/ 68 h 68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43" h="68">
                  <a:moveTo>
                    <a:pt x="22" y="52"/>
                  </a:moveTo>
                  <a:cubicBezTo>
                    <a:pt x="33" y="52"/>
                    <a:pt x="43" y="55"/>
                    <a:pt x="43" y="58"/>
                  </a:cubicBezTo>
                  <a:cubicBezTo>
                    <a:pt x="43" y="61"/>
                    <a:pt x="33" y="64"/>
                    <a:pt x="22" y="64"/>
                  </a:cubicBezTo>
                  <a:cubicBezTo>
                    <a:pt x="10" y="64"/>
                    <a:pt x="0" y="61"/>
                    <a:pt x="0" y="58"/>
                  </a:cubicBezTo>
                  <a:cubicBezTo>
                    <a:pt x="0" y="55"/>
                    <a:pt x="10" y="52"/>
                    <a:pt x="22" y="52"/>
                  </a:cubicBezTo>
                  <a:close/>
                  <a:moveTo>
                    <a:pt x="0" y="0"/>
                  </a:moveTo>
                  <a:lnTo>
                    <a:pt x="0" y="60"/>
                  </a:lnTo>
                  <a:moveTo>
                    <a:pt x="43" y="0"/>
                  </a:moveTo>
                  <a:lnTo>
                    <a:pt x="43" y="60"/>
                  </a:lnTo>
                  <a:moveTo>
                    <a:pt x="43" y="60"/>
                  </a:moveTo>
                  <a:cubicBezTo>
                    <a:pt x="42" y="68"/>
                    <a:pt x="0" y="68"/>
                    <a:pt x="0" y="60"/>
                  </a:cubicBezTo>
                </a:path>
              </a:pathLst>
            </a:custGeom>
            <a:noFill/>
            <a:ln w="28575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53" name="Line 62">
              <a:extLst>
                <a:ext uri="{FF2B5EF4-FFF2-40B4-BE49-F238E27FC236}">
                  <a16:creationId xmlns:a16="http://schemas.microsoft.com/office/drawing/2014/main" id="{C7886C32-9C7E-9BBB-8654-387AA2E19F3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4837" y="2058"/>
              <a:ext cx="203" cy="235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54" name="Line 63">
              <a:extLst>
                <a:ext uri="{FF2B5EF4-FFF2-40B4-BE49-F238E27FC236}">
                  <a16:creationId xmlns:a16="http://schemas.microsoft.com/office/drawing/2014/main" id="{89D410AD-3F6B-1776-B113-69A124D58AA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040" y="2058"/>
              <a:ext cx="195" cy="234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55" name="Freeform 64">
              <a:extLst>
                <a:ext uri="{FF2B5EF4-FFF2-40B4-BE49-F238E27FC236}">
                  <a16:creationId xmlns:a16="http://schemas.microsoft.com/office/drawing/2014/main" id="{0036EFE6-01AC-66A4-415C-182B86BDFCBD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4837" y="3165"/>
              <a:ext cx="398" cy="240"/>
            </a:xfrm>
            <a:custGeom>
              <a:avLst/>
              <a:gdLst>
                <a:gd name="T0" fmla="*/ 2147483646 w 43"/>
                <a:gd name="T1" fmla="*/ 2147483646 h 26"/>
                <a:gd name="T2" fmla="*/ 2147483646 w 43"/>
                <a:gd name="T3" fmla="*/ 2147483646 h 26"/>
                <a:gd name="T4" fmla="*/ 0 w 43"/>
                <a:gd name="T5" fmla="*/ 2147483646 h 26"/>
                <a:gd name="T6" fmla="*/ 2147483646 w 43"/>
                <a:gd name="T7" fmla="*/ 2147483646 h 26"/>
                <a:gd name="T8" fmla="*/ 0 w 43"/>
                <a:gd name="T9" fmla="*/ 0 h 26"/>
                <a:gd name="T10" fmla="*/ 0 w 43"/>
                <a:gd name="T11" fmla="*/ 2147483646 h 26"/>
                <a:gd name="T12" fmla="*/ 2147483646 w 43"/>
                <a:gd name="T13" fmla="*/ 2147483646 h 26"/>
                <a:gd name="T14" fmla="*/ 2147483646 w 43"/>
                <a:gd name="T15" fmla="*/ 2147483646 h 26"/>
                <a:gd name="T16" fmla="*/ 2147483646 w 43"/>
                <a:gd name="T17" fmla="*/ 2147483646 h 26"/>
                <a:gd name="T18" fmla="*/ 0 w 43"/>
                <a:gd name="T19" fmla="*/ 2147483646 h 2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3"/>
                <a:gd name="T31" fmla="*/ 0 h 26"/>
                <a:gd name="T32" fmla="*/ 43 w 43"/>
                <a:gd name="T33" fmla="*/ 26 h 2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3" h="26">
                  <a:moveTo>
                    <a:pt x="22" y="10"/>
                  </a:moveTo>
                  <a:cubicBezTo>
                    <a:pt x="33" y="10"/>
                    <a:pt x="43" y="12"/>
                    <a:pt x="43" y="16"/>
                  </a:cubicBezTo>
                  <a:cubicBezTo>
                    <a:pt x="43" y="24"/>
                    <a:pt x="0" y="24"/>
                    <a:pt x="0" y="16"/>
                  </a:cubicBezTo>
                  <a:cubicBezTo>
                    <a:pt x="0" y="12"/>
                    <a:pt x="10" y="10"/>
                    <a:pt x="22" y="10"/>
                  </a:cubicBezTo>
                  <a:close/>
                  <a:moveTo>
                    <a:pt x="0" y="0"/>
                  </a:moveTo>
                  <a:lnTo>
                    <a:pt x="0" y="18"/>
                  </a:lnTo>
                  <a:moveTo>
                    <a:pt x="43" y="2"/>
                  </a:moveTo>
                  <a:lnTo>
                    <a:pt x="43" y="18"/>
                  </a:lnTo>
                  <a:moveTo>
                    <a:pt x="43" y="18"/>
                  </a:moveTo>
                  <a:cubicBezTo>
                    <a:pt x="42" y="26"/>
                    <a:pt x="0" y="25"/>
                    <a:pt x="0" y="18"/>
                  </a:cubicBezTo>
                </a:path>
              </a:pathLst>
            </a:custGeom>
            <a:noFill/>
            <a:ln w="28575">
              <a:solidFill>
                <a:srgbClr val="00FF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56" name="Oval 65">
              <a:extLst>
                <a:ext uri="{FF2B5EF4-FFF2-40B4-BE49-F238E27FC236}">
                  <a16:creationId xmlns:a16="http://schemas.microsoft.com/office/drawing/2014/main" id="{FD93CCE0-2CFA-1521-8BA2-19ABA668077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002" y="2288"/>
              <a:ext cx="80" cy="80"/>
            </a:xfrm>
            <a:prstGeom prst="ellipse">
              <a:avLst/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</a:pPr>
              <a:endParaRPr lang="zh-CN" altLang="en-US"/>
            </a:p>
          </p:txBody>
        </p:sp>
        <p:sp>
          <p:nvSpPr>
            <p:cNvPr id="37957" name="Line 66">
              <a:extLst>
                <a:ext uri="{FF2B5EF4-FFF2-40B4-BE49-F238E27FC236}">
                  <a16:creationId xmlns:a16="http://schemas.microsoft.com/office/drawing/2014/main" id="{C3FD60DB-AA89-9E48-F97A-148C01D5362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290" y="2841"/>
              <a:ext cx="130" cy="1"/>
            </a:xfrm>
            <a:prstGeom prst="line">
              <a:avLst/>
            </a:prstGeom>
            <a:noFill/>
            <a:ln w="1905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7958" name="Object 9">
              <a:extLst>
                <a:ext uri="{FF2B5EF4-FFF2-40B4-BE49-F238E27FC236}">
                  <a16:creationId xmlns:a16="http://schemas.microsoft.com/office/drawing/2014/main" id="{9E83B237-B3D7-F187-F7AF-8D6B8DC7AA4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313" y="2534"/>
            <a:ext cx="77" cy="1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175167" imgH="289782" progId="Equation.3">
                    <p:embed/>
                  </p:oleObj>
                </mc:Choice>
                <mc:Fallback>
                  <p:oleObj name="公式" r:id="rId12" imgW="175167" imgH="289782" progId="Equation.3">
                    <p:embed/>
                    <p:pic>
                      <p:nvPicPr>
                        <p:cNvPr id="37958" name="Object 9">
                          <a:extLst>
                            <a:ext uri="{FF2B5EF4-FFF2-40B4-BE49-F238E27FC236}">
                              <a16:creationId xmlns:a16="http://schemas.microsoft.com/office/drawing/2014/main" id="{9E83B237-B3D7-F187-F7AF-8D6B8DC7AA4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13" y="2534"/>
                          <a:ext cx="77" cy="1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59" name="Line 68">
              <a:extLst>
                <a:ext uri="{FF2B5EF4-FFF2-40B4-BE49-F238E27FC236}">
                  <a16:creationId xmlns:a16="http://schemas.microsoft.com/office/drawing/2014/main" id="{3A556637-1D4E-AE80-BF8F-FD734BE777B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704" y="1721"/>
              <a:ext cx="130" cy="1"/>
            </a:xfrm>
            <a:prstGeom prst="line">
              <a:avLst/>
            </a:prstGeom>
            <a:noFill/>
            <a:ln w="1905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60" name="Line 69">
              <a:extLst>
                <a:ext uri="{FF2B5EF4-FFF2-40B4-BE49-F238E27FC236}">
                  <a16:creationId xmlns:a16="http://schemas.microsoft.com/office/drawing/2014/main" id="{8B1DBBDD-12C9-8EAD-A128-6E932208547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704" y="2067"/>
              <a:ext cx="130" cy="0"/>
            </a:xfrm>
            <a:prstGeom prst="line">
              <a:avLst/>
            </a:prstGeom>
            <a:noFill/>
            <a:ln w="1905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7961" name="Object 10">
              <a:extLst>
                <a:ext uri="{FF2B5EF4-FFF2-40B4-BE49-F238E27FC236}">
                  <a16:creationId xmlns:a16="http://schemas.microsoft.com/office/drawing/2014/main" id="{EDB8493F-31DE-5DB5-6382-3F0777E73D5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43" y="1809"/>
            <a:ext cx="73" cy="1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160238" imgH="403999" progId="Equation.3">
                    <p:embed/>
                  </p:oleObj>
                </mc:Choice>
                <mc:Fallback>
                  <p:oleObj name="公式" r:id="rId14" imgW="160238" imgH="403999" progId="Equation.3">
                    <p:embed/>
                    <p:pic>
                      <p:nvPicPr>
                        <p:cNvPr id="37961" name="Object 10">
                          <a:extLst>
                            <a:ext uri="{FF2B5EF4-FFF2-40B4-BE49-F238E27FC236}">
                              <a16:creationId xmlns:a16="http://schemas.microsoft.com/office/drawing/2014/main" id="{EDB8493F-31DE-5DB5-6382-3F0777E73D5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43" y="1809"/>
                          <a:ext cx="73" cy="1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62" name="Line 71">
              <a:extLst>
                <a:ext uri="{FF2B5EF4-FFF2-40B4-BE49-F238E27FC236}">
                  <a16:creationId xmlns:a16="http://schemas.microsoft.com/office/drawing/2014/main" id="{01BFE0F0-F171-4B81-F00F-2AF7C94155D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648" y="2827"/>
              <a:ext cx="129" cy="0"/>
            </a:xfrm>
            <a:prstGeom prst="line">
              <a:avLst/>
            </a:prstGeom>
            <a:noFill/>
            <a:ln w="1905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63" name="Line 72">
              <a:extLst>
                <a:ext uri="{FF2B5EF4-FFF2-40B4-BE49-F238E27FC236}">
                  <a16:creationId xmlns:a16="http://schemas.microsoft.com/office/drawing/2014/main" id="{425C83E5-874E-D31E-AA9C-272EBB9F478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712" y="2831"/>
              <a:ext cx="1" cy="163"/>
            </a:xfrm>
            <a:prstGeom prst="line">
              <a:avLst/>
            </a:prstGeom>
            <a:noFill/>
            <a:ln w="19050">
              <a:solidFill>
                <a:srgbClr val="00FFFF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64" name="Line 73">
              <a:extLst>
                <a:ext uri="{FF2B5EF4-FFF2-40B4-BE49-F238E27FC236}">
                  <a16:creationId xmlns:a16="http://schemas.microsoft.com/office/drawing/2014/main" id="{813E5ACF-70AD-AA9C-3275-25FFAE4A5AC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4712" y="3176"/>
              <a:ext cx="1" cy="157"/>
            </a:xfrm>
            <a:prstGeom prst="line">
              <a:avLst/>
            </a:prstGeom>
            <a:noFill/>
            <a:ln w="19050">
              <a:solidFill>
                <a:srgbClr val="00FFFF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65" name="Line 74">
              <a:extLst>
                <a:ext uri="{FF2B5EF4-FFF2-40B4-BE49-F238E27FC236}">
                  <a16:creationId xmlns:a16="http://schemas.microsoft.com/office/drawing/2014/main" id="{7ABF4323-3077-25A7-4472-211B8F02A0E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648" y="3332"/>
              <a:ext cx="129" cy="1"/>
            </a:xfrm>
            <a:prstGeom prst="line">
              <a:avLst/>
            </a:prstGeom>
            <a:noFill/>
            <a:ln w="1905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7966" name="Object 11">
              <a:extLst>
                <a:ext uri="{FF2B5EF4-FFF2-40B4-BE49-F238E27FC236}">
                  <a16:creationId xmlns:a16="http://schemas.microsoft.com/office/drawing/2014/main" id="{8F98EBDA-C69D-1C0D-EA33-E845FE7B72D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66" y="3005"/>
            <a:ext cx="85" cy="1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198058" imgH="403999" progId="Equation.3">
                    <p:embed/>
                  </p:oleObj>
                </mc:Choice>
                <mc:Fallback>
                  <p:oleObj name="公式" r:id="rId16" imgW="198058" imgH="403999" progId="Equation.3">
                    <p:embed/>
                    <p:pic>
                      <p:nvPicPr>
                        <p:cNvPr id="37966" name="Object 11">
                          <a:extLst>
                            <a:ext uri="{FF2B5EF4-FFF2-40B4-BE49-F238E27FC236}">
                              <a16:creationId xmlns:a16="http://schemas.microsoft.com/office/drawing/2014/main" id="{8F98EBDA-C69D-1C0D-EA33-E845FE7B72D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66" y="3005"/>
                          <a:ext cx="85" cy="1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67" name="Line 76">
              <a:extLst>
                <a:ext uri="{FF2B5EF4-FFF2-40B4-BE49-F238E27FC236}">
                  <a16:creationId xmlns:a16="http://schemas.microsoft.com/office/drawing/2014/main" id="{E041B064-32D8-927A-7D3E-EAA2A1021E8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770" y="1720"/>
              <a:ext cx="0" cy="346"/>
            </a:xfrm>
            <a:prstGeom prst="line">
              <a:avLst/>
            </a:prstGeom>
            <a:noFill/>
            <a:ln w="19050">
              <a:solidFill>
                <a:srgbClr val="00FFFF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425037" name="Object 7">
            <a:extLst>
              <a:ext uri="{FF2B5EF4-FFF2-40B4-BE49-F238E27FC236}">
                <a16:creationId xmlns:a16="http://schemas.microsoft.com/office/drawing/2014/main" id="{48A3DD5D-8919-AB46-08D8-1FF10F5453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16413" y="2498725"/>
          <a:ext cx="16256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569533" imgH="670338" progId="Equation.3">
                  <p:embed/>
                </p:oleObj>
              </mc:Choice>
              <mc:Fallback>
                <p:oleObj name="公式" r:id="rId18" imgW="1569533" imgH="670338" progId="Equation.3">
                  <p:embed/>
                  <p:pic>
                    <p:nvPicPr>
                      <p:cNvPr id="425037" name="Object 7">
                        <a:extLst>
                          <a:ext uri="{FF2B5EF4-FFF2-40B4-BE49-F238E27FC236}">
                            <a16:creationId xmlns:a16="http://schemas.microsoft.com/office/drawing/2014/main" id="{48A3DD5D-8919-AB46-08D8-1FF10F54539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6413" y="2498725"/>
                        <a:ext cx="16256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5038" name="Text Box 78">
            <a:extLst>
              <a:ext uri="{FF2B5EF4-FFF2-40B4-BE49-F238E27FC236}">
                <a16:creationId xmlns:a16="http://schemas.microsoft.com/office/drawing/2014/main" id="{0F2A0F34-563A-1740-08B7-0075E96D26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9800" y="4570413"/>
            <a:ext cx="898525" cy="53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而</a:t>
            </a:r>
          </a:p>
        </p:txBody>
      </p:sp>
      <p:graphicFrame>
        <p:nvGraphicFramePr>
          <p:cNvPr id="425039" name="Object 8">
            <a:extLst>
              <a:ext uri="{FF2B5EF4-FFF2-40B4-BE49-F238E27FC236}">
                <a16:creationId xmlns:a16="http://schemas.microsoft.com/office/drawing/2014/main" id="{D035D14D-B3C8-AA9E-0949-D57377A448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39913" y="4465638"/>
          <a:ext cx="11938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1143062" imgH="708743" progId="Equation.3">
                  <p:embed/>
                </p:oleObj>
              </mc:Choice>
              <mc:Fallback>
                <p:oleObj name="公式" r:id="rId20" imgW="1143062" imgH="708743" progId="Equation.3">
                  <p:embed/>
                  <p:pic>
                    <p:nvPicPr>
                      <p:cNvPr id="425039" name="Object 8">
                        <a:extLst>
                          <a:ext uri="{FF2B5EF4-FFF2-40B4-BE49-F238E27FC236}">
                            <a16:creationId xmlns:a16="http://schemas.microsoft.com/office/drawing/2014/main" id="{D035D14D-B3C8-AA9E-0949-D57377A4482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9913" y="4465638"/>
                        <a:ext cx="119380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5040" name="Text Box 80">
            <a:extLst>
              <a:ext uri="{FF2B5EF4-FFF2-40B4-BE49-F238E27FC236}">
                <a16:creationId xmlns:a16="http://schemas.microsoft.com/office/drawing/2014/main" id="{0540F0FB-FA6E-3F78-F386-1FBB321B4E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6150" y="5565775"/>
            <a:ext cx="898525" cy="53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则</a:t>
            </a:r>
          </a:p>
        </p:txBody>
      </p:sp>
      <p:sp>
        <p:nvSpPr>
          <p:cNvPr id="425041" name="AutoShape 81">
            <a:extLst>
              <a:ext uri="{FF2B5EF4-FFF2-40B4-BE49-F238E27FC236}">
                <a16:creationId xmlns:a16="http://schemas.microsoft.com/office/drawing/2014/main" id="{32998F0C-99C6-FB6B-C546-CE2A8116B8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3738" y="5773738"/>
            <a:ext cx="469900" cy="254000"/>
          </a:xfrm>
          <a:prstGeom prst="rightArrow">
            <a:avLst>
              <a:gd name="adj1" fmla="val 50000"/>
              <a:gd name="adj2" fmla="val 46250"/>
            </a:avLst>
          </a:prstGeom>
          <a:solidFill>
            <a:srgbClr val="00FFFF">
              <a:alpha val="50195"/>
            </a:srgbClr>
          </a:solidFill>
          <a:ln w="9525" algn="ctr">
            <a:solidFill>
              <a:srgbClr val="33CCCC">
                <a:alpha val="39999"/>
              </a:srgbClr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</a:pPr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24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24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24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24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25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24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24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25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25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24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25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24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25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24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4965" grpId="0" autoUpdateAnimBg="0"/>
      <p:bldP spid="424966" grpId="0" autoUpdateAnimBg="0"/>
      <p:bldP spid="424967" grpId="0" autoUpdateAnimBg="0"/>
      <p:bldP spid="424968" grpId="0" autoUpdateAnimBg="0"/>
      <p:bldP spid="425038" grpId="0" autoUpdateAnimBg="0"/>
      <p:bldP spid="425040" grpId="0" autoUpdateAnimBg="0"/>
      <p:bldP spid="42504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722" name="Text Box 2">
            <a:extLst>
              <a:ext uri="{FF2B5EF4-FFF2-40B4-BE49-F238E27FC236}">
                <a16:creationId xmlns:a16="http://schemas.microsoft.com/office/drawing/2014/main" id="{5B29763A-94CD-A331-0CFD-742F1F422E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775" y="317500"/>
            <a:ext cx="7954963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just">
              <a:lnSpc>
                <a:spcPct val="125000"/>
              </a:lnSpc>
              <a:buClrTx/>
              <a:buFontTx/>
              <a:buNone/>
            </a:pP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如图所示，两部运水的卡车</a:t>
            </a:r>
            <a:r>
              <a:rPr lang="en-US" altLang="zh-CN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在水平面上沿同一方向运动，</a:t>
            </a:r>
            <a:r>
              <a:rPr lang="en-US" altLang="zh-CN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的速度为</a:t>
            </a:r>
            <a:r>
              <a:rPr lang="en-US" altLang="zh-CN" i="1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，从</a:t>
            </a:r>
            <a:r>
              <a:rPr lang="en-US" altLang="zh-CN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上以</a:t>
            </a:r>
            <a:r>
              <a:rPr lang="en-US" altLang="zh-CN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6kg/s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的速率将水抽至</a:t>
            </a:r>
            <a:r>
              <a:rPr lang="en-US" altLang="zh-CN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上，水从管子尾部出口垂直落下，车与地面间的摩擦不计，时刻 </a:t>
            </a:r>
            <a:r>
              <a:rPr lang="en-US" altLang="zh-CN" i="1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 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时，</a:t>
            </a:r>
            <a:r>
              <a:rPr lang="en-US" altLang="zh-CN" i="1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车的质量为</a:t>
            </a:r>
            <a:r>
              <a:rPr lang="en-US" altLang="zh-CN" i="1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，速度为</a:t>
            </a:r>
            <a:r>
              <a:rPr lang="en-US" altLang="zh-CN" i="1">
                <a:solidFill>
                  <a:srgbClr val="66FFFF"/>
                </a:solidFill>
                <a:latin typeface="Bookman Old Style" panose="02050604050505020204" pitchFamily="18" charset="0"/>
                <a:ea typeface="宋体" panose="02010600030101010101" pitchFamily="2" charset="-122"/>
              </a:rPr>
              <a:t>v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</p:txBody>
      </p:sp>
      <p:sp>
        <p:nvSpPr>
          <p:cNvPr id="670723" name="Text Box 3">
            <a:extLst>
              <a:ext uri="{FF2B5EF4-FFF2-40B4-BE49-F238E27FC236}">
                <a16:creationId xmlns:a16="http://schemas.microsoft.com/office/drawing/2014/main" id="{940B30E6-6E70-1820-FCC6-6B98F6FE4E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425" y="2705100"/>
            <a:ext cx="50546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just">
              <a:lnSpc>
                <a:spcPct val="125000"/>
              </a:lnSpc>
              <a:buClrTx/>
              <a:buFontTx/>
              <a:buNone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选</a:t>
            </a:r>
            <a:r>
              <a:rPr lang="en-US" altLang="zh-CN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车</a:t>
            </a:r>
            <a:r>
              <a:rPr lang="en-US" altLang="zh-CN" i="1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zh-CN" altLang="en-US">
                <a:solidFill>
                  <a:srgbClr val="66FFFF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</a:t>
            </a:r>
            <a:r>
              <a:rPr lang="en-US" altLang="zh-CN" i="1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时间内抽至</a:t>
            </a:r>
            <a:r>
              <a:rPr lang="en-US" altLang="zh-CN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车的水</a:t>
            </a:r>
            <a:r>
              <a:rPr lang="zh-CN" altLang="en-US">
                <a:solidFill>
                  <a:srgbClr val="66FFFF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</a:t>
            </a:r>
            <a:r>
              <a:rPr lang="en-US" altLang="zh-CN" i="1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为研究系统，水平方向上动量守恒</a:t>
            </a: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670724" name="Object 2">
            <a:extLst>
              <a:ext uri="{FF2B5EF4-FFF2-40B4-BE49-F238E27FC236}">
                <a16:creationId xmlns:a16="http://schemas.microsoft.com/office/drawing/2014/main" id="{103627A0-63D7-C2E3-4810-A9F874CD6A31}"/>
              </a:ext>
            </a:extLst>
          </p:cNvPr>
          <p:cNvGraphicFramePr>
            <a:graphicFrameLocks/>
          </p:cNvGraphicFramePr>
          <p:nvPr/>
        </p:nvGraphicFramePr>
        <p:xfrm>
          <a:off x="849313" y="3856038"/>
          <a:ext cx="361315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606480" imgH="406080" progId="Equation.3">
                  <p:embed/>
                </p:oleObj>
              </mc:Choice>
              <mc:Fallback>
                <p:oleObj name="Equation" r:id="rId2" imgW="3606480" imgH="406080" progId="Equation.3">
                  <p:embed/>
                  <p:pic>
                    <p:nvPicPr>
                      <p:cNvPr id="670724" name="Object 2">
                        <a:extLst>
                          <a:ext uri="{FF2B5EF4-FFF2-40B4-BE49-F238E27FC236}">
                            <a16:creationId xmlns:a16="http://schemas.microsoft.com/office/drawing/2014/main" id="{103627A0-63D7-C2E3-4810-A9F874CD6A3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9313" y="3856038"/>
                        <a:ext cx="361315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0725" name="Object 3">
            <a:extLst>
              <a:ext uri="{FF2B5EF4-FFF2-40B4-BE49-F238E27FC236}">
                <a16:creationId xmlns:a16="http://schemas.microsoft.com/office/drawing/2014/main" id="{8D722492-E50D-72C1-C78D-546825C56F37}"/>
              </a:ext>
            </a:extLst>
          </p:cNvPr>
          <p:cNvGraphicFramePr>
            <a:graphicFrameLocks/>
          </p:cNvGraphicFramePr>
          <p:nvPr/>
        </p:nvGraphicFramePr>
        <p:xfrm>
          <a:off x="842963" y="4495800"/>
          <a:ext cx="2198687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09680" imgH="825480" progId="Equation.3">
                  <p:embed/>
                </p:oleObj>
              </mc:Choice>
              <mc:Fallback>
                <p:oleObj name="Equation" r:id="rId4" imgW="2209680" imgH="825480" progId="Equation.3">
                  <p:embed/>
                  <p:pic>
                    <p:nvPicPr>
                      <p:cNvPr id="670725" name="Object 3">
                        <a:extLst>
                          <a:ext uri="{FF2B5EF4-FFF2-40B4-BE49-F238E27FC236}">
                            <a16:creationId xmlns:a16="http://schemas.microsoft.com/office/drawing/2014/main" id="{8D722492-E50D-72C1-C78D-546825C56F3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2963" y="4495800"/>
                        <a:ext cx="2198687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0726" name="Object 4">
            <a:extLst>
              <a:ext uri="{FF2B5EF4-FFF2-40B4-BE49-F238E27FC236}">
                <a16:creationId xmlns:a16="http://schemas.microsoft.com/office/drawing/2014/main" id="{B728B7FC-64ED-8A2C-C4AE-0247A8F49159}"/>
              </a:ext>
            </a:extLst>
          </p:cNvPr>
          <p:cNvGraphicFramePr>
            <a:graphicFrameLocks/>
          </p:cNvGraphicFramePr>
          <p:nvPr/>
        </p:nvGraphicFramePr>
        <p:xfrm>
          <a:off x="3951288" y="4468813"/>
          <a:ext cx="342265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416040" imgH="825480" progId="Equation.3">
                  <p:embed/>
                </p:oleObj>
              </mc:Choice>
              <mc:Fallback>
                <p:oleObj name="Equation" r:id="rId6" imgW="3416040" imgH="825480" progId="Equation.3">
                  <p:embed/>
                  <p:pic>
                    <p:nvPicPr>
                      <p:cNvPr id="670726" name="Object 4">
                        <a:extLst>
                          <a:ext uri="{FF2B5EF4-FFF2-40B4-BE49-F238E27FC236}">
                            <a16:creationId xmlns:a16="http://schemas.microsoft.com/office/drawing/2014/main" id="{B728B7FC-64ED-8A2C-C4AE-0247A8F4915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1288" y="4468813"/>
                        <a:ext cx="342265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7">
            <a:extLst>
              <a:ext uri="{FF2B5EF4-FFF2-40B4-BE49-F238E27FC236}">
                <a16:creationId xmlns:a16="http://schemas.microsoft.com/office/drawing/2014/main" id="{D28055E7-FBE4-D6FF-C3C5-8376016BD5A6}"/>
              </a:ext>
            </a:extLst>
          </p:cNvPr>
          <p:cNvGrpSpPr>
            <a:grpSpLocks/>
          </p:cNvGrpSpPr>
          <p:nvPr/>
        </p:nvGrpSpPr>
        <p:grpSpPr bwMode="auto">
          <a:xfrm>
            <a:off x="5767388" y="2478088"/>
            <a:ext cx="3089275" cy="1135062"/>
            <a:chOff x="3633" y="1561"/>
            <a:chExt cx="1946" cy="715"/>
          </a:xfrm>
        </p:grpSpPr>
        <p:sp>
          <p:nvSpPr>
            <p:cNvPr id="10254" name="Text Box 8">
              <a:extLst>
                <a:ext uri="{FF2B5EF4-FFF2-40B4-BE49-F238E27FC236}">
                  <a16:creationId xmlns:a16="http://schemas.microsoft.com/office/drawing/2014/main" id="{DB7F1E49-A7B7-4E25-3CE4-5A006F66D2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26" y="1847"/>
              <a:ext cx="23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 algn="just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i="1">
                  <a:solidFill>
                    <a:srgbClr val="FFFF9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b="0">
                <a:solidFill>
                  <a:srgbClr val="FFFF9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255" name="Text Box 9">
              <a:extLst>
                <a:ext uri="{FF2B5EF4-FFF2-40B4-BE49-F238E27FC236}">
                  <a16:creationId xmlns:a16="http://schemas.microsoft.com/office/drawing/2014/main" id="{380CDE9F-021F-A759-CDBE-9E15FD9C1D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25" y="1561"/>
              <a:ext cx="2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 algn="just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>
                  <a:solidFill>
                    <a:srgbClr val="FFFF9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b="0">
                <a:solidFill>
                  <a:srgbClr val="FFFF9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70730" name="Rectangle 10">
              <a:extLst>
                <a:ext uri="{FF2B5EF4-FFF2-40B4-BE49-F238E27FC236}">
                  <a16:creationId xmlns:a16="http://schemas.microsoft.com/office/drawing/2014/main" id="{72A23B31-81B8-90E9-2A76-285ECB6A69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2" y="1811"/>
              <a:ext cx="629" cy="358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731" name="Oval 11">
              <a:extLst>
                <a:ext uri="{FF2B5EF4-FFF2-40B4-BE49-F238E27FC236}">
                  <a16:creationId xmlns:a16="http://schemas.microsoft.com/office/drawing/2014/main" id="{A9DCCFD8-4F91-23E6-98EE-75FA4E3BA2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1" y="2133"/>
              <a:ext cx="157" cy="143"/>
            </a:xfrm>
            <a:prstGeom prst="ellipse">
              <a:avLst/>
            </a:prstGeom>
            <a:solidFill>
              <a:srgbClr val="FFFF99"/>
            </a:solidFill>
            <a:ln w="3810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732" name="Oval 12">
              <a:extLst>
                <a:ext uri="{FF2B5EF4-FFF2-40B4-BE49-F238E27FC236}">
                  <a16:creationId xmlns:a16="http://schemas.microsoft.com/office/drawing/2014/main" id="{7A65B66C-8054-1B0E-6313-4AF5ECB03E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5" y="2133"/>
              <a:ext cx="157" cy="143"/>
            </a:xfrm>
            <a:prstGeom prst="ellipse">
              <a:avLst/>
            </a:prstGeom>
            <a:solidFill>
              <a:srgbClr val="FFFF99"/>
            </a:solidFill>
            <a:ln w="3810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733" name="Rectangle 13">
              <a:extLst>
                <a:ext uri="{FF2B5EF4-FFF2-40B4-BE49-F238E27FC236}">
                  <a16:creationId xmlns:a16="http://schemas.microsoft.com/office/drawing/2014/main" id="{410D6CF4-2C81-F199-19BD-159D8EAF82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3" y="1811"/>
              <a:ext cx="628" cy="358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734" name="Oval 14">
              <a:extLst>
                <a:ext uri="{FF2B5EF4-FFF2-40B4-BE49-F238E27FC236}">
                  <a16:creationId xmlns:a16="http://schemas.microsoft.com/office/drawing/2014/main" id="{BBB7C473-256A-4B9C-58B3-C1009BF8B7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1" y="2133"/>
              <a:ext cx="157" cy="143"/>
            </a:xfrm>
            <a:prstGeom prst="ellipse">
              <a:avLst/>
            </a:prstGeom>
            <a:solidFill>
              <a:srgbClr val="FFFF99"/>
            </a:solidFill>
            <a:ln w="3810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735" name="Oval 15">
              <a:extLst>
                <a:ext uri="{FF2B5EF4-FFF2-40B4-BE49-F238E27FC236}">
                  <a16:creationId xmlns:a16="http://schemas.microsoft.com/office/drawing/2014/main" id="{28E91545-A278-102C-6F83-D5FD9F1595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5" y="2133"/>
              <a:ext cx="157" cy="143"/>
            </a:xfrm>
            <a:prstGeom prst="ellipse">
              <a:avLst/>
            </a:prstGeom>
            <a:solidFill>
              <a:srgbClr val="FFFF99"/>
            </a:solidFill>
            <a:ln w="3810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736" name="Line 16">
              <a:extLst>
                <a:ext uri="{FF2B5EF4-FFF2-40B4-BE49-F238E27FC236}">
                  <a16:creationId xmlns:a16="http://schemas.microsoft.com/office/drawing/2014/main" id="{894C035F-67EF-2A17-463F-5BC69842F1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08" y="1597"/>
              <a:ext cx="0" cy="393"/>
            </a:xfrm>
            <a:prstGeom prst="line">
              <a:avLst/>
            </a:prstGeom>
            <a:noFill/>
            <a:ln w="38100">
              <a:solidFill>
                <a:srgbClr val="FF99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737" name="Line 17">
              <a:extLst>
                <a:ext uri="{FF2B5EF4-FFF2-40B4-BE49-F238E27FC236}">
                  <a16:creationId xmlns:a16="http://schemas.microsoft.com/office/drawing/2014/main" id="{74C5E3F2-891A-97E7-7618-D5CE5A7BE8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08" y="1597"/>
              <a:ext cx="1178" cy="0"/>
            </a:xfrm>
            <a:prstGeom prst="line">
              <a:avLst/>
            </a:prstGeom>
            <a:noFill/>
            <a:ln w="38100">
              <a:solidFill>
                <a:srgbClr val="FF99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738" name="Line 18">
              <a:extLst>
                <a:ext uri="{FF2B5EF4-FFF2-40B4-BE49-F238E27FC236}">
                  <a16:creationId xmlns:a16="http://schemas.microsoft.com/office/drawing/2014/main" id="{7B65365E-999A-E96F-A1FC-CC7A4A935B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86" y="1597"/>
              <a:ext cx="0" cy="393"/>
            </a:xfrm>
            <a:prstGeom prst="line">
              <a:avLst/>
            </a:prstGeom>
            <a:noFill/>
            <a:ln w="38100">
              <a:solidFill>
                <a:srgbClr val="FF99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739" name="Line 19">
              <a:extLst>
                <a:ext uri="{FF2B5EF4-FFF2-40B4-BE49-F238E27FC236}">
                  <a16:creationId xmlns:a16="http://schemas.microsoft.com/office/drawing/2014/main" id="{F9F4A21F-F9DC-9641-30A6-FC7BDAB785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08" y="1668"/>
              <a:ext cx="0" cy="322"/>
            </a:xfrm>
            <a:prstGeom prst="line">
              <a:avLst/>
            </a:prstGeom>
            <a:noFill/>
            <a:ln w="38100">
              <a:solidFill>
                <a:srgbClr val="FF99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740" name="Line 20">
              <a:extLst>
                <a:ext uri="{FF2B5EF4-FFF2-40B4-BE49-F238E27FC236}">
                  <a16:creationId xmlns:a16="http://schemas.microsoft.com/office/drawing/2014/main" id="{9F7B473E-EAB5-D8D2-2158-BECF36D4D3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86" y="1668"/>
              <a:ext cx="0" cy="322"/>
            </a:xfrm>
            <a:prstGeom prst="line">
              <a:avLst/>
            </a:prstGeom>
            <a:noFill/>
            <a:ln w="38100">
              <a:solidFill>
                <a:srgbClr val="FF99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741" name="Line 21">
              <a:extLst>
                <a:ext uri="{FF2B5EF4-FFF2-40B4-BE49-F238E27FC236}">
                  <a16:creationId xmlns:a16="http://schemas.microsoft.com/office/drawing/2014/main" id="{35C84B4A-FD78-C962-CAD0-DFD6AED9EA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6" y="1668"/>
              <a:ext cx="1022" cy="0"/>
            </a:xfrm>
            <a:prstGeom prst="line">
              <a:avLst/>
            </a:prstGeom>
            <a:noFill/>
            <a:ln w="38100">
              <a:solidFill>
                <a:srgbClr val="FF99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742" name="Rectangle 22">
              <a:extLst>
                <a:ext uri="{FF2B5EF4-FFF2-40B4-BE49-F238E27FC236}">
                  <a16:creationId xmlns:a16="http://schemas.microsoft.com/office/drawing/2014/main" id="{89696D17-E31B-292A-BC69-31A0447750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2" y="2097"/>
              <a:ext cx="629" cy="72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743" name="Rectangle 23">
              <a:extLst>
                <a:ext uri="{FF2B5EF4-FFF2-40B4-BE49-F238E27FC236}">
                  <a16:creationId xmlns:a16="http://schemas.microsoft.com/office/drawing/2014/main" id="{5DA2BAAA-5B90-7BDD-D7B6-35B919799E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3" y="1919"/>
              <a:ext cx="628" cy="250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744" name="Line 24">
              <a:extLst>
                <a:ext uri="{FF2B5EF4-FFF2-40B4-BE49-F238E27FC236}">
                  <a16:creationId xmlns:a16="http://schemas.microsoft.com/office/drawing/2014/main" id="{59E72410-F3FA-FB3D-21B0-BBC0AB916E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68" y="1990"/>
              <a:ext cx="196" cy="0"/>
            </a:xfrm>
            <a:prstGeom prst="line">
              <a:avLst/>
            </a:prstGeom>
            <a:noFill/>
            <a:ln w="28575">
              <a:solidFill>
                <a:srgbClr val="66FF33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0745" name="Line 25">
              <a:extLst>
                <a:ext uri="{FF2B5EF4-FFF2-40B4-BE49-F238E27FC236}">
                  <a16:creationId xmlns:a16="http://schemas.microsoft.com/office/drawing/2014/main" id="{26405EA4-9D91-FC65-FE2B-7ECDE6B63B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01" y="1990"/>
              <a:ext cx="196" cy="0"/>
            </a:xfrm>
            <a:prstGeom prst="line">
              <a:avLst/>
            </a:prstGeom>
            <a:noFill/>
            <a:ln w="28575">
              <a:solidFill>
                <a:srgbClr val="66FF33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272" name="Text Box 26">
              <a:extLst>
                <a:ext uri="{FF2B5EF4-FFF2-40B4-BE49-F238E27FC236}">
                  <a16:creationId xmlns:a16="http://schemas.microsoft.com/office/drawing/2014/main" id="{33D4A4CB-94CE-5900-82F1-16EF3ED917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51" y="1686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 algn="just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800" b="0" i="1">
                  <a:solidFill>
                    <a:srgbClr val="FFFF9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</a:p>
          </p:txBody>
        </p:sp>
        <p:sp>
          <p:nvSpPr>
            <p:cNvPr id="10273" name="Text Box 27">
              <a:extLst>
                <a:ext uri="{FF2B5EF4-FFF2-40B4-BE49-F238E27FC236}">
                  <a16:creationId xmlns:a16="http://schemas.microsoft.com/office/drawing/2014/main" id="{3E944D1B-40E0-7EE1-4080-991ECF940D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1" y="1688"/>
              <a:ext cx="18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 algn="just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800" b="0" i="1">
                  <a:solidFill>
                    <a:srgbClr val="FFFF99"/>
                  </a:solidFill>
                  <a:latin typeface="Bookman Old Style" panose="02050604050505020204" pitchFamily="18" charset="0"/>
                  <a:ea typeface="宋体" panose="02010600030101010101" pitchFamily="2" charset="-122"/>
                </a:rPr>
                <a:t>v</a:t>
              </a:r>
            </a:p>
          </p:txBody>
        </p:sp>
        <p:sp>
          <p:nvSpPr>
            <p:cNvPr id="10274" name="Text Box 28">
              <a:extLst>
                <a:ext uri="{FF2B5EF4-FFF2-40B4-BE49-F238E27FC236}">
                  <a16:creationId xmlns:a16="http://schemas.microsoft.com/office/drawing/2014/main" id="{99D62D9E-D1F7-8748-0F4D-B32F7224CE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3" y="1561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 algn="just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>
                  <a:solidFill>
                    <a:srgbClr val="FFFF9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</p:grpSp>
      <p:sp>
        <p:nvSpPr>
          <p:cNvPr id="670749" name="Text Box 29">
            <a:extLst>
              <a:ext uri="{FF2B5EF4-FFF2-40B4-BE49-F238E27FC236}">
                <a16:creationId xmlns:a16="http://schemas.microsoft.com/office/drawing/2014/main" id="{29C62CD2-C989-8099-11F2-CB69EA0C02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225" y="2774950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just">
              <a:lnSpc>
                <a:spcPct val="100000"/>
              </a:lnSpc>
              <a:buClrTx/>
              <a:buFontTx/>
              <a:buNone/>
            </a:pPr>
            <a:r>
              <a:rPr lang="zh-CN" altLang="en-US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670750" name="Object 5">
            <a:extLst>
              <a:ext uri="{FF2B5EF4-FFF2-40B4-BE49-F238E27FC236}">
                <a16:creationId xmlns:a16="http://schemas.microsoft.com/office/drawing/2014/main" id="{4C61DDF6-6566-596C-5ECB-EB7763441C6D}"/>
              </a:ext>
            </a:extLst>
          </p:cNvPr>
          <p:cNvGraphicFramePr>
            <a:graphicFrameLocks/>
          </p:cNvGraphicFramePr>
          <p:nvPr/>
        </p:nvGraphicFramePr>
        <p:xfrm>
          <a:off x="814388" y="5492750"/>
          <a:ext cx="2306637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298600" imgH="825480" progId="Equation.3">
                  <p:embed/>
                </p:oleObj>
              </mc:Choice>
              <mc:Fallback>
                <p:oleObj name="Equation" r:id="rId8" imgW="2298600" imgH="825480" progId="Equation.3">
                  <p:embed/>
                  <p:pic>
                    <p:nvPicPr>
                      <p:cNvPr id="670750" name="Object 5">
                        <a:extLst>
                          <a:ext uri="{FF2B5EF4-FFF2-40B4-BE49-F238E27FC236}">
                            <a16:creationId xmlns:a16="http://schemas.microsoft.com/office/drawing/2014/main" id="{4C61DDF6-6566-596C-5ECB-EB7763441C6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4388" y="5492750"/>
                        <a:ext cx="2306637" cy="822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0751" name="Object 6">
            <a:extLst>
              <a:ext uri="{FF2B5EF4-FFF2-40B4-BE49-F238E27FC236}">
                <a16:creationId xmlns:a16="http://schemas.microsoft.com/office/drawing/2014/main" id="{5762896C-26D5-967E-CE5D-53EE80B802FD}"/>
              </a:ext>
            </a:extLst>
          </p:cNvPr>
          <p:cNvGraphicFramePr>
            <a:graphicFrameLocks/>
          </p:cNvGraphicFramePr>
          <p:nvPr/>
        </p:nvGraphicFramePr>
        <p:xfrm>
          <a:off x="3705225" y="5449888"/>
          <a:ext cx="5084763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5079960" imgH="825480" progId="Equation.3">
                  <p:embed/>
                </p:oleObj>
              </mc:Choice>
              <mc:Fallback>
                <p:oleObj name="Equation" r:id="rId10" imgW="5079960" imgH="825480" progId="Equation.3">
                  <p:embed/>
                  <p:pic>
                    <p:nvPicPr>
                      <p:cNvPr id="670751" name="Object 6">
                        <a:extLst>
                          <a:ext uri="{FF2B5EF4-FFF2-40B4-BE49-F238E27FC236}">
                            <a16:creationId xmlns:a16="http://schemas.microsoft.com/office/drawing/2014/main" id="{5762896C-26D5-967E-CE5D-53EE80B802F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5225" y="5449888"/>
                        <a:ext cx="5084763" cy="82232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66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0752" name="Text Box 32">
            <a:extLst>
              <a:ext uri="{FF2B5EF4-FFF2-40B4-BE49-F238E27FC236}">
                <a16:creationId xmlns:a16="http://schemas.microsoft.com/office/drawing/2014/main" id="{A94D6A8A-15C4-D0EC-349B-6547BD839E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325438"/>
            <a:ext cx="914400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82800" bIns="82800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just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</a:p>
        </p:txBody>
      </p:sp>
      <p:sp>
        <p:nvSpPr>
          <p:cNvPr id="670753" name="Text Box 33">
            <a:extLst>
              <a:ext uri="{FF2B5EF4-FFF2-40B4-BE49-F238E27FC236}">
                <a16:creationId xmlns:a16="http://schemas.microsoft.com/office/drawing/2014/main" id="{B6483DE3-A4DE-50A2-DF8F-0F6CABCD8B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050" y="2251075"/>
            <a:ext cx="6942138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82800" bIns="82800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just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求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  时刻 </a:t>
            </a:r>
            <a:r>
              <a:rPr lang="en-US" altLang="zh-CN" i="1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i="1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的瞬时</a:t>
            </a:r>
            <a:r>
              <a:rPr lang="zh-CN" altLang="en-US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加速度</a:t>
            </a:r>
          </a:p>
        </p:txBody>
      </p:sp>
      <p:sp>
        <p:nvSpPr>
          <p:cNvPr id="670754" name="Rectangle 34">
            <a:extLst>
              <a:ext uri="{FF2B5EF4-FFF2-40B4-BE49-F238E27FC236}">
                <a16:creationId xmlns:a16="http://schemas.microsoft.com/office/drawing/2014/main" id="{3D5776CA-E822-FE5C-4999-19A45FA943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2900" y="2082800"/>
            <a:ext cx="3302000" cy="191770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none" tIns="82800" bIns="82800" anchor="ctr">
            <a:spAutoFit/>
          </a:bodyPr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70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70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70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70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70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670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670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670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670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670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0722" grpId="0" autoUpdateAnimBg="0"/>
      <p:bldP spid="670723" grpId="0"/>
      <p:bldP spid="670749" grpId="0" autoUpdateAnimBg="0"/>
      <p:bldP spid="670752" grpId="0"/>
      <p:bldP spid="67075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916" name="Rectangle 4">
            <a:extLst>
              <a:ext uri="{FF2B5EF4-FFF2-40B4-BE49-F238E27FC236}">
                <a16:creationId xmlns:a16="http://schemas.microsoft.com/office/drawing/2014/main" id="{65CC6674-F78C-D6C6-5115-453340CE76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67400" y="2816225"/>
            <a:ext cx="2849563" cy="2552700"/>
          </a:xfrm>
          <a:prstGeom prst="rect">
            <a:avLst/>
          </a:prstGeom>
          <a:solidFill>
            <a:srgbClr val="0000CA">
              <a:alpha val="0"/>
            </a:srgbClr>
          </a:solidFill>
          <a:ln w="9525" algn="ctr">
            <a:solidFill>
              <a:srgbClr val="00CCFF">
                <a:alpha val="80000"/>
              </a:srgbClr>
            </a:solidFill>
            <a:miter lim="800000"/>
            <a:headEnd/>
            <a:tailEnd/>
          </a:ln>
          <a:effectLst>
            <a:outerShdw dist="35921" dir="2700000" algn="ctr" rotWithShape="0">
              <a:srgbClr val="0099CC">
                <a:alpha val="20000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zh-CN" altLang="en-GB" sz="4000" b="0">
              <a:solidFill>
                <a:srgbClr val="0000CA"/>
              </a:solidFill>
              <a:effectDag name="">
                <a:cont type="tree" name="">
                  <a:effect ref="fillLine"/>
                  <a:outerShdw dist="38100" dir="13500000" algn="br">
                    <a:srgbClr val="5555FE"/>
                  </a:outerShdw>
                </a:cont>
                <a:cont type="tree" name="">
                  <a:effect ref="fillLine"/>
                  <a:outerShdw dist="38100" dir="2700000" algn="tl">
                    <a:srgbClr val="000079"/>
                  </a:outerShdw>
                </a:cont>
                <a:effect ref="fillLine"/>
              </a:effectDag>
              <a:latin typeface="Times New Roman" panose="02020603050405020304" pitchFamily="18" charset="0"/>
              <a:ea typeface="楷体_GB2312" pitchFamily="49" charset="-122"/>
            </a:endParaRPr>
          </a:p>
          <a:p>
            <a:pPr algn="ctr" eaLnBrk="1" hangingPunct="1">
              <a:defRPr/>
            </a:pPr>
            <a:endParaRPr lang="zh-CN" altLang="en-GB" sz="4000" b="0">
              <a:solidFill>
                <a:srgbClr val="0000CA"/>
              </a:solidFill>
              <a:effectDag name="">
                <a:cont type="tree" name="">
                  <a:effect ref="fillLine"/>
                  <a:outerShdw dist="38100" dir="13500000" algn="br">
                    <a:srgbClr val="5555FE"/>
                  </a:outerShdw>
                </a:cont>
                <a:cont type="tree" name="">
                  <a:effect ref="fillLine"/>
                  <a:outerShdw dist="38100" dir="2700000" algn="tl">
                    <a:srgbClr val="000079"/>
                  </a:outerShdw>
                </a:cont>
                <a:effect ref="fillLine"/>
              </a:effectDag>
              <a:latin typeface="Times New Roman" panose="02020603050405020304" pitchFamily="18" charset="0"/>
              <a:ea typeface="楷体_GB2312" pitchFamily="49" charset="-122"/>
            </a:endParaRPr>
          </a:p>
          <a:p>
            <a:pPr algn="ctr" eaLnBrk="1" hangingPunct="1">
              <a:defRPr/>
            </a:pPr>
            <a:endParaRPr lang="zh-CN" altLang="en-GB" sz="4000" b="0">
              <a:solidFill>
                <a:srgbClr val="0000CA"/>
              </a:solidFill>
              <a:effectDag name="">
                <a:cont type="tree" name="">
                  <a:effect ref="fillLine"/>
                  <a:outerShdw dist="38100" dir="13500000" algn="br">
                    <a:srgbClr val="5555FE"/>
                  </a:outerShdw>
                </a:cont>
                <a:cont type="tree" name="">
                  <a:effect ref="fillLine"/>
                  <a:outerShdw dist="38100" dir="2700000" algn="tl">
                    <a:srgbClr val="000079"/>
                  </a:outerShdw>
                </a:cont>
                <a:effect ref="fillLine"/>
              </a:effectDag>
              <a:latin typeface="Times New Roman" panose="02020603050405020304" pitchFamily="18" charset="0"/>
              <a:ea typeface="楷体_GB2312" pitchFamily="49" charset="-122"/>
            </a:endParaRPr>
          </a:p>
          <a:p>
            <a:pPr algn="ctr" eaLnBrk="1" hangingPunct="1">
              <a:defRPr/>
            </a:pPr>
            <a:r>
              <a:rPr lang="en-US" altLang="zh-CN" sz="4000" b="0">
                <a:solidFill>
                  <a:srgbClr val="0000CA"/>
                </a:solidFill>
                <a:effectDag name="">
                  <a:cont type="tree" name="">
                    <a:effect ref="fillLine"/>
                    <a:outerShdw dist="38100" dir="13500000" algn="br">
                      <a:srgbClr val="5555FE"/>
                    </a:outerShdw>
                  </a:cont>
                  <a:cont type="tree" name="">
                    <a:effect ref="fillLine"/>
                    <a:outerShdw dist="38100" dir="2700000" algn="tl">
                      <a:srgbClr val="000079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</p:txBody>
      </p:sp>
      <p:sp>
        <p:nvSpPr>
          <p:cNvPr id="422917" name="Rectangle 5">
            <a:extLst>
              <a:ext uri="{FF2B5EF4-FFF2-40B4-BE49-F238E27FC236}">
                <a16:creationId xmlns:a16="http://schemas.microsoft.com/office/drawing/2014/main" id="{9702BA23-C914-28C4-28F1-D078B81DC1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550" y="212725"/>
            <a:ext cx="8210550" cy="177482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15000"/>
              </a:lnSpc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如图冲击摆，质量为</a:t>
            </a:r>
            <a:r>
              <a:rPr kumimoji="1" lang="en-US" altLang="zh-CN" i="1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m</a:t>
            </a: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的木块被悬挂在长度为</a:t>
            </a:r>
            <a:r>
              <a:rPr kumimoji="1" lang="en-US" altLang="zh-CN" i="1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l</a:t>
            </a: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的细绳下端。一质量为</a:t>
            </a:r>
            <a:r>
              <a:rPr kumimoji="1" lang="en-US" altLang="zh-CN" i="1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m</a:t>
            </a:r>
            <a:r>
              <a:rPr kumimoji="1" lang="en-US" altLang="zh-CN" baseline="-25000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0</a:t>
            </a: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的子弹沿水平方向以速度</a:t>
            </a:r>
            <a:r>
              <a:rPr kumimoji="1" lang="en-US" altLang="zh-CN" i="1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man Old Style" panose="02050604050505020204" pitchFamily="18" charset="0"/>
              </a:rPr>
              <a:t>v</a:t>
            </a:r>
            <a:r>
              <a:rPr kumimoji="1" lang="en-US" altLang="zh-CN" baseline="-25000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0</a:t>
            </a: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射中木块，并停留在其中，木块受到冲击而向斜上方摆动，当到达最高位置时，木块的水平位移为</a:t>
            </a:r>
            <a:r>
              <a:rPr kumimoji="1" lang="en-US" altLang="zh-CN" i="1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x</a:t>
            </a:r>
            <a:r>
              <a:rPr kumimoji="1" lang="en-US" altLang="zh-CN" baseline="-25000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0</a:t>
            </a: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。</a:t>
            </a:r>
          </a:p>
        </p:txBody>
      </p:sp>
      <p:sp>
        <p:nvSpPr>
          <p:cNvPr id="422918" name="Text Box 6">
            <a:extLst>
              <a:ext uri="{FF2B5EF4-FFF2-40B4-BE49-F238E27FC236}">
                <a16:creationId xmlns:a16="http://schemas.microsoft.com/office/drawing/2014/main" id="{164289D1-9BC2-9218-B49C-C213267B23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6913" y="2384425"/>
            <a:ext cx="254635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第一个过程</a:t>
            </a:r>
          </a:p>
        </p:txBody>
      </p:sp>
      <p:sp>
        <p:nvSpPr>
          <p:cNvPr id="422919" name="Text Box 7">
            <a:extLst>
              <a:ext uri="{FF2B5EF4-FFF2-40B4-BE49-F238E27FC236}">
                <a16:creationId xmlns:a16="http://schemas.microsoft.com/office/drawing/2014/main" id="{E5640683-1127-CE3B-D85F-4D1A2E4204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3138" y="2379663"/>
            <a:ext cx="2919412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, 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完全非弹性碰撞</a:t>
            </a:r>
          </a:p>
        </p:txBody>
      </p:sp>
      <p:sp>
        <p:nvSpPr>
          <p:cNvPr id="422920" name="Text Box 8">
            <a:extLst>
              <a:ext uri="{FF2B5EF4-FFF2-40B4-BE49-F238E27FC236}">
                <a16:creationId xmlns:a16="http://schemas.microsoft.com/office/drawing/2014/main" id="{70C5C3AE-98A6-92FE-DF05-E7D9CCFDFD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963" y="2890838"/>
            <a:ext cx="1703387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动量守恒</a:t>
            </a:r>
          </a:p>
        </p:txBody>
      </p:sp>
      <p:sp>
        <p:nvSpPr>
          <p:cNvPr id="422921" name="Text Box 9">
            <a:extLst>
              <a:ext uri="{FF2B5EF4-FFF2-40B4-BE49-F238E27FC236}">
                <a16:creationId xmlns:a16="http://schemas.microsoft.com/office/drawing/2014/main" id="{1E316D3A-E569-7185-E0AF-6B79DC6316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738" y="3386138"/>
            <a:ext cx="3738562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第二个过程</a:t>
            </a: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</a:rPr>
              <a:t>,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上摆</a:t>
            </a:r>
          </a:p>
        </p:txBody>
      </p:sp>
      <p:sp>
        <p:nvSpPr>
          <p:cNvPr id="422924" name="Text Box 12">
            <a:extLst>
              <a:ext uri="{FF2B5EF4-FFF2-40B4-BE49-F238E27FC236}">
                <a16:creationId xmlns:a16="http://schemas.microsoft.com/office/drawing/2014/main" id="{004DB41B-6FF0-2E00-5001-CA92F94B11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838" y="3862388"/>
            <a:ext cx="47879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buFont typeface="Monotype Sorts" pitchFamily="2" charset="2"/>
              <a:buNone/>
              <a:defRPr/>
            </a:pP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机械能守恒</a:t>
            </a:r>
            <a:r>
              <a:rPr lang="en-US" altLang="zh-CN" sz="200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200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取最低点为势能零点</a:t>
            </a:r>
            <a:r>
              <a:rPr lang="en-US" altLang="zh-CN" sz="200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)</a:t>
            </a:r>
          </a:p>
        </p:txBody>
      </p:sp>
      <p:graphicFrame>
        <p:nvGraphicFramePr>
          <p:cNvPr id="422925" name="Object 13">
            <a:extLst>
              <a:ext uri="{FF2B5EF4-FFF2-40B4-BE49-F238E27FC236}">
                <a16:creationId xmlns:a16="http://schemas.microsoft.com/office/drawing/2014/main" id="{59001D5E-58CA-8D0A-C1B5-0EA733BC5C7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82838" y="2949575"/>
          <a:ext cx="2144712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125887" imgH="358112" progId="Equation.3">
                  <p:embed/>
                </p:oleObj>
              </mc:Choice>
              <mc:Fallback>
                <p:oleObj name="公式" r:id="rId2" imgW="2125887" imgH="358112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2838" y="2949575"/>
                        <a:ext cx="2144712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2926" name="Object 14">
            <a:extLst>
              <a:ext uri="{FF2B5EF4-FFF2-40B4-BE49-F238E27FC236}">
                <a16:creationId xmlns:a16="http://schemas.microsoft.com/office/drawing/2014/main" id="{1A65EE9F-5CFF-F6E2-7110-BC857C0573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52538" y="4314825"/>
          <a:ext cx="15748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554604" imgH="701262" progId="Equation.3">
                  <p:embed/>
                </p:oleObj>
              </mc:Choice>
              <mc:Fallback>
                <p:oleObj name="公式" r:id="rId4" imgW="1554604" imgH="701262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2538" y="4314825"/>
                        <a:ext cx="15748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2927" name="Object 15">
            <a:extLst>
              <a:ext uri="{FF2B5EF4-FFF2-40B4-BE49-F238E27FC236}">
                <a16:creationId xmlns:a16="http://schemas.microsoft.com/office/drawing/2014/main" id="{3071A198-8467-2D58-37EF-F883A8B9759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65450" y="4491038"/>
          <a:ext cx="1651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630742" imgH="358112" progId="Equation.3">
                  <p:embed/>
                </p:oleObj>
              </mc:Choice>
              <mc:Fallback>
                <p:oleObj name="公式" r:id="rId6" imgW="1630742" imgH="358112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5450" y="4491038"/>
                        <a:ext cx="16510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2928" name="Object 16">
            <a:extLst>
              <a:ext uri="{FF2B5EF4-FFF2-40B4-BE49-F238E27FC236}">
                <a16:creationId xmlns:a16="http://schemas.microsoft.com/office/drawing/2014/main" id="{ED364AF2-E70E-DF61-1EF5-2C7B92E248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68438" y="5657850"/>
          <a:ext cx="3744912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726273" imgH="830441" progId="Equation.3">
                  <p:embed/>
                </p:oleObj>
              </mc:Choice>
              <mc:Fallback>
                <p:oleObj name="公式" r:id="rId8" imgW="3726273" imgH="830441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8438" y="5657850"/>
                        <a:ext cx="3744912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2929" name="Rectangle 17">
            <a:extLst>
              <a:ext uri="{FF2B5EF4-FFF2-40B4-BE49-F238E27FC236}">
                <a16:creationId xmlns:a16="http://schemas.microsoft.com/office/drawing/2014/main" id="{32F3B85A-0A83-DD98-3EBC-3ED73A6067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450" y="244475"/>
            <a:ext cx="647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</a:p>
        </p:txBody>
      </p:sp>
      <p:sp>
        <p:nvSpPr>
          <p:cNvPr id="422930" name="Rectangle 18">
            <a:extLst>
              <a:ext uri="{FF2B5EF4-FFF2-40B4-BE49-F238E27FC236}">
                <a16:creationId xmlns:a16="http://schemas.microsoft.com/office/drawing/2014/main" id="{C0E3C9A4-599B-3861-10E5-794957FB83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150" y="2370138"/>
            <a:ext cx="647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</a:t>
            </a:r>
          </a:p>
        </p:txBody>
      </p:sp>
      <p:grpSp>
        <p:nvGrpSpPr>
          <p:cNvPr id="422931" name="Group 19">
            <a:extLst>
              <a:ext uri="{FF2B5EF4-FFF2-40B4-BE49-F238E27FC236}">
                <a16:creationId xmlns:a16="http://schemas.microsoft.com/office/drawing/2014/main" id="{26B67422-73BC-CF9D-410D-89CA4724A4E7}"/>
              </a:ext>
            </a:extLst>
          </p:cNvPr>
          <p:cNvGrpSpPr>
            <a:grpSpLocks/>
          </p:cNvGrpSpPr>
          <p:nvPr/>
        </p:nvGrpSpPr>
        <p:grpSpPr bwMode="auto">
          <a:xfrm>
            <a:off x="5954713" y="4414838"/>
            <a:ext cx="614362" cy="419100"/>
            <a:chOff x="1780" y="1900"/>
            <a:chExt cx="387" cy="264"/>
          </a:xfrm>
        </p:grpSpPr>
        <p:grpSp>
          <p:nvGrpSpPr>
            <p:cNvPr id="5287" name="Group 20">
              <a:extLst>
                <a:ext uri="{FF2B5EF4-FFF2-40B4-BE49-F238E27FC236}">
                  <a16:creationId xmlns:a16="http://schemas.microsoft.com/office/drawing/2014/main" id="{933EE47D-37EA-20C5-8A03-B7B82FD0534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929" y="2115"/>
              <a:ext cx="150" cy="49"/>
              <a:chOff x="1974" y="2456"/>
              <a:chExt cx="197" cy="64"/>
            </a:xfrm>
          </p:grpSpPr>
          <p:sp>
            <p:nvSpPr>
              <p:cNvPr id="5289" name="Freeform 21">
                <a:extLst>
                  <a:ext uri="{FF2B5EF4-FFF2-40B4-BE49-F238E27FC236}">
                    <a16:creationId xmlns:a16="http://schemas.microsoft.com/office/drawing/2014/main" id="{F1A5A9ED-5B2E-6F44-47A5-28F1FBD5D99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91" y="2456"/>
                <a:ext cx="80" cy="64"/>
              </a:xfrm>
              <a:custGeom>
                <a:avLst/>
                <a:gdLst>
                  <a:gd name="T0" fmla="*/ 20480 w 5"/>
                  <a:gd name="T1" fmla="*/ 8192 h 4"/>
                  <a:gd name="T2" fmla="*/ 12288 w 5"/>
                  <a:gd name="T3" fmla="*/ 12288 h 4"/>
                  <a:gd name="T4" fmla="*/ 0 w 5"/>
                  <a:gd name="T5" fmla="*/ 16384 h 4"/>
                  <a:gd name="T6" fmla="*/ 0 w 5"/>
                  <a:gd name="T7" fmla="*/ 8192 h 4"/>
                  <a:gd name="T8" fmla="*/ 0 w 5"/>
                  <a:gd name="T9" fmla="*/ 0 h 4"/>
                  <a:gd name="T10" fmla="*/ 12288 w 5"/>
                  <a:gd name="T11" fmla="*/ 4096 h 4"/>
                  <a:gd name="T12" fmla="*/ 20480 w 5"/>
                  <a:gd name="T13" fmla="*/ 8192 h 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" h="4">
                    <a:moveTo>
                      <a:pt x="5" y="2"/>
                    </a:moveTo>
                    <a:lnTo>
                      <a:pt x="3" y="3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3" y="1"/>
                    </a:lnTo>
                    <a:lnTo>
                      <a:pt x="5" y="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FFFF"/>
                  </a:gs>
                  <a:gs pos="100000">
                    <a:srgbClr val="5E7676"/>
                  </a:gs>
                </a:gsLst>
                <a:path path="rect">
                  <a:fillToRect l="50000" t="50000" r="50000" b="50000"/>
                </a:path>
              </a:gradFill>
              <a:ln w="9525" cap="rnd" cmpd="sng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90" name="Rectangle 22">
                <a:extLst>
                  <a:ext uri="{FF2B5EF4-FFF2-40B4-BE49-F238E27FC236}">
                    <a16:creationId xmlns:a16="http://schemas.microsoft.com/office/drawing/2014/main" id="{D96FD5E2-F820-E0DD-5ED7-EE4C5F4BFA0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974" y="2456"/>
                <a:ext cx="113" cy="64"/>
              </a:xfrm>
              <a:prstGeom prst="rect">
                <a:avLst/>
              </a:prstGeom>
              <a:gradFill rotWithShape="1">
                <a:gsLst>
                  <a:gs pos="0">
                    <a:srgbClr val="CCFFFF"/>
                  </a:gs>
                  <a:gs pos="100000">
                    <a:srgbClr val="5E7676"/>
                  </a:gs>
                </a:gsLst>
                <a:path path="shape">
                  <a:fillToRect l="50000" t="50000" r="50000" b="50000"/>
                </a:path>
              </a:gradFill>
              <a:ln w="9525" cap="rnd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9pPr>
              </a:lstStyle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</a:pPr>
                <a:endParaRPr lang="zh-CN" altLang="en-US"/>
              </a:p>
            </p:txBody>
          </p:sp>
        </p:grpSp>
        <p:graphicFrame>
          <p:nvGraphicFramePr>
            <p:cNvPr id="5288" name="Object 23">
              <a:extLst>
                <a:ext uri="{FF2B5EF4-FFF2-40B4-BE49-F238E27FC236}">
                  <a16:creationId xmlns:a16="http://schemas.microsoft.com/office/drawing/2014/main" id="{09E19FE7-0066-A5A5-F22D-F5A4A2FC5F6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780" y="1900"/>
            <a:ext cx="387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868867" imgH="434423" progId="Equation.3">
                    <p:embed/>
                  </p:oleObj>
                </mc:Choice>
                <mc:Fallback>
                  <p:oleObj name="公式" r:id="rId10" imgW="868867" imgH="434423" progId="Equation.3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80" y="1900"/>
                          <a:ext cx="387" cy="1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22936" name="Group 24">
            <a:extLst>
              <a:ext uri="{FF2B5EF4-FFF2-40B4-BE49-F238E27FC236}">
                <a16:creationId xmlns:a16="http://schemas.microsoft.com/office/drawing/2014/main" id="{0C93C1B2-24E9-FC70-A060-8C1D5DA7A9CD}"/>
              </a:ext>
            </a:extLst>
          </p:cNvPr>
          <p:cNvGrpSpPr>
            <a:grpSpLocks/>
          </p:cNvGrpSpPr>
          <p:nvPr/>
        </p:nvGrpSpPr>
        <p:grpSpPr bwMode="auto">
          <a:xfrm>
            <a:off x="6854825" y="4403725"/>
            <a:ext cx="1077913" cy="744538"/>
            <a:chOff x="2347" y="1893"/>
            <a:chExt cx="679" cy="469"/>
          </a:xfrm>
        </p:grpSpPr>
        <p:sp>
          <p:nvSpPr>
            <p:cNvPr id="5283" name="Line 25">
              <a:extLst>
                <a:ext uri="{FF2B5EF4-FFF2-40B4-BE49-F238E27FC236}">
                  <a16:creationId xmlns:a16="http://schemas.microsoft.com/office/drawing/2014/main" id="{DC6F1084-BF2D-0639-DE73-67A23F46D93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025" y="1893"/>
              <a:ext cx="1" cy="469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84" name="Line 26">
              <a:extLst>
                <a:ext uri="{FF2B5EF4-FFF2-40B4-BE49-F238E27FC236}">
                  <a16:creationId xmlns:a16="http://schemas.microsoft.com/office/drawing/2014/main" id="{BB91F95D-E18B-8523-C940-BC6A8AF4F63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347" y="2226"/>
              <a:ext cx="1" cy="136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85" name="Line 27">
              <a:extLst>
                <a:ext uri="{FF2B5EF4-FFF2-40B4-BE49-F238E27FC236}">
                  <a16:creationId xmlns:a16="http://schemas.microsoft.com/office/drawing/2014/main" id="{F4F7C472-1436-6DE1-BEB9-37F53EFF34D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357" y="2313"/>
              <a:ext cx="663" cy="3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5286" name="Object 28">
              <a:extLst>
                <a:ext uri="{FF2B5EF4-FFF2-40B4-BE49-F238E27FC236}">
                  <a16:creationId xmlns:a16="http://schemas.microsoft.com/office/drawing/2014/main" id="{0B1C7EF6-5C32-3A05-E931-3A63F5573C5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33" y="2140"/>
            <a:ext cx="152" cy="1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319978" imgH="434423" progId="Equation.3">
                    <p:embed/>
                  </p:oleObj>
                </mc:Choice>
                <mc:Fallback>
                  <p:oleObj name="公式" r:id="rId12" imgW="319978" imgH="434423" progId="Equation.3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33" y="2140"/>
                          <a:ext cx="152" cy="1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22941" name="Group 29">
            <a:extLst>
              <a:ext uri="{FF2B5EF4-FFF2-40B4-BE49-F238E27FC236}">
                <a16:creationId xmlns:a16="http://schemas.microsoft.com/office/drawing/2014/main" id="{BA214B5C-62D6-3171-43FF-2AC5729F6FFB}"/>
              </a:ext>
            </a:extLst>
          </p:cNvPr>
          <p:cNvGrpSpPr>
            <a:grpSpLocks/>
          </p:cNvGrpSpPr>
          <p:nvPr/>
        </p:nvGrpSpPr>
        <p:grpSpPr bwMode="auto">
          <a:xfrm>
            <a:off x="6854825" y="4365625"/>
            <a:ext cx="1684338" cy="411163"/>
            <a:chOff x="2347" y="1869"/>
            <a:chExt cx="1061" cy="259"/>
          </a:xfrm>
        </p:grpSpPr>
        <p:sp>
          <p:nvSpPr>
            <p:cNvPr id="5279" name="Line 30">
              <a:extLst>
                <a:ext uri="{FF2B5EF4-FFF2-40B4-BE49-F238E27FC236}">
                  <a16:creationId xmlns:a16="http://schemas.microsoft.com/office/drawing/2014/main" id="{0227EBB3-88D8-3DE9-E937-04D14AFEDB1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347" y="2128"/>
              <a:ext cx="986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80" name="Line 31">
              <a:extLst>
                <a:ext uri="{FF2B5EF4-FFF2-40B4-BE49-F238E27FC236}">
                  <a16:creationId xmlns:a16="http://schemas.microsoft.com/office/drawing/2014/main" id="{D52281A2-565A-CDE4-8C13-A2E5006C7C4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197" y="1869"/>
              <a:ext cx="136" cy="1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81" name="Line 32">
              <a:extLst>
                <a:ext uri="{FF2B5EF4-FFF2-40B4-BE49-F238E27FC236}">
                  <a16:creationId xmlns:a16="http://schemas.microsoft.com/office/drawing/2014/main" id="{ADD9F74E-19ED-65C6-31FE-F6B2B9950AF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272" y="1885"/>
              <a:ext cx="0" cy="233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5282" name="Object 33">
              <a:extLst>
                <a:ext uri="{FF2B5EF4-FFF2-40B4-BE49-F238E27FC236}">
                  <a16:creationId xmlns:a16="http://schemas.microsoft.com/office/drawing/2014/main" id="{68AF6588-06E9-7FE8-8B7D-2A60384DD96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07" y="1932"/>
            <a:ext cx="101" cy="1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205522" imgH="320206" progId="Equation.3">
                    <p:embed/>
                  </p:oleObj>
                </mc:Choice>
                <mc:Fallback>
                  <p:oleObj name="公式" r:id="rId14" imgW="205522" imgH="320206" progId="Equation.3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07" y="1932"/>
                          <a:ext cx="101" cy="1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22946" name="Group 34">
            <a:extLst>
              <a:ext uri="{FF2B5EF4-FFF2-40B4-BE49-F238E27FC236}">
                <a16:creationId xmlns:a16="http://schemas.microsoft.com/office/drawing/2014/main" id="{ED381F63-761B-DD46-9A8E-92A70A39D73E}"/>
              </a:ext>
            </a:extLst>
          </p:cNvPr>
          <p:cNvGrpSpPr>
            <a:grpSpLocks/>
          </p:cNvGrpSpPr>
          <p:nvPr/>
        </p:nvGrpSpPr>
        <p:grpSpPr bwMode="auto">
          <a:xfrm>
            <a:off x="6854825" y="3052763"/>
            <a:ext cx="1782763" cy="1470025"/>
            <a:chOff x="2347" y="1042"/>
            <a:chExt cx="1123" cy="926"/>
          </a:xfrm>
        </p:grpSpPr>
        <p:grpSp>
          <p:nvGrpSpPr>
            <p:cNvPr id="5221" name="Group 35">
              <a:extLst>
                <a:ext uri="{FF2B5EF4-FFF2-40B4-BE49-F238E27FC236}">
                  <a16:creationId xmlns:a16="http://schemas.microsoft.com/office/drawing/2014/main" id="{0395AE3E-D7F9-F297-A042-F15A0FBA0B9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873" y="1770"/>
              <a:ext cx="296" cy="198"/>
              <a:chOff x="2340" y="2346"/>
              <a:chExt cx="386" cy="258"/>
            </a:xfrm>
          </p:grpSpPr>
          <p:sp>
            <p:nvSpPr>
              <p:cNvPr id="5229" name="Rectangle 36">
                <a:extLst>
                  <a:ext uri="{FF2B5EF4-FFF2-40B4-BE49-F238E27FC236}">
                    <a16:creationId xmlns:a16="http://schemas.microsoft.com/office/drawing/2014/main" id="{77037878-4AFB-FC0C-4FDB-379F7E2647F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340" y="2346"/>
                <a:ext cx="386" cy="258"/>
              </a:xfrm>
              <a:prstGeom prst="rect">
                <a:avLst/>
              </a:prstGeom>
              <a:noFill/>
              <a:ln w="28575">
                <a:solidFill>
                  <a:srgbClr val="00FF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9pPr>
              </a:lstStyle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</a:pPr>
                <a:endParaRPr lang="zh-CN" altLang="en-US"/>
              </a:p>
            </p:txBody>
          </p:sp>
          <p:grpSp>
            <p:nvGrpSpPr>
              <p:cNvPr id="5230" name="Group 37">
                <a:extLst>
                  <a:ext uri="{FF2B5EF4-FFF2-40B4-BE49-F238E27FC236}">
                    <a16:creationId xmlns:a16="http://schemas.microsoft.com/office/drawing/2014/main" id="{3E407465-1A77-E1C4-8D54-5CCB7E68FC63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340" y="2363"/>
                <a:ext cx="35" cy="233"/>
                <a:chOff x="2121" y="1919"/>
                <a:chExt cx="35" cy="233"/>
              </a:xfrm>
            </p:grpSpPr>
            <p:sp>
              <p:nvSpPr>
                <p:cNvPr id="5273" name="Line 38">
                  <a:extLst>
                    <a:ext uri="{FF2B5EF4-FFF2-40B4-BE49-F238E27FC236}">
                      <a16:creationId xmlns:a16="http://schemas.microsoft.com/office/drawing/2014/main" id="{87A38DBD-F9F6-E5EF-1453-2EA53539071E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124" y="1959"/>
                  <a:ext cx="32" cy="32"/>
                </a:xfrm>
                <a:prstGeom prst="line">
                  <a:avLst/>
                </a:prstGeom>
                <a:noFill/>
                <a:ln w="19050">
                  <a:solidFill>
                    <a:srgbClr val="00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74" name="Line 39">
                  <a:extLst>
                    <a:ext uri="{FF2B5EF4-FFF2-40B4-BE49-F238E27FC236}">
                      <a16:creationId xmlns:a16="http://schemas.microsoft.com/office/drawing/2014/main" id="{26CD8491-71B0-80DB-1D48-E3012BF61DAB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121" y="2120"/>
                  <a:ext cx="32" cy="32"/>
                </a:xfrm>
                <a:prstGeom prst="line">
                  <a:avLst/>
                </a:prstGeom>
                <a:noFill/>
                <a:ln w="19050">
                  <a:solidFill>
                    <a:srgbClr val="00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75" name="Line 40">
                  <a:extLst>
                    <a:ext uri="{FF2B5EF4-FFF2-40B4-BE49-F238E27FC236}">
                      <a16:creationId xmlns:a16="http://schemas.microsoft.com/office/drawing/2014/main" id="{73B5BEBF-E906-D7F5-8BE5-484D264D0ADB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124" y="1919"/>
                  <a:ext cx="32" cy="32"/>
                </a:xfrm>
                <a:prstGeom prst="line">
                  <a:avLst/>
                </a:prstGeom>
                <a:noFill/>
                <a:ln w="19050">
                  <a:solidFill>
                    <a:srgbClr val="00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76" name="Line 41">
                  <a:extLst>
                    <a:ext uri="{FF2B5EF4-FFF2-40B4-BE49-F238E27FC236}">
                      <a16:creationId xmlns:a16="http://schemas.microsoft.com/office/drawing/2014/main" id="{40ACC90B-59F3-6E54-66DC-6E30EB93A42E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124" y="2001"/>
                  <a:ext cx="32" cy="32"/>
                </a:xfrm>
                <a:prstGeom prst="line">
                  <a:avLst/>
                </a:prstGeom>
                <a:noFill/>
                <a:ln w="19050">
                  <a:solidFill>
                    <a:srgbClr val="00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77" name="Line 42">
                  <a:extLst>
                    <a:ext uri="{FF2B5EF4-FFF2-40B4-BE49-F238E27FC236}">
                      <a16:creationId xmlns:a16="http://schemas.microsoft.com/office/drawing/2014/main" id="{6B937CCB-E9B7-7C2E-C71A-B80FCE0F1990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122" y="2077"/>
                  <a:ext cx="32" cy="32"/>
                </a:xfrm>
                <a:prstGeom prst="line">
                  <a:avLst/>
                </a:prstGeom>
                <a:noFill/>
                <a:ln w="19050">
                  <a:solidFill>
                    <a:srgbClr val="00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78" name="Line 43">
                  <a:extLst>
                    <a:ext uri="{FF2B5EF4-FFF2-40B4-BE49-F238E27FC236}">
                      <a16:creationId xmlns:a16="http://schemas.microsoft.com/office/drawing/2014/main" id="{BFECC8EB-939F-4345-75E0-25BEC2891FE8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122" y="2040"/>
                  <a:ext cx="32" cy="32"/>
                </a:xfrm>
                <a:prstGeom prst="line">
                  <a:avLst/>
                </a:prstGeom>
                <a:noFill/>
                <a:ln w="19050">
                  <a:solidFill>
                    <a:srgbClr val="00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231" name="Group 44">
                <a:extLst>
                  <a:ext uri="{FF2B5EF4-FFF2-40B4-BE49-F238E27FC236}">
                    <a16:creationId xmlns:a16="http://schemas.microsoft.com/office/drawing/2014/main" id="{E543F54A-F335-9CA5-5802-836A0927D74F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398" y="2364"/>
                <a:ext cx="35" cy="233"/>
                <a:chOff x="2121" y="1919"/>
                <a:chExt cx="35" cy="233"/>
              </a:xfrm>
            </p:grpSpPr>
            <p:sp>
              <p:nvSpPr>
                <p:cNvPr id="5267" name="Line 45">
                  <a:extLst>
                    <a:ext uri="{FF2B5EF4-FFF2-40B4-BE49-F238E27FC236}">
                      <a16:creationId xmlns:a16="http://schemas.microsoft.com/office/drawing/2014/main" id="{104433F9-75D9-C384-CF73-83CB853ADD30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124" y="1959"/>
                  <a:ext cx="32" cy="32"/>
                </a:xfrm>
                <a:prstGeom prst="line">
                  <a:avLst/>
                </a:prstGeom>
                <a:noFill/>
                <a:ln w="19050">
                  <a:solidFill>
                    <a:srgbClr val="00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68" name="Line 46">
                  <a:extLst>
                    <a:ext uri="{FF2B5EF4-FFF2-40B4-BE49-F238E27FC236}">
                      <a16:creationId xmlns:a16="http://schemas.microsoft.com/office/drawing/2014/main" id="{1F3C45FE-3838-1F5D-8983-A6482C115BF9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121" y="2120"/>
                  <a:ext cx="32" cy="32"/>
                </a:xfrm>
                <a:prstGeom prst="line">
                  <a:avLst/>
                </a:prstGeom>
                <a:noFill/>
                <a:ln w="19050">
                  <a:solidFill>
                    <a:srgbClr val="00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69" name="Line 47">
                  <a:extLst>
                    <a:ext uri="{FF2B5EF4-FFF2-40B4-BE49-F238E27FC236}">
                      <a16:creationId xmlns:a16="http://schemas.microsoft.com/office/drawing/2014/main" id="{A2159192-D3B2-5D77-0BD7-24ABE50D04B1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124" y="1919"/>
                  <a:ext cx="32" cy="32"/>
                </a:xfrm>
                <a:prstGeom prst="line">
                  <a:avLst/>
                </a:prstGeom>
                <a:noFill/>
                <a:ln w="19050">
                  <a:solidFill>
                    <a:srgbClr val="00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70" name="Line 48">
                  <a:extLst>
                    <a:ext uri="{FF2B5EF4-FFF2-40B4-BE49-F238E27FC236}">
                      <a16:creationId xmlns:a16="http://schemas.microsoft.com/office/drawing/2014/main" id="{69486B83-13EF-52DF-ED16-93CA96C53DE3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124" y="2001"/>
                  <a:ext cx="32" cy="32"/>
                </a:xfrm>
                <a:prstGeom prst="line">
                  <a:avLst/>
                </a:prstGeom>
                <a:noFill/>
                <a:ln w="19050">
                  <a:solidFill>
                    <a:srgbClr val="00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71" name="Line 49">
                  <a:extLst>
                    <a:ext uri="{FF2B5EF4-FFF2-40B4-BE49-F238E27FC236}">
                      <a16:creationId xmlns:a16="http://schemas.microsoft.com/office/drawing/2014/main" id="{2B2011BD-02FA-A1B0-5D6C-86C672F20F94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122" y="2077"/>
                  <a:ext cx="32" cy="32"/>
                </a:xfrm>
                <a:prstGeom prst="line">
                  <a:avLst/>
                </a:prstGeom>
                <a:noFill/>
                <a:ln w="19050">
                  <a:solidFill>
                    <a:srgbClr val="00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72" name="Line 50">
                  <a:extLst>
                    <a:ext uri="{FF2B5EF4-FFF2-40B4-BE49-F238E27FC236}">
                      <a16:creationId xmlns:a16="http://schemas.microsoft.com/office/drawing/2014/main" id="{C6EC1D9B-2B45-D9D8-53D8-2B48FAAE52D4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122" y="2040"/>
                  <a:ext cx="32" cy="32"/>
                </a:xfrm>
                <a:prstGeom prst="line">
                  <a:avLst/>
                </a:prstGeom>
                <a:noFill/>
                <a:ln w="19050">
                  <a:solidFill>
                    <a:srgbClr val="00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232" name="Group 51">
                <a:extLst>
                  <a:ext uri="{FF2B5EF4-FFF2-40B4-BE49-F238E27FC236}">
                    <a16:creationId xmlns:a16="http://schemas.microsoft.com/office/drawing/2014/main" id="{56C78930-62BD-3D58-6C13-3E430D4CA68A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458" y="2364"/>
                <a:ext cx="35" cy="233"/>
                <a:chOff x="2121" y="1919"/>
                <a:chExt cx="35" cy="233"/>
              </a:xfrm>
            </p:grpSpPr>
            <p:sp>
              <p:nvSpPr>
                <p:cNvPr id="5261" name="Line 52">
                  <a:extLst>
                    <a:ext uri="{FF2B5EF4-FFF2-40B4-BE49-F238E27FC236}">
                      <a16:creationId xmlns:a16="http://schemas.microsoft.com/office/drawing/2014/main" id="{55D1E330-3586-FDCB-9D29-5426AF10F568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124" y="1959"/>
                  <a:ext cx="32" cy="32"/>
                </a:xfrm>
                <a:prstGeom prst="line">
                  <a:avLst/>
                </a:prstGeom>
                <a:noFill/>
                <a:ln w="19050">
                  <a:solidFill>
                    <a:srgbClr val="00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62" name="Line 53">
                  <a:extLst>
                    <a:ext uri="{FF2B5EF4-FFF2-40B4-BE49-F238E27FC236}">
                      <a16:creationId xmlns:a16="http://schemas.microsoft.com/office/drawing/2014/main" id="{A25EA34D-C182-8B40-6021-2CB93183C4BC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121" y="2120"/>
                  <a:ext cx="32" cy="32"/>
                </a:xfrm>
                <a:prstGeom prst="line">
                  <a:avLst/>
                </a:prstGeom>
                <a:noFill/>
                <a:ln w="19050">
                  <a:solidFill>
                    <a:srgbClr val="00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63" name="Line 54">
                  <a:extLst>
                    <a:ext uri="{FF2B5EF4-FFF2-40B4-BE49-F238E27FC236}">
                      <a16:creationId xmlns:a16="http://schemas.microsoft.com/office/drawing/2014/main" id="{6C6973E4-A29B-DDFA-E5F7-599111A3FD32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124" y="1919"/>
                  <a:ext cx="32" cy="32"/>
                </a:xfrm>
                <a:prstGeom prst="line">
                  <a:avLst/>
                </a:prstGeom>
                <a:noFill/>
                <a:ln w="19050">
                  <a:solidFill>
                    <a:srgbClr val="00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64" name="Line 55">
                  <a:extLst>
                    <a:ext uri="{FF2B5EF4-FFF2-40B4-BE49-F238E27FC236}">
                      <a16:creationId xmlns:a16="http://schemas.microsoft.com/office/drawing/2014/main" id="{4FB33D38-802C-B1F2-25DC-554A5D8DE31C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124" y="2001"/>
                  <a:ext cx="32" cy="32"/>
                </a:xfrm>
                <a:prstGeom prst="line">
                  <a:avLst/>
                </a:prstGeom>
                <a:noFill/>
                <a:ln w="19050">
                  <a:solidFill>
                    <a:srgbClr val="00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65" name="Line 56">
                  <a:extLst>
                    <a:ext uri="{FF2B5EF4-FFF2-40B4-BE49-F238E27FC236}">
                      <a16:creationId xmlns:a16="http://schemas.microsoft.com/office/drawing/2014/main" id="{E8CF6785-DE2A-EEBF-6558-0EAB26E5F3C4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122" y="2077"/>
                  <a:ext cx="32" cy="32"/>
                </a:xfrm>
                <a:prstGeom prst="line">
                  <a:avLst/>
                </a:prstGeom>
                <a:noFill/>
                <a:ln w="19050">
                  <a:solidFill>
                    <a:srgbClr val="00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66" name="Line 57">
                  <a:extLst>
                    <a:ext uri="{FF2B5EF4-FFF2-40B4-BE49-F238E27FC236}">
                      <a16:creationId xmlns:a16="http://schemas.microsoft.com/office/drawing/2014/main" id="{FED297A7-7E2F-3707-FE46-4597C1066BCE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122" y="2040"/>
                  <a:ext cx="32" cy="32"/>
                </a:xfrm>
                <a:prstGeom prst="line">
                  <a:avLst/>
                </a:prstGeom>
                <a:noFill/>
                <a:ln w="19050">
                  <a:solidFill>
                    <a:srgbClr val="00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233" name="Group 58">
                <a:extLst>
                  <a:ext uri="{FF2B5EF4-FFF2-40B4-BE49-F238E27FC236}">
                    <a16:creationId xmlns:a16="http://schemas.microsoft.com/office/drawing/2014/main" id="{19CF871F-EB5A-0C52-1E51-5010DB3F284F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515" y="2361"/>
                <a:ext cx="35" cy="233"/>
                <a:chOff x="2121" y="1919"/>
                <a:chExt cx="35" cy="233"/>
              </a:xfrm>
            </p:grpSpPr>
            <p:sp>
              <p:nvSpPr>
                <p:cNvPr id="5255" name="Line 59">
                  <a:extLst>
                    <a:ext uri="{FF2B5EF4-FFF2-40B4-BE49-F238E27FC236}">
                      <a16:creationId xmlns:a16="http://schemas.microsoft.com/office/drawing/2014/main" id="{1FE35CAD-91DE-75FF-5608-5AF972FC3443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124" y="1959"/>
                  <a:ext cx="32" cy="32"/>
                </a:xfrm>
                <a:prstGeom prst="line">
                  <a:avLst/>
                </a:prstGeom>
                <a:noFill/>
                <a:ln w="19050">
                  <a:solidFill>
                    <a:srgbClr val="00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56" name="Line 60">
                  <a:extLst>
                    <a:ext uri="{FF2B5EF4-FFF2-40B4-BE49-F238E27FC236}">
                      <a16:creationId xmlns:a16="http://schemas.microsoft.com/office/drawing/2014/main" id="{80444917-96A3-3F5B-A9E8-FFA3B7747769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121" y="2120"/>
                  <a:ext cx="32" cy="32"/>
                </a:xfrm>
                <a:prstGeom prst="line">
                  <a:avLst/>
                </a:prstGeom>
                <a:noFill/>
                <a:ln w="19050">
                  <a:solidFill>
                    <a:srgbClr val="00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57" name="Line 61">
                  <a:extLst>
                    <a:ext uri="{FF2B5EF4-FFF2-40B4-BE49-F238E27FC236}">
                      <a16:creationId xmlns:a16="http://schemas.microsoft.com/office/drawing/2014/main" id="{E10B21AD-D9ED-1BC7-BC0B-0645AD375330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124" y="1919"/>
                  <a:ext cx="32" cy="32"/>
                </a:xfrm>
                <a:prstGeom prst="line">
                  <a:avLst/>
                </a:prstGeom>
                <a:noFill/>
                <a:ln w="19050">
                  <a:solidFill>
                    <a:srgbClr val="00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58" name="Line 62">
                  <a:extLst>
                    <a:ext uri="{FF2B5EF4-FFF2-40B4-BE49-F238E27FC236}">
                      <a16:creationId xmlns:a16="http://schemas.microsoft.com/office/drawing/2014/main" id="{60E9B7DD-CD8D-CE07-1878-F112CF9DD74B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124" y="2001"/>
                  <a:ext cx="32" cy="32"/>
                </a:xfrm>
                <a:prstGeom prst="line">
                  <a:avLst/>
                </a:prstGeom>
                <a:noFill/>
                <a:ln w="19050">
                  <a:solidFill>
                    <a:srgbClr val="00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59" name="Line 63">
                  <a:extLst>
                    <a:ext uri="{FF2B5EF4-FFF2-40B4-BE49-F238E27FC236}">
                      <a16:creationId xmlns:a16="http://schemas.microsoft.com/office/drawing/2014/main" id="{615C61E3-BA47-B5E2-6A10-346756ECD5A8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122" y="2077"/>
                  <a:ext cx="32" cy="32"/>
                </a:xfrm>
                <a:prstGeom prst="line">
                  <a:avLst/>
                </a:prstGeom>
                <a:noFill/>
                <a:ln w="19050">
                  <a:solidFill>
                    <a:srgbClr val="00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60" name="Line 64">
                  <a:extLst>
                    <a:ext uri="{FF2B5EF4-FFF2-40B4-BE49-F238E27FC236}">
                      <a16:creationId xmlns:a16="http://schemas.microsoft.com/office/drawing/2014/main" id="{A0C2998E-DDC7-68EB-5285-A2F6BFBCF6BF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122" y="2040"/>
                  <a:ext cx="32" cy="32"/>
                </a:xfrm>
                <a:prstGeom prst="line">
                  <a:avLst/>
                </a:prstGeom>
                <a:noFill/>
                <a:ln w="19050">
                  <a:solidFill>
                    <a:srgbClr val="00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234" name="Group 65">
                <a:extLst>
                  <a:ext uri="{FF2B5EF4-FFF2-40B4-BE49-F238E27FC236}">
                    <a16:creationId xmlns:a16="http://schemas.microsoft.com/office/drawing/2014/main" id="{3811BCCF-4D9B-61A2-9C8E-2C9D620899E6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573" y="2362"/>
                <a:ext cx="35" cy="233"/>
                <a:chOff x="2121" y="1919"/>
                <a:chExt cx="35" cy="233"/>
              </a:xfrm>
            </p:grpSpPr>
            <p:sp>
              <p:nvSpPr>
                <p:cNvPr id="5249" name="Line 66">
                  <a:extLst>
                    <a:ext uri="{FF2B5EF4-FFF2-40B4-BE49-F238E27FC236}">
                      <a16:creationId xmlns:a16="http://schemas.microsoft.com/office/drawing/2014/main" id="{BE0ADEA2-A545-A7D5-DA32-AA927566F931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124" y="1959"/>
                  <a:ext cx="32" cy="32"/>
                </a:xfrm>
                <a:prstGeom prst="line">
                  <a:avLst/>
                </a:prstGeom>
                <a:noFill/>
                <a:ln w="19050">
                  <a:solidFill>
                    <a:srgbClr val="00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50" name="Line 67">
                  <a:extLst>
                    <a:ext uri="{FF2B5EF4-FFF2-40B4-BE49-F238E27FC236}">
                      <a16:creationId xmlns:a16="http://schemas.microsoft.com/office/drawing/2014/main" id="{83A01BD7-0AC7-AD14-5F30-8C04DB8965DA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121" y="2120"/>
                  <a:ext cx="32" cy="32"/>
                </a:xfrm>
                <a:prstGeom prst="line">
                  <a:avLst/>
                </a:prstGeom>
                <a:noFill/>
                <a:ln w="19050">
                  <a:solidFill>
                    <a:srgbClr val="00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51" name="Line 68">
                  <a:extLst>
                    <a:ext uri="{FF2B5EF4-FFF2-40B4-BE49-F238E27FC236}">
                      <a16:creationId xmlns:a16="http://schemas.microsoft.com/office/drawing/2014/main" id="{BDB42365-C1E3-FC3C-F2C3-B35A9164629D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124" y="1919"/>
                  <a:ext cx="32" cy="32"/>
                </a:xfrm>
                <a:prstGeom prst="line">
                  <a:avLst/>
                </a:prstGeom>
                <a:noFill/>
                <a:ln w="19050">
                  <a:solidFill>
                    <a:srgbClr val="00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52" name="Line 69">
                  <a:extLst>
                    <a:ext uri="{FF2B5EF4-FFF2-40B4-BE49-F238E27FC236}">
                      <a16:creationId xmlns:a16="http://schemas.microsoft.com/office/drawing/2014/main" id="{F134B16D-1942-D62A-3903-78ED863D2F4E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124" y="2001"/>
                  <a:ext cx="32" cy="32"/>
                </a:xfrm>
                <a:prstGeom prst="line">
                  <a:avLst/>
                </a:prstGeom>
                <a:noFill/>
                <a:ln w="19050">
                  <a:solidFill>
                    <a:srgbClr val="00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53" name="Line 70">
                  <a:extLst>
                    <a:ext uri="{FF2B5EF4-FFF2-40B4-BE49-F238E27FC236}">
                      <a16:creationId xmlns:a16="http://schemas.microsoft.com/office/drawing/2014/main" id="{46C3E987-A4E1-BEF1-2CD6-FD3E3AAD62A0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122" y="2077"/>
                  <a:ext cx="32" cy="32"/>
                </a:xfrm>
                <a:prstGeom prst="line">
                  <a:avLst/>
                </a:prstGeom>
                <a:noFill/>
                <a:ln w="19050">
                  <a:solidFill>
                    <a:srgbClr val="00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54" name="Line 71">
                  <a:extLst>
                    <a:ext uri="{FF2B5EF4-FFF2-40B4-BE49-F238E27FC236}">
                      <a16:creationId xmlns:a16="http://schemas.microsoft.com/office/drawing/2014/main" id="{9BABB61F-A7A2-7A13-12E9-E2B4CFDCECA4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122" y="2040"/>
                  <a:ext cx="32" cy="32"/>
                </a:xfrm>
                <a:prstGeom prst="line">
                  <a:avLst/>
                </a:prstGeom>
                <a:noFill/>
                <a:ln w="19050">
                  <a:solidFill>
                    <a:srgbClr val="00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235" name="Group 72">
                <a:extLst>
                  <a:ext uri="{FF2B5EF4-FFF2-40B4-BE49-F238E27FC236}">
                    <a16:creationId xmlns:a16="http://schemas.microsoft.com/office/drawing/2014/main" id="{C64FBAA2-9EB0-8F96-F909-E281488D846B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633" y="2362"/>
                <a:ext cx="35" cy="233"/>
                <a:chOff x="2121" y="1919"/>
                <a:chExt cx="35" cy="233"/>
              </a:xfrm>
            </p:grpSpPr>
            <p:sp>
              <p:nvSpPr>
                <p:cNvPr id="5243" name="Line 73">
                  <a:extLst>
                    <a:ext uri="{FF2B5EF4-FFF2-40B4-BE49-F238E27FC236}">
                      <a16:creationId xmlns:a16="http://schemas.microsoft.com/office/drawing/2014/main" id="{CCA772B9-F877-5634-0035-72D754F5E276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124" y="1959"/>
                  <a:ext cx="32" cy="32"/>
                </a:xfrm>
                <a:prstGeom prst="line">
                  <a:avLst/>
                </a:prstGeom>
                <a:noFill/>
                <a:ln w="19050">
                  <a:solidFill>
                    <a:srgbClr val="00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44" name="Line 74">
                  <a:extLst>
                    <a:ext uri="{FF2B5EF4-FFF2-40B4-BE49-F238E27FC236}">
                      <a16:creationId xmlns:a16="http://schemas.microsoft.com/office/drawing/2014/main" id="{3D0DC2E5-65CC-BB63-0661-BBFBBB19C0EF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121" y="2120"/>
                  <a:ext cx="32" cy="32"/>
                </a:xfrm>
                <a:prstGeom prst="line">
                  <a:avLst/>
                </a:prstGeom>
                <a:noFill/>
                <a:ln w="19050">
                  <a:solidFill>
                    <a:srgbClr val="00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45" name="Line 75">
                  <a:extLst>
                    <a:ext uri="{FF2B5EF4-FFF2-40B4-BE49-F238E27FC236}">
                      <a16:creationId xmlns:a16="http://schemas.microsoft.com/office/drawing/2014/main" id="{EF9995A3-4B52-9AA3-DED8-36D06BE15FC9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124" y="1919"/>
                  <a:ext cx="32" cy="32"/>
                </a:xfrm>
                <a:prstGeom prst="line">
                  <a:avLst/>
                </a:prstGeom>
                <a:noFill/>
                <a:ln w="19050">
                  <a:solidFill>
                    <a:srgbClr val="00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46" name="Line 76">
                  <a:extLst>
                    <a:ext uri="{FF2B5EF4-FFF2-40B4-BE49-F238E27FC236}">
                      <a16:creationId xmlns:a16="http://schemas.microsoft.com/office/drawing/2014/main" id="{FA01C9C3-1D40-7E7A-7471-F219B6F62C7E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124" y="2001"/>
                  <a:ext cx="32" cy="32"/>
                </a:xfrm>
                <a:prstGeom prst="line">
                  <a:avLst/>
                </a:prstGeom>
                <a:noFill/>
                <a:ln w="19050">
                  <a:solidFill>
                    <a:srgbClr val="00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47" name="Line 77">
                  <a:extLst>
                    <a:ext uri="{FF2B5EF4-FFF2-40B4-BE49-F238E27FC236}">
                      <a16:creationId xmlns:a16="http://schemas.microsoft.com/office/drawing/2014/main" id="{AEAAD25F-45A5-8419-2A9D-F10B5DE13BDF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122" y="2077"/>
                  <a:ext cx="32" cy="32"/>
                </a:xfrm>
                <a:prstGeom prst="line">
                  <a:avLst/>
                </a:prstGeom>
                <a:noFill/>
                <a:ln w="19050">
                  <a:solidFill>
                    <a:srgbClr val="00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48" name="Line 78">
                  <a:extLst>
                    <a:ext uri="{FF2B5EF4-FFF2-40B4-BE49-F238E27FC236}">
                      <a16:creationId xmlns:a16="http://schemas.microsoft.com/office/drawing/2014/main" id="{2E08DBFF-E368-07D9-50AD-D5B78F19F880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122" y="2040"/>
                  <a:ext cx="32" cy="32"/>
                </a:xfrm>
                <a:prstGeom prst="line">
                  <a:avLst/>
                </a:prstGeom>
                <a:noFill/>
                <a:ln w="19050">
                  <a:solidFill>
                    <a:srgbClr val="00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236" name="Group 79">
                <a:extLst>
                  <a:ext uri="{FF2B5EF4-FFF2-40B4-BE49-F238E27FC236}">
                    <a16:creationId xmlns:a16="http://schemas.microsoft.com/office/drawing/2014/main" id="{FEEB59BF-0B98-F2BA-EBD9-106567F28D04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686" y="2361"/>
                <a:ext cx="35" cy="233"/>
                <a:chOff x="2121" y="1919"/>
                <a:chExt cx="35" cy="233"/>
              </a:xfrm>
            </p:grpSpPr>
            <p:sp>
              <p:nvSpPr>
                <p:cNvPr id="5237" name="Line 80">
                  <a:extLst>
                    <a:ext uri="{FF2B5EF4-FFF2-40B4-BE49-F238E27FC236}">
                      <a16:creationId xmlns:a16="http://schemas.microsoft.com/office/drawing/2014/main" id="{E86FB179-B485-BE6E-3F61-F78770EF6A21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124" y="1959"/>
                  <a:ext cx="32" cy="32"/>
                </a:xfrm>
                <a:prstGeom prst="line">
                  <a:avLst/>
                </a:prstGeom>
                <a:noFill/>
                <a:ln w="19050">
                  <a:solidFill>
                    <a:srgbClr val="00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38" name="Line 81">
                  <a:extLst>
                    <a:ext uri="{FF2B5EF4-FFF2-40B4-BE49-F238E27FC236}">
                      <a16:creationId xmlns:a16="http://schemas.microsoft.com/office/drawing/2014/main" id="{67718F3F-E71D-9E2F-C0E8-92F4CBA4A9DA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121" y="2120"/>
                  <a:ext cx="32" cy="32"/>
                </a:xfrm>
                <a:prstGeom prst="line">
                  <a:avLst/>
                </a:prstGeom>
                <a:noFill/>
                <a:ln w="19050">
                  <a:solidFill>
                    <a:srgbClr val="00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39" name="Line 82">
                  <a:extLst>
                    <a:ext uri="{FF2B5EF4-FFF2-40B4-BE49-F238E27FC236}">
                      <a16:creationId xmlns:a16="http://schemas.microsoft.com/office/drawing/2014/main" id="{4EEE1553-E538-B4E9-0F8D-B1FC56AB027A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124" y="1919"/>
                  <a:ext cx="32" cy="32"/>
                </a:xfrm>
                <a:prstGeom prst="line">
                  <a:avLst/>
                </a:prstGeom>
                <a:noFill/>
                <a:ln w="19050">
                  <a:solidFill>
                    <a:srgbClr val="00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40" name="Line 83">
                  <a:extLst>
                    <a:ext uri="{FF2B5EF4-FFF2-40B4-BE49-F238E27FC236}">
                      <a16:creationId xmlns:a16="http://schemas.microsoft.com/office/drawing/2014/main" id="{D697A806-1E07-23B8-0CB6-4F2CA9BF13FA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124" y="2001"/>
                  <a:ext cx="32" cy="32"/>
                </a:xfrm>
                <a:prstGeom prst="line">
                  <a:avLst/>
                </a:prstGeom>
                <a:noFill/>
                <a:ln w="19050">
                  <a:solidFill>
                    <a:srgbClr val="00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41" name="Line 84">
                  <a:extLst>
                    <a:ext uri="{FF2B5EF4-FFF2-40B4-BE49-F238E27FC236}">
                      <a16:creationId xmlns:a16="http://schemas.microsoft.com/office/drawing/2014/main" id="{CE042866-6C7A-23AE-FA4F-57A79AFED26C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122" y="2077"/>
                  <a:ext cx="32" cy="32"/>
                </a:xfrm>
                <a:prstGeom prst="line">
                  <a:avLst/>
                </a:prstGeom>
                <a:noFill/>
                <a:ln w="19050">
                  <a:solidFill>
                    <a:srgbClr val="00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42" name="Line 85">
                  <a:extLst>
                    <a:ext uri="{FF2B5EF4-FFF2-40B4-BE49-F238E27FC236}">
                      <a16:creationId xmlns:a16="http://schemas.microsoft.com/office/drawing/2014/main" id="{7B80DCB1-345C-B2F2-5D16-35D25F539F36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122" y="2040"/>
                  <a:ext cx="32" cy="32"/>
                </a:xfrm>
                <a:prstGeom prst="line">
                  <a:avLst/>
                </a:prstGeom>
                <a:noFill/>
                <a:ln w="19050">
                  <a:solidFill>
                    <a:srgbClr val="00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5222" name="Line 86">
              <a:extLst>
                <a:ext uri="{FF2B5EF4-FFF2-40B4-BE49-F238E27FC236}">
                  <a16:creationId xmlns:a16="http://schemas.microsoft.com/office/drawing/2014/main" id="{68C96B33-3985-2664-7EFC-9611C432F1A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347" y="1042"/>
              <a:ext cx="678" cy="728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3" name="Freeform 87">
              <a:extLst>
                <a:ext uri="{FF2B5EF4-FFF2-40B4-BE49-F238E27FC236}">
                  <a16:creationId xmlns:a16="http://schemas.microsoft.com/office/drawing/2014/main" id="{E40875EC-B521-4874-D745-27CEF483B5B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347" y="1128"/>
              <a:ext cx="87" cy="38"/>
            </a:xfrm>
            <a:custGeom>
              <a:avLst/>
              <a:gdLst>
                <a:gd name="T0" fmla="*/ 13435 w 7"/>
                <a:gd name="T1" fmla="*/ 0 h 3"/>
                <a:gd name="T2" fmla="*/ 0 w 7"/>
                <a:gd name="T3" fmla="*/ 6093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3">
                  <a:moveTo>
                    <a:pt x="7" y="0"/>
                  </a:moveTo>
                  <a:cubicBezTo>
                    <a:pt x="5" y="2"/>
                    <a:pt x="3" y="3"/>
                    <a:pt x="0" y="3"/>
                  </a:cubicBezTo>
                </a:path>
              </a:pathLst>
            </a:custGeom>
            <a:noFill/>
            <a:ln w="28575" cmpd="sng">
              <a:solidFill>
                <a:srgbClr val="00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224" name="Group 88">
              <a:extLst>
                <a:ext uri="{FF2B5EF4-FFF2-40B4-BE49-F238E27FC236}">
                  <a16:creationId xmlns:a16="http://schemas.microsoft.com/office/drawing/2014/main" id="{2894AECD-917B-3B09-EE84-5809ADBD89B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958" y="1843"/>
              <a:ext cx="151" cy="49"/>
              <a:chOff x="1974" y="2456"/>
              <a:chExt cx="197" cy="64"/>
            </a:xfrm>
          </p:grpSpPr>
          <p:sp>
            <p:nvSpPr>
              <p:cNvPr id="5227" name="Freeform 89">
                <a:extLst>
                  <a:ext uri="{FF2B5EF4-FFF2-40B4-BE49-F238E27FC236}">
                    <a16:creationId xmlns:a16="http://schemas.microsoft.com/office/drawing/2014/main" id="{2BBAE612-E026-4D66-9BE0-EFF594B9046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91" y="2456"/>
                <a:ext cx="80" cy="64"/>
              </a:xfrm>
              <a:custGeom>
                <a:avLst/>
                <a:gdLst>
                  <a:gd name="T0" fmla="*/ 20480 w 5"/>
                  <a:gd name="T1" fmla="*/ 8192 h 4"/>
                  <a:gd name="T2" fmla="*/ 12288 w 5"/>
                  <a:gd name="T3" fmla="*/ 12288 h 4"/>
                  <a:gd name="T4" fmla="*/ 0 w 5"/>
                  <a:gd name="T5" fmla="*/ 16384 h 4"/>
                  <a:gd name="T6" fmla="*/ 0 w 5"/>
                  <a:gd name="T7" fmla="*/ 8192 h 4"/>
                  <a:gd name="T8" fmla="*/ 0 w 5"/>
                  <a:gd name="T9" fmla="*/ 0 h 4"/>
                  <a:gd name="T10" fmla="*/ 12288 w 5"/>
                  <a:gd name="T11" fmla="*/ 4096 h 4"/>
                  <a:gd name="T12" fmla="*/ 20480 w 5"/>
                  <a:gd name="T13" fmla="*/ 8192 h 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" h="4">
                    <a:moveTo>
                      <a:pt x="5" y="2"/>
                    </a:moveTo>
                    <a:lnTo>
                      <a:pt x="3" y="3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3" y="1"/>
                    </a:lnTo>
                    <a:lnTo>
                      <a:pt x="5" y="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FFFF"/>
                  </a:gs>
                  <a:gs pos="100000">
                    <a:srgbClr val="5E7676"/>
                  </a:gs>
                </a:gsLst>
                <a:path path="rect">
                  <a:fillToRect l="50000" t="50000" r="50000" b="50000"/>
                </a:path>
              </a:gradFill>
              <a:ln w="9525" cap="rnd" cmpd="sng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8" name="Rectangle 90">
                <a:extLst>
                  <a:ext uri="{FF2B5EF4-FFF2-40B4-BE49-F238E27FC236}">
                    <a16:creationId xmlns:a16="http://schemas.microsoft.com/office/drawing/2014/main" id="{35BA5FCD-9016-60AE-5466-E6D20D82915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974" y="2456"/>
                <a:ext cx="113" cy="64"/>
              </a:xfrm>
              <a:prstGeom prst="rect">
                <a:avLst/>
              </a:prstGeom>
              <a:gradFill rotWithShape="1">
                <a:gsLst>
                  <a:gs pos="0">
                    <a:srgbClr val="CCFFFF"/>
                  </a:gs>
                  <a:gs pos="100000">
                    <a:srgbClr val="5E7676"/>
                  </a:gs>
                </a:gsLst>
                <a:path path="shape">
                  <a:fillToRect l="50000" t="50000" r="50000" b="50000"/>
                </a:path>
              </a:gradFill>
              <a:ln w="9525" cap="rnd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9pPr>
              </a:lstStyle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</a:pPr>
                <a:endParaRPr lang="zh-CN" altLang="en-US"/>
              </a:p>
            </p:txBody>
          </p:sp>
        </p:grpSp>
        <p:graphicFrame>
          <p:nvGraphicFramePr>
            <p:cNvPr id="5225" name="Object 91">
              <a:extLst>
                <a:ext uri="{FF2B5EF4-FFF2-40B4-BE49-F238E27FC236}">
                  <a16:creationId xmlns:a16="http://schemas.microsoft.com/office/drawing/2014/main" id="{5D29D10D-BEBE-CD04-2219-2407DCB25E2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013" y="1570"/>
            <a:ext cx="457" cy="1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1021142" imgH="434423" progId="Equation.3">
                    <p:embed/>
                  </p:oleObj>
                </mc:Choice>
                <mc:Fallback>
                  <p:oleObj name="公式" r:id="rId16" imgW="1021142" imgH="434423" progId="Equation.3">
                    <p:embed/>
                    <p:pic>
                      <p:nvPicPr>
                        <p:cNvPr id="0" name="Object 9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13" y="1570"/>
                          <a:ext cx="457" cy="1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226" name="Object 92">
              <a:extLst>
                <a:ext uri="{FF2B5EF4-FFF2-40B4-BE49-F238E27FC236}">
                  <a16:creationId xmlns:a16="http://schemas.microsoft.com/office/drawing/2014/main" id="{F456A7CA-8586-3C00-BA95-BC6247C3A07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367" y="1193"/>
            <a:ext cx="107" cy="1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220949" imgH="304745" progId="Equation.3">
                    <p:embed/>
                  </p:oleObj>
                </mc:Choice>
                <mc:Fallback>
                  <p:oleObj name="公式" r:id="rId18" imgW="220949" imgH="304745" progId="Equation.3">
                    <p:embed/>
                    <p:pic>
                      <p:nvPicPr>
                        <p:cNvPr id="0" name="Object 9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67" y="1193"/>
                          <a:ext cx="107" cy="1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23005" name="Group 93">
            <a:extLst>
              <a:ext uri="{FF2B5EF4-FFF2-40B4-BE49-F238E27FC236}">
                <a16:creationId xmlns:a16="http://schemas.microsoft.com/office/drawing/2014/main" id="{6AED5174-B772-A14B-55F4-873FD55EE447}"/>
              </a:ext>
            </a:extLst>
          </p:cNvPr>
          <p:cNvGrpSpPr>
            <a:grpSpLocks/>
          </p:cNvGrpSpPr>
          <p:nvPr/>
        </p:nvGrpSpPr>
        <p:grpSpPr bwMode="auto">
          <a:xfrm>
            <a:off x="6562725" y="2989263"/>
            <a:ext cx="644525" cy="1943100"/>
            <a:chOff x="2163" y="1002"/>
            <a:chExt cx="406" cy="1224"/>
          </a:xfrm>
        </p:grpSpPr>
        <p:grpSp>
          <p:nvGrpSpPr>
            <p:cNvPr id="5148" name="Group 94">
              <a:extLst>
                <a:ext uri="{FF2B5EF4-FFF2-40B4-BE49-F238E27FC236}">
                  <a16:creationId xmlns:a16="http://schemas.microsoft.com/office/drawing/2014/main" id="{D81C3B4E-D456-BECD-C089-CF461DD0E5E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63" y="1002"/>
              <a:ext cx="406" cy="1224"/>
              <a:chOff x="2163" y="1002"/>
              <a:chExt cx="406" cy="1224"/>
            </a:xfrm>
          </p:grpSpPr>
          <p:grpSp>
            <p:nvGrpSpPr>
              <p:cNvPr id="5150" name="Group 95">
                <a:extLst>
                  <a:ext uri="{FF2B5EF4-FFF2-40B4-BE49-F238E27FC236}">
                    <a16:creationId xmlns:a16="http://schemas.microsoft.com/office/drawing/2014/main" id="{2C22D18A-F30B-7884-A16C-FBA72CC11A38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200" y="2029"/>
                <a:ext cx="295" cy="197"/>
                <a:chOff x="2340" y="2346"/>
                <a:chExt cx="386" cy="258"/>
              </a:xfrm>
            </p:grpSpPr>
            <p:sp>
              <p:nvSpPr>
                <p:cNvPr id="5171" name="Rectangle 96">
                  <a:extLst>
                    <a:ext uri="{FF2B5EF4-FFF2-40B4-BE49-F238E27FC236}">
                      <a16:creationId xmlns:a16="http://schemas.microsoft.com/office/drawing/2014/main" id="{F00EE876-0F04-B5B0-E44F-B9FEB4B51B4E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2340" y="2346"/>
                  <a:ext cx="386" cy="258"/>
                </a:xfrm>
                <a:prstGeom prst="rect">
                  <a:avLst/>
                </a:prstGeom>
                <a:noFill/>
                <a:ln w="28575">
                  <a:solidFill>
                    <a:srgbClr val="00FF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仿宋_GB2312" pitchFamily="49" charset="-122"/>
                      <a:ea typeface="仿宋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仿宋_GB2312" pitchFamily="49" charset="-122"/>
                      <a:ea typeface="仿宋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仿宋_GB2312" pitchFamily="49" charset="-122"/>
                      <a:ea typeface="仿宋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仿宋_GB2312" pitchFamily="49" charset="-122"/>
                      <a:ea typeface="仿宋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仿宋_GB2312" pitchFamily="49" charset="-122"/>
                      <a:ea typeface="仿宋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仿宋_GB2312" pitchFamily="49" charset="-122"/>
                      <a:ea typeface="仿宋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仿宋_GB2312" pitchFamily="49" charset="-122"/>
                      <a:ea typeface="仿宋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仿宋_GB2312" pitchFamily="49" charset="-122"/>
                      <a:ea typeface="仿宋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仿宋_GB2312" pitchFamily="49" charset="-122"/>
                      <a:ea typeface="仿宋_GB2312" pitchFamily="49" charset="-122"/>
                    </a:defRPr>
                  </a:lvl9pPr>
                </a:lstStyle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</a:pPr>
                  <a:endParaRPr lang="zh-CN" altLang="en-US"/>
                </a:p>
              </p:txBody>
            </p:sp>
            <p:grpSp>
              <p:nvGrpSpPr>
                <p:cNvPr id="5172" name="Group 97">
                  <a:extLst>
                    <a:ext uri="{FF2B5EF4-FFF2-40B4-BE49-F238E27FC236}">
                      <a16:creationId xmlns:a16="http://schemas.microsoft.com/office/drawing/2014/main" id="{A82523BD-BD05-85CC-23A8-12F581BACD2C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2340" y="2363"/>
                  <a:ext cx="35" cy="233"/>
                  <a:chOff x="2121" y="1919"/>
                  <a:chExt cx="35" cy="233"/>
                </a:xfrm>
              </p:grpSpPr>
              <p:sp>
                <p:nvSpPr>
                  <p:cNvPr id="5215" name="Line 98">
                    <a:extLst>
                      <a:ext uri="{FF2B5EF4-FFF2-40B4-BE49-F238E27FC236}">
                        <a16:creationId xmlns:a16="http://schemas.microsoft.com/office/drawing/2014/main" id="{874CB4FA-3929-792D-2445-B31FFC78ACFD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124" y="1959"/>
                    <a:ext cx="32" cy="32"/>
                  </a:xfrm>
                  <a:prstGeom prst="line">
                    <a:avLst/>
                  </a:prstGeom>
                  <a:noFill/>
                  <a:ln w="19050">
                    <a:solidFill>
                      <a:srgbClr val="00FF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216" name="Line 99">
                    <a:extLst>
                      <a:ext uri="{FF2B5EF4-FFF2-40B4-BE49-F238E27FC236}">
                        <a16:creationId xmlns:a16="http://schemas.microsoft.com/office/drawing/2014/main" id="{98B275BC-9DE6-7B85-98E9-9EE69A0C0DB1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121" y="2120"/>
                    <a:ext cx="32" cy="32"/>
                  </a:xfrm>
                  <a:prstGeom prst="line">
                    <a:avLst/>
                  </a:prstGeom>
                  <a:noFill/>
                  <a:ln w="19050">
                    <a:solidFill>
                      <a:srgbClr val="00FF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217" name="Line 100">
                    <a:extLst>
                      <a:ext uri="{FF2B5EF4-FFF2-40B4-BE49-F238E27FC236}">
                        <a16:creationId xmlns:a16="http://schemas.microsoft.com/office/drawing/2014/main" id="{890AB3EB-7C19-B37D-35DD-23C4E47F5248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124" y="1919"/>
                    <a:ext cx="32" cy="32"/>
                  </a:xfrm>
                  <a:prstGeom prst="line">
                    <a:avLst/>
                  </a:prstGeom>
                  <a:noFill/>
                  <a:ln w="19050">
                    <a:solidFill>
                      <a:srgbClr val="00FF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218" name="Line 101">
                    <a:extLst>
                      <a:ext uri="{FF2B5EF4-FFF2-40B4-BE49-F238E27FC236}">
                        <a16:creationId xmlns:a16="http://schemas.microsoft.com/office/drawing/2014/main" id="{24FD1246-1333-0333-53E8-22F4F84F9220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124" y="2001"/>
                    <a:ext cx="32" cy="32"/>
                  </a:xfrm>
                  <a:prstGeom prst="line">
                    <a:avLst/>
                  </a:prstGeom>
                  <a:noFill/>
                  <a:ln w="19050">
                    <a:solidFill>
                      <a:srgbClr val="00FF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219" name="Line 102">
                    <a:extLst>
                      <a:ext uri="{FF2B5EF4-FFF2-40B4-BE49-F238E27FC236}">
                        <a16:creationId xmlns:a16="http://schemas.microsoft.com/office/drawing/2014/main" id="{1511BB29-1785-FB08-56E5-FC3B17A937F1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122" y="2077"/>
                    <a:ext cx="32" cy="32"/>
                  </a:xfrm>
                  <a:prstGeom prst="line">
                    <a:avLst/>
                  </a:prstGeom>
                  <a:noFill/>
                  <a:ln w="19050">
                    <a:solidFill>
                      <a:srgbClr val="00FF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220" name="Line 103">
                    <a:extLst>
                      <a:ext uri="{FF2B5EF4-FFF2-40B4-BE49-F238E27FC236}">
                        <a16:creationId xmlns:a16="http://schemas.microsoft.com/office/drawing/2014/main" id="{F872AEF5-932D-98F7-9A7D-7772E363E08D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122" y="2040"/>
                    <a:ext cx="32" cy="32"/>
                  </a:xfrm>
                  <a:prstGeom prst="line">
                    <a:avLst/>
                  </a:prstGeom>
                  <a:noFill/>
                  <a:ln w="19050">
                    <a:solidFill>
                      <a:srgbClr val="00FF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5173" name="Group 104">
                  <a:extLst>
                    <a:ext uri="{FF2B5EF4-FFF2-40B4-BE49-F238E27FC236}">
                      <a16:creationId xmlns:a16="http://schemas.microsoft.com/office/drawing/2014/main" id="{7C641C39-EC31-11BC-1101-CB06BFA7D2F7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2398" y="2364"/>
                  <a:ext cx="35" cy="233"/>
                  <a:chOff x="2121" y="1919"/>
                  <a:chExt cx="35" cy="233"/>
                </a:xfrm>
              </p:grpSpPr>
              <p:sp>
                <p:nvSpPr>
                  <p:cNvPr id="5209" name="Line 105">
                    <a:extLst>
                      <a:ext uri="{FF2B5EF4-FFF2-40B4-BE49-F238E27FC236}">
                        <a16:creationId xmlns:a16="http://schemas.microsoft.com/office/drawing/2014/main" id="{583BA3E3-961A-87F9-48CA-6D5EFFBC6CAD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124" y="1959"/>
                    <a:ext cx="32" cy="32"/>
                  </a:xfrm>
                  <a:prstGeom prst="line">
                    <a:avLst/>
                  </a:prstGeom>
                  <a:noFill/>
                  <a:ln w="19050">
                    <a:solidFill>
                      <a:srgbClr val="00FF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210" name="Line 106">
                    <a:extLst>
                      <a:ext uri="{FF2B5EF4-FFF2-40B4-BE49-F238E27FC236}">
                        <a16:creationId xmlns:a16="http://schemas.microsoft.com/office/drawing/2014/main" id="{90775C45-3582-D8EE-9F31-57C8DAB802BB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121" y="2120"/>
                    <a:ext cx="32" cy="32"/>
                  </a:xfrm>
                  <a:prstGeom prst="line">
                    <a:avLst/>
                  </a:prstGeom>
                  <a:noFill/>
                  <a:ln w="19050">
                    <a:solidFill>
                      <a:srgbClr val="00FF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211" name="Line 107">
                    <a:extLst>
                      <a:ext uri="{FF2B5EF4-FFF2-40B4-BE49-F238E27FC236}">
                        <a16:creationId xmlns:a16="http://schemas.microsoft.com/office/drawing/2014/main" id="{B0E6CEA0-DC04-98DB-F026-16D4FDAA6F36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124" y="1919"/>
                    <a:ext cx="32" cy="32"/>
                  </a:xfrm>
                  <a:prstGeom prst="line">
                    <a:avLst/>
                  </a:prstGeom>
                  <a:noFill/>
                  <a:ln w="19050">
                    <a:solidFill>
                      <a:srgbClr val="00FF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212" name="Line 108">
                    <a:extLst>
                      <a:ext uri="{FF2B5EF4-FFF2-40B4-BE49-F238E27FC236}">
                        <a16:creationId xmlns:a16="http://schemas.microsoft.com/office/drawing/2014/main" id="{BB011EA4-C630-8774-0B10-53B0FFD2AF15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124" y="2001"/>
                    <a:ext cx="32" cy="32"/>
                  </a:xfrm>
                  <a:prstGeom prst="line">
                    <a:avLst/>
                  </a:prstGeom>
                  <a:noFill/>
                  <a:ln w="19050">
                    <a:solidFill>
                      <a:srgbClr val="00FF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213" name="Line 109">
                    <a:extLst>
                      <a:ext uri="{FF2B5EF4-FFF2-40B4-BE49-F238E27FC236}">
                        <a16:creationId xmlns:a16="http://schemas.microsoft.com/office/drawing/2014/main" id="{2C3F341E-1665-B627-2B56-D8F294A9E751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122" y="2077"/>
                    <a:ext cx="32" cy="32"/>
                  </a:xfrm>
                  <a:prstGeom prst="line">
                    <a:avLst/>
                  </a:prstGeom>
                  <a:noFill/>
                  <a:ln w="19050">
                    <a:solidFill>
                      <a:srgbClr val="00FF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214" name="Line 110">
                    <a:extLst>
                      <a:ext uri="{FF2B5EF4-FFF2-40B4-BE49-F238E27FC236}">
                        <a16:creationId xmlns:a16="http://schemas.microsoft.com/office/drawing/2014/main" id="{AEE4B52C-C739-988F-10C1-24291C0FF025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122" y="2040"/>
                    <a:ext cx="32" cy="32"/>
                  </a:xfrm>
                  <a:prstGeom prst="line">
                    <a:avLst/>
                  </a:prstGeom>
                  <a:noFill/>
                  <a:ln w="19050">
                    <a:solidFill>
                      <a:srgbClr val="00FF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5174" name="Group 111">
                  <a:extLst>
                    <a:ext uri="{FF2B5EF4-FFF2-40B4-BE49-F238E27FC236}">
                      <a16:creationId xmlns:a16="http://schemas.microsoft.com/office/drawing/2014/main" id="{E7ECCEBB-DEF3-DA8B-A7FF-F9493C4ADA4A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2458" y="2364"/>
                  <a:ext cx="35" cy="233"/>
                  <a:chOff x="2121" y="1919"/>
                  <a:chExt cx="35" cy="233"/>
                </a:xfrm>
              </p:grpSpPr>
              <p:sp>
                <p:nvSpPr>
                  <p:cNvPr id="5203" name="Line 112">
                    <a:extLst>
                      <a:ext uri="{FF2B5EF4-FFF2-40B4-BE49-F238E27FC236}">
                        <a16:creationId xmlns:a16="http://schemas.microsoft.com/office/drawing/2014/main" id="{5FCE2875-69C1-863A-D600-13693D4E6951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124" y="1959"/>
                    <a:ext cx="32" cy="32"/>
                  </a:xfrm>
                  <a:prstGeom prst="line">
                    <a:avLst/>
                  </a:prstGeom>
                  <a:noFill/>
                  <a:ln w="19050">
                    <a:solidFill>
                      <a:srgbClr val="00FF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204" name="Line 113">
                    <a:extLst>
                      <a:ext uri="{FF2B5EF4-FFF2-40B4-BE49-F238E27FC236}">
                        <a16:creationId xmlns:a16="http://schemas.microsoft.com/office/drawing/2014/main" id="{8908F38E-AB8B-1E32-8C5B-3AA9DF5E6314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121" y="2120"/>
                    <a:ext cx="32" cy="32"/>
                  </a:xfrm>
                  <a:prstGeom prst="line">
                    <a:avLst/>
                  </a:prstGeom>
                  <a:noFill/>
                  <a:ln w="19050">
                    <a:solidFill>
                      <a:srgbClr val="00FF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205" name="Line 114">
                    <a:extLst>
                      <a:ext uri="{FF2B5EF4-FFF2-40B4-BE49-F238E27FC236}">
                        <a16:creationId xmlns:a16="http://schemas.microsoft.com/office/drawing/2014/main" id="{70ABA0F0-75FD-67CE-582D-B0E114CCAE7B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124" y="1919"/>
                    <a:ext cx="32" cy="32"/>
                  </a:xfrm>
                  <a:prstGeom prst="line">
                    <a:avLst/>
                  </a:prstGeom>
                  <a:noFill/>
                  <a:ln w="19050">
                    <a:solidFill>
                      <a:srgbClr val="00FF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206" name="Line 115">
                    <a:extLst>
                      <a:ext uri="{FF2B5EF4-FFF2-40B4-BE49-F238E27FC236}">
                        <a16:creationId xmlns:a16="http://schemas.microsoft.com/office/drawing/2014/main" id="{B50F7B0A-DEA9-E596-FB03-E314581C97AB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124" y="2001"/>
                    <a:ext cx="32" cy="32"/>
                  </a:xfrm>
                  <a:prstGeom prst="line">
                    <a:avLst/>
                  </a:prstGeom>
                  <a:noFill/>
                  <a:ln w="19050">
                    <a:solidFill>
                      <a:srgbClr val="00FF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207" name="Line 116">
                    <a:extLst>
                      <a:ext uri="{FF2B5EF4-FFF2-40B4-BE49-F238E27FC236}">
                        <a16:creationId xmlns:a16="http://schemas.microsoft.com/office/drawing/2014/main" id="{2C73A78B-3112-413D-316D-556CBF6D5056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122" y="2077"/>
                    <a:ext cx="32" cy="32"/>
                  </a:xfrm>
                  <a:prstGeom prst="line">
                    <a:avLst/>
                  </a:prstGeom>
                  <a:noFill/>
                  <a:ln w="19050">
                    <a:solidFill>
                      <a:srgbClr val="00FF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208" name="Line 117">
                    <a:extLst>
                      <a:ext uri="{FF2B5EF4-FFF2-40B4-BE49-F238E27FC236}">
                        <a16:creationId xmlns:a16="http://schemas.microsoft.com/office/drawing/2014/main" id="{DB970F2D-5564-DA57-F40E-FEF38F92C8AA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122" y="2040"/>
                    <a:ext cx="32" cy="32"/>
                  </a:xfrm>
                  <a:prstGeom prst="line">
                    <a:avLst/>
                  </a:prstGeom>
                  <a:noFill/>
                  <a:ln w="19050">
                    <a:solidFill>
                      <a:srgbClr val="00FF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5175" name="Group 118">
                  <a:extLst>
                    <a:ext uri="{FF2B5EF4-FFF2-40B4-BE49-F238E27FC236}">
                      <a16:creationId xmlns:a16="http://schemas.microsoft.com/office/drawing/2014/main" id="{91B261FD-EC3C-D379-7BB0-373500CF8E1B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2515" y="2361"/>
                  <a:ext cx="35" cy="233"/>
                  <a:chOff x="2121" y="1919"/>
                  <a:chExt cx="35" cy="233"/>
                </a:xfrm>
              </p:grpSpPr>
              <p:sp>
                <p:nvSpPr>
                  <p:cNvPr id="5197" name="Line 119">
                    <a:extLst>
                      <a:ext uri="{FF2B5EF4-FFF2-40B4-BE49-F238E27FC236}">
                        <a16:creationId xmlns:a16="http://schemas.microsoft.com/office/drawing/2014/main" id="{31509C79-22B7-E82A-CD73-DB94E4A8374E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124" y="1959"/>
                    <a:ext cx="32" cy="32"/>
                  </a:xfrm>
                  <a:prstGeom prst="line">
                    <a:avLst/>
                  </a:prstGeom>
                  <a:noFill/>
                  <a:ln w="19050">
                    <a:solidFill>
                      <a:srgbClr val="00FF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98" name="Line 120">
                    <a:extLst>
                      <a:ext uri="{FF2B5EF4-FFF2-40B4-BE49-F238E27FC236}">
                        <a16:creationId xmlns:a16="http://schemas.microsoft.com/office/drawing/2014/main" id="{12E237DA-C74D-C7F1-8FBD-1E9D7ABB0FE9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121" y="2120"/>
                    <a:ext cx="32" cy="32"/>
                  </a:xfrm>
                  <a:prstGeom prst="line">
                    <a:avLst/>
                  </a:prstGeom>
                  <a:noFill/>
                  <a:ln w="19050">
                    <a:solidFill>
                      <a:srgbClr val="00FF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99" name="Line 121">
                    <a:extLst>
                      <a:ext uri="{FF2B5EF4-FFF2-40B4-BE49-F238E27FC236}">
                        <a16:creationId xmlns:a16="http://schemas.microsoft.com/office/drawing/2014/main" id="{E745FBBA-7B10-1B86-D90C-D48D42D8677B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124" y="1919"/>
                    <a:ext cx="32" cy="32"/>
                  </a:xfrm>
                  <a:prstGeom prst="line">
                    <a:avLst/>
                  </a:prstGeom>
                  <a:noFill/>
                  <a:ln w="19050">
                    <a:solidFill>
                      <a:srgbClr val="00FF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200" name="Line 122">
                    <a:extLst>
                      <a:ext uri="{FF2B5EF4-FFF2-40B4-BE49-F238E27FC236}">
                        <a16:creationId xmlns:a16="http://schemas.microsoft.com/office/drawing/2014/main" id="{6AE25BFD-735A-ECD7-3280-0F2342289D7C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124" y="2001"/>
                    <a:ext cx="32" cy="32"/>
                  </a:xfrm>
                  <a:prstGeom prst="line">
                    <a:avLst/>
                  </a:prstGeom>
                  <a:noFill/>
                  <a:ln w="19050">
                    <a:solidFill>
                      <a:srgbClr val="00FF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201" name="Line 123">
                    <a:extLst>
                      <a:ext uri="{FF2B5EF4-FFF2-40B4-BE49-F238E27FC236}">
                        <a16:creationId xmlns:a16="http://schemas.microsoft.com/office/drawing/2014/main" id="{033B9282-9CA3-AA3E-9444-32289BC3550C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122" y="2077"/>
                    <a:ext cx="32" cy="32"/>
                  </a:xfrm>
                  <a:prstGeom prst="line">
                    <a:avLst/>
                  </a:prstGeom>
                  <a:noFill/>
                  <a:ln w="19050">
                    <a:solidFill>
                      <a:srgbClr val="00FF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202" name="Line 124">
                    <a:extLst>
                      <a:ext uri="{FF2B5EF4-FFF2-40B4-BE49-F238E27FC236}">
                        <a16:creationId xmlns:a16="http://schemas.microsoft.com/office/drawing/2014/main" id="{D6802F7B-EFD4-7A7B-B4DD-38BDC3FDF16B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122" y="2040"/>
                    <a:ext cx="32" cy="32"/>
                  </a:xfrm>
                  <a:prstGeom prst="line">
                    <a:avLst/>
                  </a:prstGeom>
                  <a:noFill/>
                  <a:ln w="19050">
                    <a:solidFill>
                      <a:srgbClr val="00FF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5176" name="Group 125">
                  <a:extLst>
                    <a:ext uri="{FF2B5EF4-FFF2-40B4-BE49-F238E27FC236}">
                      <a16:creationId xmlns:a16="http://schemas.microsoft.com/office/drawing/2014/main" id="{84E28FC9-B1E0-671C-8988-E7C1B1827727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2573" y="2362"/>
                  <a:ext cx="35" cy="233"/>
                  <a:chOff x="2121" y="1919"/>
                  <a:chExt cx="35" cy="233"/>
                </a:xfrm>
              </p:grpSpPr>
              <p:sp>
                <p:nvSpPr>
                  <p:cNvPr id="5191" name="Line 126">
                    <a:extLst>
                      <a:ext uri="{FF2B5EF4-FFF2-40B4-BE49-F238E27FC236}">
                        <a16:creationId xmlns:a16="http://schemas.microsoft.com/office/drawing/2014/main" id="{68593FF0-9323-A376-1F4E-20D66613CD56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124" y="1959"/>
                    <a:ext cx="32" cy="32"/>
                  </a:xfrm>
                  <a:prstGeom prst="line">
                    <a:avLst/>
                  </a:prstGeom>
                  <a:noFill/>
                  <a:ln w="19050">
                    <a:solidFill>
                      <a:srgbClr val="00FF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92" name="Line 127">
                    <a:extLst>
                      <a:ext uri="{FF2B5EF4-FFF2-40B4-BE49-F238E27FC236}">
                        <a16:creationId xmlns:a16="http://schemas.microsoft.com/office/drawing/2014/main" id="{B4738029-D05C-FA80-9496-07E56B4B7DA6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121" y="2120"/>
                    <a:ext cx="32" cy="32"/>
                  </a:xfrm>
                  <a:prstGeom prst="line">
                    <a:avLst/>
                  </a:prstGeom>
                  <a:noFill/>
                  <a:ln w="19050">
                    <a:solidFill>
                      <a:srgbClr val="00FF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93" name="Line 128">
                    <a:extLst>
                      <a:ext uri="{FF2B5EF4-FFF2-40B4-BE49-F238E27FC236}">
                        <a16:creationId xmlns:a16="http://schemas.microsoft.com/office/drawing/2014/main" id="{86C2A316-6526-96F2-6D37-E76B5B5D2381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124" y="1919"/>
                    <a:ext cx="32" cy="32"/>
                  </a:xfrm>
                  <a:prstGeom prst="line">
                    <a:avLst/>
                  </a:prstGeom>
                  <a:noFill/>
                  <a:ln w="19050">
                    <a:solidFill>
                      <a:srgbClr val="00FF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94" name="Line 129">
                    <a:extLst>
                      <a:ext uri="{FF2B5EF4-FFF2-40B4-BE49-F238E27FC236}">
                        <a16:creationId xmlns:a16="http://schemas.microsoft.com/office/drawing/2014/main" id="{7E60EC06-C9D2-841E-7F61-EB557E35CAB5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124" y="2001"/>
                    <a:ext cx="32" cy="32"/>
                  </a:xfrm>
                  <a:prstGeom prst="line">
                    <a:avLst/>
                  </a:prstGeom>
                  <a:noFill/>
                  <a:ln w="19050">
                    <a:solidFill>
                      <a:srgbClr val="00FF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95" name="Line 130">
                    <a:extLst>
                      <a:ext uri="{FF2B5EF4-FFF2-40B4-BE49-F238E27FC236}">
                        <a16:creationId xmlns:a16="http://schemas.microsoft.com/office/drawing/2014/main" id="{6498F22A-072C-3EF6-B093-D1E06AB3BFCD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122" y="2077"/>
                    <a:ext cx="32" cy="32"/>
                  </a:xfrm>
                  <a:prstGeom prst="line">
                    <a:avLst/>
                  </a:prstGeom>
                  <a:noFill/>
                  <a:ln w="19050">
                    <a:solidFill>
                      <a:srgbClr val="00FF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96" name="Line 131">
                    <a:extLst>
                      <a:ext uri="{FF2B5EF4-FFF2-40B4-BE49-F238E27FC236}">
                        <a16:creationId xmlns:a16="http://schemas.microsoft.com/office/drawing/2014/main" id="{98AFB237-D16D-D276-D13D-169CAD181167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122" y="2040"/>
                    <a:ext cx="32" cy="32"/>
                  </a:xfrm>
                  <a:prstGeom prst="line">
                    <a:avLst/>
                  </a:prstGeom>
                  <a:noFill/>
                  <a:ln w="19050">
                    <a:solidFill>
                      <a:srgbClr val="00FF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5177" name="Group 132">
                  <a:extLst>
                    <a:ext uri="{FF2B5EF4-FFF2-40B4-BE49-F238E27FC236}">
                      <a16:creationId xmlns:a16="http://schemas.microsoft.com/office/drawing/2014/main" id="{B09C0957-EDE2-E97B-B1F4-7D6BB0F3CA2D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2633" y="2362"/>
                  <a:ext cx="35" cy="233"/>
                  <a:chOff x="2121" y="1919"/>
                  <a:chExt cx="35" cy="233"/>
                </a:xfrm>
              </p:grpSpPr>
              <p:sp>
                <p:nvSpPr>
                  <p:cNvPr id="5185" name="Line 133">
                    <a:extLst>
                      <a:ext uri="{FF2B5EF4-FFF2-40B4-BE49-F238E27FC236}">
                        <a16:creationId xmlns:a16="http://schemas.microsoft.com/office/drawing/2014/main" id="{7B838359-D209-61F4-4826-B5ACEE6BB13C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124" y="1959"/>
                    <a:ext cx="32" cy="32"/>
                  </a:xfrm>
                  <a:prstGeom prst="line">
                    <a:avLst/>
                  </a:prstGeom>
                  <a:noFill/>
                  <a:ln w="19050">
                    <a:solidFill>
                      <a:srgbClr val="00FF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86" name="Line 134">
                    <a:extLst>
                      <a:ext uri="{FF2B5EF4-FFF2-40B4-BE49-F238E27FC236}">
                        <a16:creationId xmlns:a16="http://schemas.microsoft.com/office/drawing/2014/main" id="{DD4DA262-FCDC-11EF-E5C6-EF7559128FFF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121" y="2120"/>
                    <a:ext cx="32" cy="32"/>
                  </a:xfrm>
                  <a:prstGeom prst="line">
                    <a:avLst/>
                  </a:prstGeom>
                  <a:noFill/>
                  <a:ln w="19050">
                    <a:solidFill>
                      <a:srgbClr val="00FF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87" name="Line 135">
                    <a:extLst>
                      <a:ext uri="{FF2B5EF4-FFF2-40B4-BE49-F238E27FC236}">
                        <a16:creationId xmlns:a16="http://schemas.microsoft.com/office/drawing/2014/main" id="{12D33D81-91A2-D3CA-405C-42F720E0C421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124" y="1919"/>
                    <a:ext cx="32" cy="32"/>
                  </a:xfrm>
                  <a:prstGeom prst="line">
                    <a:avLst/>
                  </a:prstGeom>
                  <a:noFill/>
                  <a:ln w="19050">
                    <a:solidFill>
                      <a:srgbClr val="00FF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88" name="Line 136">
                    <a:extLst>
                      <a:ext uri="{FF2B5EF4-FFF2-40B4-BE49-F238E27FC236}">
                        <a16:creationId xmlns:a16="http://schemas.microsoft.com/office/drawing/2014/main" id="{05F9A7A4-7AD4-5F8B-BC12-1DB746CDD5AF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124" y="2001"/>
                    <a:ext cx="32" cy="32"/>
                  </a:xfrm>
                  <a:prstGeom prst="line">
                    <a:avLst/>
                  </a:prstGeom>
                  <a:noFill/>
                  <a:ln w="19050">
                    <a:solidFill>
                      <a:srgbClr val="00FF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89" name="Line 137">
                    <a:extLst>
                      <a:ext uri="{FF2B5EF4-FFF2-40B4-BE49-F238E27FC236}">
                        <a16:creationId xmlns:a16="http://schemas.microsoft.com/office/drawing/2014/main" id="{26FCA0EE-2979-1F0A-3F66-54798B0DF07E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122" y="2077"/>
                    <a:ext cx="32" cy="32"/>
                  </a:xfrm>
                  <a:prstGeom prst="line">
                    <a:avLst/>
                  </a:prstGeom>
                  <a:noFill/>
                  <a:ln w="19050">
                    <a:solidFill>
                      <a:srgbClr val="00FF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90" name="Line 138">
                    <a:extLst>
                      <a:ext uri="{FF2B5EF4-FFF2-40B4-BE49-F238E27FC236}">
                        <a16:creationId xmlns:a16="http://schemas.microsoft.com/office/drawing/2014/main" id="{13647CAF-3A86-B745-817D-30C0F57BF930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122" y="2040"/>
                    <a:ext cx="32" cy="32"/>
                  </a:xfrm>
                  <a:prstGeom prst="line">
                    <a:avLst/>
                  </a:prstGeom>
                  <a:noFill/>
                  <a:ln w="19050">
                    <a:solidFill>
                      <a:srgbClr val="00FF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5178" name="Group 139">
                  <a:extLst>
                    <a:ext uri="{FF2B5EF4-FFF2-40B4-BE49-F238E27FC236}">
                      <a16:creationId xmlns:a16="http://schemas.microsoft.com/office/drawing/2014/main" id="{F716AC81-1F4E-A729-767C-690B94021DB5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2686" y="2361"/>
                  <a:ext cx="35" cy="233"/>
                  <a:chOff x="2121" y="1919"/>
                  <a:chExt cx="35" cy="233"/>
                </a:xfrm>
              </p:grpSpPr>
              <p:sp>
                <p:nvSpPr>
                  <p:cNvPr id="5179" name="Line 140">
                    <a:extLst>
                      <a:ext uri="{FF2B5EF4-FFF2-40B4-BE49-F238E27FC236}">
                        <a16:creationId xmlns:a16="http://schemas.microsoft.com/office/drawing/2014/main" id="{AB12F734-02AA-146F-2D34-A7929670E58E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124" y="1959"/>
                    <a:ext cx="32" cy="32"/>
                  </a:xfrm>
                  <a:prstGeom prst="line">
                    <a:avLst/>
                  </a:prstGeom>
                  <a:noFill/>
                  <a:ln w="19050">
                    <a:solidFill>
                      <a:srgbClr val="00FF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80" name="Line 141">
                    <a:extLst>
                      <a:ext uri="{FF2B5EF4-FFF2-40B4-BE49-F238E27FC236}">
                        <a16:creationId xmlns:a16="http://schemas.microsoft.com/office/drawing/2014/main" id="{875E0970-3C99-7BDC-D653-73BF95CC1CB7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121" y="2120"/>
                    <a:ext cx="32" cy="32"/>
                  </a:xfrm>
                  <a:prstGeom prst="line">
                    <a:avLst/>
                  </a:prstGeom>
                  <a:noFill/>
                  <a:ln w="19050">
                    <a:solidFill>
                      <a:srgbClr val="00FF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81" name="Line 142">
                    <a:extLst>
                      <a:ext uri="{FF2B5EF4-FFF2-40B4-BE49-F238E27FC236}">
                        <a16:creationId xmlns:a16="http://schemas.microsoft.com/office/drawing/2014/main" id="{8CD11576-0916-80E8-2E31-D41544C950DF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124" y="1919"/>
                    <a:ext cx="32" cy="32"/>
                  </a:xfrm>
                  <a:prstGeom prst="line">
                    <a:avLst/>
                  </a:prstGeom>
                  <a:noFill/>
                  <a:ln w="19050">
                    <a:solidFill>
                      <a:srgbClr val="00FF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82" name="Line 143">
                    <a:extLst>
                      <a:ext uri="{FF2B5EF4-FFF2-40B4-BE49-F238E27FC236}">
                        <a16:creationId xmlns:a16="http://schemas.microsoft.com/office/drawing/2014/main" id="{39762413-B987-7DB4-C3DE-9EAE1FB2F5A5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124" y="2001"/>
                    <a:ext cx="32" cy="32"/>
                  </a:xfrm>
                  <a:prstGeom prst="line">
                    <a:avLst/>
                  </a:prstGeom>
                  <a:noFill/>
                  <a:ln w="19050">
                    <a:solidFill>
                      <a:srgbClr val="00FF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83" name="Line 144">
                    <a:extLst>
                      <a:ext uri="{FF2B5EF4-FFF2-40B4-BE49-F238E27FC236}">
                        <a16:creationId xmlns:a16="http://schemas.microsoft.com/office/drawing/2014/main" id="{F3D28CD8-9260-5693-BCE5-718C93858EF2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122" y="2077"/>
                    <a:ext cx="32" cy="32"/>
                  </a:xfrm>
                  <a:prstGeom prst="line">
                    <a:avLst/>
                  </a:prstGeom>
                  <a:noFill/>
                  <a:ln w="19050">
                    <a:solidFill>
                      <a:srgbClr val="00FF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84" name="Line 145">
                    <a:extLst>
                      <a:ext uri="{FF2B5EF4-FFF2-40B4-BE49-F238E27FC236}">
                        <a16:creationId xmlns:a16="http://schemas.microsoft.com/office/drawing/2014/main" id="{12BFC768-29C6-1DCD-ADEB-53A2FA5E4412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122" y="2040"/>
                    <a:ext cx="32" cy="32"/>
                  </a:xfrm>
                  <a:prstGeom prst="line">
                    <a:avLst/>
                  </a:prstGeom>
                  <a:noFill/>
                  <a:ln w="19050">
                    <a:solidFill>
                      <a:srgbClr val="00FF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5151" name="Line 146">
                <a:extLst>
                  <a:ext uri="{FF2B5EF4-FFF2-40B4-BE49-F238E27FC236}">
                    <a16:creationId xmlns:a16="http://schemas.microsoft.com/office/drawing/2014/main" id="{74C78B29-CA86-4441-12D7-D8FFB34C95B7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347" y="1042"/>
                <a:ext cx="1" cy="1086"/>
              </a:xfrm>
              <a:prstGeom prst="line">
                <a:avLst/>
              </a:prstGeom>
              <a:noFill/>
              <a:ln w="28575">
                <a:solidFill>
                  <a:srgbClr val="00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5152" name="Group 147">
                <a:extLst>
                  <a:ext uri="{FF2B5EF4-FFF2-40B4-BE49-F238E27FC236}">
                    <a16:creationId xmlns:a16="http://schemas.microsoft.com/office/drawing/2014/main" id="{359C4433-C687-A5B7-5260-DB4CC4D0C767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163" y="1002"/>
                <a:ext cx="375" cy="41"/>
                <a:chOff x="2280" y="1002"/>
                <a:chExt cx="490" cy="53"/>
              </a:xfrm>
            </p:grpSpPr>
            <p:sp>
              <p:nvSpPr>
                <p:cNvPr id="5155" name="Line 148">
                  <a:extLst>
                    <a:ext uri="{FF2B5EF4-FFF2-40B4-BE49-F238E27FC236}">
                      <a16:creationId xmlns:a16="http://schemas.microsoft.com/office/drawing/2014/main" id="{5BADAAD1-65FA-1A3E-7290-EDCAF422A679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2280" y="1054"/>
                  <a:ext cx="482" cy="1"/>
                </a:xfrm>
                <a:prstGeom prst="line">
                  <a:avLst/>
                </a:prstGeom>
                <a:noFill/>
                <a:ln w="28575">
                  <a:solidFill>
                    <a:srgbClr val="00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156" name="Line 149">
                  <a:extLst>
                    <a:ext uri="{FF2B5EF4-FFF2-40B4-BE49-F238E27FC236}">
                      <a16:creationId xmlns:a16="http://schemas.microsoft.com/office/drawing/2014/main" id="{F3C330ED-67A7-EF58-3ADB-B8ED8586EB75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2706" y="1006"/>
                  <a:ext cx="32" cy="48"/>
                </a:xfrm>
                <a:prstGeom prst="line">
                  <a:avLst/>
                </a:prstGeom>
                <a:noFill/>
                <a:ln w="28575">
                  <a:solidFill>
                    <a:srgbClr val="00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157" name="Line 150">
                  <a:extLst>
                    <a:ext uri="{FF2B5EF4-FFF2-40B4-BE49-F238E27FC236}">
                      <a16:creationId xmlns:a16="http://schemas.microsoft.com/office/drawing/2014/main" id="{4BB757D1-F4C0-ABC2-D024-723A5F8E25D8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2641" y="1006"/>
                  <a:ext cx="33" cy="48"/>
                </a:xfrm>
                <a:prstGeom prst="line">
                  <a:avLst/>
                </a:prstGeom>
                <a:noFill/>
                <a:ln w="28575">
                  <a:solidFill>
                    <a:srgbClr val="00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158" name="Line 151">
                  <a:extLst>
                    <a:ext uri="{FF2B5EF4-FFF2-40B4-BE49-F238E27FC236}">
                      <a16:creationId xmlns:a16="http://schemas.microsoft.com/office/drawing/2014/main" id="{07DFBE6E-DF2F-A77C-F632-83D42CDAED23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2609" y="1006"/>
                  <a:ext cx="32" cy="48"/>
                </a:xfrm>
                <a:prstGeom prst="line">
                  <a:avLst/>
                </a:prstGeom>
                <a:noFill/>
                <a:ln w="28575">
                  <a:solidFill>
                    <a:srgbClr val="00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159" name="Line 152">
                  <a:extLst>
                    <a:ext uri="{FF2B5EF4-FFF2-40B4-BE49-F238E27FC236}">
                      <a16:creationId xmlns:a16="http://schemas.microsoft.com/office/drawing/2014/main" id="{35C5C344-3160-E248-6241-026B0DBD0BF0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2577" y="1006"/>
                  <a:ext cx="32" cy="48"/>
                </a:xfrm>
                <a:prstGeom prst="line">
                  <a:avLst/>
                </a:prstGeom>
                <a:noFill/>
                <a:ln w="28575">
                  <a:solidFill>
                    <a:srgbClr val="00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160" name="Line 153">
                  <a:extLst>
                    <a:ext uri="{FF2B5EF4-FFF2-40B4-BE49-F238E27FC236}">
                      <a16:creationId xmlns:a16="http://schemas.microsoft.com/office/drawing/2014/main" id="{4CA9578B-9224-AE55-3554-1483D1899979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2738" y="1006"/>
                  <a:ext cx="32" cy="48"/>
                </a:xfrm>
                <a:prstGeom prst="line">
                  <a:avLst/>
                </a:prstGeom>
                <a:noFill/>
                <a:ln w="28575">
                  <a:solidFill>
                    <a:srgbClr val="00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161" name="Line 154">
                  <a:extLst>
                    <a:ext uri="{FF2B5EF4-FFF2-40B4-BE49-F238E27FC236}">
                      <a16:creationId xmlns:a16="http://schemas.microsoft.com/office/drawing/2014/main" id="{2C9A2714-0BB3-EC02-38EF-40061D3A678E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2674" y="1006"/>
                  <a:ext cx="32" cy="48"/>
                </a:xfrm>
                <a:prstGeom prst="line">
                  <a:avLst/>
                </a:prstGeom>
                <a:noFill/>
                <a:ln w="28575">
                  <a:solidFill>
                    <a:srgbClr val="00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162" name="Line 155">
                  <a:extLst>
                    <a:ext uri="{FF2B5EF4-FFF2-40B4-BE49-F238E27FC236}">
                      <a16:creationId xmlns:a16="http://schemas.microsoft.com/office/drawing/2014/main" id="{ADD6B4AE-2C8C-A99B-C591-D7C17E72C902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2510" y="1006"/>
                  <a:ext cx="32" cy="48"/>
                </a:xfrm>
                <a:prstGeom prst="line">
                  <a:avLst/>
                </a:prstGeom>
                <a:noFill/>
                <a:ln w="28575">
                  <a:solidFill>
                    <a:srgbClr val="00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163" name="Line 156">
                  <a:extLst>
                    <a:ext uri="{FF2B5EF4-FFF2-40B4-BE49-F238E27FC236}">
                      <a16:creationId xmlns:a16="http://schemas.microsoft.com/office/drawing/2014/main" id="{C8E1B838-CD0A-C87D-47F5-BD7344A91EF0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2445" y="1006"/>
                  <a:ext cx="33" cy="48"/>
                </a:xfrm>
                <a:prstGeom prst="line">
                  <a:avLst/>
                </a:prstGeom>
                <a:noFill/>
                <a:ln w="28575">
                  <a:solidFill>
                    <a:srgbClr val="00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164" name="Line 157">
                  <a:extLst>
                    <a:ext uri="{FF2B5EF4-FFF2-40B4-BE49-F238E27FC236}">
                      <a16:creationId xmlns:a16="http://schemas.microsoft.com/office/drawing/2014/main" id="{813277D7-D7FF-1193-65F3-EEBD1C67CE1C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2413" y="1006"/>
                  <a:ext cx="32" cy="48"/>
                </a:xfrm>
                <a:prstGeom prst="line">
                  <a:avLst/>
                </a:prstGeom>
                <a:noFill/>
                <a:ln w="28575">
                  <a:solidFill>
                    <a:srgbClr val="00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165" name="Line 158">
                  <a:extLst>
                    <a:ext uri="{FF2B5EF4-FFF2-40B4-BE49-F238E27FC236}">
                      <a16:creationId xmlns:a16="http://schemas.microsoft.com/office/drawing/2014/main" id="{CCD18F1B-21AB-60D9-2FE3-9899AE355D5A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2381" y="1006"/>
                  <a:ext cx="32" cy="48"/>
                </a:xfrm>
                <a:prstGeom prst="line">
                  <a:avLst/>
                </a:prstGeom>
                <a:noFill/>
                <a:ln w="28575">
                  <a:solidFill>
                    <a:srgbClr val="00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166" name="Line 159">
                  <a:extLst>
                    <a:ext uri="{FF2B5EF4-FFF2-40B4-BE49-F238E27FC236}">
                      <a16:creationId xmlns:a16="http://schemas.microsoft.com/office/drawing/2014/main" id="{F816D3DF-295B-9706-59A4-4615CA7E72EC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2542" y="1006"/>
                  <a:ext cx="32" cy="48"/>
                </a:xfrm>
                <a:prstGeom prst="line">
                  <a:avLst/>
                </a:prstGeom>
                <a:noFill/>
                <a:ln w="28575">
                  <a:solidFill>
                    <a:srgbClr val="00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167" name="Line 160">
                  <a:extLst>
                    <a:ext uri="{FF2B5EF4-FFF2-40B4-BE49-F238E27FC236}">
                      <a16:creationId xmlns:a16="http://schemas.microsoft.com/office/drawing/2014/main" id="{26F68AC3-9299-5F2E-13B7-D94F74575286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2478" y="1006"/>
                  <a:ext cx="32" cy="48"/>
                </a:xfrm>
                <a:prstGeom prst="line">
                  <a:avLst/>
                </a:prstGeom>
                <a:noFill/>
                <a:ln w="28575">
                  <a:solidFill>
                    <a:srgbClr val="00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168" name="Line 161">
                  <a:extLst>
                    <a:ext uri="{FF2B5EF4-FFF2-40B4-BE49-F238E27FC236}">
                      <a16:creationId xmlns:a16="http://schemas.microsoft.com/office/drawing/2014/main" id="{A6E89B6A-B803-EAE4-88A0-EA7F75B90940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2318" y="1002"/>
                  <a:ext cx="32" cy="48"/>
                </a:xfrm>
                <a:prstGeom prst="line">
                  <a:avLst/>
                </a:prstGeom>
                <a:noFill/>
                <a:ln w="28575">
                  <a:solidFill>
                    <a:srgbClr val="00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169" name="Line 162">
                  <a:extLst>
                    <a:ext uri="{FF2B5EF4-FFF2-40B4-BE49-F238E27FC236}">
                      <a16:creationId xmlns:a16="http://schemas.microsoft.com/office/drawing/2014/main" id="{DE6FB8C2-5C5B-6B9B-45DE-ADE87A2B3993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2350" y="1002"/>
                  <a:ext cx="32" cy="48"/>
                </a:xfrm>
                <a:prstGeom prst="line">
                  <a:avLst/>
                </a:prstGeom>
                <a:noFill/>
                <a:ln w="28575">
                  <a:solidFill>
                    <a:srgbClr val="00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170" name="Line 163">
                  <a:extLst>
                    <a:ext uri="{FF2B5EF4-FFF2-40B4-BE49-F238E27FC236}">
                      <a16:creationId xmlns:a16="http://schemas.microsoft.com/office/drawing/2014/main" id="{5E7E5672-3A8C-768C-CA3B-BABE0099192B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2286" y="1002"/>
                  <a:ext cx="32" cy="48"/>
                </a:xfrm>
                <a:prstGeom prst="line">
                  <a:avLst/>
                </a:prstGeom>
                <a:noFill/>
                <a:ln w="28575">
                  <a:solidFill>
                    <a:srgbClr val="00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aphicFrame>
            <p:nvGraphicFramePr>
              <p:cNvPr id="5153" name="Object 164">
                <a:extLst>
                  <a:ext uri="{FF2B5EF4-FFF2-40B4-BE49-F238E27FC236}">
                    <a16:creationId xmlns:a16="http://schemas.microsoft.com/office/drawing/2014/main" id="{3108AAD9-7C5B-DD5C-2E59-C189108C99A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430" y="1886"/>
              <a:ext cx="139" cy="10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0" imgW="297087" imgH="220952" progId="Equation.3">
                      <p:embed/>
                    </p:oleObj>
                  </mc:Choice>
                  <mc:Fallback>
                    <p:oleObj name="公式" r:id="rId20" imgW="297087" imgH="220952" progId="Equation.3">
                      <p:embed/>
                      <p:pic>
                        <p:nvPicPr>
                          <p:cNvPr id="0" name="Object 16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430" y="1886"/>
                            <a:ext cx="139" cy="10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154" name="Object 165">
                <a:extLst>
                  <a:ext uri="{FF2B5EF4-FFF2-40B4-BE49-F238E27FC236}">
                    <a16:creationId xmlns:a16="http://schemas.microsoft.com/office/drawing/2014/main" id="{AF9DACBC-6C12-3812-99EA-AD92D0F6F6E5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227" y="1527"/>
              <a:ext cx="68" cy="14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2" imgW="129384" imgH="320206" progId="Equation.3">
                      <p:embed/>
                    </p:oleObj>
                  </mc:Choice>
                  <mc:Fallback>
                    <p:oleObj name="公式" r:id="rId22" imgW="129384" imgH="320206" progId="Equation.3">
                      <p:embed/>
                      <p:pic>
                        <p:nvPicPr>
                          <p:cNvPr id="0" name="Object 16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27" y="1527"/>
                            <a:ext cx="68" cy="14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5149" name="Oval 166">
              <a:extLst>
                <a:ext uri="{FF2B5EF4-FFF2-40B4-BE49-F238E27FC236}">
                  <a16:creationId xmlns:a16="http://schemas.microsoft.com/office/drawing/2014/main" id="{189179B9-BD60-941C-E1F2-333F6977AF9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333" y="2118"/>
              <a:ext cx="24" cy="24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</a:pPr>
              <a:endParaRPr lang="zh-CN" altLang="en-US"/>
            </a:p>
          </p:txBody>
        </p:sp>
      </p:grpSp>
      <p:sp>
        <p:nvSpPr>
          <p:cNvPr id="423079" name="Text Box 167">
            <a:extLst>
              <a:ext uri="{FF2B5EF4-FFF2-40B4-BE49-F238E27FC236}">
                <a16:creationId xmlns:a16="http://schemas.microsoft.com/office/drawing/2014/main" id="{87B7AA78-8B89-49A1-0CA4-14A62B2E0A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4563" y="2892425"/>
            <a:ext cx="928687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(1)</a:t>
            </a:r>
          </a:p>
        </p:txBody>
      </p:sp>
      <p:sp>
        <p:nvSpPr>
          <p:cNvPr id="423080" name="Text Box 168">
            <a:extLst>
              <a:ext uri="{FF2B5EF4-FFF2-40B4-BE49-F238E27FC236}">
                <a16:creationId xmlns:a16="http://schemas.microsoft.com/office/drawing/2014/main" id="{7B8DAFBB-2AC6-AAB1-68EF-F52012143A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438" y="5119688"/>
            <a:ext cx="2060575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buFont typeface="Monotype Sorts" pitchFamily="2" charset="2"/>
              <a:buNone/>
              <a:defRPr/>
            </a:pP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且有</a:t>
            </a:r>
          </a:p>
        </p:txBody>
      </p:sp>
      <p:graphicFrame>
        <p:nvGraphicFramePr>
          <p:cNvPr id="423081" name="Object 169">
            <a:extLst>
              <a:ext uri="{FF2B5EF4-FFF2-40B4-BE49-F238E27FC236}">
                <a16:creationId xmlns:a16="http://schemas.microsoft.com/office/drawing/2014/main" id="{CCFB70DD-2476-9FD0-A01A-BC2524D652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27213" y="5154613"/>
          <a:ext cx="1865312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1844227" imgH="434423" progId="Equation.3">
                  <p:embed/>
                </p:oleObj>
              </mc:Choice>
              <mc:Fallback>
                <p:oleObj name="公式" r:id="rId24" imgW="1844227" imgH="434423" progId="Equation.3">
                  <p:embed/>
                  <p:pic>
                    <p:nvPicPr>
                      <p:cNvPr id="0" name="Object 1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7213" y="5154613"/>
                        <a:ext cx="1865312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3082" name="Object 170">
            <a:extLst>
              <a:ext uri="{FF2B5EF4-FFF2-40B4-BE49-F238E27FC236}">
                <a16:creationId xmlns:a16="http://schemas.microsoft.com/office/drawing/2014/main" id="{01BC822B-32D1-E00C-9241-A3E56648F3C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70325" y="5211763"/>
          <a:ext cx="1547813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1524249" imgH="320206" progId="Equation.3">
                  <p:embed/>
                </p:oleObj>
              </mc:Choice>
              <mc:Fallback>
                <p:oleObj name="公式" r:id="rId26" imgW="1524249" imgH="320206" progId="Equation.3">
                  <p:embed/>
                  <p:pic>
                    <p:nvPicPr>
                      <p:cNvPr id="0" name="Object 1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70325" y="5211763"/>
                        <a:ext cx="1547813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3083" name="Text Box 171">
            <a:extLst>
              <a:ext uri="{FF2B5EF4-FFF2-40B4-BE49-F238E27FC236}">
                <a16:creationId xmlns:a16="http://schemas.microsoft.com/office/drawing/2014/main" id="{6BCB0857-1620-7BE9-9046-EA7FAA34C0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0438" y="4424363"/>
            <a:ext cx="928687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(2)</a:t>
            </a:r>
          </a:p>
        </p:txBody>
      </p:sp>
      <p:graphicFrame>
        <p:nvGraphicFramePr>
          <p:cNvPr id="423084" name="Object 172">
            <a:extLst>
              <a:ext uri="{FF2B5EF4-FFF2-40B4-BE49-F238E27FC236}">
                <a16:creationId xmlns:a16="http://schemas.microsoft.com/office/drawing/2014/main" id="{C4EC13D0-B723-B95F-149B-BE1CCF5FFA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72088" y="5645150"/>
          <a:ext cx="3071812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8" imgW="3048000" imgH="830441" progId="Equation.3">
                  <p:embed/>
                </p:oleObj>
              </mc:Choice>
              <mc:Fallback>
                <p:oleObj name="公式" r:id="rId28" imgW="3048000" imgH="830441" progId="Equation.3">
                  <p:embed/>
                  <p:pic>
                    <p:nvPicPr>
                      <p:cNvPr id="0" name="Object 1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2088" y="5645150"/>
                        <a:ext cx="3071812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3085" name="Rectangle 173">
            <a:extLst>
              <a:ext uri="{FF2B5EF4-FFF2-40B4-BE49-F238E27FC236}">
                <a16:creationId xmlns:a16="http://schemas.microsoft.com/office/drawing/2014/main" id="{E20D5A04-0ABE-7A67-C8FF-FB0DC5BD9D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250" y="1885950"/>
            <a:ext cx="6216650" cy="53022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50000"/>
              </a:spcBef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子弹的速度</a:t>
            </a:r>
            <a:r>
              <a:rPr kumimoji="1" lang="en-US" altLang="zh-CN" i="1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man Old Style" panose="02050604050505020204" pitchFamily="18" charset="0"/>
              </a:rPr>
              <a:t>v</a:t>
            </a:r>
            <a:r>
              <a:rPr kumimoji="1" lang="en-US" altLang="zh-CN" baseline="-25000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0</a:t>
            </a: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。</a:t>
            </a:r>
          </a:p>
        </p:txBody>
      </p:sp>
      <p:sp>
        <p:nvSpPr>
          <p:cNvPr id="423086" name="Rectangle 174">
            <a:extLst>
              <a:ext uri="{FF2B5EF4-FFF2-40B4-BE49-F238E27FC236}">
                <a16:creationId xmlns:a16="http://schemas.microsoft.com/office/drawing/2014/main" id="{FFD985FB-0D4A-D539-E8AF-C62E5EC22F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150" y="1905000"/>
            <a:ext cx="647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22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22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22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23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22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22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22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23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23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22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22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22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22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22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423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422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422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422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422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423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422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423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423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423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422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423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2916" grpId="0" animBg="1"/>
      <p:bldP spid="422917" grpId="0"/>
      <p:bldP spid="422918" grpId="0" autoUpdateAnimBg="0"/>
      <p:bldP spid="422919" grpId="0" autoUpdateAnimBg="0"/>
      <p:bldP spid="422920" grpId="0" autoUpdateAnimBg="0"/>
      <p:bldP spid="422921" grpId="0" autoUpdateAnimBg="0"/>
      <p:bldP spid="422924" grpId="0" autoUpdateAnimBg="0"/>
      <p:bldP spid="422929" grpId="0"/>
      <p:bldP spid="422930" grpId="0"/>
      <p:bldP spid="423079" grpId="0" autoUpdateAnimBg="0"/>
      <p:bldP spid="423080" grpId="0" autoUpdateAnimBg="0"/>
      <p:bldP spid="423083" grpId="0" autoUpdateAnimBg="0"/>
      <p:bldP spid="423085" grpId="0"/>
      <p:bldP spid="42308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138" name="Rectangle 2">
            <a:extLst>
              <a:ext uri="{FF2B5EF4-FFF2-40B4-BE49-F238E27FC236}">
                <a16:creationId xmlns:a16="http://schemas.microsoft.com/office/drawing/2014/main" id="{09644647-DFC0-E129-3138-6984648F49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7450" y="260350"/>
            <a:ext cx="54229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r>
              <a:rPr kumimoji="1" lang="en-US" altLang="zh-CN" sz="3200">
                <a:solidFill>
                  <a:srgbClr val="66FF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§</a:t>
            </a:r>
            <a:r>
              <a:rPr kumimoji="1" lang="en-US" altLang="zh-CN" sz="3200">
                <a:solidFill>
                  <a:srgbClr val="66FF33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4.4</a:t>
            </a:r>
            <a:r>
              <a:rPr kumimoji="1" lang="en-US" altLang="zh-CN" sz="3200">
                <a:solidFill>
                  <a:srgbClr val="66FF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3200">
                <a:solidFill>
                  <a:srgbClr val="66FF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质心  质心运动定理</a:t>
            </a:r>
          </a:p>
        </p:txBody>
      </p:sp>
      <p:sp>
        <p:nvSpPr>
          <p:cNvPr id="603139" name="Rectangle 3">
            <a:extLst>
              <a:ext uri="{FF2B5EF4-FFF2-40B4-BE49-F238E27FC236}">
                <a16:creationId xmlns:a16="http://schemas.microsoft.com/office/drawing/2014/main" id="{4A473B4B-3331-3132-6681-E74E0EB0C3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725" y="1249363"/>
            <a:ext cx="59055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个质点的系统（质点系）的质心位置</a:t>
            </a:r>
            <a:endParaRPr lang="zh-CN" altLang="en-US" b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03140" name="Text Box 4">
            <a:extLst>
              <a:ext uri="{FF2B5EF4-FFF2-40B4-BE49-F238E27FC236}">
                <a16:creationId xmlns:a16="http://schemas.microsoft.com/office/drawing/2014/main" id="{A2B9F463-19D1-8B9C-63EC-D33E5114EB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263" y="828675"/>
            <a:ext cx="2647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r>
              <a:rPr lang="zh-CN" altLang="en-US" sz="280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一</a:t>
            </a:r>
            <a:r>
              <a:rPr lang="en-US" altLang="zh-CN" sz="280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 </a:t>
            </a:r>
            <a:r>
              <a:rPr lang="zh-CN" altLang="en-US" sz="280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质心</a:t>
            </a:r>
            <a:endParaRPr lang="zh-CN" altLang="en-US" sz="2800" b="0">
              <a:solidFill>
                <a:srgbClr val="FFFF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03141" name="Line 5">
            <a:extLst>
              <a:ext uri="{FF2B5EF4-FFF2-40B4-BE49-F238E27FC236}">
                <a16:creationId xmlns:a16="http://schemas.microsoft.com/office/drawing/2014/main" id="{051A4420-DEC4-04F9-67BF-015EE02F587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46488" y="5661025"/>
            <a:ext cx="579437" cy="636588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03142" name="Line 6">
            <a:extLst>
              <a:ext uri="{FF2B5EF4-FFF2-40B4-BE49-F238E27FC236}">
                <a16:creationId xmlns:a16="http://schemas.microsoft.com/office/drawing/2014/main" id="{14A825B6-BE68-B76E-A626-8E7930866AE0}"/>
              </a:ext>
            </a:extLst>
          </p:cNvPr>
          <p:cNvSpPr>
            <a:spLocks noChangeShapeType="1"/>
          </p:cNvSpPr>
          <p:nvPr/>
        </p:nvSpPr>
        <p:spPr bwMode="auto">
          <a:xfrm>
            <a:off x="4225925" y="3375025"/>
            <a:ext cx="0" cy="228600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03143" name="Line 7">
            <a:extLst>
              <a:ext uri="{FF2B5EF4-FFF2-40B4-BE49-F238E27FC236}">
                <a16:creationId xmlns:a16="http://schemas.microsoft.com/office/drawing/2014/main" id="{0DA96DA2-FFA0-AD7C-596A-26D386AC9ED8}"/>
              </a:ext>
            </a:extLst>
          </p:cNvPr>
          <p:cNvSpPr>
            <a:spLocks noChangeShapeType="1"/>
          </p:cNvSpPr>
          <p:nvPr/>
        </p:nvSpPr>
        <p:spPr bwMode="auto">
          <a:xfrm>
            <a:off x="4225925" y="5661025"/>
            <a:ext cx="2438400" cy="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03144" name="Freeform 8">
            <a:extLst>
              <a:ext uri="{FF2B5EF4-FFF2-40B4-BE49-F238E27FC236}">
                <a16:creationId xmlns:a16="http://schemas.microsoft.com/office/drawing/2014/main" id="{81AF7E66-E6F8-82FB-46C7-6DC6BC84DE07}"/>
              </a:ext>
            </a:extLst>
          </p:cNvPr>
          <p:cNvSpPr>
            <a:spLocks/>
          </p:cNvSpPr>
          <p:nvPr/>
        </p:nvSpPr>
        <p:spPr bwMode="auto">
          <a:xfrm>
            <a:off x="4530725" y="3521075"/>
            <a:ext cx="2133600" cy="1924050"/>
          </a:xfrm>
          <a:custGeom>
            <a:avLst/>
            <a:gdLst/>
            <a:ahLst/>
            <a:cxnLst>
              <a:cxn ang="0">
                <a:pos x="598" y="65"/>
              </a:cxn>
              <a:cxn ang="0">
                <a:pos x="955" y="4"/>
              </a:cxn>
              <a:cxn ang="0">
                <a:pos x="1138" y="89"/>
              </a:cxn>
              <a:cxn ang="0">
                <a:pos x="1220" y="174"/>
              </a:cxn>
              <a:cxn ang="0">
                <a:pos x="1273" y="401"/>
              </a:cxn>
              <a:cxn ang="0">
                <a:pos x="1326" y="628"/>
              </a:cxn>
              <a:cxn ang="0">
                <a:pos x="1326" y="854"/>
              </a:cxn>
              <a:cxn ang="0">
                <a:pos x="1220" y="968"/>
              </a:cxn>
              <a:cxn ang="0">
                <a:pos x="1114" y="1081"/>
              </a:cxn>
              <a:cxn ang="0">
                <a:pos x="955" y="1138"/>
              </a:cxn>
              <a:cxn ang="0">
                <a:pos x="786" y="1182"/>
              </a:cxn>
              <a:cxn ang="0">
                <a:pos x="531" y="1195"/>
              </a:cxn>
              <a:cxn ang="0">
                <a:pos x="159" y="1081"/>
              </a:cxn>
              <a:cxn ang="0">
                <a:pos x="53" y="911"/>
              </a:cxn>
              <a:cxn ang="0">
                <a:pos x="0" y="684"/>
              </a:cxn>
              <a:cxn ang="0">
                <a:pos x="53" y="287"/>
              </a:cxn>
              <a:cxn ang="0">
                <a:pos x="106" y="61"/>
              </a:cxn>
              <a:cxn ang="0">
                <a:pos x="265" y="4"/>
              </a:cxn>
              <a:cxn ang="0">
                <a:pos x="477" y="61"/>
              </a:cxn>
              <a:cxn ang="0">
                <a:pos x="598" y="65"/>
              </a:cxn>
            </a:cxnLst>
            <a:rect l="0" t="0" r="r" b="b"/>
            <a:pathLst>
              <a:path w="1344" h="1212">
                <a:moveTo>
                  <a:pt x="598" y="65"/>
                </a:moveTo>
                <a:cubicBezTo>
                  <a:pt x="678" y="56"/>
                  <a:pt x="865" y="0"/>
                  <a:pt x="955" y="4"/>
                </a:cubicBezTo>
                <a:cubicBezTo>
                  <a:pt x="1045" y="8"/>
                  <a:pt x="1094" y="61"/>
                  <a:pt x="1138" y="89"/>
                </a:cubicBezTo>
                <a:cubicBezTo>
                  <a:pt x="1182" y="117"/>
                  <a:pt x="1198" y="122"/>
                  <a:pt x="1220" y="174"/>
                </a:cubicBezTo>
                <a:cubicBezTo>
                  <a:pt x="1242" y="226"/>
                  <a:pt x="1256" y="325"/>
                  <a:pt x="1273" y="401"/>
                </a:cubicBezTo>
                <a:cubicBezTo>
                  <a:pt x="1291" y="476"/>
                  <a:pt x="1317" y="552"/>
                  <a:pt x="1326" y="628"/>
                </a:cubicBezTo>
                <a:cubicBezTo>
                  <a:pt x="1335" y="703"/>
                  <a:pt x="1344" y="798"/>
                  <a:pt x="1326" y="854"/>
                </a:cubicBezTo>
                <a:cubicBezTo>
                  <a:pt x="1309" y="911"/>
                  <a:pt x="1256" y="930"/>
                  <a:pt x="1220" y="968"/>
                </a:cubicBezTo>
                <a:cubicBezTo>
                  <a:pt x="1185" y="1006"/>
                  <a:pt x="1158" y="1053"/>
                  <a:pt x="1114" y="1081"/>
                </a:cubicBezTo>
                <a:cubicBezTo>
                  <a:pt x="1070" y="1110"/>
                  <a:pt x="1010" y="1121"/>
                  <a:pt x="955" y="1138"/>
                </a:cubicBezTo>
                <a:cubicBezTo>
                  <a:pt x="900" y="1155"/>
                  <a:pt x="857" y="1172"/>
                  <a:pt x="786" y="1182"/>
                </a:cubicBezTo>
                <a:cubicBezTo>
                  <a:pt x="715" y="1192"/>
                  <a:pt x="635" y="1212"/>
                  <a:pt x="531" y="1195"/>
                </a:cubicBezTo>
                <a:cubicBezTo>
                  <a:pt x="427" y="1178"/>
                  <a:pt x="239" y="1128"/>
                  <a:pt x="159" y="1081"/>
                </a:cubicBezTo>
                <a:cubicBezTo>
                  <a:pt x="80" y="1034"/>
                  <a:pt x="80" y="977"/>
                  <a:pt x="53" y="911"/>
                </a:cubicBezTo>
                <a:cubicBezTo>
                  <a:pt x="27" y="845"/>
                  <a:pt x="0" y="788"/>
                  <a:pt x="0" y="684"/>
                </a:cubicBezTo>
                <a:cubicBezTo>
                  <a:pt x="0" y="580"/>
                  <a:pt x="35" y="391"/>
                  <a:pt x="53" y="287"/>
                </a:cubicBezTo>
                <a:cubicBezTo>
                  <a:pt x="71" y="184"/>
                  <a:pt x="71" y="108"/>
                  <a:pt x="106" y="61"/>
                </a:cubicBezTo>
                <a:cubicBezTo>
                  <a:pt x="141" y="13"/>
                  <a:pt x="203" y="4"/>
                  <a:pt x="265" y="4"/>
                </a:cubicBezTo>
                <a:cubicBezTo>
                  <a:pt x="327" y="4"/>
                  <a:pt x="422" y="51"/>
                  <a:pt x="477" y="61"/>
                </a:cubicBezTo>
                <a:cubicBezTo>
                  <a:pt x="532" y="71"/>
                  <a:pt x="518" y="74"/>
                  <a:pt x="598" y="65"/>
                </a:cubicBezTo>
                <a:close/>
              </a:path>
            </a:pathLst>
          </a:custGeom>
          <a:noFill/>
          <a:ln w="22225" cap="flat">
            <a:solidFill>
              <a:schemeClr val="bg1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03145" name="Oval 9">
            <a:extLst>
              <a:ext uri="{FF2B5EF4-FFF2-40B4-BE49-F238E27FC236}">
                <a16:creationId xmlns:a16="http://schemas.microsoft.com/office/drawing/2014/main" id="{F1262D16-338D-BC95-E995-49220A3FBC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0825" y="4941888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03146" name="Oval 10">
            <a:extLst>
              <a:ext uri="{FF2B5EF4-FFF2-40B4-BE49-F238E27FC236}">
                <a16:creationId xmlns:a16="http://schemas.microsoft.com/office/drawing/2014/main" id="{03A350E5-AA08-DF87-0A8D-FBDF13A15D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8850" y="391795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03147" name="Oval 11">
            <a:extLst>
              <a:ext uri="{FF2B5EF4-FFF2-40B4-BE49-F238E27FC236}">
                <a16:creationId xmlns:a16="http://schemas.microsoft.com/office/drawing/2014/main" id="{4843489A-B6D9-6CEA-40F5-5ACB55E326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4725" y="4518025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03148" name="Oval 12">
            <a:extLst>
              <a:ext uri="{FF2B5EF4-FFF2-40B4-BE49-F238E27FC236}">
                <a16:creationId xmlns:a16="http://schemas.microsoft.com/office/drawing/2014/main" id="{7B9D3299-BAE9-ED6B-76CC-30EBF71951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8525" y="3908425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03149" name="Text Box 13">
            <a:extLst>
              <a:ext uri="{FF2B5EF4-FFF2-40B4-BE49-F238E27FC236}">
                <a16:creationId xmlns:a16="http://schemas.microsoft.com/office/drawing/2014/main" id="{EC251088-C47F-5C22-EA00-C3686139D0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3488" y="6056313"/>
            <a:ext cx="3190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r>
              <a:rPr lang="en-US" altLang="zh-CN" b="0" i="1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</a:p>
        </p:txBody>
      </p:sp>
      <p:sp>
        <p:nvSpPr>
          <p:cNvPr id="603150" name="Text Box 14">
            <a:extLst>
              <a:ext uri="{FF2B5EF4-FFF2-40B4-BE49-F238E27FC236}">
                <a16:creationId xmlns:a16="http://schemas.microsoft.com/office/drawing/2014/main" id="{1096821E-304B-6DF3-966D-75668EA3BA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9525" y="5622925"/>
            <a:ext cx="319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r>
              <a:rPr lang="en-US" altLang="zh-CN" b="0" i="1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</a:p>
        </p:txBody>
      </p:sp>
      <p:sp>
        <p:nvSpPr>
          <p:cNvPr id="603151" name="Text Box 15">
            <a:extLst>
              <a:ext uri="{FF2B5EF4-FFF2-40B4-BE49-F238E27FC236}">
                <a16:creationId xmlns:a16="http://schemas.microsoft.com/office/drawing/2014/main" id="{714AAE35-9E29-342F-23EC-025EE47B95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4925" y="3298825"/>
            <a:ext cx="303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r>
              <a:rPr lang="en-US" altLang="zh-CN" b="0" i="1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z</a:t>
            </a:r>
          </a:p>
        </p:txBody>
      </p:sp>
      <p:sp>
        <p:nvSpPr>
          <p:cNvPr id="603152" name="Text Box 16">
            <a:extLst>
              <a:ext uri="{FF2B5EF4-FFF2-40B4-BE49-F238E27FC236}">
                <a16:creationId xmlns:a16="http://schemas.microsoft.com/office/drawing/2014/main" id="{324FA28E-EE3F-7B82-4C8D-5E7C81268E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2650" y="3487738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r>
              <a:rPr lang="en-US" altLang="zh-CN" b="0" i="1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en-US" altLang="zh-CN" b="0" i="1" baseline="-2500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endParaRPr lang="en-US" altLang="zh-CN" b="0" i="1">
              <a:solidFill>
                <a:srgbClr val="FFFF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03153" name="Oval 17">
            <a:extLst>
              <a:ext uri="{FF2B5EF4-FFF2-40B4-BE49-F238E27FC236}">
                <a16:creationId xmlns:a16="http://schemas.microsoft.com/office/drawing/2014/main" id="{C2CFFC6F-8E74-8173-4B87-A5327E92B3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2725" y="4060825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03154" name="Text Box 18">
            <a:extLst>
              <a:ext uri="{FF2B5EF4-FFF2-40B4-BE49-F238E27FC236}">
                <a16:creationId xmlns:a16="http://schemas.microsoft.com/office/drawing/2014/main" id="{A7563023-2CFB-6B59-813D-2FEC5C99B4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9088" y="5626100"/>
            <a:ext cx="4048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r>
              <a:rPr lang="en-US" altLang="zh-CN" b="0" i="1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</a:t>
            </a:r>
          </a:p>
        </p:txBody>
      </p:sp>
      <p:sp>
        <p:nvSpPr>
          <p:cNvPr id="603155" name="Line 19">
            <a:extLst>
              <a:ext uri="{FF2B5EF4-FFF2-40B4-BE49-F238E27FC236}">
                <a16:creationId xmlns:a16="http://schemas.microsoft.com/office/drawing/2014/main" id="{65F31C13-11BE-3EBE-CFBC-7B2F99B69B8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25925" y="5014913"/>
            <a:ext cx="1200150" cy="646112"/>
          </a:xfrm>
          <a:prstGeom prst="line">
            <a:avLst/>
          </a:prstGeom>
          <a:noFill/>
          <a:ln w="22225">
            <a:solidFill>
              <a:schemeClr val="bg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03156" name="Text Box 20">
            <a:extLst>
              <a:ext uri="{FF2B5EF4-FFF2-40B4-BE49-F238E27FC236}">
                <a16:creationId xmlns:a16="http://schemas.microsoft.com/office/drawing/2014/main" id="{D657783C-3FD4-48AB-BAB4-CAD1EB247E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2725" y="3603625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r>
              <a:rPr lang="en-US" altLang="zh-CN" b="0" i="1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en-US" altLang="zh-CN" b="0" baseline="-2500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lang="en-US" altLang="zh-CN" b="0">
              <a:solidFill>
                <a:srgbClr val="FFFF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603157" name="Object 2">
            <a:extLst>
              <a:ext uri="{FF2B5EF4-FFF2-40B4-BE49-F238E27FC236}">
                <a16:creationId xmlns:a16="http://schemas.microsoft.com/office/drawing/2014/main" id="{73B74DE4-7FE9-45AD-862E-36B1157860D9}"/>
              </a:ext>
            </a:extLst>
          </p:cNvPr>
          <p:cNvGraphicFramePr>
            <a:graphicFrameLocks/>
          </p:cNvGraphicFramePr>
          <p:nvPr/>
        </p:nvGraphicFramePr>
        <p:xfrm>
          <a:off x="3957638" y="2166938"/>
          <a:ext cx="2022475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224916" imgH="434423" progId="Equation.3">
                  <p:embed/>
                </p:oleObj>
              </mc:Choice>
              <mc:Fallback>
                <p:oleObj name="公式" r:id="rId2" imgW="2224916" imgH="434423" progId="Equation.3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7638" y="2166938"/>
                        <a:ext cx="2022475" cy="411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3158" name="Object 3">
            <a:extLst>
              <a:ext uri="{FF2B5EF4-FFF2-40B4-BE49-F238E27FC236}">
                <a16:creationId xmlns:a16="http://schemas.microsoft.com/office/drawing/2014/main" id="{62F0B4BE-4378-6C47-B0E5-1F2713DAD3F3}"/>
              </a:ext>
            </a:extLst>
          </p:cNvPr>
          <p:cNvGraphicFramePr>
            <a:graphicFrameLocks/>
          </p:cNvGraphicFramePr>
          <p:nvPr/>
        </p:nvGraphicFramePr>
        <p:xfrm>
          <a:off x="4081463" y="2743200"/>
          <a:ext cx="1508125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653633" imgH="434423" progId="Equation.3">
                  <p:embed/>
                </p:oleObj>
              </mc:Choice>
              <mc:Fallback>
                <p:oleObj name="公式" r:id="rId4" imgW="1653633" imgH="434423" progId="Equation.3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1463" y="2743200"/>
                        <a:ext cx="1508125" cy="411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3159" name="Object 4">
            <a:extLst>
              <a:ext uri="{FF2B5EF4-FFF2-40B4-BE49-F238E27FC236}">
                <a16:creationId xmlns:a16="http://schemas.microsoft.com/office/drawing/2014/main" id="{02469C75-D81C-B64C-7AAC-210D89544FDC}"/>
              </a:ext>
            </a:extLst>
          </p:cNvPr>
          <p:cNvGraphicFramePr>
            <a:graphicFrameLocks/>
          </p:cNvGraphicFramePr>
          <p:nvPr/>
        </p:nvGraphicFramePr>
        <p:xfrm>
          <a:off x="806450" y="2360613"/>
          <a:ext cx="503238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533462" imgH="411480" progId="Equation.3">
                  <p:embed/>
                </p:oleObj>
              </mc:Choice>
              <mc:Fallback>
                <p:oleObj name="公式" r:id="rId6" imgW="533462" imgH="411480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6450" y="2360613"/>
                        <a:ext cx="503238" cy="388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00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3160" name="Object 5">
            <a:extLst>
              <a:ext uri="{FF2B5EF4-FFF2-40B4-BE49-F238E27FC236}">
                <a16:creationId xmlns:a16="http://schemas.microsoft.com/office/drawing/2014/main" id="{8FC0251D-5935-340C-7713-75DF0F5D4766}"/>
              </a:ext>
            </a:extLst>
          </p:cNvPr>
          <p:cNvGraphicFramePr>
            <a:graphicFrameLocks/>
          </p:cNvGraphicFramePr>
          <p:nvPr/>
        </p:nvGraphicFramePr>
        <p:xfrm>
          <a:off x="377825" y="4783138"/>
          <a:ext cx="3244850" cy="120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581462" imgH="1310751" progId="Equation.3">
                  <p:embed/>
                </p:oleObj>
              </mc:Choice>
              <mc:Fallback>
                <p:oleObj name="公式" r:id="rId8" imgW="3581462" imgH="1310751" progId="Equation.3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825" y="4783138"/>
                        <a:ext cx="3244850" cy="1200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3161" name="Text Box 25">
            <a:extLst>
              <a:ext uri="{FF2B5EF4-FFF2-40B4-BE49-F238E27FC236}">
                <a16:creationId xmlns:a16="http://schemas.microsoft.com/office/drawing/2014/main" id="{439087F6-9EDB-D53B-7F5E-923D5EC5D3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025" y="3663950"/>
            <a:ext cx="46482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质量连续分布的系统的</a:t>
            </a:r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质心位置</a:t>
            </a:r>
          </a:p>
        </p:txBody>
      </p:sp>
      <p:sp>
        <p:nvSpPr>
          <p:cNvPr id="603162" name="Oval 26">
            <a:extLst>
              <a:ext uri="{FF2B5EF4-FFF2-40B4-BE49-F238E27FC236}">
                <a16:creationId xmlns:a16="http://schemas.microsoft.com/office/drawing/2014/main" id="{B9134DB7-867A-479B-8E56-8C22A4033C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0925" y="5051425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03163" name="Text Box 27">
            <a:extLst>
              <a:ext uri="{FF2B5EF4-FFF2-40B4-BE49-F238E27FC236}">
                <a16:creationId xmlns:a16="http://schemas.microsoft.com/office/drawing/2014/main" id="{32F9BBF0-1DC0-7354-1F76-D6A09C73AA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2275" y="4708525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r>
              <a:rPr lang="en-US" altLang="zh-CN" b="0" i="1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en-US" altLang="zh-CN" b="0" baseline="-2500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en-US" altLang="zh-CN" b="0">
              <a:solidFill>
                <a:srgbClr val="FFFF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603164" name="Object 6">
            <a:extLst>
              <a:ext uri="{FF2B5EF4-FFF2-40B4-BE49-F238E27FC236}">
                <a16:creationId xmlns:a16="http://schemas.microsoft.com/office/drawing/2014/main" id="{FB279136-8922-92B3-DCF7-A26B6E7E8D77}"/>
              </a:ext>
            </a:extLst>
          </p:cNvPr>
          <p:cNvGraphicFramePr>
            <a:graphicFrameLocks/>
          </p:cNvGraphicFramePr>
          <p:nvPr/>
        </p:nvGraphicFramePr>
        <p:xfrm>
          <a:off x="1452563" y="1711325"/>
          <a:ext cx="2090737" cy="169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301053" imgH="1859391" progId="Equation.3">
                  <p:embed/>
                </p:oleObj>
              </mc:Choice>
              <mc:Fallback>
                <p:oleObj name="公式" r:id="rId10" imgW="2301053" imgH="1859391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2563" y="1711325"/>
                        <a:ext cx="2090737" cy="1690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00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3165" name="Object 7">
            <a:extLst>
              <a:ext uri="{FF2B5EF4-FFF2-40B4-BE49-F238E27FC236}">
                <a16:creationId xmlns:a16="http://schemas.microsoft.com/office/drawing/2014/main" id="{CF4C4BC1-CA04-2CC2-2E5D-D2C883A0C16B}"/>
              </a:ext>
            </a:extLst>
          </p:cNvPr>
          <p:cNvGraphicFramePr>
            <a:graphicFrameLocks noGrp="1" noChangeAspect="1"/>
          </p:cNvGraphicFramePr>
          <p:nvPr>
            <p:ph sz="half" idx="1"/>
          </p:nvPr>
        </p:nvGraphicFramePr>
        <p:xfrm>
          <a:off x="4913313" y="3973513"/>
          <a:ext cx="215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90593" imgH="411480" progId="Equation.3">
                  <p:embed/>
                </p:oleObj>
              </mc:Choice>
              <mc:Fallback>
                <p:oleObj name="公式" r:id="rId12" imgW="190593" imgH="411480" progId="Equation.3">
                  <p:embed/>
                  <p:pic>
                    <p:nvPicPr>
                      <p:cNvPr id="0" name="Object 7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3313" y="3973513"/>
                        <a:ext cx="2159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3166" name="Object 8">
            <a:extLst>
              <a:ext uri="{FF2B5EF4-FFF2-40B4-BE49-F238E27FC236}">
                <a16:creationId xmlns:a16="http://schemas.microsoft.com/office/drawing/2014/main" id="{93849FC7-A11A-C49A-003E-90DE7184EA39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5402263" y="5000625"/>
          <a:ext cx="22225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90593" imgH="396018" progId="Equation.3">
                  <p:embed/>
                </p:oleObj>
              </mc:Choice>
              <mc:Fallback>
                <p:oleObj name="公式" r:id="rId14" imgW="190593" imgH="396018" progId="Equation.3">
                  <p:embed/>
                  <p:pic>
                    <p:nvPicPr>
                      <p:cNvPr id="0" name="Object 8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2263" y="5000625"/>
                        <a:ext cx="22225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3167" name="Object 9">
            <a:extLst>
              <a:ext uri="{FF2B5EF4-FFF2-40B4-BE49-F238E27FC236}">
                <a16:creationId xmlns:a16="http://schemas.microsoft.com/office/drawing/2014/main" id="{5821B750-5CCD-1503-DBBA-768EE0BA2E8B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5399088" y="4287838"/>
          <a:ext cx="241300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266731" imgH="411480" progId="Equation.3">
                  <p:embed/>
                </p:oleObj>
              </mc:Choice>
              <mc:Fallback>
                <p:oleObj name="公式" r:id="rId16" imgW="266731" imgH="411480" progId="Equation.3">
                  <p:embed/>
                  <p:pic>
                    <p:nvPicPr>
                      <p:cNvPr id="0" name="Object 9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9088" y="4287838"/>
                        <a:ext cx="241300" cy="357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3168" name="Line 32">
            <a:extLst>
              <a:ext uri="{FF2B5EF4-FFF2-40B4-BE49-F238E27FC236}">
                <a16:creationId xmlns:a16="http://schemas.microsoft.com/office/drawing/2014/main" id="{EBEC9890-0EFD-A747-01E1-ABAD383BC80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29100" y="3968750"/>
            <a:ext cx="623888" cy="1681163"/>
          </a:xfrm>
          <a:prstGeom prst="line">
            <a:avLst/>
          </a:prstGeom>
          <a:noFill/>
          <a:ln w="25400">
            <a:solidFill>
              <a:srgbClr val="FFFF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03169" name="Oval 33">
            <a:extLst>
              <a:ext uri="{FF2B5EF4-FFF2-40B4-BE49-F238E27FC236}">
                <a16:creationId xmlns:a16="http://schemas.microsoft.com/office/drawing/2014/main" id="{16D63BB4-B831-5106-44BD-AA38CD1F89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1450" y="4406900"/>
            <a:ext cx="79375" cy="79375"/>
          </a:xfrm>
          <a:prstGeom prst="ellipse">
            <a:avLst/>
          </a:prstGeom>
          <a:solidFill>
            <a:srgbClr val="FFCCFF"/>
          </a:solidFill>
          <a:ln w="9525">
            <a:solidFill>
              <a:srgbClr val="FFCC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03170" name="Line 34">
            <a:extLst>
              <a:ext uri="{FF2B5EF4-FFF2-40B4-BE49-F238E27FC236}">
                <a16:creationId xmlns:a16="http://schemas.microsoft.com/office/drawing/2014/main" id="{8A80016D-7FAB-CAE8-D451-1FF5CD9BFBE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25925" y="4441825"/>
            <a:ext cx="1079500" cy="1219200"/>
          </a:xfrm>
          <a:prstGeom prst="line">
            <a:avLst/>
          </a:prstGeom>
          <a:noFill/>
          <a:ln w="38100">
            <a:solidFill>
              <a:srgbClr val="FFCC66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03176" name="Rectangle 40">
            <a:extLst>
              <a:ext uri="{FF2B5EF4-FFF2-40B4-BE49-F238E27FC236}">
                <a16:creationId xmlns:a16="http://schemas.microsoft.com/office/drawing/2014/main" id="{E5F530F8-31E6-409C-1FE9-8CC5CA2C0C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857250"/>
            <a:ext cx="678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en-US" altLang="zh-CN" i="1">
                <a:solidFill>
                  <a:srgbClr val="00FF00"/>
                </a:solidFill>
                <a:latin typeface="Times New Roman" panose="02020603050405020304" pitchFamily="18" charset="0"/>
                <a:ea typeface="楷体_GB2312" pitchFamily="49" charset="-122"/>
              </a:rPr>
              <a:t>N </a:t>
            </a:r>
            <a:r>
              <a:rPr kumimoji="1" lang="zh-CN" altLang="en-US">
                <a:solidFill>
                  <a:srgbClr val="00FF00"/>
                </a:solidFill>
                <a:latin typeface="Times New Roman" panose="02020603050405020304" pitchFamily="18" charset="0"/>
                <a:ea typeface="楷体_GB2312" pitchFamily="49" charset="-122"/>
              </a:rPr>
              <a:t>个质点系统（质点系），定义质量中心</a:t>
            </a:r>
            <a:endParaRPr kumimoji="1" lang="zh-CN" altLang="en-US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03177" name="Text Box 41">
            <a:extLst>
              <a:ext uri="{FF2B5EF4-FFF2-40B4-BE49-F238E27FC236}">
                <a16:creationId xmlns:a16="http://schemas.microsoft.com/office/drawing/2014/main" id="{359C946D-5080-6556-0C23-39C29BC257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8600" y="974725"/>
            <a:ext cx="1020763" cy="479425"/>
          </a:xfrm>
          <a:prstGeom prst="rect">
            <a:avLst/>
          </a:prstGeom>
          <a:noFill/>
          <a:ln w="22225">
            <a:solidFill>
              <a:srgbClr val="FF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en-US" altLang="zh-CN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质心</a:t>
            </a:r>
            <a:endParaRPr kumimoji="1" lang="zh-CN" altLang="en-US" b="0">
              <a:solidFill>
                <a:srgbClr val="FFFF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03178" name="AutoShape 42">
            <a:extLst>
              <a:ext uri="{FF2B5EF4-FFF2-40B4-BE49-F238E27FC236}">
                <a16:creationId xmlns:a16="http://schemas.microsoft.com/office/drawing/2014/main" id="{4BC948DC-8CF5-9A73-1C72-E7E58BD9FE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1003300"/>
            <a:ext cx="533400" cy="304800"/>
          </a:xfrm>
          <a:prstGeom prst="rightArrow">
            <a:avLst>
              <a:gd name="adj1" fmla="val 50000"/>
              <a:gd name="adj2" fmla="val 4375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03179" name="Rectangle 43">
            <a:extLst>
              <a:ext uri="{FF2B5EF4-FFF2-40B4-BE49-F238E27FC236}">
                <a16:creationId xmlns:a16="http://schemas.microsoft.com/office/drawing/2014/main" id="{9BEE5E84-DB29-4890-2632-B35EFE9DEC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725" y="1249363"/>
            <a:ext cx="59055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个质点的系统（质点系）的质心位置</a:t>
            </a:r>
            <a:endParaRPr lang="zh-CN" altLang="en-US" b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603182" name="Object 12">
            <a:extLst>
              <a:ext uri="{FF2B5EF4-FFF2-40B4-BE49-F238E27FC236}">
                <a16:creationId xmlns:a16="http://schemas.microsoft.com/office/drawing/2014/main" id="{6FD3EAB5-CD9E-8042-54A4-3DE199376F68}"/>
              </a:ext>
            </a:extLst>
          </p:cNvPr>
          <p:cNvGraphicFramePr>
            <a:graphicFrameLocks/>
          </p:cNvGraphicFramePr>
          <p:nvPr/>
        </p:nvGraphicFramePr>
        <p:xfrm>
          <a:off x="1452563" y="1711325"/>
          <a:ext cx="2090737" cy="169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2301053" imgH="1859391" progId="Equation.3">
                  <p:embed/>
                </p:oleObj>
              </mc:Choice>
              <mc:Fallback>
                <p:oleObj name="公式" r:id="rId18" imgW="2301053" imgH="1859391" progId="Equation.3">
                  <p:embed/>
                  <p:pic>
                    <p:nvPicPr>
                      <p:cNvPr id="0" name="Object 12"/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2563" y="1711325"/>
                        <a:ext cx="2090737" cy="1690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00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4" name="Picture 2" descr="e:\program files\360se6\User Data\temp\t01963ef0c7ab601bfb_size=198x343.gif">
            <a:extLst>
              <a:ext uri="{FF2B5EF4-FFF2-40B4-BE49-F238E27FC236}">
                <a16:creationId xmlns:a16="http://schemas.microsoft.com/office/drawing/2014/main" id="{BE23663E-F827-FF9E-93C9-6137869FDC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2425" y="1595438"/>
            <a:ext cx="2259013" cy="391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03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03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300"/>
                                        <p:tgtEl>
                                          <p:spTgt spid="603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03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03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031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6031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03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03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03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603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03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603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603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603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603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603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603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603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603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603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603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603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603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603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603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603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603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4" dur="500"/>
                                        <p:tgtEl>
                                          <p:spTgt spid="603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603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603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603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6" dur="500"/>
                                        <p:tgtEl>
                                          <p:spTgt spid="603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603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603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 nodeType="clickPar">
                      <p:stCondLst>
                        <p:cond delay="indefinite"/>
                      </p:stCondLst>
                      <p:childTnLst>
                        <p:par>
                          <p:cTn id="1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603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 nodeType="clickPar">
                      <p:stCondLst>
                        <p:cond delay="indefinite"/>
                      </p:stCondLst>
                      <p:childTnLst>
                        <p:par>
                          <p:cTn id="1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603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 nodeType="clickPar">
                      <p:stCondLst>
                        <p:cond delay="indefinite"/>
                      </p:stCondLst>
                      <p:childTnLst>
                        <p:par>
                          <p:cTn id="1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603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 nodeType="clickPar">
                      <p:stCondLst>
                        <p:cond delay="indefinite"/>
                      </p:stCondLst>
                      <p:childTnLst>
                        <p:par>
                          <p:cTn id="1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603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 nodeType="clickPar">
                      <p:stCondLst>
                        <p:cond delay="indefinite"/>
                      </p:stCondLst>
                      <p:childTnLst>
                        <p:par>
                          <p:cTn id="1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9" dur="500"/>
                                        <p:tgtEl>
                                          <p:spTgt spid="603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 nodeType="clickPar">
                      <p:stCondLst>
                        <p:cond delay="indefinite"/>
                      </p:stCondLst>
                      <p:childTnLst>
                        <p:par>
                          <p:cTn id="1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4" dur="500"/>
                                        <p:tgtEl>
                                          <p:spTgt spid="603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 nodeType="clickPar">
                      <p:stCondLst>
                        <p:cond delay="indefinite"/>
                      </p:stCondLst>
                      <p:childTnLst>
                        <p:par>
                          <p:cTn id="1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603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3138" grpId="0" autoUpdateAnimBg="0"/>
      <p:bldP spid="603139" grpId="0" autoUpdateAnimBg="0"/>
      <p:bldP spid="603140" grpId="0" autoUpdateAnimBg="0"/>
      <p:bldP spid="603145" grpId="0" animBg="1"/>
      <p:bldP spid="603146" grpId="0" animBg="1"/>
      <p:bldP spid="603147" grpId="0" animBg="1"/>
      <p:bldP spid="603148" grpId="0" animBg="1"/>
      <p:bldP spid="603149" grpId="0" autoUpdateAnimBg="0"/>
      <p:bldP spid="603150" grpId="0" autoUpdateAnimBg="0"/>
      <p:bldP spid="603151" grpId="0" autoUpdateAnimBg="0"/>
      <p:bldP spid="603152" grpId="0" autoUpdateAnimBg="0"/>
      <p:bldP spid="603153" grpId="0" animBg="1"/>
      <p:bldP spid="603154" grpId="0"/>
      <p:bldP spid="603156" grpId="0"/>
      <p:bldP spid="603161" grpId="0" autoUpdateAnimBg="0"/>
      <p:bldP spid="603162" grpId="0" animBg="1"/>
      <p:bldP spid="603163" grpId="0"/>
      <p:bldP spid="603169" grpId="0" animBg="1"/>
      <p:bldP spid="603176" grpId="0" autoUpdateAnimBg="0"/>
      <p:bldP spid="603177" grpId="0" animBg="1" autoUpdateAnimBg="0"/>
      <p:bldP spid="603178" grpId="0" animBg="1"/>
      <p:bldP spid="603179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578" name="Text Box 2">
            <a:extLst>
              <a:ext uri="{FF2B5EF4-FFF2-40B4-BE49-F238E27FC236}">
                <a16:creationId xmlns:a16="http://schemas.microsoft.com/office/drawing/2014/main" id="{B20F1CD2-51BA-8DFA-20B3-FDC4203990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57175"/>
            <a:ext cx="12795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zh-CN" altLang="en-US" i="1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讨论：</a:t>
            </a:r>
          </a:p>
        </p:txBody>
      </p:sp>
      <p:sp>
        <p:nvSpPr>
          <p:cNvPr id="664579" name="Text Box 3">
            <a:extLst>
              <a:ext uri="{FF2B5EF4-FFF2-40B4-BE49-F238E27FC236}">
                <a16:creationId xmlns:a16="http://schemas.microsoft.com/office/drawing/2014/main" id="{32C639A0-99DB-DFF6-AA61-4190D36B01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1088" y="269875"/>
            <a:ext cx="8062912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en-US" altLang="zh-CN">
                <a:solidFill>
                  <a:srgbClr val="FFFF99"/>
                </a:solidFill>
                <a:latin typeface="Times New Roman" panose="02020603050405020304" pitchFamily="18" charset="0"/>
                <a:ea typeface="楷体_GB2312" pitchFamily="49" charset="-122"/>
              </a:rPr>
              <a:t>•  </a:t>
            </a:r>
            <a:r>
              <a:rPr kumimoji="1" lang="zh-CN" altLang="en-US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质心矢量</a:t>
            </a:r>
            <a:r>
              <a:rPr kumimoji="1" lang="zh-CN" altLang="en-US">
                <a:solidFill>
                  <a:srgbClr val="FFFF99"/>
                </a:solidFill>
                <a:latin typeface="Times New Roman" panose="02020603050405020304" pitchFamily="18" charset="0"/>
                <a:ea typeface="楷体_GB2312" pitchFamily="49" charset="-122"/>
              </a:rPr>
              <a:t>与</a:t>
            </a:r>
            <a:r>
              <a:rPr kumimoji="1" lang="zh-CN" altLang="en-US">
                <a:solidFill>
                  <a:srgbClr val="00FF00"/>
                </a:solidFill>
                <a:latin typeface="Times New Roman" panose="02020603050405020304" pitchFamily="18" charset="0"/>
                <a:ea typeface="楷体_GB2312" pitchFamily="49" charset="-122"/>
              </a:rPr>
              <a:t>参照系</a:t>
            </a:r>
            <a:r>
              <a:rPr kumimoji="1" lang="zh-CN" altLang="en-US">
                <a:solidFill>
                  <a:srgbClr val="FFFF99"/>
                </a:solidFill>
                <a:latin typeface="Times New Roman" panose="02020603050405020304" pitchFamily="18" charset="0"/>
                <a:ea typeface="楷体_GB2312" pitchFamily="49" charset="-122"/>
              </a:rPr>
              <a:t>的选取有关，但</a:t>
            </a:r>
            <a:r>
              <a:rPr kumimoji="1" lang="zh-CN" altLang="en-US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质心</a:t>
            </a:r>
            <a:r>
              <a:rPr kumimoji="1" lang="zh-CN" altLang="en-US">
                <a:solidFill>
                  <a:srgbClr val="FFFF99"/>
                </a:solidFill>
                <a:latin typeface="Times New Roman" panose="02020603050405020304" pitchFamily="18" charset="0"/>
                <a:ea typeface="楷体_GB2312" pitchFamily="49" charset="-122"/>
              </a:rPr>
              <a:t>相对于系统内各质</a:t>
            </a:r>
          </a:p>
          <a:p>
            <a:pPr eaLnBrk="1" hangingPunct="1"/>
            <a:r>
              <a:rPr kumimoji="1" lang="zh-CN" altLang="en-US">
                <a:solidFill>
                  <a:srgbClr val="FFFF99"/>
                </a:solidFill>
                <a:latin typeface="Times New Roman" panose="02020603050405020304" pitchFamily="18" charset="0"/>
                <a:ea typeface="楷体_GB2312" pitchFamily="49" charset="-122"/>
              </a:rPr>
              <a:t>   点的</a:t>
            </a:r>
            <a:r>
              <a:rPr kumimoji="1" lang="zh-CN" altLang="en-US">
                <a:solidFill>
                  <a:srgbClr val="00FF00"/>
                </a:solidFill>
                <a:latin typeface="Times New Roman" panose="02020603050405020304" pitchFamily="18" charset="0"/>
                <a:ea typeface="楷体_GB2312" pitchFamily="49" charset="-122"/>
              </a:rPr>
              <a:t>相对位置</a:t>
            </a:r>
            <a:r>
              <a:rPr kumimoji="1" lang="zh-CN" altLang="en-US">
                <a:solidFill>
                  <a:srgbClr val="FFFF99"/>
                </a:solidFill>
                <a:latin typeface="Times New Roman" panose="02020603050405020304" pitchFamily="18" charset="0"/>
                <a:ea typeface="楷体_GB2312" pitchFamily="49" charset="-122"/>
              </a:rPr>
              <a:t>与</a:t>
            </a:r>
            <a:r>
              <a:rPr kumimoji="1" lang="zh-CN" altLang="en-US">
                <a:solidFill>
                  <a:srgbClr val="00FF00"/>
                </a:solidFill>
                <a:latin typeface="Times New Roman" panose="02020603050405020304" pitchFamily="18" charset="0"/>
                <a:ea typeface="楷体_GB2312" pitchFamily="49" charset="-122"/>
              </a:rPr>
              <a:t>参照系</a:t>
            </a:r>
            <a:r>
              <a:rPr kumimoji="1" lang="zh-CN" altLang="en-US">
                <a:solidFill>
                  <a:srgbClr val="FFFF99"/>
                </a:solidFill>
                <a:latin typeface="Times New Roman" panose="02020603050405020304" pitchFamily="18" charset="0"/>
                <a:ea typeface="楷体_GB2312" pitchFamily="49" charset="-122"/>
              </a:rPr>
              <a:t>选取无关</a:t>
            </a:r>
          </a:p>
        </p:txBody>
      </p:sp>
      <p:graphicFrame>
        <p:nvGraphicFramePr>
          <p:cNvPr id="664581" name="Object 2">
            <a:extLst>
              <a:ext uri="{FF2B5EF4-FFF2-40B4-BE49-F238E27FC236}">
                <a16:creationId xmlns:a16="http://schemas.microsoft.com/office/drawing/2014/main" id="{3FDAB914-D99A-45B1-BE68-4747C357BC0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36738" y="1190625"/>
          <a:ext cx="2133600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906687" imgH="624951" progId="Equation.3">
                  <p:embed/>
                </p:oleObj>
              </mc:Choice>
              <mc:Fallback>
                <p:oleObj name="公式" r:id="rId2" imgW="906687" imgH="624951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6738" y="1190625"/>
                        <a:ext cx="2133600" cy="1524000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2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4582" name="Object 3">
            <a:extLst>
              <a:ext uri="{FF2B5EF4-FFF2-40B4-BE49-F238E27FC236}">
                <a16:creationId xmlns:a16="http://schemas.microsoft.com/office/drawing/2014/main" id="{F69C0F9A-72BD-EB27-722D-2F3961430B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27500" y="1201738"/>
          <a:ext cx="2133600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830549" imgH="586546" progId="Equation.3">
                  <p:embed/>
                </p:oleObj>
              </mc:Choice>
              <mc:Fallback>
                <p:oleObj name="公式" r:id="rId4" imgW="830549" imgH="586546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7500" y="1201738"/>
                        <a:ext cx="2133600" cy="1524000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2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4583" name="Object 4">
            <a:extLst>
              <a:ext uri="{FF2B5EF4-FFF2-40B4-BE49-F238E27FC236}">
                <a16:creationId xmlns:a16="http://schemas.microsoft.com/office/drawing/2014/main" id="{80AF7765-AE25-946D-E991-95279CC417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38900" y="1235075"/>
          <a:ext cx="2201863" cy="1433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868867" imgH="586546" progId="Equation.3">
                  <p:embed/>
                </p:oleObj>
              </mc:Choice>
              <mc:Fallback>
                <p:oleObj name="公式" r:id="rId6" imgW="868867" imgH="586546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8900" y="1235075"/>
                        <a:ext cx="2201863" cy="1433513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2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4584" name="Text Box 8">
            <a:extLst>
              <a:ext uri="{FF2B5EF4-FFF2-40B4-BE49-F238E27FC236}">
                <a16:creationId xmlns:a16="http://schemas.microsoft.com/office/drawing/2014/main" id="{EB6E6000-9769-5F4A-CC74-B013451128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191000"/>
            <a:ext cx="8915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例</a:t>
            </a:r>
            <a:r>
              <a:rPr kumimoji="1" lang="en-US" altLang="zh-CN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1  </a:t>
            </a:r>
            <a:r>
              <a:rPr kumimoji="1" lang="zh-CN" altLang="en-US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任意三角形的各顶点有一质量为</a:t>
            </a:r>
            <a:r>
              <a:rPr kumimoji="1" lang="en-US" altLang="zh-CN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1" lang="zh-CN" altLang="en-US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的质点，求系统质心</a:t>
            </a:r>
          </a:p>
        </p:txBody>
      </p:sp>
      <p:sp>
        <p:nvSpPr>
          <p:cNvPr id="664585" name="Line 9">
            <a:extLst>
              <a:ext uri="{FF2B5EF4-FFF2-40B4-BE49-F238E27FC236}">
                <a16:creationId xmlns:a16="http://schemas.microsoft.com/office/drawing/2014/main" id="{5D36B9E9-5AA0-F56A-419A-698E80AE6479}"/>
              </a:ext>
            </a:extLst>
          </p:cNvPr>
          <p:cNvSpPr>
            <a:spLocks noChangeShapeType="1"/>
          </p:cNvSpPr>
          <p:nvPr/>
        </p:nvSpPr>
        <p:spPr bwMode="auto">
          <a:xfrm rot="21353315" flipH="1">
            <a:off x="609600" y="5368925"/>
            <a:ext cx="1143000" cy="1066800"/>
          </a:xfrm>
          <a:prstGeom prst="line">
            <a:avLst/>
          </a:prstGeom>
          <a:noFill/>
          <a:ln w="2222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64586" name="Line 10">
            <a:extLst>
              <a:ext uri="{FF2B5EF4-FFF2-40B4-BE49-F238E27FC236}">
                <a16:creationId xmlns:a16="http://schemas.microsoft.com/office/drawing/2014/main" id="{0037332A-D89F-446B-A465-2F143974486E}"/>
              </a:ext>
            </a:extLst>
          </p:cNvPr>
          <p:cNvSpPr>
            <a:spLocks noChangeShapeType="1"/>
          </p:cNvSpPr>
          <p:nvPr/>
        </p:nvSpPr>
        <p:spPr bwMode="auto">
          <a:xfrm rot="-247063">
            <a:off x="1752600" y="5292725"/>
            <a:ext cx="1524000" cy="1219200"/>
          </a:xfrm>
          <a:prstGeom prst="line">
            <a:avLst/>
          </a:prstGeom>
          <a:noFill/>
          <a:ln w="2222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64587" name="Oval 11">
            <a:extLst>
              <a:ext uri="{FF2B5EF4-FFF2-40B4-BE49-F238E27FC236}">
                <a16:creationId xmlns:a16="http://schemas.microsoft.com/office/drawing/2014/main" id="{D4BFE862-EFA6-F804-BFF3-34368339E7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5292725"/>
            <a:ext cx="152400" cy="152400"/>
          </a:xfrm>
          <a:prstGeom prst="ellipse">
            <a:avLst/>
          </a:prstGeom>
          <a:solidFill>
            <a:srgbClr val="FF99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64588" name="Oval 12">
            <a:extLst>
              <a:ext uri="{FF2B5EF4-FFF2-40B4-BE49-F238E27FC236}">
                <a16:creationId xmlns:a16="http://schemas.microsoft.com/office/drawing/2014/main" id="{C121D499-688B-FD81-2B26-DA1FAC1397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6359525"/>
            <a:ext cx="152400" cy="152400"/>
          </a:xfrm>
          <a:prstGeom prst="ellipse">
            <a:avLst/>
          </a:prstGeom>
          <a:solidFill>
            <a:srgbClr val="FF99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64589" name="Oval 13">
            <a:extLst>
              <a:ext uri="{FF2B5EF4-FFF2-40B4-BE49-F238E27FC236}">
                <a16:creationId xmlns:a16="http://schemas.microsoft.com/office/drawing/2014/main" id="{3D10A9FE-09A0-1027-CD70-08B1A4B63C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359525"/>
            <a:ext cx="152400" cy="152400"/>
          </a:xfrm>
          <a:prstGeom prst="ellipse">
            <a:avLst/>
          </a:prstGeom>
          <a:solidFill>
            <a:srgbClr val="FF99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64590" name="Line 14">
            <a:extLst>
              <a:ext uri="{FF2B5EF4-FFF2-40B4-BE49-F238E27FC236}">
                <a16:creationId xmlns:a16="http://schemas.microsoft.com/office/drawing/2014/main" id="{C2CD4D91-2C15-C4A2-2FA3-FD58217EF48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5800" y="4759325"/>
            <a:ext cx="0" cy="1676400"/>
          </a:xfrm>
          <a:prstGeom prst="line">
            <a:avLst/>
          </a:prstGeom>
          <a:noFill/>
          <a:ln w="22225">
            <a:solidFill>
              <a:schemeClr val="bg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64591" name="Text Box 15">
            <a:extLst>
              <a:ext uri="{FF2B5EF4-FFF2-40B4-BE49-F238E27FC236}">
                <a16:creationId xmlns:a16="http://schemas.microsoft.com/office/drawing/2014/main" id="{6CC594BE-5D46-0880-DF8A-CA8D9F93F8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6172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en-US" altLang="zh-CN" i="1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</a:p>
        </p:txBody>
      </p:sp>
      <p:sp>
        <p:nvSpPr>
          <p:cNvPr id="664592" name="Text Box 16">
            <a:extLst>
              <a:ext uri="{FF2B5EF4-FFF2-40B4-BE49-F238E27FC236}">
                <a16:creationId xmlns:a16="http://schemas.microsoft.com/office/drawing/2014/main" id="{D96B0C9A-94F2-983F-DC53-7CCA428D47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925" y="4800600"/>
            <a:ext cx="319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en-US" altLang="zh-CN" i="1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y</a:t>
            </a:r>
            <a:endParaRPr kumimoji="1" lang="en-US" altLang="zh-CN" i="1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64593" name="Text Box 17">
            <a:extLst>
              <a:ext uri="{FF2B5EF4-FFF2-40B4-BE49-F238E27FC236}">
                <a16:creationId xmlns:a16="http://schemas.microsoft.com/office/drawing/2014/main" id="{DA575054-988B-DA2A-0613-5E8F62699D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725" y="6172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en-US" altLang="zh-CN" i="1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o</a:t>
            </a:r>
          </a:p>
        </p:txBody>
      </p:sp>
      <p:sp>
        <p:nvSpPr>
          <p:cNvPr id="664594" name="Text Box 18">
            <a:extLst>
              <a:ext uri="{FF2B5EF4-FFF2-40B4-BE49-F238E27FC236}">
                <a16:creationId xmlns:a16="http://schemas.microsoft.com/office/drawing/2014/main" id="{3DE2048F-A88F-2977-8020-29744DB3C1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7125" y="4800600"/>
            <a:ext cx="15938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zh-CN" altLang="en-US" i="1">
                <a:solidFill>
                  <a:srgbClr val="FFFF99"/>
                </a:solidFill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kumimoji="1" lang="en-US" altLang="zh-CN" i="1">
                <a:solidFill>
                  <a:srgbClr val="FFFF99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en-US" altLang="zh-CN" i="1" baseline="-25000">
                <a:solidFill>
                  <a:srgbClr val="FFFF99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1" lang="zh-CN" altLang="en-US" i="1">
                <a:solidFill>
                  <a:srgbClr val="FFFF99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kumimoji="1" lang="en-US" altLang="zh-CN" i="1">
                <a:solidFill>
                  <a:srgbClr val="FFFF99"/>
                </a:solidFill>
                <a:latin typeface="Times New Roman" panose="02020603050405020304" pitchFamily="18" charset="0"/>
                <a:ea typeface="楷体_GB2312" pitchFamily="49" charset="-122"/>
              </a:rPr>
              <a:t>y</a:t>
            </a:r>
            <a:r>
              <a:rPr kumimoji="1" lang="en-US" altLang="zh-CN" i="1" baseline="-25000">
                <a:solidFill>
                  <a:srgbClr val="FFFF99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1" lang="zh-CN" altLang="en-US" i="1">
                <a:solidFill>
                  <a:srgbClr val="FFFF99"/>
                </a:solidFill>
                <a:latin typeface="Times New Roman" panose="02020603050405020304" pitchFamily="18" charset="0"/>
                <a:ea typeface="楷体_GB2312" pitchFamily="49" charset="-122"/>
              </a:rPr>
              <a:t>）</a:t>
            </a:r>
          </a:p>
        </p:txBody>
      </p:sp>
      <p:sp>
        <p:nvSpPr>
          <p:cNvPr id="664595" name="Text Box 19">
            <a:extLst>
              <a:ext uri="{FF2B5EF4-FFF2-40B4-BE49-F238E27FC236}">
                <a16:creationId xmlns:a16="http://schemas.microsoft.com/office/drawing/2014/main" id="{6842EBCC-F4FB-C2E6-D708-01CA9EF6B2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5791200"/>
            <a:ext cx="539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en-US" altLang="zh-CN" i="1">
                <a:solidFill>
                  <a:srgbClr val="FFFF99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en-US" altLang="zh-CN" i="1" baseline="-25000">
                <a:solidFill>
                  <a:srgbClr val="FFFF99"/>
                </a:solidFill>
                <a:latin typeface="Times New Roman" panose="02020603050405020304" pitchFamily="18" charset="0"/>
                <a:ea typeface="楷体_GB2312" pitchFamily="49" charset="-122"/>
              </a:rPr>
              <a:t>2  </a:t>
            </a:r>
            <a:endParaRPr kumimoji="1" lang="en-US" altLang="zh-CN" i="1">
              <a:solidFill>
                <a:srgbClr val="FFFF9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664596" name="Object 5">
            <a:extLst>
              <a:ext uri="{FF2B5EF4-FFF2-40B4-BE49-F238E27FC236}">
                <a16:creationId xmlns:a16="http://schemas.microsoft.com/office/drawing/2014/main" id="{32400DCD-5B26-6273-61BC-8255206007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76800" y="4662488"/>
          <a:ext cx="2260600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29578" imgH="373574" progId="Equation.3">
                  <p:embed/>
                </p:oleObj>
              </mc:Choice>
              <mc:Fallback>
                <p:oleObj name="Equation" r:id="rId8" imgW="929578" imgH="373574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4662488"/>
                        <a:ext cx="2260600" cy="930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4597" name="Object 6">
            <a:extLst>
              <a:ext uri="{FF2B5EF4-FFF2-40B4-BE49-F238E27FC236}">
                <a16:creationId xmlns:a16="http://schemas.microsoft.com/office/drawing/2014/main" id="{E86406F2-0E48-C420-F119-99C92007A6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76800" y="5638800"/>
          <a:ext cx="2503488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982824" imgH="381055" progId="Equation.3">
                  <p:embed/>
                </p:oleObj>
              </mc:Choice>
              <mc:Fallback>
                <p:oleObj name="公式" r:id="rId10" imgW="982824" imgH="381055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5638800"/>
                        <a:ext cx="2503488" cy="1012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4598" name="Line 22">
            <a:extLst>
              <a:ext uri="{FF2B5EF4-FFF2-40B4-BE49-F238E27FC236}">
                <a16:creationId xmlns:a16="http://schemas.microsoft.com/office/drawing/2014/main" id="{47B479DB-BA08-07BB-846D-7E72A2514BD4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6435725"/>
            <a:ext cx="457200" cy="0"/>
          </a:xfrm>
          <a:prstGeom prst="line">
            <a:avLst/>
          </a:prstGeom>
          <a:noFill/>
          <a:ln w="22225">
            <a:solidFill>
              <a:schemeClr val="bg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64599" name="AutoShape 23">
            <a:extLst>
              <a:ext uri="{FF2B5EF4-FFF2-40B4-BE49-F238E27FC236}">
                <a16:creationId xmlns:a16="http://schemas.microsoft.com/office/drawing/2014/main" id="{98C50257-2658-9C00-7609-0FBFCC040470}"/>
              </a:ext>
            </a:extLst>
          </p:cNvPr>
          <p:cNvSpPr>
            <a:spLocks/>
          </p:cNvSpPr>
          <p:nvPr/>
        </p:nvSpPr>
        <p:spPr bwMode="auto">
          <a:xfrm>
            <a:off x="4572000" y="4800600"/>
            <a:ext cx="228600" cy="1676400"/>
          </a:xfrm>
          <a:prstGeom prst="leftBrace">
            <a:avLst>
              <a:gd name="adj1" fmla="val 61111"/>
              <a:gd name="adj2" fmla="val 50000"/>
            </a:avLst>
          </a:prstGeom>
          <a:noFill/>
          <a:ln w="44450">
            <a:solidFill>
              <a:srgbClr val="FF99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64600" name="Line 24">
            <a:extLst>
              <a:ext uri="{FF2B5EF4-FFF2-40B4-BE49-F238E27FC236}">
                <a16:creationId xmlns:a16="http://schemas.microsoft.com/office/drawing/2014/main" id="{D11AD082-5F80-4FC4-0252-AA87680A7A61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" y="6435725"/>
            <a:ext cx="2667000" cy="0"/>
          </a:xfrm>
          <a:prstGeom prst="line">
            <a:avLst/>
          </a:prstGeom>
          <a:noFill/>
          <a:ln w="2222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664601" name="Object 7">
            <a:extLst>
              <a:ext uri="{FF2B5EF4-FFF2-40B4-BE49-F238E27FC236}">
                <a16:creationId xmlns:a16="http://schemas.microsoft.com/office/drawing/2014/main" id="{61EC8F2E-7EAC-8162-47F1-F54BC898D3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62400" y="5257800"/>
          <a:ext cx="4953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14456" imgH="205989" progId="Equation.3">
                  <p:embed/>
                </p:oleObj>
              </mc:Choice>
              <mc:Fallback>
                <p:oleObj name="Equation" r:id="rId12" imgW="114456" imgH="205989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5257800"/>
                        <a:ext cx="4953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00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4602" name="Text Box 26">
            <a:extLst>
              <a:ext uri="{FF2B5EF4-FFF2-40B4-BE49-F238E27FC236}">
                <a16:creationId xmlns:a16="http://schemas.microsoft.com/office/drawing/2014/main" id="{5C8AC49E-3DA6-74BD-3241-C098C9AA35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657600"/>
            <a:ext cx="8839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zh-CN" altLang="en-US" i="1" u="sng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一般形状对称的匀质物体，其质心位于它的几何对称中心</a:t>
            </a:r>
            <a:endParaRPr kumimoji="1" lang="zh-CN" altLang="en-US">
              <a:solidFill>
                <a:schemeClr val="hlink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664603" name="Object 8">
            <a:extLst>
              <a:ext uri="{FF2B5EF4-FFF2-40B4-BE49-F238E27FC236}">
                <a16:creationId xmlns:a16="http://schemas.microsoft.com/office/drawing/2014/main" id="{E744E896-5E4F-ED3E-97E0-7E07DCCEE11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86600" y="4648200"/>
          <a:ext cx="1385888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563818" imgH="373574" progId="Equation.3">
                  <p:embed/>
                </p:oleObj>
              </mc:Choice>
              <mc:Fallback>
                <p:oleObj name="Equation" r:id="rId14" imgW="563818" imgH="373574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0" y="4648200"/>
                        <a:ext cx="1385888" cy="930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4605" name="Object 9">
            <a:extLst>
              <a:ext uri="{FF2B5EF4-FFF2-40B4-BE49-F238E27FC236}">
                <a16:creationId xmlns:a16="http://schemas.microsoft.com/office/drawing/2014/main" id="{81C35676-6B75-0E5C-92D9-4FE6B9D6A73A}"/>
              </a:ext>
            </a:extLst>
          </p:cNvPr>
          <p:cNvGraphicFramePr>
            <a:graphicFrameLocks/>
          </p:cNvGraphicFramePr>
          <p:nvPr/>
        </p:nvGraphicFramePr>
        <p:xfrm>
          <a:off x="2486025" y="2897188"/>
          <a:ext cx="1198563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310764" imgH="838422" progId="Equation.3">
                  <p:embed/>
                </p:oleObj>
              </mc:Choice>
              <mc:Fallback>
                <p:oleObj name="公式" r:id="rId16" imgW="1310764" imgH="838422" progId="Equation.3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6025" y="2897188"/>
                        <a:ext cx="1198563" cy="777875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2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4606" name="Object 10">
            <a:extLst>
              <a:ext uri="{FF2B5EF4-FFF2-40B4-BE49-F238E27FC236}">
                <a16:creationId xmlns:a16="http://schemas.microsoft.com/office/drawing/2014/main" id="{8B8CA0DE-6F7B-FA0E-D6B8-D7112F0CF463}"/>
              </a:ext>
            </a:extLst>
          </p:cNvPr>
          <p:cNvGraphicFramePr>
            <a:graphicFrameLocks/>
          </p:cNvGraphicFramePr>
          <p:nvPr/>
        </p:nvGraphicFramePr>
        <p:xfrm>
          <a:off x="4037013" y="2897188"/>
          <a:ext cx="1231900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348584" imgH="838422" progId="Equation.3">
                  <p:embed/>
                </p:oleObj>
              </mc:Choice>
              <mc:Fallback>
                <p:oleObj name="公式" r:id="rId18" imgW="1348584" imgH="838422" progId="Equation.3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7013" y="2897188"/>
                        <a:ext cx="1231900" cy="777875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2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4607" name="Object 11">
            <a:extLst>
              <a:ext uri="{FF2B5EF4-FFF2-40B4-BE49-F238E27FC236}">
                <a16:creationId xmlns:a16="http://schemas.microsoft.com/office/drawing/2014/main" id="{133E7029-5970-319D-3A8D-D2C77881B389}"/>
              </a:ext>
            </a:extLst>
          </p:cNvPr>
          <p:cNvGraphicFramePr>
            <a:graphicFrameLocks/>
          </p:cNvGraphicFramePr>
          <p:nvPr/>
        </p:nvGraphicFramePr>
        <p:xfrm>
          <a:off x="5556250" y="2897188"/>
          <a:ext cx="1174750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1287873" imgH="838422" progId="Equation.3">
                  <p:embed/>
                </p:oleObj>
              </mc:Choice>
              <mc:Fallback>
                <p:oleObj name="公式" r:id="rId20" imgW="1287873" imgH="838422" progId="Equation.3">
                  <p:embed/>
                  <p:pic>
                    <p:nvPicPr>
                      <p:cNvPr id="0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6250" y="2897188"/>
                        <a:ext cx="1174750" cy="777875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2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4608" name="Text Box 32">
            <a:extLst>
              <a:ext uri="{FF2B5EF4-FFF2-40B4-BE49-F238E27FC236}">
                <a16:creationId xmlns:a16="http://schemas.microsoft.com/office/drawing/2014/main" id="{9EF986E5-0A77-D414-878A-29DA3B3C02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75" y="1055688"/>
            <a:ext cx="1722438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en-US" altLang="zh-CN">
                <a:solidFill>
                  <a:srgbClr val="FFFF99"/>
                </a:solidFill>
                <a:latin typeface="Times New Roman" panose="02020603050405020304" pitchFamily="18" charset="0"/>
                <a:ea typeface="楷体_GB2312" pitchFamily="49" charset="-122"/>
              </a:rPr>
              <a:t>•  </a:t>
            </a:r>
            <a:r>
              <a:rPr kumimoji="1" lang="zh-CN" altLang="en-US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直角坐</a:t>
            </a:r>
          </a:p>
          <a:p>
            <a:pPr eaLnBrk="1" hangingPunct="1"/>
            <a:r>
              <a:rPr kumimoji="1" lang="zh-CN" altLang="en-US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    标下</a:t>
            </a:r>
            <a:r>
              <a:rPr kumimoji="1" lang="en-US" altLang="zh-CN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endParaRPr kumimoji="1" lang="en-US" altLang="zh-CN">
              <a:solidFill>
                <a:srgbClr val="FFFF9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645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645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" dur="300"/>
                                        <p:tgtEl>
                                          <p:spTgt spid="664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300"/>
                                        <p:tgtEl>
                                          <p:spTgt spid="664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645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645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645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645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645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645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645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6645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645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645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6645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645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64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64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64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300"/>
                                        <p:tgtEl>
                                          <p:spTgt spid="664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300"/>
                                        <p:tgtEl>
                                          <p:spTgt spid="664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4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4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8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4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45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45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4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0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45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45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4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664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664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664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9" dur="500"/>
                                        <p:tgtEl>
                                          <p:spTgt spid="664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5000" fill="hold"/>
                                        <p:tgtEl>
                                          <p:spTgt spid="6646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0" fill="hold"/>
                                        <p:tgtEl>
                                          <p:spTgt spid="6646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4578" grpId="0" autoUpdateAnimBg="0"/>
      <p:bldP spid="664579" grpId="0" autoUpdateAnimBg="0"/>
      <p:bldP spid="664584" grpId="0" autoUpdateAnimBg="0"/>
      <p:bldP spid="664587" grpId="0" animBg="1"/>
      <p:bldP spid="664588" grpId="0" animBg="1"/>
      <p:bldP spid="664589" grpId="0" animBg="1"/>
      <p:bldP spid="664591" grpId="0" build="p" autoUpdateAnimBg="0" advAuto="0"/>
      <p:bldP spid="664592" grpId="0" build="p" autoUpdateAnimBg="0" advAuto="0"/>
      <p:bldP spid="664593" grpId="0" build="p" autoUpdateAnimBg="0" advAuto="0"/>
      <p:bldP spid="664594" grpId="0" build="p" autoUpdateAnimBg="0"/>
      <p:bldP spid="664595" grpId="0" build="p" autoUpdateAnimBg="0" advAuto="0"/>
      <p:bldP spid="664599" grpId="0" animBg="1"/>
      <p:bldP spid="664602" grpId="0" autoUpdateAnimBg="0"/>
      <p:bldP spid="664608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62" name="Text Box 2">
            <a:extLst>
              <a:ext uri="{FF2B5EF4-FFF2-40B4-BE49-F238E27FC236}">
                <a16:creationId xmlns:a16="http://schemas.microsoft.com/office/drawing/2014/main" id="{7EA011A0-45A3-B5CD-8CDF-FA483F4D49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888" y="404813"/>
            <a:ext cx="58213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just"/>
            <a:r>
              <a:rPr lang="zh-CN" altLang="en-US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lang="en-US" altLang="zh-CN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b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已知一半圆环半径为</a:t>
            </a:r>
            <a:r>
              <a:rPr lang="zh-CN" altLang="en-US" i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i="1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，质量为</a:t>
            </a:r>
            <a:r>
              <a:rPr lang="en-US" altLang="zh-CN" i="1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endParaRPr lang="en-US" altLang="zh-CN">
              <a:solidFill>
                <a:srgbClr val="66FF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04163" name="Text Box 3">
            <a:extLst>
              <a:ext uri="{FF2B5EF4-FFF2-40B4-BE49-F238E27FC236}">
                <a16:creationId xmlns:a16="http://schemas.microsoft.com/office/drawing/2014/main" id="{BA91B98D-BAE1-0AC7-0DBA-6E2B901B21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1374775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just"/>
            <a:r>
              <a:rPr lang="zh-CN" altLang="en-US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</a:t>
            </a:r>
            <a:endParaRPr lang="zh-CN" altLang="en-US" b="0">
              <a:solidFill>
                <a:srgbClr val="FFFF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04164" name="Text Box 4">
            <a:extLst>
              <a:ext uri="{FF2B5EF4-FFF2-40B4-BE49-F238E27FC236}">
                <a16:creationId xmlns:a16="http://schemas.microsoft.com/office/drawing/2014/main" id="{B5BB87A4-FF51-D18B-C491-45E63DB267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188" y="1374775"/>
            <a:ext cx="22494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just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建坐标系如图</a:t>
            </a:r>
          </a:p>
        </p:txBody>
      </p:sp>
      <p:sp>
        <p:nvSpPr>
          <p:cNvPr id="604165" name="Line 5">
            <a:extLst>
              <a:ext uri="{FF2B5EF4-FFF2-40B4-BE49-F238E27FC236}">
                <a16:creationId xmlns:a16="http://schemas.microsoft.com/office/drawing/2014/main" id="{CF9C905E-6F8E-F934-0F5C-430DEA66D844}"/>
              </a:ext>
            </a:extLst>
          </p:cNvPr>
          <p:cNvSpPr>
            <a:spLocks noChangeShapeType="1"/>
          </p:cNvSpPr>
          <p:nvPr/>
        </p:nvSpPr>
        <p:spPr bwMode="auto">
          <a:xfrm>
            <a:off x="5918200" y="2924175"/>
            <a:ext cx="2667000" cy="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04166" name="Line 6">
            <a:extLst>
              <a:ext uri="{FF2B5EF4-FFF2-40B4-BE49-F238E27FC236}">
                <a16:creationId xmlns:a16="http://schemas.microsoft.com/office/drawing/2014/main" id="{B20986F6-3BEF-BFC2-C516-A458D48D153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89800" y="1181100"/>
            <a:ext cx="0" cy="198120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04167" name="Text Box 7">
            <a:extLst>
              <a:ext uri="{FF2B5EF4-FFF2-40B4-BE49-F238E27FC236}">
                <a16:creationId xmlns:a16="http://schemas.microsoft.com/office/drawing/2014/main" id="{B6B11453-5F1D-42FE-9818-60E141C0F8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27850" y="1009650"/>
            <a:ext cx="3413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r>
              <a:rPr lang="en-US" altLang="zh-CN" sz="2800" i="1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endParaRPr lang="en-US" altLang="zh-CN" sz="2800" b="0">
              <a:solidFill>
                <a:srgbClr val="FFFF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04168" name="Text Box 8">
            <a:extLst>
              <a:ext uri="{FF2B5EF4-FFF2-40B4-BE49-F238E27FC236}">
                <a16:creationId xmlns:a16="http://schemas.microsoft.com/office/drawing/2014/main" id="{BB0FFE25-A244-6BE9-B635-581137D71D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8975" y="2825750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r>
              <a:rPr lang="en-US" altLang="zh-CN" sz="2800" i="1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endParaRPr lang="en-US" altLang="zh-CN" sz="2800" b="0">
              <a:solidFill>
                <a:srgbClr val="FFFF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04169" name="Text Box 9">
            <a:extLst>
              <a:ext uri="{FF2B5EF4-FFF2-40B4-BE49-F238E27FC236}">
                <a16:creationId xmlns:a16="http://schemas.microsoft.com/office/drawing/2014/main" id="{4315EC1B-E6E1-812A-5BB5-CD5EB83199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6100" y="2870200"/>
            <a:ext cx="441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r>
              <a:rPr lang="en-US" altLang="zh-CN" sz="2800" i="1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</a:t>
            </a:r>
            <a:endParaRPr lang="en-US" altLang="zh-CN" sz="2800" b="0" i="1">
              <a:solidFill>
                <a:srgbClr val="FFFF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04170" name="Arc 10">
            <a:extLst>
              <a:ext uri="{FF2B5EF4-FFF2-40B4-BE49-F238E27FC236}">
                <a16:creationId xmlns:a16="http://schemas.microsoft.com/office/drawing/2014/main" id="{11605D22-CF7C-EAC7-B94D-EC48B964DBA8}"/>
              </a:ext>
            </a:extLst>
          </p:cNvPr>
          <p:cNvSpPr>
            <a:spLocks/>
          </p:cNvSpPr>
          <p:nvPr/>
        </p:nvSpPr>
        <p:spPr bwMode="auto">
          <a:xfrm rot="125594">
            <a:off x="6375400" y="1960563"/>
            <a:ext cx="1827213" cy="984250"/>
          </a:xfrm>
          <a:custGeom>
            <a:avLst/>
            <a:gdLst>
              <a:gd name="G0" fmla="+- 21600 0 0"/>
              <a:gd name="G1" fmla="+- 21600 0 0"/>
              <a:gd name="G2" fmla="+- 21600 0 0"/>
              <a:gd name="T0" fmla="*/ 64 w 43200"/>
              <a:gd name="T1" fmla="*/ 23258 h 23258"/>
              <a:gd name="T2" fmla="*/ 43200 w 43200"/>
              <a:gd name="T3" fmla="*/ 21600 h 23258"/>
              <a:gd name="T4" fmla="*/ 21600 w 43200"/>
              <a:gd name="T5" fmla="*/ 21600 h 232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3200" h="23258" fill="none" extrusionOk="0">
                <a:moveTo>
                  <a:pt x="63" y="23258"/>
                </a:moveTo>
                <a:cubicBezTo>
                  <a:pt x="21" y="22706"/>
                  <a:pt x="0" y="22153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-1"/>
                  <a:pt x="43199" y="9670"/>
                  <a:pt x="43200" y="21599"/>
                </a:cubicBezTo>
              </a:path>
              <a:path w="43200" h="23258" stroke="0" extrusionOk="0">
                <a:moveTo>
                  <a:pt x="63" y="23258"/>
                </a:moveTo>
                <a:cubicBezTo>
                  <a:pt x="21" y="22706"/>
                  <a:pt x="0" y="22153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-1"/>
                  <a:pt x="43199" y="9670"/>
                  <a:pt x="43200" y="21599"/>
                </a:cubicBezTo>
                <a:lnTo>
                  <a:pt x="21600" y="21600"/>
                </a:lnTo>
                <a:close/>
              </a:path>
            </a:pathLst>
          </a:custGeom>
          <a:noFill/>
          <a:ln w="76200">
            <a:solidFill>
              <a:srgbClr val="FFCC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04171" name="Line 11">
            <a:extLst>
              <a:ext uri="{FF2B5EF4-FFF2-40B4-BE49-F238E27FC236}">
                <a16:creationId xmlns:a16="http://schemas.microsoft.com/office/drawing/2014/main" id="{B730AB30-8C64-62CE-EA69-234C3EC7DD8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89800" y="2476500"/>
            <a:ext cx="762000" cy="45720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04172" name="Text Box 12">
            <a:extLst>
              <a:ext uri="{FF2B5EF4-FFF2-40B4-BE49-F238E27FC236}">
                <a16:creationId xmlns:a16="http://schemas.microsoft.com/office/drawing/2014/main" id="{966973BA-B399-3760-CD8A-CC5B4ED2B1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0800" y="2552700"/>
            <a:ext cx="342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just"/>
            <a:r>
              <a:rPr lang="en-US" altLang="zh-CN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</a:t>
            </a:r>
            <a:endParaRPr lang="en-US" altLang="zh-CN" b="0">
              <a:solidFill>
                <a:srgbClr val="FFFF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604173" name="Object 2">
            <a:extLst>
              <a:ext uri="{FF2B5EF4-FFF2-40B4-BE49-F238E27FC236}">
                <a16:creationId xmlns:a16="http://schemas.microsoft.com/office/drawing/2014/main" id="{CDFFF90C-4A38-CEBA-8540-160AD829A294}"/>
              </a:ext>
            </a:extLst>
          </p:cNvPr>
          <p:cNvGraphicFramePr>
            <a:graphicFrameLocks/>
          </p:cNvGraphicFramePr>
          <p:nvPr/>
        </p:nvGraphicFramePr>
        <p:xfrm>
          <a:off x="7997825" y="2044700"/>
          <a:ext cx="468313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449362" imgH="297263" progId="Equation.3">
                  <p:embed/>
                </p:oleObj>
              </mc:Choice>
              <mc:Fallback>
                <p:oleObj name="公式" r:id="rId2" imgW="449362" imgH="297263" progId="Equation.3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97825" y="2044700"/>
                        <a:ext cx="468313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174" name="Line 14">
            <a:extLst>
              <a:ext uri="{FF2B5EF4-FFF2-40B4-BE49-F238E27FC236}">
                <a16:creationId xmlns:a16="http://schemas.microsoft.com/office/drawing/2014/main" id="{6B1D71BA-AA34-1057-2FA2-BE87A4A5E71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89800" y="2247900"/>
            <a:ext cx="533400" cy="685800"/>
          </a:xfrm>
          <a:prstGeom prst="line">
            <a:avLst/>
          </a:prstGeom>
          <a:noFill/>
          <a:ln w="38100">
            <a:solidFill>
              <a:srgbClr val="FFFF00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04175" name="AutoShape 15">
            <a:extLst>
              <a:ext uri="{FF2B5EF4-FFF2-40B4-BE49-F238E27FC236}">
                <a16:creationId xmlns:a16="http://schemas.microsoft.com/office/drawing/2014/main" id="{08D57106-4F76-817B-C70F-BC46FC7E20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0288" y="1268413"/>
            <a:ext cx="457200" cy="609600"/>
          </a:xfrm>
          <a:prstGeom prst="wedgeRectCallout">
            <a:avLst>
              <a:gd name="adj1" fmla="val 17361"/>
              <a:gd name="adj2" fmla="val 157292"/>
            </a:avLst>
          </a:prstGeom>
          <a:noFill/>
          <a:ln w="9525">
            <a:solidFill>
              <a:srgbClr val="66FF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ctr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</a:t>
            </a:r>
            <a:endParaRPr lang="en-US" altLang="zh-CN" b="0" i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604176" name="Object 3">
            <a:extLst>
              <a:ext uri="{FF2B5EF4-FFF2-40B4-BE49-F238E27FC236}">
                <a16:creationId xmlns:a16="http://schemas.microsoft.com/office/drawing/2014/main" id="{8C82A000-4D7E-0B19-24A4-A632647F15FF}"/>
              </a:ext>
            </a:extLst>
          </p:cNvPr>
          <p:cNvGraphicFramePr>
            <a:graphicFrameLocks/>
          </p:cNvGraphicFramePr>
          <p:nvPr/>
        </p:nvGraphicFramePr>
        <p:xfrm>
          <a:off x="873125" y="2016125"/>
          <a:ext cx="1331913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10764" imgH="297263" progId="Equation.3">
                  <p:embed/>
                </p:oleObj>
              </mc:Choice>
              <mc:Fallback>
                <p:oleObj name="Equation" r:id="rId4" imgW="1310764" imgH="297263" progId="Equation.3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3125" y="2016125"/>
                        <a:ext cx="1331913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177" name="Object 4">
            <a:extLst>
              <a:ext uri="{FF2B5EF4-FFF2-40B4-BE49-F238E27FC236}">
                <a16:creationId xmlns:a16="http://schemas.microsoft.com/office/drawing/2014/main" id="{3A70FB3D-6F75-62A8-8504-A51794D556FD}"/>
              </a:ext>
            </a:extLst>
          </p:cNvPr>
          <p:cNvGraphicFramePr>
            <a:graphicFrameLocks/>
          </p:cNvGraphicFramePr>
          <p:nvPr/>
        </p:nvGraphicFramePr>
        <p:xfrm>
          <a:off x="2843213" y="1744663"/>
          <a:ext cx="1987550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973611" imgH="800017" progId="Equation.3">
                  <p:embed/>
                </p:oleObj>
              </mc:Choice>
              <mc:Fallback>
                <p:oleObj name="公式" r:id="rId6" imgW="1973611" imgH="800017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1744663"/>
                        <a:ext cx="1987550" cy="822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178" name="Object 5">
            <a:extLst>
              <a:ext uri="{FF2B5EF4-FFF2-40B4-BE49-F238E27FC236}">
                <a16:creationId xmlns:a16="http://schemas.microsoft.com/office/drawing/2014/main" id="{63FFC05A-5BC9-5CC1-6904-132FE0EDBEA8}"/>
              </a:ext>
            </a:extLst>
          </p:cNvPr>
          <p:cNvGraphicFramePr>
            <a:graphicFrameLocks/>
          </p:cNvGraphicFramePr>
          <p:nvPr/>
        </p:nvGraphicFramePr>
        <p:xfrm>
          <a:off x="909638" y="2667000"/>
          <a:ext cx="3222625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200276" imgH="373574" progId="Equation.3">
                  <p:embed/>
                </p:oleObj>
              </mc:Choice>
              <mc:Fallback>
                <p:oleObj name="公式" r:id="rId8" imgW="3200276" imgH="373574" progId="Equation.3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9638" y="2667000"/>
                        <a:ext cx="3222625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179" name="Object 6">
            <a:extLst>
              <a:ext uri="{FF2B5EF4-FFF2-40B4-BE49-F238E27FC236}">
                <a16:creationId xmlns:a16="http://schemas.microsoft.com/office/drawing/2014/main" id="{01062750-B8F7-9466-1183-8707412627DC}"/>
              </a:ext>
            </a:extLst>
          </p:cNvPr>
          <p:cNvGraphicFramePr>
            <a:graphicFrameLocks/>
          </p:cNvGraphicFramePr>
          <p:nvPr/>
        </p:nvGraphicFramePr>
        <p:xfrm>
          <a:off x="6800850" y="3763963"/>
          <a:ext cx="87788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853440" imgH="411480" progId="Equation.3">
                  <p:embed/>
                </p:oleObj>
              </mc:Choice>
              <mc:Fallback>
                <p:oleObj name="Equation" r:id="rId10" imgW="853440" imgH="411480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0850" y="3763963"/>
                        <a:ext cx="877888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180" name="Object 7">
            <a:extLst>
              <a:ext uri="{FF2B5EF4-FFF2-40B4-BE49-F238E27FC236}">
                <a16:creationId xmlns:a16="http://schemas.microsoft.com/office/drawing/2014/main" id="{B0A6511C-EA25-9484-33DB-336C131A15E1}"/>
              </a:ext>
            </a:extLst>
          </p:cNvPr>
          <p:cNvGraphicFramePr>
            <a:graphicFrameLocks/>
          </p:cNvGraphicFramePr>
          <p:nvPr/>
        </p:nvGraphicFramePr>
        <p:xfrm>
          <a:off x="785813" y="3135313"/>
          <a:ext cx="5284787" cy="1225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5272916" imgH="1196534" progId="Equation.3">
                  <p:embed/>
                </p:oleObj>
              </mc:Choice>
              <mc:Fallback>
                <p:oleObj name="公式" r:id="rId12" imgW="5272916" imgH="1196534" progId="Equation.3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813" y="3135313"/>
                        <a:ext cx="5284787" cy="1225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181" name="Text Box 21">
            <a:extLst>
              <a:ext uri="{FF2B5EF4-FFF2-40B4-BE49-F238E27FC236}">
                <a16:creationId xmlns:a16="http://schemas.microsoft.com/office/drawing/2014/main" id="{BFFF5077-4440-0DDB-B371-241714559D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0375" y="1333500"/>
            <a:ext cx="144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取</a:t>
            </a:r>
            <a:r>
              <a:rPr lang="zh-CN" altLang="en-US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b="0">
                <a:solidFill>
                  <a:srgbClr val="FFCC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sz="2800" b="0" i="1">
                <a:solidFill>
                  <a:srgbClr val="FFCC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</a:p>
        </p:txBody>
      </p:sp>
      <p:sp>
        <p:nvSpPr>
          <p:cNvPr id="604182" name="AutoShape 22">
            <a:extLst>
              <a:ext uri="{FF2B5EF4-FFF2-40B4-BE49-F238E27FC236}">
                <a16:creationId xmlns:a16="http://schemas.microsoft.com/office/drawing/2014/main" id="{72FB68D8-6A3C-986A-8C71-8DBF1939E5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9400" y="1450975"/>
            <a:ext cx="609600" cy="304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CCFF"/>
          </a:solidFill>
          <a:ln w="9525">
            <a:solidFill>
              <a:srgbClr val="FFCC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04183" name="Text Box 23">
            <a:extLst>
              <a:ext uri="{FF2B5EF4-FFF2-40B4-BE49-F238E27FC236}">
                <a16:creationId xmlns:a16="http://schemas.microsoft.com/office/drawing/2014/main" id="{DEB17E2B-4B7D-1F57-863C-777E954D5D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7450" y="1292225"/>
            <a:ext cx="1828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r>
              <a:rPr lang="en-US" altLang="zh-CN" sz="2800" b="0">
                <a:solidFill>
                  <a:srgbClr val="FFCC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sz="2800" b="0" i="1">
                <a:solidFill>
                  <a:srgbClr val="FFCC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 = </a:t>
            </a:r>
            <a:r>
              <a:rPr lang="en-US" altLang="zh-CN" sz="2800" b="0" i="1">
                <a:solidFill>
                  <a:srgbClr val="FFCC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</a:t>
            </a:r>
            <a:r>
              <a:rPr lang="en-US" altLang="zh-CN" sz="2800" b="0" i="1">
                <a:solidFill>
                  <a:srgbClr val="FFCC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b="0">
                <a:solidFill>
                  <a:srgbClr val="FFCC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sz="2800" b="0" i="1">
                <a:solidFill>
                  <a:srgbClr val="FFCC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endParaRPr lang="en-US" altLang="zh-CN" b="0" i="1">
              <a:solidFill>
                <a:srgbClr val="FFCC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04184" name="AutoShape 24">
            <a:extLst>
              <a:ext uri="{FF2B5EF4-FFF2-40B4-BE49-F238E27FC236}">
                <a16:creationId xmlns:a16="http://schemas.microsoft.com/office/drawing/2014/main" id="{C26FF8FE-0B61-0BC2-7F0D-BF6299D7E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8775" y="4437063"/>
            <a:ext cx="1463675" cy="431800"/>
          </a:xfrm>
          <a:prstGeom prst="wedgeRoundRectCallout">
            <a:avLst>
              <a:gd name="adj1" fmla="val -23208"/>
              <a:gd name="adj2" fmla="val -109926"/>
              <a:gd name="adj3" fmla="val 16667"/>
            </a:avLst>
          </a:prstGeom>
          <a:noFill/>
          <a:ln w="9525">
            <a:solidFill>
              <a:srgbClr val="66FF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ctr"/>
            <a:r>
              <a:rPr lang="zh-CN" altLang="en-US" sz="2000">
                <a:latin typeface="Times New Roman" panose="02020603050405020304" pitchFamily="18" charset="0"/>
                <a:ea typeface="楷体_GB2312" pitchFamily="49" charset="-122"/>
              </a:rPr>
              <a:t>几何对称性</a:t>
            </a:r>
          </a:p>
        </p:txBody>
      </p:sp>
      <p:sp>
        <p:nvSpPr>
          <p:cNvPr id="604185" name="Text Box 25">
            <a:extLst>
              <a:ext uri="{FF2B5EF4-FFF2-40B4-BE49-F238E27FC236}">
                <a16:creationId xmlns:a16="http://schemas.microsoft.com/office/drawing/2014/main" id="{379A9774-1DF8-871D-B09E-DF02F22ADC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4567238"/>
            <a:ext cx="5156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r>
              <a:rPr lang="en-US" altLang="zh-CN">
                <a:latin typeface="Times New Roman" panose="02020603050405020304" pitchFamily="18" charset="0"/>
                <a:ea typeface="楷体_GB2312" pitchFamily="49" charset="-122"/>
              </a:rPr>
              <a:t>(1)</a:t>
            </a:r>
            <a:r>
              <a:rPr lang="en-US" altLang="zh-CN" i="1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>
                <a:latin typeface="楷体_GB2312" pitchFamily="49" charset="-122"/>
                <a:ea typeface="楷体_GB2312" pitchFamily="49" charset="-122"/>
              </a:rPr>
              <a:t>弯曲铁丝的质心并不在铁丝上</a:t>
            </a:r>
          </a:p>
        </p:txBody>
      </p:sp>
      <p:sp>
        <p:nvSpPr>
          <p:cNvPr id="604186" name="Text Box 26">
            <a:extLst>
              <a:ext uri="{FF2B5EF4-FFF2-40B4-BE49-F238E27FC236}">
                <a16:creationId xmlns:a16="http://schemas.microsoft.com/office/drawing/2014/main" id="{E4D1B251-2CF0-B2FA-5A1A-7FAE3559AD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4613" y="5005388"/>
            <a:ext cx="7799387" cy="199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82800" bIns="82800">
            <a:spAutoFit/>
          </a:bodyPr>
          <a:lstStyle>
            <a:lvl1pPr marL="444500" indent="-4445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just">
              <a:lnSpc>
                <a:spcPct val="125000"/>
              </a:lnSpc>
            </a:pPr>
            <a:r>
              <a:rPr lang="en-US" altLang="zh-CN">
                <a:latin typeface="Times New Roman" panose="02020603050405020304" pitchFamily="18" charset="0"/>
                <a:ea typeface="楷体_GB2312" pitchFamily="49" charset="-122"/>
              </a:rPr>
              <a:t>(2) </a:t>
            </a:r>
            <a:r>
              <a:rPr lang="zh-CN" altLang="en-US">
                <a:latin typeface="Times New Roman" panose="02020603050405020304" pitchFamily="18" charset="0"/>
                <a:ea typeface="楷体_GB2312" pitchFamily="49" charset="-122"/>
              </a:rPr>
              <a:t>注意质心与重心的区别：质心位置只决定于质点系的质量分布情况，与其它因素无关；重心是作用在物体</a:t>
            </a:r>
          </a:p>
          <a:p>
            <a:pPr algn="just">
              <a:lnSpc>
                <a:spcPct val="125000"/>
              </a:lnSpc>
            </a:pPr>
            <a:r>
              <a:rPr lang="zh-CN" altLang="en-US">
                <a:latin typeface="Times New Roman" panose="02020603050405020304" pitchFamily="18" charset="0"/>
                <a:ea typeface="楷体_GB2312" pitchFamily="49" charset="-122"/>
              </a:rPr>
              <a:t>      上各部分重力的合力的作用点</a:t>
            </a:r>
          </a:p>
          <a:p>
            <a:pPr algn="just">
              <a:lnSpc>
                <a:spcPct val="125000"/>
              </a:lnSpc>
            </a:pPr>
            <a:endParaRPr lang="en-US" altLang="zh-CN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04187" name="Text Box 27">
            <a:extLst>
              <a:ext uri="{FF2B5EF4-FFF2-40B4-BE49-F238E27FC236}">
                <a16:creationId xmlns:a16="http://schemas.microsoft.com/office/drawing/2014/main" id="{3716DD21-3DBB-225A-D07D-10798CFB7C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938" y="4413250"/>
            <a:ext cx="1184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ctr" eaLnBrk="1" hangingPunct="1"/>
            <a:r>
              <a:rPr kumimoji="1" lang="zh-CN" altLang="en-US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说明</a:t>
            </a:r>
          </a:p>
        </p:txBody>
      </p:sp>
      <p:sp>
        <p:nvSpPr>
          <p:cNvPr id="604188" name="Text Box 28">
            <a:extLst>
              <a:ext uri="{FF2B5EF4-FFF2-40B4-BE49-F238E27FC236}">
                <a16:creationId xmlns:a16="http://schemas.microsoft.com/office/drawing/2014/main" id="{0E0C9B32-5EAC-4EDC-8FB3-EFD3D68459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713" y="835025"/>
            <a:ext cx="4664075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82800" bIns="82800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just">
              <a:spcBef>
                <a:spcPct val="50000"/>
              </a:spcBef>
            </a:pPr>
            <a:r>
              <a:rPr lang="zh-CN" altLang="en-US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求 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 它的</a:t>
            </a:r>
            <a:r>
              <a:rPr lang="zh-CN" altLang="en-US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质心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位置</a:t>
            </a:r>
          </a:p>
        </p:txBody>
      </p:sp>
      <p:sp>
        <p:nvSpPr>
          <p:cNvPr id="604189" name="AutoShape 29">
            <a:extLst>
              <a:ext uri="{FF2B5EF4-FFF2-40B4-BE49-F238E27FC236}">
                <a16:creationId xmlns:a16="http://schemas.microsoft.com/office/drawing/2014/main" id="{30235D5F-B4B9-51DE-2A83-ED2F239F40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138" y="4324350"/>
            <a:ext cx="360362" cy="576263"/>
          </a:xfrm>
          <a:prstGeom prst="star4">
            <a:avLst>
              <a:gd name="adj" fmla="val 18519"/>
            </a:avLst>
          </a:prstGeom>
          <a:gradFill rotWithShape="0">
            <a:gsLst>
              <a:gs pos="0">
                <a:srgbClr val="99FF99"/>
              </a:gs>
              <a:gs pos="100000">
                <a:srgbClr val="99FF99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04190" name="Arc 30">
            <a:extLst>
              <a:ext uri="{FF2B5EF4-FFF2-40B4-BE49-F238E27FC236}">
                <a16:creationId xmlns:a16="http://schemas.microsoft.com/office/drawing/2014/main" id="{F86E0D39-7862-98BB-2195-791B164EF907}"/>
              </a:ext>
            </a:extLst>
          </p:cNvPr>
          <p:cNvSpPr>
            <a:spLocks/>
          </p:cNvSpPr>
          <p:nvPr/>
        </p:nvSpPr>
        <p:spPr bwMode="auto">
          <a:xfrm rot="-2806069">
            <a:off x="7115969" y="2663032"/>
            <a:ext cx="622300" cy="474662"/>
          </a:xfrm>
          <a:custGeom>
            <a:avLst/>
            <a:gdLst>
              <a:gd name="G0" fmla="+- 0 0 0"/>
              <a:gd name="G1" fmla="+- 0 0 0"/>
              <a:gd name="G2" fmla="+- 21600 0 0"/>
              <a:gd name="T0" fmla="*/ 19584 w 19584"/>
              <a:gd name="T1" fmla="*/ 9111 h 14968"/>
              <a:gd name="T2" fmla="*/ 15573 w 19584"/>
              <a:gd name="T3" fmla="*/ 14968 h 14968"/>
              <a:gd name="T4" fmla="*/ 0 w 19584"/>
              <a:gd name="T5" fmla="*/ 0 h 14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584" h="14968" fill="none" extrusionOk="0">
                <a:moveTo>
                  <a:pt x="19584" y="9111"/>
                </a:moveTo>
                <a:cubicBezTo>
                  <a:pt x="18579" y="11271"/>
                  <a:pt x="17223" y="13250"/>
                  <a:pt x="15573" y="14968"/>
                </a:cubicBezTo>
              </a:path>
              <a:path w="19584" h="14968" stroke="0" extrusionOk="0">
                <a:moveTo>
                  <a:pt x="19584" y="9111"/>
                </a:moveTo>
                <a:cubicBezTo>
                  <a:pt x="18579" y="11271"/>
                  <a:pt x="17223" y="13250"/>
                  <a:pt x="15573" y="14968"/>
                </a:cubicBez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FFFF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04191" name="Arc 31">
            <a:extLst>
              <a:ext uri="{FF2B5EF4-FFF2-40B4-BE49-F238E27FC236}">
                <a16:creationId xmlns:a16="http://schemas.microsoft.com/office/drawing/2014/main" id="{29C7C285-B98D-4353-5C15-D3B091C95A29}"/>
              </a:ext>
            </a:extLst>
          </p:cNvPr>
          <p:cNvSpPr>
            <a:spLocks/>
          </p:cNvSpPr>
          <p:nvPr/>
        </p:nvSpPr>
        <p:spPr bwMode="auto">
          <a:xfrm rot="-4553798">
            <a:off x="7154863" y="2532062"/>
            <a:ext cx="596900" cy="492125"/>
          </a:xfrm>
          <a:custGeom>
            <a:avLst/>
            <a:gdLst>
              <a:gd name="G0" fmla="+- 0 0 0"/>
              <a:gd name="G1" fmla="+- 0 0 0"/>
              <a:gd name="G2" fmla="+- 21600 0 0"/>
              <a:gd name="T0" fmla="*/ 18811 w 18811"/>
              <a:gd name="T1" fmla="*/ 10616 h 15519"/>
              <a:gd name="T2" fmla="*/ 15024 w 18811"/>
              <a:gd name="T3" fmla="*/ 15519 h 15519"/>
              <a:gd name="T4" fmla="*/ 0 w 18811"/>
              <a:gd name="T5" fmla="*/ 0 h 155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8811" h="15519" fill="none" extrusionOk="0">
                <a:moveTo>
                  <a:pt x="18811" y="10616"/>
                </a:moveTo>
                <a:cubicBezTo>
                  <a:pt x="17790" y="12423"/>
                  <a:pt x="16515" y="14075"/>
                  <a:pt x="15024" y="15519"/>
                </a:cubicBezTo>
              </a:path>
              <a:path w="18811" h="15519" stroke="0" extrusionOk="0">
                <a:moveTo>
                  <a:pt x="18811" y="10616"/>
                </a:moveTo>
                <a:cubicBezTo>
                  <a:pt x="17790" y="12423"/>
                  <a:pt x="16515" y="14075"/>
                  <a:pt x="15024" y="15519"/>
                </a:cubicBez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FFFF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04192" name="Arc 32">
            <a:extLst>
              <a:ext uri="{FF2B5EF4-FFF2-40B4-BE49-F238E27FC236}">
                <a16:creationId xmlns:a16="http://schemas.microsoft.com/office/drawing/2014/main" id="{B0AB7743-F9D9-3886-0D39-3DFCEBEF01F4}"/>
              </a:ext>
            </a:extLst>
          </p:cNvPr>
          <p:cNvSpPr>
            <a:spLocks/>
          </p:cNvSpPr>
          <p:nvPr/>
        </p:nvSpPr>
        <p:spPr bwMode="auto">
          <a:xfrm rot="16200000">
            <a:off x="7495382" y="2132806"/>
            <a:ext cx="541338" cy="638175"/>
          </a:xfrm>
          <a:custGeom>
            <a:avLst/>
            <a:gdLst>
              <a:gd name="G0" fmla="+- 0 0 0"/>
              <a:gd name="G1" fmla="+- 0 0 0"/>
              <a:gd name="G2" fmla="+- 21600 0 0"/>
              <a:gd name="T0" fmla="*/ 17043 w 17043"/>
              <a:gd name="T1" fmla="*/ 13271 h 20130"/>
              <a:gd name="T2" fmla="*/ 7833 w 17043"/>
              <a:gd name="T3" fmla="*/ 20130 h 20130"/>
              <a:gd name="T4" fmla="*/ 0 w 17043"/>
              <a:gd name="T5" fmla="*/ 0 h 201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7043" h="20130" fill="none" extrusionOk="0">
                <a:moveTo>
                  <a:pt x="17042" y="13270"/>
                </a:moveTo>
                <a:cubicBezTo>
                  <a:pt x="14647" y="16346"/>
                  <a:pt x="11465" y="18716"/>
                  <a:pt x="7832" y="20129"/>
                </a:cubicBezTo>
              </a:path>
              <a:path w="17043" h="20130" stroke="0" extrusionOk="0">
                <a:moveTo>
                  <a:pt x="17042" y="13270"/>
                </a:moveTo>
                <a:cubicBezTo>
                  <a:pt x="14647" y="16346"/>
                  <a:pt x="11465" y="18716"/>
                  <a:pt x="7832" y="20129"/>
                </a:cubicBezTo>
                <a:lnTo>
                  <a:pt x="0" y="0"/>
                </a:lnTo>
                <a:close/>
              </a:path>
            </a:pathLst>
          </a:custGeom>
          <a:noFill/>
          <a:ln w="76200">
            <a:solidFill>
              <a:srgbClr val="FF33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04193" name="Picture 33" descr="j0293240">
            <a:extLst>
              <a:ext uri="{FF2B5EF4-FFF2-40B4-BE49-F238E27FC236}">
                <a16:creationId xmlns:a16="http://schemas.microsoft.com/office/drawing/2014/main" id="{54DA929C-7934-1C96-4EAE-7382C2073B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9325" y="6381750"/>
            <a:ext cx="611188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04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04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04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04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04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04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604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604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04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604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604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604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604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604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604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604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604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604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604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604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604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604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604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604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604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604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604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6041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6041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6" dur="1000"/>
                                        <p:tgtEl>
                                          <p:spTgt spid="604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604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604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604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 nodeType="clickPar">
                      <p:stCondLst>
                        <p:cond delay="indefinite"/>
                      </p:stCondLst>
                      <p:childTnLst>
                        <p:par>
                          <p:cTn id="1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6041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6041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162" grpId="0" autoUpdateAnimBg="0"/>
      <p:bldP spid="604163" grpId="0" autoUpdateAnimBg="0"/>
      <p:bldP spid="604164" grpId="0" autoUpdateAnimBg="0"/>
      <p:bldP spid="604167" grpId="0" autoUpdateAnimBg="0"/>
      <p:bldP spid="604168" grpId="0" autoUpdateAnimBg="0"/>
      <p:bldP spid="604172" grpId="0" autoUpdateAnimBg="0"/>
      <p:bldP spid="604175" grpId="0" animBg="1" autoUpdateAnimBg="0"/>
      <p:bldP spid="604181" grpId="0" autoUpdateAnimBg="0"/>
      <p:bldP spid="604182" grpId="0" animBg="1"/>
      <p:bldP spid="604183" grpId="0" autoUpdateAnimBg="0"/>
      <p:bldP spid="604184" grpId="0" animBg="1" autoUpdateAnimBg="0"/>
      <p:bldP spid="604185" grpId="0"/>
      <p:bldP spid="604186" grpId="0"/>
      <p:bldP spid="604187" grpId="0"/>
      <p:bldP spid="604188" grpId="0"/>
      <p:bldP spid="60418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186" name="Text Box 2">
            <a:extLst>
              <a:ext uri="{FF2B5EF4-FFF2-40B4-BE49-F238E27FC236}">
                <a16:creationId xmlns:a16="http://schemas.microsoft.com/office/drawing/2014/main" id="{57A60E9D-88BA-2C9B-17B3-3C32EFDB50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563" y="404813"/>
            <a:ext cx="4876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r>
              <a:rPr lang="zh-CN" altLang="en-US" sz="2800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二</a:t>
            </a:r>
            <a:r>
              <a:rPr lang="en-US" altLang="zh-CN" sz="280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 </a:t>
            </a:r>
            <a:r>
              <a:rPr lang="zh-CN" altLang="en-US" sz="2800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质心运动定理</a:t>
            </a:r>
          </a:p>
        </p:txBody>
      </p:sp>
      <p:sp>
        <p:nvSpPr>
          <p:cNvPr id="605187" name="Rectangle 3">
            <a:extLst>
              <a:ext uri="{FF2B5EF4-FFF2-40B4-BE49-F238E27FC236}">
                <a16:creationId xmlns:a16="http://schemas.microsoft.com/office/drawing/2014/main" id="{8393F8B8-E505-26C1-4CFD-C23DC90110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4738" y="1171575"/>
            <a:ext cx="1911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质心的速度</a:t>
            </a:r>
          </a:p>
        </p:txBody>
      </p:sp>
      <p:graphicFrame>
        <p:nvGraphicFramePr>
          <p:cNvPr id="605188" name="Object 2">
            <a:extLst>
              <a:ext uri="{FF2B5EF4-FFF2-40B4-BE49-F238E27FC236}">
                <a16:creationId xmlns:a16="http://schemas.microsoft.com/office/drawing/2014/main" id="{433C063E-7273-7B2E-F557-D1DFBC8539C7}"/>
              </a:ext>
            </a:extLst>
          </p:cNvPr>
          <p:cNvGraphicFramePr>
            <a:graphicFrameLocks/>
          </p:cNvGraphicFramePr>
          <p:nvPr/>
        </p:nvGraphicFramePr>
        <p:xfrm>
          <a:off x="2957513" y="568325"/>
          <a:ext cx="4111625" cy="1231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4106962" imgH="1211497" progId="Equation.3">
                  <p:embed/>
                </p:oleObj>
              </mc:Choice>
              <mc:Fallback>
                <p:oleObj name="公式" r:id="rId2" imgW="4106962" imgH="1211497" progId="Equation.3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7513" y="568325"/>
                        <a:ext cx="4111625" cy="1231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5189" name="Object 3">
            <a:extLst>
              <a:ext uri="{FF2B5EF4-FFF2-40B4-BE49-F238E27FC236}">
                <a16:creationId xmlns:a16="http://schemas.microsoft.com/office/drawing/2014/main" id="{82C2D6B2-ACE6-A99A-974E-4B2FCC62DE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56438" y="927100"/>
          <a:ext cx="1444625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05716" imgH="876328" progId="Equation.3">
                  <p:embed/>
                </p:oleObj>
              </mc:Choice>
              <mc:Fallback>
                <p:oleObj name="Equation" r:id="rId4" imgW="1005716" imgH="876328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56438" y="927100"/>
                        <a:ext cx="1444625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5190" name="Object 4">
            <a:extLst>
              <a:ext uri="{FF2B5EF4-FFF2-40B4-BE49-F238E27FC236}">
                <a16:creationId xmlns:a16="http://schemas.microsoft.com/office/drawing/2014/main" id="{732FE984-F363-8934-5C4F-E550B918B273}"/>
              </a:ext>
            </a:extLst>
          </p:cNvPr>
          <p:cNvGraphicFramePr>
            <a:graphicFrameLocks/>
          </p:cNvGraphicFramePr>
          <p:nvPr/>
        </p:nvGraphicFramePr>
        <p:xfrm>
          <a:off x="752475" y="1819275"/>
          <a:ext cx="1223963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196309" imgH="449386" progId="Equation.3">
                  <p:embed/>
                </p:oleObj>
              </mc:Choice>
              <mc:Fallback>
                <p:oleObj name="公式" r:id="rId6" imgW="1196309" imgH="449386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475" y="1819275"/>
                        <a:ext cx="1223963" cy="47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5191" name="Rectangle 7">
            <a:extLst>
              <a:ext uri="{FF2B5EF4-FFF2-40B4-BE49-F238E27FC236}">
                <a16:creationId xmlns:a16="http://schemas.microsoft.com/office/drawing/2014/main" id="{3F31DFA0-74D5-A64B-BC68-601AC712CA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3263" y="1868488"/>
            <a:ext cx="5349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——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质点系的总动量等于质心的动量</a:t>
            </a:r>
          </a:p>
        </p:txBody>
      </p:sp>
      <p:sp>
        <p:nvSpPr>
          <p:cNvPr id="605192" name="Rectangle 8">
            <a:extLst>
              <a:ext uri="{FF2B5EF4-FFF2-40B4-BE49-F238E27FC236}">
                <a16:creationId xmlns:a16="http://schemas.microsoft.com/office/drawing/2014/main" id="{09FABA7D-75E9-CE00-0FE0-55FCD11358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4263" y="2501900"/>
            <a:ext cx="42433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质心的加速度和动力学规律</a:t>
            </a:r>
          </a:p>
        </p:txBody>
      </p:sp>
      <p:graphicFrame>
        <p:nvGraphicFramePr>
          <p:cNvPr id="605193" name="Object 5">
            <a:extLst>
              <a:ext uri="{FF2B5EF4-FFF2-40B4-BE49-F238E27FC236}">
                <a16:creationId xmlns:a16="http://schemas.microsoft.com/office/drawing/2014/main" id="{C740BE4C-A7FE-0A21-5614-B4213E1ED856}"/>
              </a:ext>
            </a:extLst>
          </p:cNvPr>
          <p:cNvGraphicFramePr>
            <a:graphicFrameLocks/>
          </p:cNvGraphicFramePr>
          <p:nvPr/>
        </p:nvGraphicFramePr>
        <p:xfrm>
          <a:off x="884238" y="3105150"/>
          <a:ext cx="1255712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234627" imgH="800017" progId="Equation.3">
                  <p:embed/>
                </p:oleObj>
              </mc:Choice>
              <mc:Fallback>
                <p:oleObj name="公式" r:id="rId8" imgW="1234627" imgH="800017" progId="Equation.3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4238" y="3105150"/>
                        <a:ext cx="1255712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5194" name="AutoShape 10">
            <a:extLst>
              <a:ext uri="{FF2B5EF4-FFF2-40B4-BE49-F238E27FC236}">
                <a16:creationId xmlns:a16="http://schemas.microsoft.com/office/drawing/2014/main" id="{20BA14C0-7EC1-CFE9-D6A9-FD8FA1A483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3429000"/>
            <a:ext cx="647700" cy="287338"/>
          </a:xfrm>
          <a:prstGeom prst="rightArrow">
            <a:avLst>
              <a:gd name="adj1" fmla="val 50000"/>
              <a:gd name="adj2" fmla="val 56353"/>
            </a:avLst>
          </a:prstGeom>
          <a:solidFill>
            <a:srgbClr val="FFCCFF"/>
          </a:solidFill>
          <a:ln w="9525">
            <a:solidFill>
              <a:srgbClr val="FFCC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605195" name="Object 6">
            <a:extLst>
              <a:ext uri="{FF2B5EF4-FFF2-40B4-BE49-F238E27FC236}">
                <a16:creationId xmlns:a16="http://schemas.microsoft.com/office/drawing/2014/main" id="{5F5317D2-0C58-8080-F692-521E3F0C311F}"/>
              </a:ext>
            </a:extLst>
          </p:cNvPr>
          <p:cNvGraphicFramePr>
            <a:graphicFrameLocks/>
          </p:cNvGraphicFramePr>
          <p:nvPr/>
        </p:nvGraphicFramePr>
        <p:xfrm>
          <a:off x="2916238" y="3195638"/>
          <a:ext cx="942975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914649" imgH="723706" progId="Equation.3">
                  <p:embed/>
                </p:oleObj>
              </mc:Choice>
              <mc:Fallback>
                <p:oleObj name="公式" r:id="rId10" imgW="914649" imgH="723706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3195638"/>
                        <a:ext cx="942975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5199" name="Rectangle 15">
            <a:extLst>
              <a:ext uri="{FF2B5EF4-FFF2-40B4-BE49-F238E27FC236}">
                <a16:creationId xmlns:a16="http://schemas.microsoft.com/office/drawing/2014/main" id="{F0CA1764-48EA-5B68-B6A3-2D12662CA7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013" y="1071563"/>
            <a:ext cx="3619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ctr" eaLnBrk="1" hangingPunct="1"/>
            <a:r>
              <a:rPr kumimoji="1" lang="en-US" altLang="zh-CN" sz="4000">
                <a:solidFill>
                  <a:srgbClr val="FFFF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•</a:t>
            </a:r>
          </a:p>
        </p:txBody>
      </p:sp>
      <p:sp>
        <p:nvSpPr>
          <p:cNvPr id="605200" name="Rectangle 16">
            <a:extLst>
              <a:ext uri="{FF2B5EF4-FFF2-40B4-BE49-F238E27FC236}">
                <a16:creationId xmlns:a16="http://schemas.microsoft.com/office/drawing/2014/main" id="{CBA42ECA-FF39-355E-9DFC-49CD4C1378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013" y="2366963"/>
            <a:ext cx="3619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ctr" eaLnBrk="1" hangingPunct="1"/>
            <a:r>
              <a:rPr kumimoji="1" lang="en-US" altLang="zh-CN" sz="4000">
                <a:solidFill>
                  <a:srgbClr val="FFFF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•</a:t>
            </a:r>
          </a:p>
        </p:txBody>
      </p:sp>
      <p:sp>
        <p:nvSpPr>
          <p:cNvPr id="605201" name="Text Box 17">
            <a:extLst>
              <a:ext uri="{FF2B5EF4-FFF2-40B4-BE49-F238E27FC236}">
                <a16:creationId xmlns:a16="http://schemas.microsoft.com/office/drawing/2014/main" id="{F9E61651-9DB8-A0F6-DC4C-812292B5F3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8500" y="3355975"/>
            <a:ext cx="24495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>
                <a:latin typeface="Arial" panose="020B0604020202020204" pitchFamily="34" charset="0"/>
                <a:ea typeface="楷体_GB2312" pitchFamily="49" charset="-122"/>
              </a:rPr>
              <a:t>（质心运动定理）</a:t>
            </a:r>
          </a:p>
        </p:txBody>
      </p:sp>
      <p:graphicFrame>
        <p:nvGraphicFramePr>
          <p:cNvPr id="605204" name="Object 7">
            <a:extLst>
              <a:ext uri="{FF2B5EF4-FFF2-40B4-BE49-F238E27FC236}">
                <a16:creationId xmlns:a16="http://schemas.microsoft.com/office/drawing/2014/main" id="{E622C4CE-FB5E-B2D8-A633-766B07D81654}"/>
              </a:ext>
            </a:extLst>
          </p:cNvPr>
          <p:cNvGraphicFramePr>
            <a:graphicFrameLocks noGrp="1" noChangeAspect="1"/>
          </p:cNvGraphicFramePr>
          <p:nvPr>
            <p:ph/>
          </p:nvPr>
        </p:nvGraphicFramePr>
        <p:xfrm>
          <a:off x="7324725" y="1962150"/>
          <a:ext cx="1403350" cy="1147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371476" imgH="1120223" progId="Equation.3">
                  <p:embed/>
                </p:oleObj>
              </mc:Choice>
              <mc:Fallback>
                <p:oleObj name="公式" r:id="rId12" imgW="1371476" imgH="1120223" progId="Equation.3">
                  <p:embed/>
                  <p:pic>
                    <p:nvPicPr>
                      <p:cNvPr id="0" name="Object 7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24725" y="1962150"/>
                        <a:ext cx="1403350" cy="1147763"/>
                      </a:xfrm>
                      <a:prstGeom prst="rect">
                        <a:avLst/>
                      </a:prstGeom>
                      <a:solidFill>
                        <a:srgbClr val="002F5E"/>
                      </a:solidFill>
                      <a:ln w="25400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5205" name="Object 8">
            <a:extLst>
              <a:ext uri="{FF2B5EF4-FFF2-40B4-BE49-F238E27FC236}">
                <a16:creationId xmlns:a16="http://schemas.microsoft.com/office/drawing/2014/main" id="{DD4284EA-F83E-5E3D-3260-C12623C37522}"/>
              </a:ext>
            </a:extLst>
          </p:cNvPr>
          <p:cNvGraphicFramePr>
            <a:graphicFrameLocks/>
          </p:cNvGraphicFramePr>
          <p:nvPr/>
        </p:nvGraphicFramePr>
        <p:xfrm>
          <a:off x="6122988" y="3789363"/>
          <a:ext cx="2446337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415509" imgH="602008" progId="Equation.3">
                  <p:embed/>
                </p:oleObj>
              </mc:Choice>
              <mc:Fallback>
                <p:oleObj name="公式" r:id="rId14" imgW="2415509" imgH="602008" progId="Equation.3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2988" y="3789363"/>
                        <a:ext cx="2446337" cy="619125"/>
                      </a:xfrm>
                      <a:prstGeom prst="rect">
                        <a:avLst/>
                      </a:prstGeom>
                      <a:solidFill>
                        <a:srgbClr val="002F5E"/>
                      </a:solidFill>
                      <a:ln w="19050">
                        <a:solidFill>
                          <a:srgbClr val="66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5206" name="Object 9">
            <a:extLst>
              <a:ext uri="{FF2B5EF4-FFF2-40B4-BE49-F238E27FC236}">
                <a16:creationId xmlns:a16="http://schemas.microsoft.com/office/drawing/2014/main" id="{BC443000-7D8C-9320-8FDF-420BC6D2100A}"/>
              </a:ext>
            </a:extLst>
          </p:cNvPr>
          <p:cNvGraphicFramePr>
            <a:graphicFrameLocks/>
          </p:cNvGraphicFramePr>
          <p:nvPr/>
        </p:nvGraphicFramePr>
        <p:xfrm>
          <a:off x="3868738" y="3206750"/>
          <a:ext cx="1782762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752662" imgH="701262" progId="Equation.3">
                  <p:embed/>
                </p:oleObj>
              </mc:Choice>
              <mc:Fallback>
                <p:oleObj name="公式" r:id="rId16" imgW="1752662" imgH="701262" progId="Equation.3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8738" y="3206750"/>
                        <a:ext cx="1782762" cy="727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5207" name="Rectangle 23">
            <a:extLst>
              <a:ext uri="{FF2B5EF4-FFF2-40B4-BE49-F238E27FC236}">
                <a16:creationId xmlns:a16="http://schemas.microsoft.com/office/drawing/2014/main" id="{A0F4A8EA-B41E-646C-DC35-9C0A142612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3213" y="3068638"/>
            <a:ext cx="2879725" cy="1008062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05208" name="Picture 24" descr="j0293240">
            <a:extLst>
              <a:ext uri="{FF2B5EF4-FFF2-40B4-BE49-F238E27FC236}">
                <a16:creationId xmlns:a16="http://schemas.microsoft.com/office/drawing/2014/main" id="{77868FFD-D9E4-7E10-2A6C-EDF9A451F0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9325" y="6381750"/>
            <a:ext cx="611188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5209" name="Text Box 25">
            <a:extLst>
              <a:ext uri="{FF2B5EF4-FFF2-40B4-BE49-F238E27FC236}">
                <a16:creationId xmlns:a16="http://schemas.microsoft.com/office/drawing/2014/main" id="{23093542-0469-990E-6B35-AE2078C138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8" y="5862638"/>
            <a:ext cx="3352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solidFill>
                  <a:srgbClr val="FFFF99"/>
                </a:solidFill>
                <a:latin typeface="Times New Roman" panose="02020603050405020304" pitchFamily="18" charset="0"/>
                <a:ea typeface="楷体_GB2312" pitchFamily="49" charset="-122"/>
              </a:rPr>
              <a:t>推论：</a:t>
            </a:r>
            <a:r>
              <a:rPr kumimoji="1" lang="zh-CN" altLang="en-US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若</a:t>
            </a:r>
            <a:endParaRPr kumimoji="1" lang="zh-CN" altLang="en-US" b="0">
              <a:solidFill>
                <a:srgbClr val="FFFF9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605210" name="Object 10">
            <a:extLst>
              <a:ext uri="{FF2B5EF4-FFF2-40B4-BE49-F238E27FC236}">
                <a16:creationId xmlns:a16="http://schemas.microsoft.com/office/drawing/2014/main" id="{75B67F45-2C18-1133-5AA7-80F7134B810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49425" y="5740400"/>
          <a:ext cx="1919288" cy="92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571282" imgH="320206" progId="Equation.3">
                  <p:embed/>
                </p:oleObj>
              </mc:Choice>
              <mc:Fallback>
                <p:oleObj name="Equation" r:id="rId19" imgW="571282" imgH="320206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9425" y="5740400"/>
                        <a:ext cx="1919288" cy="928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5211" name="AutoShape 27">
            <a:extLst>
              <a:ext uri="{FF2B5EF4-FFF2-40B4-BE49-F238E27FC236}">
                <a16:creationId xmlns:a16="http://schemas.microsoft.com/office/drawing/2014/main" id="{E9BE8697-32FB-E15B-8A93-0C8B3E8A44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2675" y="5911850"/>
            <a:ext cx="838200" cy="381000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605212" name="Object 11">
            <a:extLst>
              <a:ext uri="{FF2B5EF4-FFF2-40B4-BE49-F238E27FC236}">
                <a16:creationId xmlns:a16="http://schemas.microsoft.com/office/drawing/2014/main" id="{58245975-8A91-2CBA-EF98-DD6F375C226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57713" y="5791200"/>
          <a:ext cx="3633787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104744" imgH="205989" progId="Equation.3">
                  <p:embed/>
                </p:oleObj>
              </mc:Choice>
              <mc:Fallback>
                <p:oleObj name="Equation" r:id="rId21" imgW="1104744" imgH="205989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7713" y="5791200"/>
                        <a:ext cx="3633787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5213" name="Rectangle 29">
            <a:extLst>
              <a:ext uri="{FF2B5EF4-FFF2-40B4-BE49-F238E27FC236}">
                <a16:creationId xmlns:a16="http://schemas.microsoft.com/office/drawing/2014/main" id="{752F8A84-44E5-2F3D-47C4-DC58877C6C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075" y="4524375"/>
            <a:ext cx="6819900" cy="942975"/>
          </a:xfrm>
          <a:prstGeom prst="rect">
            <a:avLst/>
          </a:prstGeom>
          <a:solidFill>
            <a:srgbClr val="33CCCC">
              <a:alpha val="10001"/>
            </a:srgbClr>
          </a:solidFill>
          <a:ln w="9525">
            <a:solidFill>
              <a:srgbClr val="B2B2B2">
                <a:alpha val="50000"/>
              </a:srgbClr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115000"/>
              </a:lnSpc>
              <a:buClr>
                <a:srgbClr val="00FFCC"/>
              </a:buClr>
              <a:buSzPct val="80000"/>
              <a:buFont typeface="Wingdings" pitchFamily="2" charset="2"/>
              <a:buNone/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质点系的质量与其质心加速度的乘积等于该质点系所受到的合外力。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05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05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05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05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05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05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05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605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05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605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605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605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605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605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605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605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605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52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5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5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5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6052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6052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5186" grpId="0" autoUpdateAnimBg="0"/>
      <p:bldP spid="605187" grpId="0" autoUpdateAnimBg="0"/>
      <p:bldP spid="605191" grpId="0" autoUpdateAnimBg="0"/>
      <p:bldP spid="605192" grpId="0" autoUpdateAnimBg="0"/>
      <p:bldP spid="605194" grpId="0" animBg="1"/>
      <p:bldP spid="605199" grpId="0"/>
      <p:bldP spid="605200" grpId="0"/>
      <p:bldP spid="605201" grpId="0"/>
      <p:bldP spid="605207" grpId="0" animBg="1"/>
      <p:bldP spid="605209" grpId="0" build="p" autoUpdateAnimBg="0"/>
      <p:bldP spid="605211" grpId="0" animBg="1"/>
      <p:bldP spid="60521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650" name="Rectangle 2">
            <a:extLst>
              <a:ext uri="{FF2B5EF4-FFF2-40B4-BE49-F238E27FC236}">
                <a16:creationId xmlns:a16="http://schemas.microsoft.com/office/drawing/2014/main" id="{EF664EFE-836B-FACE-2F98-200CAC981D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300" y="474663"/>
            <a:ext cx="8534400" cy="51276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lnSpc>
                <a:spcPct val="115000"/>
              </a:lnSpc>
              <a:buClr>
                <a:srgbClr val="FFFF00"/>
              </a:buClr>
              <a:buFont typeface="Wingdings" pitchFamily="2" charset="2"/>
              <a:buChar char="Ø"/>
              <a:defRPr/>
            </a:pPr>
            <a:r>
              <a:rPr kumimoji="1" lang="en-US" altLang="zh-CN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 </a:t>
            </a:r>
            <a:r>
              <a:rPr kumimoji="1" lang="zh-CN" altLang="en-US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讨论</a:t>
            </a:r>
          </a:p>
        </p:txBody>
      </p:sp>
      <p:sp>
        <p:nvSpPr>
          <p:cNvPr id="667651" name="Rectangle 3">
            <a:extLst>
              <a:ext uri="{FF2B5EF4-FFF2-40B4-BE49-F238E27FC236}">
                <a16:creationId xmlns:a16="http://schemas.microsoft.com/office/drawing/2014/main" id="{E59C3A9B-9704-9E33-0F9D-031A4D4ECD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985838"/>
            <a:ext cx="7848600" cy="9334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lnSpc>
                <a:spcPct val="115000"/>
              </a:lnSpc>
              <a:buClr>
                <a:srgbClr val="FFCC00"/>
              </a:buClr>
              <a:buSzPct val="80000"/>
              <a:buFont typeface="Wingdings" pitchFamily="2" charset="2"/>
              <a:buChar char="l"/>
              <a:defRPr/>
            </a:pPr>
            <a:r>
              <a:rPr lang="zh-CN" altLang="en-US"/>
              <a:t>质心的运动：描述</a:t>
            </a: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一个质点的运动，该质点集中整个系</a:t>
            </a:r>
          </a:p>
          <a:p>
            <a:pPr>
              <a:lnSpc>
                <a:spcPct val="115000"/>
              </a:lnSpc>
              <a:buClr>
                <a:srgbClr val="FFCC00"/>
              </a:buClr>
              <a:buSzPct val="80000"/>
              <a:buFont typeface="Wingdings" pitchFamily="2" charset="2"/>
              <a:buNone/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  统质量，并集中系统受的外力；</a:t>
            </a:r>
            <a:endParaRPr kumimoji="1" lang="zh-CN" altLang="en-US">
              <a:latin typeface="Times New Roman" pitchFamily="18" charset="0"/>
            </a:endParaRPr>
          </a:p>
        </p:txBody>
      </p:sp>
      <p:sp>
        <p:nvSpPr>
          <p:cNvPr id="667653" name="Rectangle 5">
            <a:extLst>
              <a:ext uri="{FF2B5EF4-FFF2-40B4-BE49-F238E27FC236}">
                <a16:creationId xmlns:a16="http://schemas.microsoft.com/office/drawing/2014/main" id="{044D8B17-B3F4-C472-4351-95B30B4CD3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363" y="1933575"/>
            <a:ext cx="8407400" cy="51276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lnSpc>
                <a:spcPct val="115000"/>
              </a:lnSpc>
              <a:buClr>
                <a:srgbClr val="FFCC00"/>
              </a:buClr>
              <a:buSzPct val="80000"/>
              <a:buFont typeface="Wingdings" pitchFamily="2" charset="2"/>
              <a:buChar char="l"/>
              <a:defRPr/>
            </a:pPr>
            <a:r>
              <a:rPr kumimoji="1"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</a:t>
            </a:r>
            <a:r>
              <a:rPr kumimoji="1"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质心的运动在一定程度上反映了质点系整体运动的特征；</a:t>
            </a:r>
            <a:endParaRPr kumimoji="1" lang="zh-CN" altLang="en-US" dirty="0">
              <a:latin typeface="Times New Roman" pitchFamily="18" charset="0"/>
            </a:endParaRPr>
          </a:p>
        </p:txBody>
      </p:sp>
      <p:sp>
        <p:nvSpPr>
          <p:cNvPr id="667654" name="Rectangle 6">
            <a:extLst>
              <a:ext uri="{FF2B5EF4-FFF2-40B4-BE49-F238E27FC236}">
                <a16:creationId xmlns:a16="http://schemas.microsoft.com/office/drawing/2014/main" id="{8E6B5E6F-3002-F26C-5C88-7D041612D7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963" y="2622550"/>
            <a:ext cx="8343900" cy="9334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lnSpc>
                <a:spcPct val="115000"/>
              </a:lnSpc>
              <a:buClr>
                <a:srgbClr val="FFCC00"/>
              </a:buClr>
              <a:buSzPct val="80000"/>
              <a:buFont typeface="Wingdings" pitchFamily="2" charset="2"/>
              <a:buChar char="l"/>
              <a:defRPr/>
            </a:pPr>
            <a:r>
              <a:rPr kumimoji="1"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</a:t>
            </a:r>
            <a:r>
              <a:rPr kumimoji="1"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质心的运动状态完全决定于质点系所受的外力，内力不能</a:t>
            </a:r>
          </a:p>
          <a:p>
            <a:pPr>
              <a:lnSpc>
                <a:spcPct val="115000"/>
              </a:lnSpc>
              <a:buClr>
                <a:srgbClr val="FFCC00"/>
              </a:buClr>
              <a:buSzPct val="80000"/>
              <a:buFont typeface="Wingdings" pitchFamily="2" charset="2"/>
              <a:buNone/>
              <a:defRPr/>
            </a:pPr>
            <a:r>
              <a:rPr kumimoji="1"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  使质心产生加速度；</a:t>
            </a:r>
            <a:endParaRPr kumimoji="1" lang="zh-CN" altLang="en-US" dirty="0">
              <a:latin typeface="Times New Roman" pitchFamily="18" charset="0"/>
            </a:endParaRPr>
          </a:p>
        </p:txBody>
      </p:sp>
      <p:sp>
        <p:nvSpPr>
          <p:cNvPr id="667655" name="Rectangle 7">
            <a:extLst>
              <a:ext uri="{FF2B5EF4-FFF2-40B4-BE49-F238E27FC236}">
                <a16:creationId xmlns:a16="http://schemas.microsoft.com/office/drawing/2014/main" id="{95E0D190-69F3-D190-8239-43ED09A301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738" y="3694113"/>
            <a:ext cx="8432800" cy="9334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lnSpc>
                <a:spcPct val="115000"/>
              </a:lnSpc>
              <a:buClr>
                <a:srgbClr val="FFCC00"/>
              </a:buClr>
              <a:buSzPct val="80000"/>
              <a:buFont typeface="Wingdings" pitchFamily="2" charset="2"/>
              <a:buChar char="l"/>
              <a:defRPr/>
            </a:pPr>
            <a:r>
              <a:rPr kumimoji="1"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</a:t>
            </a:r>
            <a:r>
              <a:rPr kumimoji="1"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当质点系所受合外力为零时，该质点系的动量守恒；此时，</a:t>
            </a:r>
          </a:p>
          <a:p>
            <a:pPr>
              <a:lnSpc>
                <a:spcPct val="115000"/>
              </a:lnSpc>
              <a:buClr>
                <a:srgbClr val="FFCC00"/>
              </a:buClr>
              <a:buSzPct val="80000"/>
              <a:buFont typeface="Wingdings" pitchFamily="2" charset="2"/>
              <a:buNone/>
              <a:defRPr/>
            </a:pPr>
            <a:r>
              <a:rPr kumimoji="1"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   该质点系的质心速度也将保持不变；</a:t>
            </a:r>
          </a:p>
        </p:txBody>
      </p:sp>
      <p:sp>
        <p:nvSpPr>
          <p:cNvPr id="667656" name="Rectangle 8">
            <a:extLst>
              <a:ext uri="{FF2B5EF4-FFF2-40B4-BE49-F238E27FC236}">
                <a16:creationId xmlns:a16="http://schemas.microsoft.com/office/drawing/2014/main" id="{D114138C-8959-31AB-BBC3-325DBBAA8A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700" y="4800600"/>
            <a:ext cx="8280400" cy="9334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lnSpc>
                <a:spcPct val="115000"/>
              </a:lnSpc>
              <a:buClr>
                <a:srgbClr val="FFCC00"/>
              </a:buClr>
              <a:buSzPct val="80000"/>
              <a:buFont typeface="Wingdings" pitchFamily="2" charset="2"/>
              <a:buChar char="l"/>
              <a:defRPr/>
            </a:pPr>
            <a:r>
              <a:rPr kumimoji="1"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</a:t>
            </a:r>
            <a:r>
              <a:rPr kumimoji="1"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当质点系所受合外力在某个方向的分量为零时，质心速度    </a:t>
            </a:r>
          </a:p>
          <a:p>
            <a:pPr>
              <a:lnSpc>
                <a:spcPct val="115000"/>
              </a:lnSpc>
              <a:buClr>
                <a:srgbClr val="FFCC00"/>
              </a:buClr>
              <a:buSzPct val="80000"/>
              <a:buFont typeface="Wingdings" pitchFamily="2" charset="2"/>
              <a:buNone/>
              <a:defRPr/>
            </a:pPr>
            <a:r>
              <a:rPr kumimoji="1"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   在该方向上的分量保持不变。</a:t>
            </a:r>
          </a:p>
        </p:txBody>
      </p:sp>
      <p:sp>
        <p:nvSpPr>
          <p:cNvPr id="8" name="Rectangle 51">
            <a:extLst>
              <a:ext uri="{FF2B5EF4-FFF2-40B4-BE49-F238E27FC236}">
                <a16:creationId xmlns:a16="http://schemas.microsoft.com/office/drawing/2014/main" id="{FFD18EC7-61A0-CA2C-E473-852D828F3C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663" y="5726113"/>
            <a:ext cx="8120062" cy="92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Font typeface="Monotype Sorts" pitchFamily="2" charset="2"/>
              <a:buNone/>
            </a:pPr>
            <a:r>
              <a:rPr kumimoji="1" lang="zh-CN" altLang="en-US"/>
              <a:t>质点系的任何运动一般都可分解为</a:t>
            </a:r>
            <a:r>
              <a:rPr kumimoji="1" lang="zh-CN" altLang="en-US">
                <a:solidFill>
                  <a:srgbClr val="C00000"/>
                </a:solidFill>
              </a:rPr>
              <a:t>质心的运动</a:t>
            </a:r>
            <a:r>
              <a:rPr kumimoji="1" lang="zh-CN" altLang="en-US"/>
              <a:t>和</a:t>
            </a:r>
            <a:r>
              <a:rPr kumimoji="1" lang="zh-CN" altLang="en-US">
                <a:solidFill>
                  <a:srgbClr val="C00000"/>
                </a:solidFill>
              </a:rPr>
              <a:t>相对于质心的运动</a:t>
            </a:r>
            <a:r>
              <a:rPr kumimoji="1" lang="zh-CN" altLang="en-US" b="0">
                <a:solidFill>
                  <a:srgbClr val="C00000"/>
                </a:solidFill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67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67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67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67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67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67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7650" grpId="0"/>
      <p:bldP spid="667651" grpId="0"/>
      <p:bldP spid="667653" grpId="0"/>
      <p:bldP spid="667654" grpId="0"/>
      <p:bldP spid="667655" grpId="0"/>
      <p:bldP spid="667656" grpId="0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23B635-2347-91C7-1F83-6CDD3FB51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fld id="{A6608A15-7172-425A-A2C4-42FBE4995B5C}" type="slidenum">
              <a:rPr lang="en-US" altLang="zh-CN" smtClean="0"/>
              <a:pPr/>
              <a:t>15</a:t>
            </a:fld>
            <a:endParaRPr lang="en-US" altLang="zh-CN"/>
          </a:p>
        </p:txBody>
      </p:sp>
      <p:sp>
        <p:nvSpPr>
          <p:cNvPr id="77826" name="Text Box 2">
            <a:extLst>
              <a:ext uri="{FF2B5EF4-FFF2-40B4-BE49-F238E27FC236}">
                <a16:creationId xmlns:a16="http://schemas.microsoft.com/office/drawing/2014/main" id="{988BC496-5207-8DD2-C448-798AB767CD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325" y="228600"/>
            <a:ext cx="69945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00FFFF"/>
                </a:solidFill>
              </a:rPr>
              <a:t>    </a:t>
            </a:r>
            <a:r>
              <a:rPr lang="zh-CN" altLang="en-US" sz="3200" b="1" dirty="0">
                <a:solidFill>
                  <a:srgbClr val="00FFFF"/>
                </a:solidFill>
              </a:rPr>
              <a:t>系统内力不会影响质心的运动，</a:t>
            </a:r>
            <a:endParaRPr lang="zh-CN" altLang="en-US" sz="3200" dirty="0">
              <a:solidFill>
                <a:srgbClr val="00FFFF"/>
              </a:solidFill>
            </a:endParaRPr>
          </a:p>
        </p:txBody>
      </p:sp>
      <p:pic>
        <p:nvPicPr>
          <p:cNvPr id="77827" name="Picture 3">
            <a:extLst>
              <a:ext uri="{FF2B5EF4-FFF2-40B4-BE49-F238E27FC236}">
                <a16:creationId xmlns:a16="http://schemas.microsoft.com/office/drawing/2014/main" id="{F05F5AFE-92B7-BE8E-2669-DDEC735E5F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3538" y="1019175"/>
            <a:ext cx="4737100" cy="146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7828" name="Text Box 4">
            <a:extLst>
              <a:ext uri="{FF2B5EF4-FFF2-40B4-BE49-F238E27FC236}">
                <a16:creationId xmlns:a16="http://schemas.microsoft.com/office/drawing/2014/main" id="{A3842500-D982-CA4D-FC3D-623DACA948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914400"/>
            <a:ext cx="44386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>
                <a:solidFill>
                  <a:srgbClr val="FF0000"/>
                </a:solidFill>
              </a:rPr>
              <a:t>▲ </a:t>
            </a:r>
            <a:r>
              <a:rPr lang="zh-CN" altLang="en-US" sz="2800" b="1"/>
              <a:t>在光滑水平面上滑动</a:t>
            </a:r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E39EB737-0A12-8C87-04E1-8492850E0B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49"/>
          <a:stretch>
            <a:fillRect/>
          </a:stretch>
        </p:blipFill>
        <p:spPr bwMode="auto">
          <a:xfrm>
            <a:off x="4189413" y="2640013"/>
            <a:ext cx="4664075" cy="204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30" name="Text Box 6">
            <a:extLst>
              <a:ext uri="{FF2B5EF4-FFF2-40B4-BE49-F238E27FC236}">
                <a16:creationId xmlns:a16="http://schemas.microsoft.com/office/drawing/2014/main" id="{5A98418F-5A4E-0A58-84E2-5C904BCE2E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450" y="1466850"/>
            <a:ext cx="2038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/>
              <a:t>的扳手，</a:t>
            </a:r>
          </a:p>
        </p:txBody>
      </p:sp>
      <p:sp>
        <p:nvSpPr>
          <p:cNvPr id="77831" name="Text Box 7">
            <a:extLst>
              <a:ext uri="{FF2B5EF4-FFF2-40B4-BE49-F238E27FC236}">
                <a16:creationId xmlns:a16="http://schemas.microsoft.com/office/drawing/2014/main" id="{3FE23A92-C69A-8F8D-B7E2-EF943616A1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50" y="2781300"/>
            <a:ext cx="42100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>
                <a:solidFill>
                  <a:srgbClr val="FF0000"/>
                </a:solidFill>
              </a:rPr>
              <a:t>▲ </a:t>
            </a:r>
            <a:r>
              <a:rPr lang="zh-CN" altLang="en-US" sz="2800" b="1"/>
              <a:t>做跳马落地动作的运</a:t>
            </a:r>
          </a:p>
        </p:txBody>
      </p:sp>
      <p:sp>
        <p:nvSpPr>
          <p:cNvPr id="77832" name="Rectangle 8">
            <a:extLst>
              <a:ext uri="{FF2B5EF4-FFF2-40B4-BE49-F238E27FC236}">
                <a16:creationId xmlns:a16="http://schemas.microsoft.com/office/drawing/2014/main" id="{DDDBB180-7999-C25A-8524-B6CE80C8E9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475" y="3435350"/>
            <a:ext cx="33734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/>
              <a:t>动员尽管在翻转，但</a:t>
            </a:r>
          </a:p>
        </p:txBody>
      </p:sp>
      <p:pic>
        <p:nvPicPr>
          <p:cNvPr id="77833" name="Picture 9">
            <a:extLst>
              <a:ext uri="{FF2B5EF4-FFF2-40B4-BE49-F238E27FC236}">
                <a16:creationId xmlns:a16="http://schemas.microsoft.com/office/drawing/2014/main" id="{317426E2-DA1B-C827-8371-396B618D24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9250" y="4633913"/>
            <a:ext cx="1716088" cy="1995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7834" name="Rectangle 10">
            <a:extLst>
              <a:ext uri="{FF2B5EF4-FFF2-40B4-BE49-F238E27FC236}">
                <a16:creationId xmlns:a16="http://schemas.microsoft.com/office/drawing/2014/main" id="{0BB5F5C8-E766-7652-A2D1-BDA56C8ABF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50" y="4957763"/>
            <a:ext cx="63357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000" b="1"/>
              <a:t>▲ </a:t>
            </a:r>
            <a:r>
              <a:rPr lang="zh-CN" altLang="en-US" sz="2800" b="1"/>
              <a:t>爆炸的焰火弹虽然碎片四散，</a:t>
            </a:r>
          </a:p>
        </p:txBody>
      </p:sp>
      <p:sp>
        <p:nvSpPr>
          <p:cNvPr id="77836" name="Rectangle 12">
            <a:extLst>
              <a:ext uri="{FF2B5EF4-FFF2-40B4-BE49-F238E27FC236}">
                <a16:creationId xmlns:a16="http://schemas.microsoft.com/office/drawing/2014/main" id="{5D7562C1-B793-1B9C-F103-BE70E2C72A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425" y="5702300"/>
            <a:ext cx="47736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800" b="1" dirty="0"/>
              <a:t>但其质心仍在做抛物线运动</a:t>
            </a:r>
          </a:p>
        </p:txBody>
      </p:sp>
      <p:sp>
        <p:nvSpPr>
          <p:cNvPr id="77837" name="Rectangle 13">
            <a:extLst>
              <a:ext uri="{FF2B5EF4-FFF2-40B4-BE49-F238E27FC236}">
                <a16:creationId xmlns:a16="http://schemas.microsoft.com/office/drawing/2014/main" id="{BD9CD625-2A8D-F8A7-BCDD-3246CB4F28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325" y="4102100"/>
            <a:ext cx="39036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800" b="1"/>
              <a:t>其质心仍做抛物线运动</a:t>
            </a:r>
          </a:p>
        </p:txBody>
      </p:sp>
      <p:sp>
        <p:nvSpPr>
          <p:cNvPr id="77838" name="Rectangle 14">
            <a:extLst>
              <a:ext uri="{FF2B5EF4-FFF2-40B4-BE49-F238E27FC236}">
                <a16:creationId xmlns:a16="http://schemas.microsoft.com/office/drawing/2014/main" id="{664DA354-823B-44EF-0D0F-28DA08BE3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1575" y="220663"/>
            <a:ext cx="18129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3200" b="1"/>
              <a:t>例如：</a:t>
            </a:r>
          </a:p>
        </p:txBody>
      </p:sp>
      <p:sp>
        <p:nvSpPr>
          <p:cNvPr id="77839" name="Rectangle 15">
            <a:extLst>
              <a:ext uri="{FF2B5EF4-FFF2-40B4-BE49-F238E27FC236}">
                <a16:creationId xmlns:a16="http://schemas.microsoft.com/office/drawing/2014/main" id="{7416DDB2-82B6-8199-E420-EFFA54DC01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5325" y="1454150"/>
            <a:ext cx="2933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/>
              <a:t>其质心做匀</a:t>
            </a:r>
          </a:p>
        </p:txBody>
      </p:sp>
      <p:sp>
        <p:nvSpPr>
          <p:cNvPr id="77840" name="Rectangle 16">
            <a:extLst>
              <a:ext uri="{FF2B5EF4-FFF2-40B4-BE49-F238E27FC236}">
                <a16:creationId xmlns:a16="http://schemas.microsoft.com/office/drawing/2014/main" id="{C2D1F352-8F10-0688-DA5A-B7B2C26E68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675" y="2063750"/>
            <a:ext cx="19700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/>
              <a:t>速直线运动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7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7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7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7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7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7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7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77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77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7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77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77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77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77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4" descr="3">
            <a:hlinkClick r:id="rId3"/>
            <a:extLst>
              <a:ext uri="{FF2B5EF4-FFF2-40B4-BE49-F238E27FC236}">
                <a16:creationId xmlns:a16="http://schemas.microsoft.com/office/drawing/2014/main" id="{3053CD2E-FC46-4D0A-6D47-9A596E66E9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76200"/>
            <a:ext cx="4114800" cy="304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9" name="3.1.5.avi">
            <a:hlinkClick r:id="" action="ppaction://media"/>
            <a:extLst>
              <a:ext uri="{FF2B5EF4-FFF2-40B4-BE49-F238E27FC236}">
                <a16:creationId xmlns:a16="http://schemas.microsoft.com/office/drawing/2014/main" id="{422D9CC3-3745-C307-1CED-70736BD6EACE}"/>
              </a:ext>
            </a:extLst>
          </p:cNvPr>
          <p:cNvPicPr>
            <a:picLocks noGrp="1" noRot="1" noChangeAspect="1" noChangeArrowheads="1"/>
          </p:cNvPicPr>
          <p:nvPr>
            <p:ph/>
            <a:videoFile r:link="rId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3200400"/>
            <a:ext cx="4876800" cy="3657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8" name="Picture 10" descr="20060429120124940">
            <a:extLst>
              <a:ext uri="{FF2B5EF4-FFF2-40B4-BE49-F238E27FC236}">
                <a16:creationId xmlns:a16="http://schemas.microsoft.com/office/drawing/2014/main" id="{7B675E1D-5CD9-71E4-0ABC-B87A95800913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00050" y="3429000"/>
            <a:ext cx="356235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9" name="Picture 11">
            <a:extLst>
              <a:ext uri="{FF2B5EF4-FFF2-40B4-BE49-F238E27FC236}">
                <a16:creationId xmlns:a16="http://schemas.microsoft.com/office/drawing/2014/main" id="{B2975856-7213-AA34-37B4-B5A9A203F6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76200"/>
            <a:ext cx="3581400" cy="317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1638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16389"/>
                </p:tgtEl>
              </p:cMediaNode>
            </p:vide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674" name="Rectangle 2">
            <a:extLst>
              <a:ext uri="{FF2B5EF4-FFF2-40B4-BE49-F238E27FC236}">
                <a16:creationId xmlns:a16="http://schemas.microsoft.com/office/drawing/2014/main" id="{DBCA0E42-2943-CD15-686F-1A789818063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570538" y="2473325"/>
            <a:ext cx="3052762" cy="3071813"/>
          </a:xfrm>
          <a:prstGeom prst="rect">
            <a:avLst/>
          </a:prstGeom>
          <a:solidFill>
            <a:srgbClr val="0000CA">
              <a:alpha val="0"/>
            </a:srgbClr>
          </a:solidFill>
          <a:ln w="9525" algn="ctr">
            <a:solidFill>
              <a:srgbClr val="00CCFF">
                <a:alpha val="80000"/>
              </a:srgbClr>
            </a:solidFill>
            <a:miter lim="800000"/>
            <a:headEnd/>
            <a:tailEnd/>
          </a:ln>
          <a:effectLst>
            <a:outerShdw dist="35921" dir="2700000" algn="ctr" rotWithShape="0">
              <a:srgbClr val="0099CC">
                <a:alpha val="20000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zh-CN" altLang="en-GB" sz="4000" b="0">
              <a:solidFill>
                <a:srgbClr val="0000CA"/>
              </a:solidFill>
              <a:effectDag name="">
                <a:cont type="tree" name="">
                  <a:effect ref="fillLine"/>
                  <a:outerShdw dist="38100" dir="13500000" algn="br">
                    <a:srgbClr val="5555FF"/>
                  </a:outerShdw>
                </a:cont>
                <a:cont type="tree" name="">
                  <a:effect ref="fillLine"/>
                  <a:outerShdw dist="38100" dir="2700000" algn="tl">
                    <a:srgbClr val="000079"/>
                  </a:outerShdw>
                </a:cont>
                <a:effect ref="fillLine"/>
              </a:effectDag>
              <a:latin typeface="Times New Roman" pitchFamily="18" charset="0"/>
              <a:ea typeface="楷体_GB2312" pitchFamily="49" charset="-122"/>
            </a:endParaRPr>
          </a:p>
          <a:p>
            <a:pPr algn="ctr" eaLnBrk="1" hangingPunct="1">
              <a:defRPr/>
            </a:pPr>
            <a:endParaRPr lang="zh-CN" altLang="en-GB" sz="4000" b="0">
              <a:solidFill>
                <a:srgbClr val="0000CA"/>
              </a:solidFill>
              <a:effectDag name="">
                <a:cont type="tree" name="">
                  <a:effect ref="fillLine"/>
                  <a:outerShdw dist="38100" dir="13500000" algn="br">
                    <a:srgbClr val="5555FF"/>
                  </a:outerShdw>
                </a:cont>
                <a:cont type="tree" name="">
                  <a:effect ref="fillLine"/>
                  <a:outerShdw dist="38100" dir="2700000" algn="tl">
                    <a:srgbClr val="000079"/>
                  </a:outerShdw>
                </a:cont>
                <a:effect ref="fillLine"/>
              </a:effectDag>
              <a:latin typeface="Times New Roman" pitchFamily="18" charset="0"/>
              <a:ea typeface="楷体_GB2312" pitchFamily="49" charset="-122"/>
            </a:endParaRPr>
          </a:p>
          <a:p>
            <a:pPr algn="ctr" eaLnBrk="1" hangingPunct="1">
              <a:defRPr/>
            </a:pPr>
            <a:endParaRPr lang="zh-CN" altLang="en-GB" sz="4000" b="0">
              <a:solidFill>
                <a:srgbClr val="0000CA"/>
              </a:solidFill>
              <a:effectDag name="">
                <a:cont type="tree" name="">
                  <a:effect ref="fillLine"/>
                  <a:outerShdw dist="38100" dir="13500000" algn="br">
                    <a:srgbClr val="5555FF"/>
                  </a:outerShdw>
                </a:cont>
                <a:cont type="tree" name="">
                  <a:effect ref="fillLine"/>
                  <a:outerShdw dist="38100" dir="2700000" algn="tl">
                    <a:srgbClr val="000079"/>
                  </a:outerShdw>
                </a:cont>
                <a:effect ref="fillLine"/>
              </a:effectDag>
              <a:latin typeface="Times New Roman" pitchFamily="18" charset="0"/>
              <a:ea typeface="楷体_GB2312" pitchFamily="49" charset="-122"/>
            </a:endParaRPr>
          </a:p>
          <a:p>
            <a:pPr algn="ctr" eaLnBrk="1" hangingPunct="1">
              <a:defRPr/>
            </a:pPr>
            <a:r>
              <a:rPr lang="en-US" altLang="zh-CN" sz="4000" b="0">
                <a:solidFill>
                  <a:srgbClr val="0000CA"/>
                </a:solidFill>
                <a:effectDag name="">
                  <a:cont type="tree" name="">
                    <a:effect ref="fillLine"/>
                    <a:outerShdw dist="38100" dir="13500000" algn="br">
                      <a:srgbClr val="5555FF"/>
                    </a:outerShdw>
                  </a:cont>
                  <a:cont type="tree" name="">
                    <a:effect ref="fillLine"/>
                    <a:outerShdw dist="38100" dir="2700000" algn="tl">
                      <a:srgbClr val="000079"/>
                    </a:outerShdw>
                  </a:cont>
                  <a:effect ref="fillLine"/>
                </a:effectDag>
                <a:latin typeface="Times New Roman" pitchFamily="18" charset="0"/>
                <a:ea typeface="楷体_GB2312" pitchFamily="49" charset="-122"/>
              </a:rPr>
              <a:t> </a:t>
            </a:r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648DB30B-F2EC-A8A6-3656-395D72626CD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454775" y="2803525"/>
            <a:ext cx="212725" cy="2222500"/>
            <a:chOff x="2241" y="902"/>
            <a:chExt cx="187" cy="1958"/>
          </a:xfrm>
        </p:grpSpPr>
        <p:sp>
          <p:nvSpPr>
            <p:cNvPr id="668676" name="Line 4">
              <a:extLst>
                <a:ext uri="{FF2B5EF4-FFF2-40B4-BE49-F238E27FC236}">
                  <a16:creationId xmlns:a16="http://schemas.microsoft.com/office/drawing/2014/main" id="{C29E0FD2-B2D7-DB93-0E46-43F3BBE40A1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401" y="902"/>
              <a:ext cx="0" cy="174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aphicFrame>
          <p:nvGraphicFramePr>
            <p:cNvPr id="12373" name="Object 22">
              <a:extLst>
                <a:ext uri="{FF2B5EF4-FFF2-40B4-BE49-F238E27FC236}">
                  <a16:creationId xmlns:a16="http://schemas.microsoft.com/office/drawing/2014/main" id="{0D3E60C2-26B2-6A7A-9D37-9D877D13495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41" y="2583"/>
            <a:ext cx="187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282158" imgH="434423" progId="Equation.3">
                    <p:embed/>
                  </p:oleObj>
                </mc:Choice>
                <mc:Fallback>
                  <p:oleObj name="公式" r:id="rId2" imgW="282158" imgH="434423" progId="Equation.3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41" y="2583"/>
                          <a:ext cx="187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00CCFF">
                                  <a:alpha val="25882"/>
                                </a:srgbClr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FFFF">
                                  <a:alpha val="20000"/>
                                </a:srgbClr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6">
            <a:extLst>
              <a:ext uri="{FF2B5EF4-FFF2-40B4-BE49-F238E27FC236}">
                <a16:creationId xmlns:a16="http://schemas.microsoft.com/office/drawing/2014/main" id="{C03E75AD-A352-5833-17E0-E5EABAEBAD3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562725" y="2895600"/>
            <a:ext cx="1006475" cy="463550"/>
            <a:chOff x="2336" y="983"/>
            <a:chExt cx="887" cy="408"/>
          </a:xfrm>
        </p:grpSpPr>
        <p:sp>
          <p:nvSpPr>
            <p:cNvPr id="668679" name="Line 7">
              <a:extLst>
                <a:ext uri="{FF2B5EF4-FFF2-40B4-BE49-F238E27FC236}">
                  <a16:creationId xmlns:a16="http://schemas.microsoft.com/office/drawing/2014/main" id="{42A65154-92BC-230C-73A9-A722AB7797C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733" y="1091"/>
              <a:ext cx="312" cy="1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aphicFrame>
          <p:nvGraphicFramePr>
            <p:cNvPr id="12370" name="Object 20">
              <a:extLst>
                <a:ext uri="{FF2B5EF4-FFF2-40B4-BE49-F238E27FC236}">
                  <a16:creationId xmlns:a16="http://schemas.microsoft.com/office/drawing/2014/main" id="{F0209D69-B340-5C11-5EA8-913697FFA21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336" y="983"/>
            <a:ext cx="175" cy="4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剪辑" r:id="rId4" imgW="495144" imgH="1074337" progId="MS_ClipArt_Gallery.2">
                    <p:embed/>
                  </p:oleObj>
                </mc:Choice>
                <mc:Fallback>
                  <p:oleObj name="剪辑" r:id="rId4" imgW="495144" imgH="1074337" progId="MS_ClipArt_Gallery.2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36" y="983"/>
                          <a:ext cx="175" cy="4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71" name="Object 21">
              <a:extLst>
                <a:ext uri="{FF2B5EF4-FFF2-40B4-BE49-F238E27FC236}">
                  <a16:creationId xmlns:a16="http://schemas.microsoft.com/office/drawing/2014/main" id="{053C5308-3EAC-4574-ECCC-096AB36BE4F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075" y="1006"/>
            <a:ext cx="148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220949" imgH="281801" progId="Equation.3">
                    <p:embed/>
                  </p:oleObj>
                </mc:Choice>
                <mc:Fallback>
                  <p:oleObj name="公式" r:id="rId6" imgW="220949" imgH="281801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75" y="1006"/>
                          <a:ext cx="148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00CCFF">
                                  <a:alpha val="25882"/>
                                </a:srgbClr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FFFF">
                                  <a:alpha val="20000"/>
                                </a:srgbClr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68682" name="Line 10">
            <a:extLst>
              <a:ext uri="{FF2B5EF4-FFF2-40B4-BE49-F238E27FC236}">
                <a16:creationId xmlns:a16="http://schemas.microsoft.com/office/drawing/2014/main" id="{66E71909-35E4-40A2-F4D6-F03C4741FC40}"/>
              </a:ext>
            </a:extLst>
          </p:cNvPr>
          <p:cNvSpPr>
            <a:spLocks noChangeShapeType="1"/>
          </p:cNvSpPr>
          <p:nvPr/>
        </p:nvSpPr>
        <p:spPr bwMode="auto">
          <a:xfrm>
            <a:off x="6637338" y="2782888"/>
            <a:ext cx="0" cy="581025"/>
          </a:xfrm>
          <a:prstGeom prst="line">
            <a:avLst/>
          </a:prstGeom>
          <a:noFill/>
          <a:ln w="19050">
            <a:solidFill>
              <a:schemeClr val="bg1"/>
            </a:solidFill>
            <a:prstDash val="lgDash"/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68683" name="Text Box 11">
            <a:extLst>
              <a:ext uri="{FF2B5EF4-FFF2-40B4-BE49-F238E27FC236}">
                <a16:creationId xmlns:a16="http://schemas.microsoft.com/office/drawing/2014/main" id="{D5087C6B-6C3A-D6C1-AAA5-0517FF6D16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6150" y="346075"/>
            <a:ext cx="8197850" cy="93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>
                <a:latin typeface="Times New Roman" panose="02020603050405020304" pitchFamily="18" charset="0"/>
              </a:rPr>
              <a:t>一长</a:t>
            </a:r>
            <a:r>
              <a:rPr lang="en-US" altLang="zh-CN" i="1">
                <a:solidFill>
                  <a:srgbClr val="FFCC00"/>
                </a:solidFill>
                <a:latin typeface="Times New Roman" panose="02020603050405020304" pitchFamily="18" charset="0"/>
              </a:rPr>
              <a:t>l </a:t>
            </a:r>
            <a:r>
              <a:rPr lang="en-US" altLang="zh-CN">
                <a:solidFill>
                  <a:srgbClr val="FFCC00"/>
                </a:solidFill>
                <a:latin typeface="Times New Roman" panose="02020603050405020304" pitchFamily="18" charset="0"/>
              </a:rPr>
              <a:t>= 4m</a:t>
            </a:r>
            <a:r>
              <a:rPr lang="zh-CN" altLang="en-US">
                <a:latin typeface="Times New Roman" panose="02020603050405020304" pitchFamily="18" charset="0"/>
              </a:rPr>
              <a:t>，质量</a:t>
            </a:r>
            <a:r>
              <a:rPr lang="en-US" altLang="zh-CN" i="1">
                <a:solidFill>
                  <a:srgbClr val="FFCC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baseline="-25000">
                <a:solidFill>
                  <a:srgbClr val="FFCC00"/>
                </a:solidFill>
                <a:latin typeface="Times New Roman" panose="02020603050405020304" pitchFamily="18" charset="0"/>
              </a:rPr>
              <a:t>1 </a:t>
            </a:r>
            <a:r>
              <a:rPr lang="en-US" altLang="zh-CN">
                <a:solidFill>
                  <a:srgbClr val="FFCC00"/>
                </a:solidFill>
                <a:latin typeface="Times New Roman" panose="02020603050405020304" pitchFamily="18" charset="0"/>
              </a:rPr>
              <a:t>= 150kg </a:t>
            </a:r>
            <a:r>
              <a:rPr lang="zh-CN" altLang="en-US">
                <a:latin typeface="Times New Roman" panose="02020603050405020304" pitchFamily="18" charset="0"/>
              </a:rPr>
              <a:t>的船，静止在湖面上。现有一质量</a:t>
            </a:r>
            <a:r>
              <a:rPr lang="en-US" altLang="zh-CN" i="1">
                <a:solidFill>
                  <a:srgbClr val="FFCC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baseline="-25000">
                <a:solidFill>
                  <a:srgbClr val="FFCC00"/>
                </a:solidFill>
                <a:latin typeface="Times New Roman" panose="02020603050405020304" pitchFamily="18" charset="0"/>
              </a:rPr>
              <a:t>2 </a:t>
            </a:r>
            <a:r>
              <a:rPr lang="en-US" altLang="zh-CN">
                <a:solidFill>
                  <a:srgbClr val="FFCC00"/>
                </a:solidFill>
                <a:latin typeface="Times New Roman" panose="02020603050405020304" pitchFamily="18" charset="0"/>
              </a:rPr>
              <a:t>= 50kg </a:t>
            </a:r>
            <a:r>
              <a:rPr lang="zh-CN" altLang="en-US">
                <a:latin typeface="Times New Roman" panose="02020603050405020304" pitchFamily="18" charset="0"/>
              </a:rPr>
              <a:t>的人，从船头走到船尾，如图所示。</a:t>
            </a:r>
          </a:p>
        </p:txBody>
      </p:sp>
      <p:sp>
        <p:nvSpPr>
          <p:cNvPr id="668684" name="Text Box 12">
            <a:extLst>
              <a:ext uri="{FF2B5EF4-FFF2-40B4-BE49-F238E27FC236}">
                <a16:creationId xmlns:a16="http://schemas.microsoft.com/office/drawing/2014/main" id="{D11EC964-5444-9487-F315-E857188887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288" y="1236663"/>
            <a:ext cx="8418512" cy="512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/>
              <a:t>人和船相对于湖岸各移动的距离。</a:t>
            </a:r>
            <a:r>
              <a:rPr lang="zh-CN" altLang="en-US" sz="2000">
                <a:solidFill>
                  <a:srgbClr val="FFCC00"/>
                </a:solidFill>
              </a:rPr>
              <a:t>（设水对船的阻力忽略不计）</a:t>
            </a:r>
          </a:p>
        </p:txBody>
      </p:sp>
      <p:sp>
        <p:nvSpPr>
          <p:cNvPr id="668685" name="Rectangle 13">
            <a:extLst>
              <a:ext uri="{FF2B5EF4-FFF2-40B4-BE49-F238E27FC236}">
                <a16:creationId xmlns:a16="http://schemas.microsoft.com/office/drawing/2014/main" id="{9D67070B-798E-474D-C90B-6008D7E3C2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750" y="358775"/>
            <a:ext cx="647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lang="en-US" altLang="zh-CN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 </a:t>
            </a:r>
          </a:p>
        </p:txBody>
      </p:sp>
      <p:sp>
        <p:nvSpPr>
          <p:cNvPr id="668686" name="Rectangle 14">
            <a:extLst>
              <a:ext uri="{FF2B5EF4-FFF2-40B4-BE49-F238E27FC236}">
                <a16:creationId xmlns:a16="http://schemas.microsoft.com/office/drawing/2014/main" id="{80E72CAF-C87A-A401-57EA-0296E3D94A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750" y="1741488"/>
            <a:ext cx="647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</a:t>
            </a:r>
          </a:p>
        </p:txBody>
      </p:sp>
      <p:sp>
        <p:nvSpPr>
          <p:cNvPr id="668687" name="Rectangle 15">
            <a:extLst>
              <a:ext uri="{FF2B5EF4-FFF2-40B4-BE49-F238E27FC236}">
                <a16:creationId xmlns:a16="http://schemas.microsoft.com/office/drawing/2014/main" id="{235E0425-E8AA-0304-BA5C-46C31B61ED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100" y="1258888"/>
            <a:ext cx="647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求</a:t>
            </a:r>
          </a:p>
        </p:txBody>
      </p:sp>
      <p:sp>
        <p:nvSpPr>
          <p:cNvPr id="668688" name="Rectangle 16">
            <a:extLst>
              <a:ext uri="{FF2B5EF4-FFF2-40B4-BE49-F238E27FC236}">
                <a16:creationId xmlns:a16="http://schemas.microsoft.com/office/drawing/2014/main" id="{DCADA1F7-6124-3553-7642-C63FBC1C47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813" y="1703388"/>
            <a:ext cx="4779962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None/>
            </a:pPr>
            <a:r>
              <a:rPr lang="zh-CN" altLang="en-US"/>
              <a:t>以人和船组成的质点系为研究对象</a:t>
            </a:r>
          </a:p>
        </p:txBody>
      </p:sp>
      <p:grpSp>
        <p:nvGrpSpPr>
          <p:cNvPr id="4" name="Group 17">
            <a:extLst>
              <a:ext uri="{FF2B5EF4-FFF2-40B4-BE49-F238E27FC236}">
                <a16:creationId xmlns:a16="http://schemas.microsoft.com/office/drawing/2014/main" id="{A7D69ABB-2A15-4572-D650-659E72A40EA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116638" y="3825875"/>
            <a:ext cx="1835150" cy="739775"/>
            <a:chOff x="1943" y="1803"/>
            <a:chExt cx="1617" cy="651"/>
          </a:xfrm>
        </p:grpSpPr>
        <p:sp>
          <p:nvSpPr>
            <p:cNvPr id="668690" name="Line 18">
              <a:extLst>
                <a:ext uri="{FF2B5EF4-FFF2-40B4-BE49-F238E27FC236}">
                  <a16:creationId xmlns:a16="http://schemas.microsoft.com/office/drawing/2014/main" id="{AB3A8BE0-4149-ACE4-80AD-5D0FD8EB3D0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200" y="2376"/>
              <a:ext cx="607" cy="1"/>
            </a:xfrm>
            <a:prstGeom prst="line">
              <a:avLst/>
            </a:prstGeom>
            <a:no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8691" name="Line 19">
              <a:extLst>
                <a:ext uri="{FF2B5EF4-FFF2-40B4-BE49-F238E27FC236}">
                  <a16:creationId xmlns:a16="http://schemas.microsoft.com/office/drawing/2014/main" id="{B57E6F76-2C7C-26BA-C4B6-7B98190101A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086" y="2402"/>
              <a:ext cx="866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8692" name="Line 20">
              <a:extLst>
                <a:ext uri="{FF2B5EF4-FFF2-40B4-BE49-F238E27FC236}">
                  <a16:creationId xmlns:a16="http://schemas.microsoft.com/office/drawing/2014/main" id="{019FF128-1D8A-2ABC-A3D0-DB61EF48878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993" y="2376"/>
              <a:ext cx="1189" cy="1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8693" name="Line 21">
              <a:extLst>
                <a:ext uri="{FF2B5EF4-FFF2-40B4-BE49-F238E27FC236}">
                  <a16:creationId xmlns:a16="http://schemas.microsoft.com/office/drawing/2014/main" id="{ECB28D8F-D544-B775-BEC5-B6906D12D0B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641" y="2351"/>
              <a:ext cx="594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8694" name="Freeform 22">
              <a:extLst>
                <a:ext uri="{FF2B5EF4-FFF2-40B4-BE49-F238E27FC236}">
                  <a16:creationId xmlns:a16="http://schemas.microsoft.com/office/drawing/2014/main" id="{D599E7B6-F53C-926C-D87E-0119E7128FB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188" y="2325"/>
              <a:ext cx="1048" cy="129"/>
            </a:xfrm>
            <a:custGeom>
              <a:avLst/>
              <a:gdLst/>
              <a:ahLst/>
              <a:cxnLst>
                <a:cxn ang="0">
                  <a:pos x="81" y="0"/>
                </a:cxn>
                <a:cxn ang="0">
                  <a:pos x="62" y="8"/>
                </a:cxn>
                <a:cxn ang="0">
                  <a:pos x="41" y="10"/>
                </a:cxn>
                <a:cxn ang="0">
                  <a:pos x="19" y="8"/>
                </a:cxn>
                <a:cxn ang="0">
                  <a:pos x="0" y="0"/>
                </a:cxn>
                <a:cxn ang="0">
                  <a:pos x="81" y="0"/>
                </a:cxn>
              </a:cxnLst>
              <a:rect l="0" t="0" r="r" b="b"/>
              <a:pathLst>
                <a:path w="81" h="10">
                  <a:moveTo>
                    <a:pt x="81" y="0"/>
                  </a:moveTo>
                  <a:cubicBezTo>
                    <a:pt x="77" y="4"/>
                    <a:pt x="71" y="6"/>
                    <a:pt x="62" y="8"/>
                  </a:cubicBezTo>
                  <a:cubicBezTo>
                    <a:pt x="54" y="10"/>
                    <a:pt x="48" y="10"/>
                    <a:pt x="41" y="10"/>
                  </a:cubicBezTo>
                  <a:cubicBezTo>
                    <a:pt x="34" y="10"/>
                    <a:pt x="27" y="10"/>
                    <a:pt x="19" y="8"/>
                  </a:cubicBezTo>
                  <a:cubicBezTo>
                    <a:pt x="11" y="6"/>
                    <a:pt x="4" y="4"/>
                    <a:pt x="0" y="0"/>
                  </a:cubicBezTo>
                  <a:lnTo>
                    <a:pt x="81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bg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8695" name="Line 23">
              <a:extLst>
                <a:ext uri="{FF2B5EF4-FFF2-40B4-BE49-F238E27FC236}">
                  <a16:creationId xmlns:a16="http://schemas.microsoft.com/office/drawing/2014/main" id="{8A5D37C8-086E-A8EC-7815-2EDD182DE91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943" y="2325"/>
              <a:ext cx="1617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8696" name="Freeform 24">
              <a:extLst>
                <a:ext uri="{FF2B5EF4-FFF2-40B4-BE49-F238E27FC236}">
                  <a16:creationId xmlns:a16="http://schemas.microsoft.com/office/drawing/2014/main" id="{8030221A-7C3B-C9A1-A661-24AB6802E8F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123" y="2235"/>
              <a:ext cx="1178" cy="9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91" y="0"/>
                </a:cxn>
                <a:cxn ang="0">
                  <a:pos x="86" y="7"/>
                </a:cxn>
                <a:cxn ang="0">
                  <a:pos x="5" y="7"/>
                </a:cxn>
                <a:cxn ang="0">
                  <a:pos x="0" y="0"/>
                </a:cxn>
              </a:cxnLst>
              <a:rect l="0" t="0" r="r" b="b"/>
              <a:pathLst>
                <a:path w="91" h="7">
                  <a:moveTo>
                    <a:pt x="0" y="0"/>
                  </a:moveTo>
                  <a:lnTo>
                    <a:pt x="91" y="0"/>
                  </a:lnTo>
                  <a:cubicBezTo>
                    <a:pt x="90" y="3"/>
                    <a:pt x="88" y="5"/>
                    <a:pt x="86" y="7"/>
                  </a:cubicBezTo>
                  <a:lnTo>
                    <a:pt x="5" y="7"/>
                  </a:lnTo>
                  <a:cubicBezTo>
                    <a:pt x="3" y="5"/>
                    <a:pt x="1" y="3"/>
                    <a:pt x="0" y="0"/>
                  </a:cubicBez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8697" name="Line 25">
              <a:extLst>
                <a:ext uri="{FF2B5EF4-FFF2-40B4-BE49-F238E27FC236}">
                  <a16:creationId xmlns:a16="http://schemas.microsoft.com/office/drawing/2014/main" id="{86FB846A-72B9-40F7-DDE6-C7C23C9CDEF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75" y="2427"/>
              <a:ext cx="608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8698" name="Line 26">
              <a:extLst>
                <a:ext uri="{FF2B5EF4-FFF2-40B4-BE49-F238E27FC236}">
                  <a16:creationId xmlns:a16="http://schemas.microsoft.com/office/drawing/2014/main" id="{03EDBA10-442A-2B22-974A-86CD6E9E20D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007" y="2080"/>
              <a:ext cx="311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aphicFrame>
          <p:nvGraphicFramePr>
            <p:cNvPr id="12367" name="Object 18">
              <a:extLst>
                <a:ext uri="{FF2B5EF4-FFF2-40B4-BE49-F238E27FC236}">
                  <a16:creationId xmlns:a16="http://schemas.microsoft.com/office/drawing/2014/main" id="{2963AF15-031D-89AA-0AB1-DE8822A4A4C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84" y="1803"/>
            <a:ext cx="195" cy="2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297087" imgH="320206" progId="Equation.3">
                    <p:embed/>
                  </p:oleObj>
                </mc:Choice>
                <mc:Fallback>
                  <p:oleObj name="公式" r:id="rId8" imgW="297087" imgH="320206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84" y="1803"/>
                          <a:ext cx="195" cy="2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00CCFF">
                                  <a:alpha val="25882"/>
                                </a:srgbClr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FFFF">
                                  <a:alpha val="20000"/>
                                </a:srgbClr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68" name="Object 19">
              <a:extLst>
                <a:ext uri="{FF2B5EF4-FFF2-40B4-BE49-F238E27FC236}">
                  <a16:creationId xmlns:a16="http://schemas.microsoft.com/office/drawing/2014/main" id="{F8490824-B26E-90CE-3FB0-EEBC3056F77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52" y="1819"/>
            <a:ext cx="175" cy="4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剪辑" r:id="rId10" imgW="495144" imgH="1074337" progId="MS_ClipArt_Gallery.2">
                    <p:embed/>
                  </p:oleObj>
                </mc:Choice>
                <mc:Fallback>
                  <p:oleObj name="剪辑" r:id="rId10" imgW="495144" imgH="1074337" progId="MS_ClipArt_Gallery.2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52" y="1819"/>
                          <a:ext cx="175" cy="4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29">
            <a:extLst>
              <a:ext uri="{FF2B5EF4-FFF2-40B4-BE49-F238E27FC236}">
                <a16:creationId xmlns:a16="http://schemas.microsoft.com/office/drawing/2014/main" id="{5BA3E31B-FDA0-53E2-674D-444B0EB79B1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424613" y="2519363"/>
            <a:ext cx="1833562" cy="1092200"/>
            <a:chOff x="2214" y="651"/>
            <a:chExt cx="1617" cy="962"/>
          </a:xfrm>
        </p:grpSpPr>
        <p:sp>
          <p:nvSpPr>
            <p:cNvPr id="668702" name="Line 30">
              <a:extLst>
                <a:ext uri="{FF2B5EF4-FFF2-40B4-BE49-F238E27FC236}">
                  <a16:creationId xmlns:a16="http://schemas.microsoft.com/office/drawing/2014/main" id="{E60C65C1-C934-734C-F010-18645ABE860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585" y="889"/>
              <a:ext cx="1" cy="50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8703" name="Line 31">
              <a:extLst>
                <a:ext uri="{FF2B5EF4-FFF2-40B4-BE49-F238E27FC236}">
                  <a16:creationId xmlns:a16="http://schemas.microsoft.com/office/drawing/2014/main" id="{7B959675-69FE-61BF-540F-2A552189107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292" y="1535"/>
              <a:ext cx="1190" cy="1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8704" name="Line 32">
              <a:extLst>
                <a:ext uri="{FF2B5EF4-FFF2-40B4-BE49-F238E27FC236}">
                  <a16:creationId xmlns:a16="http://schemas.microsoft.com/office/drawing/2014/main" id="{7BED8AA5-1D9C-A5B6-D8B2-DD57512B612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382" y="1561"/>
              <a:ext cx="867" cy="1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8705" name="Line 33">
              <a:extLst>
                <a:ext uri="{FF2B5EF4-FFF2-40B4-BE49-F238E27FC236}">
                  <a16:creationId xmlns:a16="http://schemas.microsoft.com/office/drawing/2014/main" id="{53C1E3B0-1D02-5458-72BE-E9D19CC40EB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473" y="1586"/>
              <a:ext cx="608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8706" name="Freeform 34">
              <a:extLst>
                <a:ext uri="{FF2B5EF4-FFF2-40B4-BE49-F238E27FC236}">
                  <a16:creationId xmlns:a16="http://schemas.microsoft.com/office/drawing/2014/main" id="{2A147006-28D2-14CE-2BED-329CEEDB761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473" y="1484"/>
              <a:ext cx="1035" cy="129"/>
            </a:xfrm>
            <a:custGeom>
              <a:avLst/>
              <a:gdLst/>
              <a:ahLst/>
              <a:cxnLst>
                <a:cxn ang="0">
                  <a:pos x="80" y="0"/>
                </a:cxn>
                <a:cxn ang="0">
                  <a:pos x="61" y="9"/>
                </a:cxn>
                <a:cxn ang="0">
                  <a:pos x="40" y="10"/>
                </a:cxn>
                <a:cxn ang="0">
                  <a:pos x="19" y="9"/>
                </a:cxn>
                <a:cxn ang="0">
                  <a:pos x="0" y="0"/>
                </a:cxn>
                <a:cxn ang="0">
                  <a:pos x="80" y="0"/>
                </a:cxn>
              </a:cxnLst>
              <a:rect l="0" t="0" r="r" b="b"/>
              <a:pathLst>
                <a:path w="80" h="10">
                  <a:moveTo>
                    <a:pt x="80" y="0"/>
                  </a:moveTo>
                  <a:cubicBezTo>
                    <a:pt x="76" y="4"/>
                    <a:pt x="70" y="7"/>
                    <a:pt x="61" y="9"/>
                  </a:cubicBezTo>
                  <a:cubicBezTo>
                    <a:pt x="54" y="10"/>
                    <a:pt x="47" y="10"/>
                    <a:pt x="40" y="10"/>
                  </a:cubicBezTo>
                  <a:cubicBezTo>
                    <a:pt x="33" y="10"/>
                    <a:pt x="26" y="10"/>
                    <a:pt x="19" y="9"/>
                  </a:cubicBezTo>
                  <a:cubicBezTo>
                    <a:pt x="10" y="7"/>
                    <a:pt x="4" y="4"/>
                    <a:pt x="0" y="0"/>
                  </a:cubicBezTo>
                  <a:lnTo>
                    <a:pt x="8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bg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8707" name="Line 35">
              <a:extLst>
                <a:ext uri="{FF2B5EF4-FFF2-40B4-BE49-F238E27FC236}">
                  <a16:creationId xmlns:a16="http://schemas.microsoft.com/office/drawing/2014/main" id="{CEA30C24-424F-D96C-4DA2-7C46B7D3146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214" y="1484"/>
              <a:ext cx="1617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8708" name="Freeform 36">
              <a:extLst>
                <a:ext uri="{FF2B5EF4-FFF2-40B4-BE49-F238E27FC236}">
                  <a16:creationId xmlns:a16="http://schemas.microsoft.com/office/drawing/2014/main" id="{B29BC925-5423-9587-2220-52D56B5720C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395" y="1393"/>
              <a:ext cx="1190" cy="9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92" y="0"/>
                </a:cxn>
                <a:cxn ang="0">
                  <a:pos x="86" y="7"/>
                </a:cxn>
                <a:cxn ang="0">
                  <a:pos x="6" y="7"/>
                </a:cxn>
                <a:cxn ang="0">
                  <a:pos x="0" y="0"/>
                </a:cxn>
              </a:cxnLst>
              <a:rect l="0" t="0" r="r" b="b"/>
              <a:pathLst>
                <a:path w="92" h="7">
                  <a:moveTo>
                    <a:pt x="0" y="0"/>
                  </a:moveTo>
                  <a:lnTo>
                    <a:pt x="92" y="0"/>
                  </a:lnTo>
                  <a:cubicBezTo>
                    <a:pt x="91" y="3"/>
                    <a:pt x="89" y="5"/>
                    <a:pt x="86" y="7"/>
                  </a:cubicBezTo>
                  <a:lnTo>
                    <a:pt x="6" y="7"/>
                  </a:lnTo>
                  <a:cubicBezTo>
                    <a:pt x="3" y="5"/>
                    <a:pt x="1" y="3"/>
                    <a:pt x="0" y="0"/>
                  </a:cubicBez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8709" name="Line 37">
              <a:extLst>
                <a:ext uri="{FF2B5EF4-FFF2-40B4-BE49-F238E27FC236}">
                  <a16:creationId xmlns:a16="http://schemas.microsoft.com/office/drawing/2014/main" id="{87B9DEB7-8753-4960-72CB-64B3E2880DE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406" y="926"/>
              <a:ext cx="1184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 type="triangle" w="med" len="lg"/>
              <a:tailEnd type="triangle" w="med" len="lg"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8710" name="Line 38">
              <a:extLst>
                <a:ext uri="{FF2B5EF4-FFF2-40B4-BE49-F238E27FC236}">
                  <a16:creationId xmlns:a16="http://schemas.microsoft.com/office/drawing/2014/main" id="{78C15D57-2793-7A9B-C539-98359D3D8C4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253" y="1510"/>
              <a:ext cx="1358" cy="1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aphicFrame>
          <p:nvGraphicFramePr>
            <p:cNvPr id="12357" name="Object 17">
              <a:extLst>
                <a:ext uri="{FF2B5EF4-FFF2-40B4-BE49-F238E27FC236}">
                  <a16:creationId xmlns:a16="http://schemas.microsoft.com/office/drawing/2014/main" id="{C80A7571-71C1-5EF4-A0FE-2D52259CC5E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67" y="651"/>
            <a:ext cx="93" cy="2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129384" imgH="320206" progId="Equation.3">
                    <p:embed/>
                  </p:oleObj>
                </mc:Choice>
                <mc:Fallback>
                  <p:oleObj name="公式" r:id="rId12" imgW="129384" imgH="320206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67" y="651"/>
                          <a:ext cx="93" cy="2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00CCFF">
                                  <a:alpha val="25882"/>
                                </a:srgbClr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FFFF">
                                  <a:alpha val="20000"/>
                                </a:srgbClr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40">
            <a:extLst>
              <a:ext uri="{FF2B5EF4-FFF2-40B4-BE49-F238E27FC236}">
                <a16:creationId xmlns:a16="http://schemas.microsoft.com/office/drawing/2014/main" id="{BD2DBAC6-07E6-B2B9-D692-4F8CBEAC9868}"/>
              </a:ext>
            </a:extLst>
          </p:cNvPr>
          <p:cNvGrpSpPr>
            <a:grpSpLocks/>
          </p:cNvGrpSpPr>
          <p:nvPr/>
        </p:nvGrpSpPr>
        <p:grpSpPr bwMode="auto">
          <a:xfrm>
            <a:off x="6321425" y="4330700"/>
            <a:ext cx="320675" cy="1068388"/>
            <a:chOff x="3982" y="2728"/>
            <a:chExt cx="202" cy="673"/>
          </a:xfrm>
        </p:grpSpPr>
        <p:graphicFrame>
          <p:nvGraphicFramePr>
            <p:cNvPr id="12343" name="Object 16">
              <a:extLst>
                <a:ext uri="{FF2B5EF4-FFF2-40B4-BE49-F238E27FC236}">
                  <a16:creationId xmlns:a16="http://schemas.microsoft.com/office/drawing/2014/main" id="{CCB66693-59A2-83E4-A50C-75B135CA859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22" y="3204"/>
            <a:ext cx="134" cy="1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282158" imgH="434423" progId="Equation.3">
                    <p:embed/>
                  </p:oleObj>
                </mc:Choice>
                <mc:Fallback>
                  <p:oleObj name="公式" r:id="rId14" imgW="282158" imgH="434423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22" y="3204"/>
                          <a:ext cx="134" cy="1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00CCFF">
                                  <a:alpha val="25882"/>
                                </a:srgbClr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FFFF">
                                  <a:alpha val="20000"/>
                                </a:srgbClr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2344" name="Group 42">
              <a:extLst>
                <a:ext uri="{FF2B5EF4-FFF2-40B4-BE49-F238E27FC236}">
                  <a16:creationId xmlns:a16="http://schemas.microsoft.com/office/drawing/2014/main" id="{89B8CBD6-4DAA-1145-EAEE-AE33AF4920B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82" y="2728"/>
              <a:ext cx="202" cy="603"/>
              <a:chOff x="3982" y="2728"/>
              <a:chExt cx="202" cy="603"/>
            </a:xfrm>
          </p:grpSpPr>
          <p:sp>
            <p:nvSpPr>
              <p:cNvPr id="668715" name="Line 43">
                <a:extLst>
                  <a:ext uri="{FF2B5EF4-FFF2-40B4-BE49-F238E27FC236}">
                    <a16:creationId xmlns:a16="http://schemas.microsoft.com/office/drawing/2014/main" id="{95EDB593-5E7A-C212-D512-F1FA78E21B0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183" y="3146"/>
                <a:ext cx="1" cy="185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716" name="Line 44">
                <a:extLst>
                  <a:ext uri="{FF2B5EF4-FFF2-40B4-BE49-F238E27FC236}">
                    <a16:creationId xmlns:a16="http://schemas.microsoft.com/office/drawing/2014/main" id="{EC683D62-2756-601E-EBBF-71E28C3C7D89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983" y="2728"/>
                <a:ext cx="0" cy="573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8717" name="Line 45">
                <a:extLst>
                  <a:ext uri="{FF2B5EF4-FFF2-40B4-BE49-F238E27FC236}">
                    <a16:creationId xmlns:a16="http://schemas.microsoft.com/office/drawing/2014/main" id="{1E9D2E0E-1053-B3C0-0F5A-B3B2C39CAAA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982" y="3217"/>
                <a:ext cx="195" cy="1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 type="triangle" w="sm" len="med"/>
                <a:tailEnd type="triangle" w="sm" len="med"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  <p:grpSp>
        <p:nvGrpSpPr>
          <p:cNvPr id="8" name="Group 46">
            <a:extLst>
              <a:ext uri="{FF2B5EF4-FFF2-40B4-BE49-F238E27FC236}">
                <a16:creationId xmlns:a16="http://schemas.microsoft.com/office/drawing/2014/main" id="{85E23701-DE53-8F20-4949-36BA7AED91B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664200" y="2736850"/>
            <a:ext cx="2854325" cy="2317750"/>
            <a:chOff x="1544" y="843"/>
            <a:chExt cx="2516" cy="2042"/>
          </a:xfrm>
        </p:grpSpPr>
        <p:sp>
          <p:nvSpPr>
            <p:cNvPr id="668719" name="Freeform 47">
              <a:extLst>
                <a:ext uri="{FF2B5EF4-FFF2-40B4-BE49-F238E27FC236}">
                  <a16:creationId xmlns:a16="http://schemas.microsoft.com/office/drawing/2014/main" id="{9DA17C4A-27D8-994C-77F2-0062A3BFD3C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773" y="843"/>
              <a:ext cx="2252" cy="17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19"/>
                </a:cxn>
                <a:cxn ang="0">
                  <a:pos x="174" y="119"/>
                </a:cxn>
              </a:cxnLst>
              <a:rect l="0" t="0" r="r" b="b"/>
              <a:pathLst>
                <a:path w="174" h="119">
                  <a:moveTo>
                    <a:pt x="0" y="0"/>
                  </a:moveTo>
                  <a:lnTo>
                    <a:pt x="0" y="119"/>
                  </a:lnTo>
                  <a:lnTo>
                    <a:pt x="174" y="119"/>
                  </a:lnTo>
                </a:path>
              </a:pathLst>
            </a:custGeom>
            <a:noFill/>
            <a:ln w="28575" cmpd="sng">
              <a:solidFill>
                <a:schemeClr val="bg1"/>
              </a:solidFill>
              <a:prstDash val="solid"/>
              <a:round/>
              <a:headEnd type="triangle" w="med" len="lg"/>
              <a:tailEnd type="triangle" w="med" len="lg"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aphicFrame>
          <p:nvGraphicFramePr>
            <p:cNvPr id="12340" name="Object 13">
              <a:extLst>
                <a:ext uri="{FF2B5EF4-FFF2-40B4-BE49-F238E27FC236}">
                  <a16:creationId xmlns:a16="http://schemas.microsoft.com/office/drawing/2014/main" id="{4FE4F8A9-51AE-5A35-A08F-6E65FB46D7F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44" y="881"/>
            <a:ext cx="156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228413" imgH="297263" progId="Equation.3">
                    <p:embed/>
                  </p:oleObj>
                </mc:Choice>
                <mc:Fallback>
                  <p:oleObj name="公式" r:id="rId16" imgW="228413" imgH="297263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44" y="881"/>
                          <a:ext cx="156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00CCFF">
                                  <a:alpha val="25882"/>
                                </a:srgbClr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FFFF">
                                  <a:alpha val="20000"/>
                                </a:srgbClr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41" name="Object 14">
              <a:extLst>
                <a:ext uri="{FF2B5EF4-FFF2-40B4-BE49-F238E27FC236}">
                  <a16:creationId xmlns:a16="http://schemas.microsoft.com/office/drawing/2014/main" id="{EF927AEE-6164-BAA9-F01B-404165A60A8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20" y="2688"/>
            <a:ext cx="140" cy="1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205522" imgH="220952" progId="Equation.3">
                    <p:embed/>
                  </p:oleObj>
                </mc:Choice>
                <mc:Fallback>
                  <p:oleObj name="公式" r:id="rId18" imgW="205522" imgH="220952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20" y="2688"/>
                          <a:ext cx="140" cy="1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00CCFF">
                                  <a:alpha val="25882"/>
                                </a:srgbClr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FFFF">
                                  <a:alpha val="20000"/>
                                </a:srgbClr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42" name="Object 15">
              <a:extLst>
                <a:ext uri="{FF2B5EF4-FFF2-40B4-BE49-F238E27FC236}">
                  <a16:creationId xmlns:a16="http://schemas.microsoft.com/office/drawing/2014/main" id="{F64DAD99-8CD2-23C0-7747-78CBCFB11D4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93" y="2686"/>
            <a:ext cx="187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0" imgW="282158" imgH="304745" progId="Equation.3">
                    <p:embed/>
                  </p:oleObj>
                </mc:Choice>
                <mc:Fallback>
                  <p:oleObj name="公式" r:id="rId20" imgW="282158" imgH="304745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93" y="2686"/>
                          <a:ext cx="187" cy="1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00CCFF">
                                  <a:alpha val="25882"/>
                                </a:srgbClr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FFFF">
                                  <a:alpha val="20000"/>
                                </a:srgbClr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Group 51">
            <a:extLst>
              <a:ext uri="{FF2B5EF4-FFF2-40B4-BE49-F238E27FC236}">
                <a16:creationId xmlns:a16="http://schemas.microsoft.com/office/drawing/2014/main" id="{227602F6-8EAE-2B6F-0D3A-C9CB34CF4206}"/>
              </a:ext>
            </a:extLst>
          </p:cNvPr>
          <p:cNvGrpSpPr>
            <a:grpSpLocks/>
          </p:cNvGrpSpPr>
          <p:nvPr/>
        </p:nvGrpSpPr>
        <p:grpSpPr bwMode="auto">
          <a:xfrm>
            <a:off x="6650038" y="4991100"/>
            <a:ext cx="1008062" cy="403225"/>
            <a:chOff x="4189" y="3144"/>
            <a:chExt cx="635" cy="254"/>
          </a:xfrm>
        </p:grpSpPr>
        <p:sp>
          <p:nvSpPr>
            <p:cNvPr id="668724" name="Line 52">
              <a:extLst>
                <a:ext uri="{FF2B5EF4-FFF2-40B4-BE49-F238E27FC236}">
                  <a16:creationId xmlns:a16="http://schemas.microsoft.com/office/drawing/2014/main" id="{FADBBDDD-C0E8-2D4F-4848-30098F0BAE2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189" y="3218"/>
              <a:ext cx="625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 type="triangle" w="sm" len="med"/>
              <a:tailEnd type="triangle" w="sm" len="med"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8725" name="Line 53">
              <a:extLst>
                <a:ext uri="{FF2B5EF4-FFF2-40B4-BE49-F238E27FC236}">
                  <a16:creationId xmlns:a16="http://schemas.microsoft.com/office/drawing/2014/main" id="{B9F2793F-25A7-C06D-8003-E8019DEB64B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823" y="3144"/>
              <a:ext cx="1" cy="148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aphicFrame>
          <p:nvGraphicFramePr>
            <p:cNvPr id="12338" name="Object 12">
              <a:extLst>
                <a:ext uri="{FF2B5EF4-FFF2-40B4-BE49-F238E27FC236}">
                  <a16:creationId xmlns:a16="http://schemas.microsoft.com/office/drawing/2014/main" id="{0AC4A9B1-B85C-AAF8-F5CA-B101029EA71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54" y="3201"/>
            <a:ext cx="155" cy="1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2" imgW="335404" imgH="434423" progId="Equation.3">
                    <p:embed/>
                  </p:oleObj>
                </mc:Choice>
                <mc:Fallback>
                  <p:oleObj name="公式" r:id="rId22" imgW="335404" imgH="434423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54" y="3201"/>
                          <a:ext cx="155" cy="1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00CCFF">
                                  <a:alpha val="25882"/>
                                </a:srgbClr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FFFF">
                                  <a:alpha val="20000"/>
                                </a:srgbClr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Group 55">
            <a:extLst>
              <a:ext uri="{FF2B5EF4-FFF2-40B4-BE49-F238E27FC236}">
                <a16:creationId xmlns:a16="http://schemas.microsoft.com/office/drawing/2014/main" id="{E8710F44-7901-8AB8-0A3F-332E0C93104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723063" y="4452938"/>
            <a:ext cx="252412" cy="600075"/>
            <a:chOff x="2477" y="2355"/>
            <a:chExt cx="223" cy="529"/>
          </a:xfrm>
        </p:grpSpPr>
        <p:sp>
          <p:nvSpPr>
            <p:cNvPr id="668728" name="Line 56">
              <a:extLst>
                <a:ext uri="{FF2B5EF4-FFF2-40B4-BE49-F238E27FC236}">
                  <a16:creationId xmlns:a16="http://schemas.microsoft.com/office/drawing/2014/main" id="{3DFB3B7D-4E95-2F14-B12A-24237A654FE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666" y="2389"/>
              <a:ext cx="0" cy="235"/>
            </a:xfrm>
            <a:prstGeom prst="line">
              <a:avLst/>
            </a:prstGeom>
            <a:noFill/>
            <a:ln w="19050">
              <a:solidFill>
                <a:srgbClr val="FFCC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8729" name="Oval 57">
              <a:extLst>
                <a:ext uri="{FF2B5EF4-FFF2-40B4-BE49-F238E27FC236}">
                  <a16:creationId xmlns:a16="http://schemas.microsoft.com/office/drawing/2014/main" id="{E0C0E9D5-719C-751C-3303-B4A763A8F87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635" y="2355"/>
              <a:ext cx="65" cy="67"/>
            </a:xfrm>
            <a:prstGeom prst="ellipse">
              <a:avLst/>
            </a:prstGeom>
            <a:solidFill>
              <a:srgbClr val="FF0000"/>
            </a:solidFill>
            <a:ln w="12700" algn="ctr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aphicFrame>
          <p:nvGraphicFramePr>
            <p:cNvPr id="12335" name="Object 11">
              <a:extLst>
                <a:ext uri="{FF2B5EF4-FFF2-40B4-BE49-F238E27FC236}">
                  <a16:creationId xmlns:a16="http://schemas.microsoft.com/office/drawing/2014/main" id="{0D59DD4E-98EA-E1BB-3A04-193D3BDA5BE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77" y="2607"/>
            <a:ext cx="211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4" imgW="319978" imgH="434423" progId="Equation.3">
                    <p:embed/>
                  </p:oleObj>
                </mc:Choice>
                <mc:Fallback>
                  <p:oleObj name="公式" r:id="rId24" imgW="319978" imgH="434423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77" y="2607"/>
                          <a:ext cx="211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00CCFF">
                                  <a:alpha val="25882"/>
                                </a:srgbClr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FFFF">
                                  <a:alpha val="20000"/>
                                </a:srgbClr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Group 59">
            <a:extLst>
              <a:ext uri="{FF2B5EF4-FFF2-40B4-BE49-F238E27FC236}">
                <a16:creationId xmlns:a16="http://schemas.microsoft.com/office/drawing/2014/main" id="{CDBE0299-6FD8-AD97-6DE6-165D37926A0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296150" y="3492500"/>
            <a:ext cx="238125" cy="1550988"/>
            <a:chOff x="2982" y="1509"/>
            <a:chExt cx="210" cy="1367"/>
          </a:xfrm>
        </p:grpSpPr>
        <p:sp>
          <p:nvSpPr>
            <p:cNvPr id="668732" name="Line 60">
              <a:extLst>
                <a:ext uri="{FF2B5EF4-FFF2-40B4-BE49-F238E27FC236}">
                  <a16:creationId xmlns:a16="http://schemas.microsoft.com/office/drawing/2014/main" id="{C6A43CF1-62AF-8FF9-E7AF-513E864DB86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016" y="1548"/>
              <a:ext cx="1" cy="1087"/>
            </a:xfrm>
            <a:prstGeom prst="line">
              <a:avLst/>
            </a:prstGeom>
            <a:noFill/>
            <a:ln w="19050">
              <a:solidFill>
                <a:srgbClr val="FFCC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68733" name="Oval 61">
              <a:extLst>
                <a:ext uri="{FF2B5EF4-FFF2-40B4-BE49-F238E27FC236}">
                  <a16:creationId xmlns:a16="http://schemas.microsoft.com/office/drawing/2014/main" id="{575D8A0B-FF15-E2E2-135D-F7E91798BAE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983" y="1509"/>
              <a:ext cx="63" cy="67"/>
            </a:xfrm>
            <a:prstGeom prst="ellipse">
              <a:avLst/>
            </a:prstGeom>
            <a:solidFill>
              <a:srgbClr val="FF0000"/>
            </a:solidFill>
            <a:ln w="12700" algn="ctr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aphicFrame>
          <p:nvGraphicFramePr>
            <p:cNvPr id="12332" name="Object 10">
              <a:extLst>
                <a:ext uri="{FF2B5EF4-FFF2-40B4-BE49-F238E27FC236}">
                  <a16:creationId xmlns:a16="http://schemas.microsoft.com/office/drawing/2014/main" id="{B48FF60D-B0D7-8986-3A46-D9E6D51B35B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82" y="2599"/>
            <a:ext cx="210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6" imgW="319978" imgH="434423" progId="Equation.3">
                    <p:embed/>
                  </p:oleObj>
                </mc:Choice>
                <mc:Fallback>
                  <p:oleObj name="公式" r:id="rId26" imgW="319978" imgH="434423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82" y="2599"/>
                          <a:ext cx="210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00CCFF">
                                  <a:alpha val="25882"/>
                                </a:srgbClr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FFFF">
                                  <a:alpha val="20000"/>
                                </a:srgbClr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" name="Group 63">
            <a:extLst>
              <a:ext uri="{FF2B5EF4-FFF2-40B4-BE49-F238E27FC236}">
                <a16:creationId xmlns:a16="http://schemas.microsoft.com/office/drawing/2014/main" id="{71193765-53DC-68E2-FC77-AA4CD9C3C80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602538" y="4314825"/>
            <a:ext cx="222250" cy="747713"/>
            <a:chOff x="3253" y="2234"/>
            <a:chExt cx="195" cy="658"/>
          </a:xfrm>
        </p:grpSpPr>
        <p:sp>
          <p:nvSpPr>
            <p:cNvPr id="668736" name="Line 64">
              <a:extLst>
                <a:ext uri="{FF2B5EF4-FFF2-40B4-BE49-F238E27FC236}">
                  <a16:creationId xmlns:a16="http://schemas.microsoft.com/office/drawing/2014/main" id="{A0194A0B-B1C9-879D-9751-4F6AFCC1DFB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300" y="2234"/>
              <a:ext cx="0" cy="388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aphicFrame>
          <p:nvGraphicFramePr>
            <p:cNvPr id="12329" name="Object 9">
              <a:extLst>
                <a:ext uri="{FF2B5EF4-FFF2-40B4-BE49-F238E27FC236}">
                  <a16:creationId xmlns:a16="http://schemas.microsoft.com/office/drawing/2014/main" id="{2E28F8D7-82DD-CFFC-2448-36DC6AB7CD7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53" y="2615"/>
            <a:ext cx="195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8" imgW="297087" imgH="434423" progId="Equation.3">
                    <p:embed/>
                  </p:oleObj>
                </mc:Choice>
                <mc:Fallback>
                  <p:oleObj name="公式" r:id="rId28" imgW="297087" imgH="434423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53" y="2615"/>
                          <a:ext cx="195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00CCFF">
                                  <a:alpha val="25882"/>
                                </a:srgbClr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FFFF">
                                  <a:alpha val="20000"/>
                                </a:srgbClr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68738" name="Text Box 66">
            <a:extLst>
              <a:ext uri="{FF2B5EF4-FFF2-40B4-BE49-F238E27FC236}">
                <a16:creationId xmlns:a16="http://schemas.microsoft.com/office/drawing/2014/main" id="{82B8FD51-906A-3F42-42E5-1C1CC1536A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925" y="2767013"/>
            <a:ext cx="5010150" cy="512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/>
              <a:t>质点系所受外力沿</a:t>
            </a:r>
            <a:r>
              <a:rPr lang="en-US" altLang="zh-CN" i="1">
                <a:solidFill>
                  <a:srgbClr val="FFCC00"/>
                </a:solidFill>
                <a:latin typeface="Times New Roman" panose="02020603050405020304" pitchFamily="18" charset="0"/>
              </a:rPr>
              <a:t>x</a:t>
            </a:r>
            <a:r>
              <a:rPr lang="zh-CN" altLang="en-US"/>
              <a:t>轴的分量为零</a:t>
            </a:r>
          </a:p>
        </p:txBody>
      </p:sp>
      <p:sp>
        <p:nvSpPr>
          <p:cNvPr id="668739" name="Text Box 67">
            <a:extLst>
              <a:ext uri="{FF2B5EF4-FFF2-40B4-BE49-F238E27FC236}">
                <a16:creationId xmlns:a16="http://schemas.microsoft.com/office/drawing/2014/main" id="{00EAF4D1-D5D0-318C-CB2F-1207E908E0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6825" y="3440113"/>
            <a:ext cx="1593850" cy="512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/>
              <a:t>则</a:t>
            </a:r>
          </a:p>
        </p:txBody>
      </p:sp>
      <p:graphicFrame>
        <p:nvGraphicFramePr>
          <p:cNvPr id="668740" name="Object 2">
            <a:extLst>
              <a:ext uri="{FF2B5EF4-FFF2-40B4-BE49-F238E27FC236}">
                <a16:creationId xmlns:a16="http://schemas.microsoft.com/office/drawing/2014/main" id="{E10BE3F3-599E-B777-D428-01B5F294B8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46288" y="3376613"/>
          <a:ext cx="1776412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0" imgW="1752662" imgH="701262" progId="Equation.3">
                  <p:embed/>
                </p:oleObj>
              </mc:Choice>
              <mc:Fallback>
                <p:oleObj name="公式" r:id="rId30" imgW="1752662" imgH="701262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6288" y="3376613"/>
                        <a:ext cx="1776412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8741" name="Object 3">
            <a:extLst>
              <a:ext uri="{FF2B5EF4-FFF2-40B4-BE49-F238E27FC236}">
                <a16:creationId xmlns:a16="http://schemas.microsoft.com/office/drawing/2014/main" id="{DE566A44-F46E-8A96-4587-5C00927B45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27238" y="4332288"/>
          <a:ext cx="673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2" imgW="647918" imgH="358112" progId="Equation.3">
                  <p:embed/>
                </p:oleObj>
              </mc:Choice>
              <mc:Fallback>
                <p:oleObj name="公式" r:id="rId32" imgW="647918" imgH="358112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7238" y="4332288"/>
                        <a:ext cx="6731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8742" name="Object 4">
            <a:extLst>
              <a:ext uri="{FF2B5EF4-FFF2-40B4-BE49-F238E27FC236}">
                <a16:creationId xmlns:a16="http://schemas.microsoft.com/office/drawing/2014/main" id="{4A711521-AA3B-4ACE-A317-3B47AE32B71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54475" y="5067300"/>
          <a:ext cx="4191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4" imgW="396116" imgH="258858" progId="Equation.3">
                  <p:embed/>
                </p:oleObj>
              </mc:Choice>
              <mc:Fallback>
                <p:oleObj name="公式" r:id="rId34" imgW="396116" imgH="258858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4475" y="5067300"/>
                        <a:ext cx="4191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8743" name="Object 5">
            <a:extLst>
              <a:ext uri="{FF2B5EF4-FFF2-40B4-BE49-F238E27FC236}">
                <a16:creationId xmlns:a16="http://schemas.microsoft.com/office/drawing/2014/main" id="{D74401AB-EB5C-238C-4095-EE777FB34C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25663" y="5786438"/>
          <a:ext cx="584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6" imgW="563818" imgH="358112" progId="Equation.3">
                  <p:embed/>
                </p:oleObj>
              </mc:Choice>
              <mc:Fallback>
                <p:oleObj name="公式" r:id="rId36" imgW="563818" imgH="358112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5663" y="5786438"/>
                        <a:ext cx="5842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8744" name="Rectangle 72">
            <a:extLst>
              <a:ext uri="{FF2B5EF4-FFF2-40B4-BE49-F238E27FC236}">
                <a16:creationId xmlns:a16="http://schemas.microsoft.com/office/drawing/2014/main" id="{5F018817-0F06-A8AB-C904-B1B03A2991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0338" y="4205288"/>
            <a:ext cx="796925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None/>
            </a:pPr>
            <a:r>
              <a:rPr lang="zh-CN" altLang="en-US"/>
              <a:t>常量</a:t>
            </a:r>
          </a:p>
        </p:txBody>
      </p:sp>
      <p:sp>
        <p:nvSpPr>
          <p:cNvPr id="668745" name="Text Box 73">
            <a:extLst>
              <a:ext uri="{FF2B5EF4-FFF2-40B4-BE49-F238E27FC236}">
                <a16:creationId xmlns:a16="http://schemas.microsoft.com/office/drawing/2014/main" id="{40475A8D-93C8-3EB3-E609-333D060912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1425" y="4926013"/>
            <a:ext cx="1098550" cy="512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/>
              <a:t>而</a:t>
            </a:r>
          </a:p>
        </p:txBody>
      </p:sp>
      <p:graphicFrame>
        <p:nvGraphicFramePr>
          <p:cNvPr id="668746" name="Object 6">
            <a:extLst>
              <a:ext uri="{FF2B5EF4-FFF2-40B4-BE49-F238E27FC236}">
                <a16:creationId xmlns:a16="http://schemas.microsoft.com/office/drawing/2014/main" id="{B3AD4493-942C-473A-07AA-16AB4BDB02D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22475" y="4845050"/>
          <a:ext cx="19939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8" imgW="1973611" imgH="701262" progId="Equation.3">
                  <p:embed/>
                </p:oleObj>
              </mc:Choice>
              <mc:Fallback>
                <p:oleObj name="公式" r:id="rId38" imgW="1973611" imgH="701262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2475" y="4845050"/>
                        <a:ext cx="19939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8747" name="Rectangle 75">
            <a:extLst>
              <a:ext uri="{FF2B5EF4-FFF2-40B4-BE49-F238E27FC236}">
                <a16:creationId xmlns:a16="http://schemas.microsoft.com/office/drawing/2014/main" id="{3B4438E8-22AD-EF62-83D4-AB7828C26F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3038" y="5678488"/>
            <a:ext cx="796925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None/>
            </a:pPr>
            <a:r>
              <a:rPr lang="zh-CN" altLang="en-US"/>
              <a:t>常量</a:t>
            </a:r>
          </a:p>
        </p:txBody>
      </p:sp>
      <p:sp>
        <p:nvSpPr>
          <p:cNvPr id="668748" name="Rectangle 76">
            <a:extLst>
              <a:ext uri="{FF2B5EF4-FFF2-40B4-BE49-F238E27FC236}">
                <a16:creationId xmlns:a16="http://schemas.microsoft.com/office/drawing/2014/main" id="{33B4E8DB-2DE9-EA29-5A60-30706F0A19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513" y="2211388"/>
            <a:ext cx="4657725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None/>
            </a:pPr>
            <a:r>
              <a:rPr lang="zh-CN" altLang="en-US"/>
              <a:t>建立坐标系，坐标如图所示。</a:t>
            </a:r>
          </a:p>
        </p:txBody>
      </p:sp>
      <p:sp>
        <p:nvSpPr>
          <p:cNvPr id="668749" name="Text Box 77">
            <a:extLst>
              <a:ext uri="{FF2B5EF4-FFF2-40B4-BE49-F238E27FC236}">
                <a16:creationId xmlns:a16="http://schemas.microsoft.com/office/drawing/2014/main" id="{A7A3E566-9C17-6FF2-6CC9-29CDB10C46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9625" y="5559425"/>
            <a:ext cx="2559050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000">
                <a:solidFill>
                  <a:srgbClr val="FFCC00"/>
                </a:solidFill>
              </a:rPr>
              <a:t>质心位置坐标在人走动过程中保持不变</a:t>
            </a:r>
          </a:p>
        </p:txBody>
      </p:sp>
      <p:grpSp>
        <p:nvGrpSpPr>
          <p:cNvPr id="13" name="Group 78">
            <a:extLst>
              <a:ext uri="{FF2B5EF4-FFF2-40B4-BE49-F238E27FC236}">
                <a16:creationId xmlns:a16="http://schemas.microsoft.com/office/drawing/2014/main" id="{6CCC36F5-330A-F6BE-C525-889870C177A2}"/>
              </a:ext>
            </a:extLst>
          </p:cNvPr>
          <p:cNvGrpSpPr>
            <a:grpSpLocks/>
          </p:cNvGrpSpPr>
          <p:nvPr/>
        </p:nvGrpSpPr>
        <p:grpSpPr bwMode="auto">
          <a:xfrm>
            <a:off x="7013575" y="3109913"/>
            <a:ext cx="274638" cy="1906587"/>
            <a:chOff x="4418" y="1959"/>
            <a:chExt cx="173" cy="1201"/>
          </a:xfrm>
        </p:grpSpPr>
        <p:grpSp>
          <p:nvGrpSpPr>
            <p:cNvPr id="12321" name="Group 79">
              <a:extLst>
                <a:ext uri="{FF2B5EF4-FFF2-40B4-BE49-F238E27FC236}">
                  <a16:creationId xmlns:a16="http://schemas.microsoft.com/office/drawing/2014/main" id="{D843BEF4-579E-8950-09F9-594AFED626C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18" y="1959"/>
              <a:ext cx="173" cy="1201"/>
              <a:chOff x="2734" y="1171"/>
              <a:chExt cx="241" cy="1681"/>
            </a:xfrm>
          </p:grpSpPr>
          <p:graphicFrame>
            <p:nvGraphicFramePr>
              <p:cNvPr id="12323" name="Object 7">
                <a:extLst>
                  <a:ext uri="{FF2B5EF4-FFF2-40B4-BE49-F238E27FC236}">
                    <a16:creationId xmlns:a16="http://schemas.microsoft.com/office/drawing/2014/main" id="{3EFF0E4B-3224-3AA9-DCE4-7FBC1FD53A6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780" y="1171"/>
              <a:ext cx="195" cy="20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40" imgW="297087" imgH="320206" progId="Equation.3">
                      <p:embed/>
                    </p:oleObj>
                  </mc:Choice>
                  <mc:Fallback>
                    <p:oleObj name="公式" r:id="rId40" imgW="297087" imgH="320206" progId="Equation.3">
                      <p:embed/>
                      <p:pic>
                        <p:nvPicPr>
                          <p:cNvPr id="0" name="Object 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80" y="1171"/>
                            <a:ext cx="195" cy="20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00CCFF">
                                    <a:alpha val="25882"/>
                                  </a:srgbClr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FFFFFF">
                                    <a:alpha val="20000"/>
                                  </a:srgbClr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12324" name="Group 81">
                <a:extLst>
                  <a:ext uri="{FF2B5EF4-FFF2-40B4-BE49-F238E27FC236}">
                    <a16:creationId xmlns:a16="http://schemas.microsoft.com/office/drawing/2014/main" id="{9D6D910D-E066-5139-4551-95DEC9386241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734" y="1512"/>
                <a:ext cx="195" cy="1340"/>
                <a:chOff x="2734" y="1512"/>
                <a:chExt cx="195" cy="1340"/>
              </a:xfrm>
            </p:grpSpPr>
            <p:sp>
              <p:nvSpPr>
                <p:cNvPr id="668754" name="Line 82">
                  <a:extLst>
                    <a:ext uri="{FF2B5EF4-FFF2-40B4-BE49-F238E27FC236}">
                      <a16:creationId xmlns:a16="http://schemas.microsoft.com/office/drawing/2014/main" id="{ACCAC8F5-0004-3AAA-9596-FDC1BDF1C075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875" y="1535"/>
                  <a:ext cx="0" cy="1100"/>
                </a:xfrm>
                <a:prstGeom prst="line">
                  <a:avLst/>
                </a:prstGeom>
                <a:noFill/>
                <a:ln w="19050">
                  <a:solidFill>
                    <a:srgbClr val="66FF33"/>
                  </a:solidFill>
                  <a:prstDash val="dash"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668755" name="Oval 83">
                  <a:extLst>
                    <a:ext uri="{FF2B5EF4-FFF2-40B4-BE49-F238E27FC236}">
                      <a16:creationId xmlns:a16="http://schemas.microsoft.com/office/drawing/2014/main" id="{703411E2-BC79-36E9-AFFD-2F2DAE82B737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2843" y="1514"/>
                  <a:ext cx="64" cy="67"/>
                </a:xfrm>
                <a:prstGeom prst="ellipse">
                  <a:avLst/>
                </a:prstGeom>
                <a:solidFill>
                  <a:srgbClr val="0000FF"/>
                </a:solidFill>
                <a:ln w="12700" algn="ctr">
                  <a:solidFill>
                    <a:srgbClr val="0000FF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graphicFrame>
              <p:nvGraphicFramePr>
                <p:cNvPr id="12327" name="Object 8">
                  <a:extLst>
                    <a:ext uri="{FF2B5EF4-FFF2-40B4-BE49-F238E27FC236}">
                      <a16:creationId xmlns:a16="http://schemas.microsoft.com/office/drawing/2014/main" id="{C31154B3-58F5-2018-0EB6-04ED625E576B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734" y="2621"/>
                <a:ext cx="195" cy="231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公式" r:id="rId42" imgW="297087" imgH="358112" progId="Equation.3">
                        <p:embed/>
                      </p:oleObj>
                    </mc:Choice>
                    <mc:Fallback>
                      <p:oleObj name="公式" r:id="rId42" imgW="297087" imgH="358112" progId="Equation.3">
                        <p:embed/>
                        <p:pic>
                          <p:nvPicPr>
                            <p:cNvPr id="0" name="Object 8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734" y="2621"/>
                              <a:ext cx="195" cy="231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00CCFF">
                                      <a:alpha val="25882"/>
                                    </a:srgbClr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FFFFFF">
                                      <a:alpha val="20000"/>
                                    </a:srgbClr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sp>
          <p:nvSpPr>
            <p:cNvPr id="668757" name="Oval 85">
              <a:extLst>
                <a:ext uri="{FF2B5EF4-FFF2-40B4-BE49-F238E27FC236}">
                  <a16:creationId xmlns:a16="http://schemas.microsoft.com/office/drawing/2014/main" id="{1277B1AA-4AF9-27B8-8324-33157F6606D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494" y="2805"/>
              <a:ext cx="45" cy="45"/>
            </a:xfrm>
            <a:prstGeom prst="ellipse">
              <a:avLst/>
            </a:prstGeom>
            <a:solidFill>
              <a:srgbClr val="0000FF"/>
            </a:solidFill>
            <a:ln w="9525" algn="ctr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68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68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68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68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68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668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68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668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668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668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668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668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668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668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668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668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668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668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668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 nodeType="clickPar">
                      <p:stCondLst>
                        <p:cond delay="indefinite"/>
                      </p:stCondLst>
                      <p:childTnLst>
                        <p:par>
                          <p:cTn id="1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668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8674" grpId="0" animBg="1"/>
      <p:bldP spid="668683" grpId="0"/>
      <p:bldP spid="668684" grpId="0"/>
      <p:bldP spid="668685" grpId="0"/>
      <p:bldP spid="668686" grpId="0"/>
      <p:bldP spid="668687" grpId="0"/>
      <p:bldP spid="668688" grpId="0"/>
      <p:bldP spid="668738" grpId="0"/>
      <p:bldP spid="668739" grpId="0"/>
      <p:bldP spid="668744" grpId="0"/>
      <p:bldP spid="668745" grpId="0"/>
      <p:bldP spid="668747" grpId="0"/>
      <p:bldP spid="668748" grpId="0"/>
      <p:bldP spid="66874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698" name="Text Box 2">
            <a:extLst>
              <a:ext uri="{FF2B5EF4-FFF2-40B4-BE49-F238E27FC236}">
                <a16:creationId xmlns:a16="http://schemas.microsoft.com/office/drawing/2014/main" id="{D585D289-7AA7-BD06-6ED9-14FAEE6C61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463" y="293688"/>
            <a:ext cx="5114925" cy="512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/>
              <a:t>在人走之前，人船系统质心的坐标为 </a:t>
            </a:r>
          </a:p>
        </p:txBody>
      </p:sp>
      <p:graphicFrame>
        <p:nvGraphicFramePr>
          <p:cNvPr id="669699" name="Object 2">
            <a:extLst>
              <a:ext uri="{FF2B5EF4-FFF2-40B4-BE49-F238E27FC236}">
                <a16:creationId xmlns:a16="http://schemas.microsoft.com/office/drawing/2014/main" id="{E5C2DCA7-3226-BBB2-F88B-EF1DB6B80E6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27188" y="854075"/>
          <a:ext cx="1865312" cy="722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049749" imgH="777074" progId="Equation.3">
                  <p:embed/>
                </p:oleObj>
              </mc:Choice>
              <mc:Fallback>
                <p:oleObj name="公式" r:id="rId2" imgW="2049749" imgH="777074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7188" y="854075"/>
                        <a:ext cx="1865312" cy="722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9700" name="Text Box 4">
            <a:extLst>
              <a:ext uri="{FF2B5EF4-FFF2-40B4-BE49-F238E27FC236}">
                <a16:creationId xmlns:a16="http://schemas.microsoft.com/office/drawing/2014/main" id="{7AFC23C1-8D47-3B89-71ED-2BAA525A75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500" y="1576388"/>
            <a:ext cx="5318125" cy="512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/>
              <a:t>当人走到船尾时，系统质心的坐标为</a:t>
            </a:r>
          </a:p>
        </p:txBody>
      </p:sp>
      <p:graphicFrame>
        <p:nvGraphicFramePr>
          <p:cNvPr id="669701" name="Object 3">
            <a:extLst>
              <a:ext uri="{FF2B5EF4-FFF2-40B4-BE49-F238E27FC236}">
                <a16:creationId xmlns:a16="http://schemas.microsoft.com/office/drawing/2014/main" id="{0DCB50BE-AE55-7250-7A2A-5D54F6D886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66838" y="2152650"/>
          <a:ext cx="2068512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049749" imgH="777074" progId="Equation.3">
                  <p:embed/>
                </p:oleObj>
              </mc:Choice>
              <mc:Fallback>
                <p:oleObj name="公式" r:id="rId4" imgW="2049749" imgH="777074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6838" y="2152650"/>
                        <a:ext cx="2068512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9702" name="Object 4">
            <a:extLst>
              <a:ext uri="{FF2B5EF4-FFF2-40B4-BE49-F238E27FC236}">
                <a16:creationId xmlns:a16="http://schemas.microsoft.com/office/drawing/2014/main" id="{297074DC-5CE0-C62F-4A94-C21C2173E1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49400" y="2949575"/>
          <a:ext cx="3579813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558571" imgH="777074" progId="Equation.3">
                  <p:embed/>
                </p:oleObj>
              </mc:Choice>
              <mc:Fallback>
                <p:oleObj name="公式" r:id="rId6" imgW="3558571" imgH="777074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9400" y="2949575"/>
                        <a:ext cx="3579813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9703" name="Text Box 7">
            <a:extLst>
              <a:ext uri="{FF2B5EF4-FFF2-40B4-BE49-F238E27FC236}">
                <a16:creationId xmlns:a16="http://schemas.microsoft.com/office/drawing/2014/main" id="{57FB0455-00FD-F3CE-4180-6F00F7A23E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0625" y="3730625"/>
            <a:ext cx="1368425" cy="512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/>
              <a:t>因为</a:t>
            </a:r>
          </a:p>
        </p:txBody>
      </p:sp>
      <p:graphicFrame>
        <p:nvGraphicFramePr>
          <p:cNvPr id="669704" name="Object 5">
            <a:extLst>
              <a:ext uri="{FF2B5EF4-FFF2-40B4-BE49-F238E27FC236}">
                <a16:creationId xmlns:a16="http://schemas.microsoft.com/office/drawing/2014/main" id="{0BA554F5-9C73-5F46-603E-69FAC6F9E20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57438" y="3813175"/>
          <a:ext cx="914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891758" imgH="358112" progId="Equation.3">
                  <p:embed/>
                </p:oleObj>
              </mc:Choice>
              <mc:Fallback>
                <p:oleObj name="公式" r:id="rId8" imgW="891758" imgH="358112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7438" y="3813175"/>
                        <a:ext cx="914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9705" name="Text Box 9">
            <a:extLst>
              <a:ext uri="{FF2B5EF4-FFF2-40B4-BE49-F238E27FC236}">
                <a16:creationId xmlns:a16="http://schemas.microsoft.com/office/drawing/2014/main" id="{9A45AC7D-D4FB-3FC7-F7BF-D24B9ECA9C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725" y="4362450"/>
            <a:ext cx="7058025" cy="512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/>
              <a:t>船相对于湖岸移动的距离为</a:t>
            </a:r>
          </a:p>
        </p:txBody>
      </p:sp>
      <p:graphicFrame>
        <p:nvGraphicFramePr>
          <p:cNvPr id="669706" name="Object 6">
            <a:extLst>
              <a:ext uri="{FF2B5EF4-FFF2-40B4-BE49-F238E27FC236}">
                <a16:creationId xmlns:a16="http://schemas.microsoft.com/office/drawing/2014/main" id="{D0ABED28-4DB4-B16E-07B0-4CB9822014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91063" y="4281488"/>
          <a:ext cx="15367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516287" imgH="777074" progId="Equation.3">
                  <p:embed/>
                </p:oleObj>
              </mc:Choice>
              <mc:Fallback>
                <p:oleObj name="公式" r:id="rId10" imgW="1516287" imgH="777074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1063" y="4281488"/>
                        <a:ext cx="15367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9707" name="Text Box 11">
            <a:extLst>
              <a:ext uri="{FF2B5EF4-FFF2-40B4-BE49-F238E27FC236}">
                <a16:creationId xmlns:a16="http://schemas.microsoft.com/office/drawing/2014/main" id="{46D93592-B9D8-312A-6499-B53AD12885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725" y="5210175"/>
            <a:ext cx="5689600" cy="512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/>
              <a:t>人相对于湖岸移动的距离为</a:t>
            </a:r>
          </a:p>
        </p:txBody>
      </p:sp>
      <p:graphicFrame>
        <p:nvGraphicFramePr>
          <p:cNvPr id="669708" name="Object 7">
            <a:extLst>
              <a:ext uri="{FF2B5EF4-FFF2-40B4-BE49-F238E27FC236}">
                <a16:creationId xmlns:a16="http://schemas.microsoft.com/office/drawing/2014/main" id="{6A3ABE29-BF70-8F3D-5833-74C710420B6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35500" y="5335588"/>
          <a:ext cx="12319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211736" imgH="358112" progId="Equation.3">
                  <p:embed/>
                </p:oleObj>
              </mc:Choice>
              <mc:Fallback>
                <p:oleObj name="公式" r:id="rId12" imgW="1211736" imgH="358112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5500" y="5335588"/>
                        <a:ext cx="12319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9709" name="Object 8">
            <a:extLst>
              <a:ext uri="{FF2B5EF4-FFF2-40B4-BE49-F238E27FC236}">
                <a16:creationId xmlns:a16="http://schemas.microsoft.com/office/drawing/2014/main" id="{B3DB68D8-66A1-B6E6-AEE2-924A385259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69150" y="5353050"/>
          <a:ext cx="6604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639956" imgH="258858" progId="Equation.3">
                  <p:embed/>
                </p:oleObj>
              </mc:Choice>
              <mc:Fallback>
                <p:oleObj name="公式" r:id="rId14" imgW="639956" imgH="258858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9150" y="5353050"/>
                        <a:ext cx="6604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9710" name="Object 9">
            <a:extLst>
              <a:ext uri="{FF2B5EF4-FFF2-40B4-BE49-F238E27FC236}">
                <a16:creationId xmlns:a16="http://schemas.microsoft.com/office/drawing/2014/main" id="{553EBB6C-D881-C826-8F43-6AC9E86E75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05500" y="5130800"/>
          <a:ext cx="12192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196309" imgH="777074" progId="Equation.3">
                  <p:embed/>
                </p:oleObj>
              </mc:Choice>
              <mc:Fallback>
                <p:oleObj name="公式" r:id="rId16" imgW="1196309" imgH="777074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5500" y="5130800"/>
                        <a:ext cx="12192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9711" name="Object 10">
            <a:extLst>
              <a:ext uri="{FF2B5EF4-FFF2-40B4-BE49-F238E27FC236}">
                <a16:creationId xmlns:a16="http://schemas.microsoft.com/office/drawing/2014/main" id="{260E280A-E9F2-C54F-20EF-78CD719D7CF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48400" y="4291013"/>
          <a:ext cx="19431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920364" imgH="701262" progId="Equation.3">
                  <p:embed/>
                </p:oleObj>
              </mc:Choice>
              <mc:Fallback>
                <p:oleObj name="公式" r:id="rId18" imgW="1920364" imgH="701262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4291013"/>
                        <a:ext cx="19431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6">
            <a:extLst>
              <a:ext uri="{FF2B5EF4-FFF2-40B4-BE49-F238E27FC236}">
                <a16:creationId xmlns:a16="http://schemas.microsoft.com/office/drawing/2014/main" id="{519C749B-856D-B904-64ED-FB11599A67F7}"/>
              </a:ext>
            </a:extLst>
          </p:cNvPr>
          <p:cNvGrpSpPr>
            <a:grpSpLocks/>
          </p:cNvGrpSpPr>
          <p:nvPr/>
        </p:nvGrpSpPr>
        <p:grpSpPr bwMode="auto">
          <a:xfrm>
            <a:off x="5611813" y="561975"/>
            <a:ext cx="3052762" cy="3071813"/>
            <a:chOff x="3509" y="1558"/>
            <a:chExt cx="1923" cy="1935"/>
          </a:xfrm>
        </p:grpSpPr>
        <p:sp>
          <p:nvSpPr>
            <p:cNvPr id="669713" name="Rectangle 17">
              <a:extLst>
                <a:ext uri="{FF2B5EF4-FFF2-40B4-BE49-F238E27FC236}">
                  <a16:creationId xmlns:a16="http://schemas.microsoft.com/office/drawing/2014/main" id="{5F297D50-1EBA-18AF-E8E2-67BA1D616F9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509" y="1558"/>
              <a:ext cx="1923" cy="1935"/>
            </a:xfrm>
            <a:prstGeom prst="rect">
              <a:avLst/>
            </a:prstGeom>
            <a:solidFill>
              <a:srgbClr val="0000CA">
                <a:alpha val="0"/>
              </a:srgbClr>
            </a:solidFill>
            <a:ln w="9525" algn="ctr">
              <a:solidFill>
                <a:srgbClr val="00CCFF">
                  <a:alpha val="80000"/>
                </a:srgbClr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99CC">
                  <a:alpha val="20000"/>
                </a:srgbClr>
              </a:outerShdw>
            </a:effectLst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GB" sz="4000" b="0">
                <a:solidFill>
                  <a:srgbClr val="0000CA"/>
                </a:solidFill>
                <a:effectDag name="">
                  <a:cont type="tree" name="">
                    <a:effect ref="fillLine"/>
                    <a:outerShdw dist="38100" dir="13500000" algn="br">
                      <a:srgbClr val="5555FF"/>
                    </a:outerShdw>
                  </a:cont>
                  <a:cont type="tree" name="">
                    <a:effect ref="fillLine"/>
                    <a:outerShdw dist="38100" dir="2700000" algn="tl">
                      <a:srgbClr val="000079"/>
                    </a:outerShdw>
                  </a:cont>
                  <a:effect ref="fillLine"/>
                </a:effectDag>
                <a:latin typeface="Times New Roman" pitchFamily="18" charset="0"/>
                <a:ea typeface="楷体_GB2312" pitchFamily="49" charset="-122"/>
              </a:endParaRPr>
            </a:p>
            <a:p>
              <a:pPr algn="ctr" eaLnBrk="1" hangingPunct="1">
                <a:defRPr/>
              </a:pPr>
              <a:endParaRPr lang="zh-CN" altLang="en-GB" sz="4000" b="0">
                <a:solidFill>
                  <a:srgbClr val="0000CA"/>
                </a:solidFill>
                <a:effectDag name="">
                  <a:cont type="tree" name="">
                    <a:effect ref="fillLine"/>
                    <a:outerShdw dist="38100" dir="13500000" algn="br">
                      <a:srgbClr val="5555FF"/>
                    </a:outerShdw>
                  </a:cont>
                  <a:cont type="tree" name="">
                    <a:effect ref="fillLine"/>
                    <a:outerShdw dist="38100" dir="2700000" algn="tl">
                      <a:srgbClr val="000079"/>
                    </a:outerShdw>
                  </a:cont>
                  <a:effect ref="fillLine"/>
                </a:effectDag>
                <a:latin typeface="Times New Roman" pitchFamily="18" charset="0"/>
                <a:ea typeface="楷体_GB2312" pitchFamily="49" charset="-122"/>
              </a:endParaRPr>
            </a:p>
            <a:p>
              <a:pPr algn="ctr" eaLnBrk="1" hangingPunct="1">
                <a:defRPr/>
              </a:pPr>
              <a:endParaRPr lang="zh-CN" altLang="en-GB" sz="4000" b="0">
                <a:solidFill>
                  <a:srgbClr val="0000CA"/>
                </a:solidFill>
                <a:effectDag name="">
                  <a:cont type="tree" name="">
                    <a:effect ref="fillLine"/>
                    <a:outerShdw dist="38100" dir="13500000" algn="br">
                      <a:srgbClr val="5555FF"/>
                    </a:outerShdw>
                  </a:cont>
                  <a:cont type="tree" name="">
                    <a:effect ref="fillLine"/>
                    <a:outerShdw dist="38100" dir="2700000" algn="tl">
                      <a:srgbClr val="000079"/>
                    </a:outerShdw>
                  </a:cont>
                  <a:effect ref="fillLine"/>
                </a:effectDag>
                <a:latin typeface="Times New Roman" pitchFamily="18" charset="0"/>
                <a:ea typeface="楷体_GB2312" pitchFamily="49" charset="-122"/>
              </a:endParaRPr>
            </a:p>
            <a:p>
              <a:pPr algn="ctr" eaLnBrk="1" hangingPunct="1">
                <a:defRPr/>
              </a:pPr>
              <a:r>
                <a:rPr lang="en-US" altLang="zh-CN" sz="4000" b="0">
                  <a:solidFill>
                    <a:srgbClr val="0000CA"/>
                  </a:solidFill>
                  <a:effectDag name="">
                    <a:cont type="tree" name="">
                      <a:effect ref="fillLine"/>
                      <a:outerShdw dist="38100" dir="13500000" algn="br">
                        <a:srgbClr val="5555FF"/>
                      </a:outerShdw>
                    </a:cont>
                    <a:cont type="tree" name="">
                      <a:effect ref="fillLine"/>
                      <a:outerShdw dist="38100" dir="2700000" algn="tl">
                        <a:srgbClr val="000079"/>
                      </a:outerShdw>
                    </a:cont>
                    <a:effect ref="fillLine"/>
                  </a:effectDag>
                  <a:latin typeface="Times New Roman" pitchFamily="18" charset="0"/>
                  <a:ea typeface="楷体_GB2312" pitchFamily="49" charset="-122"/>
                </a:rPr>
                <a:t> </a:t>
              </a:r>
            </a:p>
          </p:txBody>
        </p:sp>
        <p:grpSp>
          <p:nvGrpSpPr>
            <p:cNvPr id="13331" name="Group 18">
              <a:extLst>
                <a:ext uri="{FF2B5EF4-FFF2-40B4-BE49-F238E27FC236}">
                  <a16:creationId xmlns:a16="http://schemas.microsoft.com/office/drawing/2014/main" id="{6F35F65D-C7D5-604A-7A74-C3DB0617643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066" y="1766"/>
              <a:ext cx="134" cy="1400"/>
              <a:chOff x="2241" y="902"/>
              <a:chExt cx="187" cy="1958"/>
            </a:xfrm>
          </p:grpSpPr>
          <p:sp>
            <p:nvSpPr>
              <p:cNvPr id="669715" name="Line 19">
                <a:extLst>
                  <a:ext uri="{FF2B5EF4-FFF2-40B4-BE49-F238E27FC236}">
                    <a16:creationId xmlns:a16="http://schemas.microsoft.com/office/drawing/2014/main" id="{1E61E413-F949-DF39-9128-C558880AE0CC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401" y="902"/>
                <a:ext cx="0" cy="1745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graphicFrame>
            <p:nvGraphicFramePr>
              <p:cNvPr id="13395" name="Object 26">
                <a:extLst>
                  <a:ext uri="{FF2B5EF4-FFF2-40B4-BE49-F238E27FC236}">
                    <a16:creationId xmlns:a16="http://schemas.microsoft.com/office/drawing/2014/main" id="{BBA4ED9C-CF53-D16C-B34C-51D3CADE45A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241" y="2583"/>
              <a:ext cx="187" cy="27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0" imgW="282158" imgH="434423" progId="Equation.3">
                      <p:embed/>
                    </p:oleObj>
                  </mc:Choice>
                  <mc:Fallback>
                    <p:oleObj name="公式" r:id="rId20" imgW="282158" imgH="434423" progId="Equation.3">
                      <p:embed/>
                      <p:pic>
                        <p:nvPicPr>
                          <p:cNvPr id="0" name="Object 2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41" y="2583"/>
                            <a:ext cx="187" cy="27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00CCFF">
                                    <a:alpha val="25882"/>
                                  </a:srgbClr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FFFFFF">
                                    <a:alpha val="20000"/>
                                  </a:srgbClr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3332" name="Group 21">
              <a:extLst>
                <a:ext uri="{FF2B5EF4-FFF2-40B4-BE49-F238E27FC236}">
                  <a16:creationId xmlns:a16="http://schemas.microsoft.com/office/drawing/2014/main" id="{B6570F79-7759-F1EE-C711-CF13F368A9E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134" y="1824"/>
              <a:ext cx="634" cy="292"/>
              <a:chOff x="2336" y="983"/>
              <a:chExt cx="887" cy="408"/>
            </a:xfrm>
          </p:grpSpPr>
          <p:sp>
            <p:nvSpPr>
              <p:cNvPr id="669718" name="Line 22">
                <a:extLst>
                  <a:ext uri="{FF2B5EF4-FFF2-40B4-BE49-F238E27FC236}">
                    <a16:creationId xmlns:a16="http://schemas.microsoft.com/office/drawing/2014/main" id="{4A64E7AF-019C-0AF7-54DD-770111E0E9B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733" y="1091"/>
                <a:ext cx="312" cy="1"/>
              </a:xfrm>
              <a:prstGeom prst="line">
                <a:avLst/>
              </a:prstGeom>
              <a:noFill/>
              <a:ln w="28575">
                <a:solidFill>
                  <a:srgbClr val="FFCC00"/>
                </a:solidFill>
                <a:round/>
                <a:headEnd/>
                <a:tailEnd type="triangle" w="med" len="lg"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graphicFrame>
            <p:nvGraphicFramePr>
              <p:cNvPr id="13392" name="Object 24">
                <a:extLst>
                  <a:ext uri="{FF2B5EF4-FFF2-40B4-BE49-F238E27FC236}">
                    <a16:creationId xmlns:a16="http://schemas.microsoft.com/office/drawing/2014/main" id="{5FF94E61-54BB-0B48-CF11-E00445AC9DA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336" y="983"/>
              <a:ext cx="175" cy="4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剪辑" r:id="rId22" imgW="495144" imgH="1074337" progId="MS_ClipArt_Gallery.2">
                      <p:embed/>
                    </p:oleObj>
                  </mc:Choice>
                  <mc:Fallback>
                    <p:oleObj name="剪辑" r:id="rId22" imgW="495144" imgH="1074337" progId="MS_ClipArt_Gallery.2">
                      <p:embed/>
                      <p:pic>
                        <p:nvPicPr>
                          <p:cNvPr id="0" name="Object 2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336" y="983"/>
                            <a:ext cx="175" cy="40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3393" name="Object 25">
                <a:extLst>
                  <a:ext uri="{FF2B5EF4-FFF2-40B4-BE49-F238E27FC236}">
                    <a16:creationId xmlns:a16="http://schemas.microsoft.com/office/drawing/2014/main" id="{FD82E447-38D3-D1E5-EFB9-48C81377D43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075" y="1006"/>
              <a:ext cx="148" cy="1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4" imgW="220949" imgH="281801" progId="Equation.3">
                      <p:embed/>
                    </p:oleObj>
                  </mc:Choice>
                  <mc:Fallback>
                    <p:oleObj name="公式" r:id="rId24" imgW="220949" imgH="281801" progId="Equation.3">
                      <p:embed/>
                      <p:pic>
                        <p:nvPicPr>
                          <p:cNvPr id="0" name="Object 2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75" y="1006"/>
                            <a:ext cx="148" cy="18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00CCFF">
                                    <a:alpha val="25882"/>
                                  </a:srgbClr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FFFFFF">
                                    <a:alpha val="20000"/>
                                  </a:srgbClr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669721" name="Line 25">
              <a:extLst>
                <a:ext uri="{FF2B5EF4-FFF2-40B4-BE49-F238E27FC236}">
                  <a16:creationId xmlns:a16="http://schemas.microsoft.com/office/drawing/2014/main" id="{00CCBB65-73FC-29F3-811B-376EB6F572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81" y="1753"/>
              <a:ext cx="0" cy="366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prstDash val="lgDash"/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pSp>
          <p:nvGrpSpPr>
            <p:cNvPr id="13334" name="Group 26">
              <a:extLst>
                <a:ext uri="{FF2B5EF4-FFF2-40B4-BE49-F238E27FC236}">
                  <a16:creationId xmlns:a16="http://schemas.microsoft.com/office/drawing/2014/main" id="{42C4A255-AEE6-3089-8FD9-D43CD258A5F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853" y="2410"/>
              <a:ext cx="1156" cy="466"/>
              <a:chOff x="1943" y="1803"/>
              <a:chExt cx="1617" cy="651"/>
            </a:xfrm>
          </p:grpSpPr>
          <p:sp>
            <p:nvSpPr>
              <p:cNvPr id="669723" name="Line 27">
                <a:extLst>
                  <a:ext uri="{FF2B5EF4-FFF2-40B4-BE49-F238E27FC236}">
                    <a16:creationId xmlns:a16="http://schemas.microsoft.com/office/drawing/2014/main" id="{799DF6A2-6458-207D-FEF1-581AD85DDE5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200" y="2376"/>
                <a:ext cx="607" cy="1"/>
              </a:xfrm>
              <a:prstGeom prst="line">
                <a:avLst/>
              </a:prstGeom>
              <a:noFill/>
              <a:ln w="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9724" name="Line 28">
                <a:extLst>
                  <a:ext uri="{FF2B5EF4-FFF2-40B4-BE49-F238E27FC236}">
                    <a16:creationId xmlns:a16="http://schemas.microsoft.com/office/drawing/2014/main" id="{56912146-B312-9E24-2479-B1E615506DCC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086" y="2402"/>
                <a:ext cx="866" cy="0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9725" name="Line 29">
                <a:extLst>
                  <a:ext uri="{FF2B5EF4-FFF2-40B4-BE49-F238E27FC236}">
                    <a16:creationId xmlns:a16="http://schemas.microsoft.com/office/drawing/2014/main" id="{8040328A-0C20-E122-5282-92EE5983EAB4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993" y="2376"/>
                <a:ext cx="1189" cy="1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9726" name="Line 30">
                <a:extLst>
                  <a:ext uri="{FF2B5EF4-FFF2-40B4-BE49-F238E27FC236}">
                    <a16:creationId xmlns:a16="http://schemas.microsoft.com/office/drawing/2014/main" id="{1ACC9332-837A-1CEA-70AD-C5A86CCE8CC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641" y="2351"/>
                <a:ext cx="594" cy="0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9727" name="Freeform 31">
                <a:extLst>
                  <a:ext uri="{FF2B5EF4-FFF2-40B4-BE49-F238E27FC236}">
                    <a16:creationId xmlns:a16="http://schemas.microsoft.com/office/drawing/2014/main" id="{6A206E7E-9C05-1936-8382-BE15D03F05B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188" y="2325"/>
                <a:ext cx="1048" cy="129"/>
              </a:xfrm>
              <a:custGeom>
                <a:avLst/>
                <a:gdLst/>
                <a:ahLst/>
                <a:cxnLst>
                  <a:cxn ang="0">
                    <a:pos x="81" y="0"/>
                  </a:cxn>
                  <a:cxn ang="0">
                    <a:pos x="62" y="8"/>
                  </a:cxn>
                  <a:cxn ang="0">
                    <a:pos x="41" y="10"/>
                  </a:cxn>
                  <a:cxn ang="0">
                    <a:pos x="19" y="8"/>
                  </a:cxn>
                  <a:cxn ang="0">
                    <a:pos x="0" y="0"/>
                  </a:cxn>
                  <a:cxn ang="0">
                    <a:pos x="81" y="0"/>
                  </a:cxn>
                </a:cxnLst>
                <a:rect l="0" t="0" r="r" b="b"/>
                <a:pathLst>
                  <a:path w="81" h="10">
                    <a:moveTo>
                      <a:pt x="81" y="0"/>
                    </a:moveTo>
                    <a:cubicBezTo>
                      <a:pt x="77" y="4"/>
                      <a:pt x="71" y="6"/>
                      <a:pt x="62" y="8"/>
                    </a:cubicBezTo>
                    <a:cubicBezTo>
                      <a:pt x="54" y="10"/>
                      <a:pt x="48" y="10"/>
                      <a:pt x="41" y="10"/>
                    </a:cubicBezTo>
                    <a:cubicBezTo>
                      <a:pt x="34" y="10"/>
                      <a:pt x="27" y="10"/>
                      <a:pt x="19" y="8"/>
                    </a:cubicBezTo>
                    <a:cubicBezTo>
                      <a:pt x="11" y="6"/>
                      <a:pt x="4" y="4"/>
                      <a:pt x="0" y="0"/>
                    </a:cubicBezTo>
                    <a:lnTo>
                      <a:pt x="81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chemeClr val="bg1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9728" name="Line 32">
                <a:extLst>
                  <a:ext uri="{FF2B5EF4-FFF2-40B4-BE49-F238E27FC236}">
                    <a16:creationId xmlns:a16="http://schemas.microsoft.com/office/drawing/2014/main" id="{2344F3E4-7312-6233-495B-75C71BDBDE44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943" y="2325"/>
                <a:ext cx="1617" cy="0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9729" name="Freeform 33">
                <a:extLst>
                  <a:ext uri="{FF2B5EF4-FFF2-40B4-BE49-F238E27FC236}">
                    <a16:creationId xmlns:a16="http://schemas.microsoft.com/office/drawing/2014/main" id="{2EF126E2-5F50-338D-3274-6842E330CA5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123" y="2235"/>
                <a:ext cx="1178" cy="9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91" y="0"/>
                  </a:cxn>
                  <a:cxn ang="0">
                    <a:pos x="86" y="7"/>
                  </a:cxn>
                  <a:cxn ang="0">
                    <a:pos x="5" y="7"/>
                  </a:cxn>
                  <a:cxn ang="0">
                    <a:pos x="0" y="0"/>
                  </a:cxn>
                </a:cxnLst>
                <a:rect l="0" t="0" r="r" b="b"/>
                <a:pathLst>
                  <a:path w="91" h="7">
                    <a:moveTo>
                      <a:pt x="0" y="0"/>
                    </a:moveTo>
                    <a:lnTo>
                      <a:pt x="91" y="0"/>
                    </a:lnTo>
                    <a:cubicBezTo>
                      <a:pt x="90" y="3"/>
                      <a:pt x="88" y="5"/>
                      <a:pt x="86" y="7"/>
                    </a:cubicBezTo>
                    <a:lnTo>
                      <a:pt x="5" y="7"/>
                    </a:lnTo>
                    <a:cubicBezTo>
                      <a:pt x="3" y="5"/>
                      <a:pt x="1" y="3"/>
                      <a:pt x="0" y="0"/>
                    </a:cubicBezTo>
                    <a:close/>
                  </a:path>
                </a:pathLst>
              </a:custGeom>
              <a:noFill/>
              <a:ln w="28575" cmpd="sng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9730" name="Line 34">
                <a:extLst>
                  <a:ext uri="{FF2B5EF4-FFF2-40B4-BE49-F238E27FC236}">
                    <a16:creationId xmlns:a16="http://schemas.microsoft.com/office/drawing/2014/main" id="{7AC2BA7A-3AF0-1791-8D16-F4C98737F580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175" y="2427"/>
                <a:ext cx="608" cy="0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9731" name="Line 35">
                <a:extLst>
                  <a:ext uri="{FF2B5EF4-FFF2-40B4-BE49-F238E27FC236}">
                    <a16:creationId xmlns:a16="http://schemas.microsoft.com/office/drawing/2014/main" id="{75946A82-D2DB-A059-4493-900F46EB3004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2007" y="2080"/>
                <a:ext cx="311" cy="0"/>
              </a:xfrm>
              <a:prstGeom prst="line">
                <a:avLst/>
              </a:prstGeom>
              <a:noFill/>
              <a:ln w="28575">
                <a:solidFill>
                  <a:srgbClr val="FFCC00"/>
                </a:solidFill>
                <a:round/>
                <a:headEnd/>
                <a:tailEnd type="triangle" w="med" len="lg"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graphicFrame>
            <p:nvGraphicFramePr>
              <p:cNvPr id="13389" name="Object 22">
                <a:extLst>
                  <a:ext uri="{FF2B5EF4-FFF2-40B4-BE49-F238E27FC236}">
                    <a16:creationId xmlns:a16="http://schemas.microsoft.com/office/drawing/2014/main" id="{A271CFE4-6A40-FBB3-2FF0-5ED50CB7422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084" y="1803"/>
              <a:ext cx="195" cy="20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6" imgW="297087" imgH="320206" progId="Equation.3">
                      <p:embed/>
                    </p:oleObj>
                  </mc:Choice>
                  <mc:Fallback>
                    <p:oleObj name="公式" r:id="rId26" imgW="297087" imgH="320206" progId="Equation.3">
                      <p:embed/>
                      <p:pic>
                        <p:nvPicPr>
                          <p:cNvPr id="0" name="Object 2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84" y="1803"/>
                            <a:ext cx="195" cy="20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00CCFF">
                                    <a:alpha val="25882"/>
                                  </a:srgbClr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FFFFFF">
                                    <a:alpha val="20000"/>
                                  </a:srgbClr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3390" name="Object 23">
                <a:extLst>
                  <a:ext uri="{FF2B5EF4-FFF2-40B4-BE49-F238E27FC236}">
                    <a16:creationId xmlns:a16="http://schemas.microsoft.com/office/drawing/2014/main" id="{810DF613-E5E2-F7D0-60DF-844082B7DE3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152" y="1819"/>
              <a:ext cx="175" cy="4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剪辑" r:id="rId28" imgW="495144" imgH="1074337" progId="MS_ClipArt_Gallery.2">
                      <p:embed/>
                    </p:oleObj>
                  </mc:Choice>
                  <mc:Fallback>
                    <p:oleObj name="剪辑" r:id="rId28" imgW="495144" imgH="1074337" progId="MS_ClipArt_Gallery.2">
                      <p:embed/>
                      <p:pic>
                        <p:nvPicPr>
                          <p:cNvPr id="0" name="Object 2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52" y="1819"/>
                            <a:ext cx="175" cy="40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3335" name="Group 38">
              <a:extLst>
                <a:ext uri="{FF2B5EF4-FFF2-40B4-BE49-F238E27FC236}">
                  <a16:creationId xmlns:a16="http://schemas.microsoft.com/office/drawing/2014/main" id="{141EA1F3-B1D7-8623-D609-23365A5B8B2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047" y="1587"/>
              <a:ext cx="1155" cy="688"/>
              <a:chOff x="2214" y="651"/>
              <a:chExt cx="1617" cy="962"/>
            </a:xfrm>
          </p:grpSpPr>
          <p:sp>
            <p:nvSpPr>
              <p:cNvPr id="669735" name="Line 39">
                <a:extLst>
                  <a:ext uri="{FF2B5EF4-FFF2-40B4-BE49-F238E27FC236}">
                    <a16:creationId xmlns:a16="http://schemas.microsoft.com/office/drawing/2014/main" id="{82EEC5B3-A8F7-0CCD-4E2C-A65678436F81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585" y="889"/>
                <a:ext cx="1" cy="505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9736" name="Line 40">
                <a:extLst>
                  <a:ext uri="{FF2B5EF4-FFF2-40B4-BE49-F238E27FC236}">
                    <a16:creationId xmlns:a16="http://schemas.microsoft.com/office/drawing/2014/main" id="{D01CEF45-EE66-886F-6A63-357804FCDCFA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292" y="1535"/>
                <a:ext cx="1190" cy="1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9737" name="Line 41">
                <a:extLst>
                  <a:ext uri="{FF2B5EF4-FFF2-40B4-BE49-F238E27FC236}">
                    <a16:creationId xmlns:a16="http://schemas.microsoft.com/office/drawing/2014/main" id="{C417C9E2-0658-117F-5C64-E30830021220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382" y="1561"/>
                <a:ext cx="867" cy="1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9738" name="Line 42">
                <a:extLst>
                  <a:ext uri="{FF2B5EF4-FFF2-40B4-BE49-F238E27FC236}">
                    <a16:creationId xmlns:a16="http://schemas.microsoft.com/office/drawing/2014/main" id="{2433A53B-C065-62E2-BE43-A16C17B6A330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473" y="1586"/>
                <a:ext cx="608" cy="0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9739" name="Freeform 43">
                <a:extLst>
                  <a:ext uri="{FF2B5EF4-FFF2-40B4-BE49-F238E27FC236}">
                    <a16:creationId xmlns:a16="http://schemas.microsoft.com/office/drawing/2014/main" id="{C603CCDB-A6C7-F77F-C188-CC383732F0A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473" y="1484"/>
                <a:ext cx="1035" cy="129"/>
              </a:xfrm>
              <a:custGeom>
                <a:avLst/>
                <a:gdLst/>
                <a:ahLst/>
                <a:cxnLst>
                  <a:cxn ang="0">
                    <a:pos x="80" y="0"/>
                  </a:cxn>
                  <a:cxn ang="0">
                    <a:pos x="61" y="9"/>
                  </a:cxn>
                  <a:cxn ang="0">
                    <a:pos x="40" y="10"/>
                  </a:cxn>
                  <a:cxn ang="0">
                    <a:pos x="19" y="9"/>
                  </a:cxn>
                  <a:cxn ang="0">
                    <a:pos x="0" y="0"/>
                  </a:cxn>
                  <a:cxn ang="0">
                    <a:pos x="80" y="0"/>
                  </a:cxn>
                </a:cxnLst>
                <a:rect l="0" t="0" r="r" b="b"/>
                <a:pathLst>
                  <a:path w="80" h="10">
                    <a:moveTo>
                      <a:pt x="80" y="0"/>
                    </a:moveTo>
                    <a:cubicBezTo>
                      <a:pt x="76" y="4"/>
                      <a:pt x="70" y="7"/>
                      <a:pt x="61" y="9"/>
                    </a:cubicBezTo>
                    <a:cubicBezTo>
                      <a:pt x="54" y="10"/>
                      <a:pt x="47" y="10"/>
                      <a:pt x="40" y="10"/>
                    </a:cubicBezTo>
                    <a:cubicBezTo>
                      <a:pt x="33" y="10"/>
                      <a:pt x="26" y="10"/>
                      <a:pt x="19" y="9"/>
                    </a:cubicBezTo>
                    <a:cubicBezTo>
                      <a:pt x="10" y="7"/>
                      <a:pt x="4" y="4"/>
                      <a:pt x="0" y="0"/>
                    </a:cubicBezTo>
                    <a:lnTo>
                      <a:pt x="80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chemeClr val="bg1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9740" name="Line 44">
                <a:extLst>
                  <a:ext uri="{FF2B5EF4-FFF2-40B4-BE49-F238E27FC236}">
                    <a16:creationId xmlns:a16="http://schemas.microsoft.com/office/drawing/2014/main" id="{46D479DA-5AF5-87BB-B960-D67399E967B6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214" y="1484"/>
                <a:ext cx="1617" cy="0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9741" name="Freeform 45">
                <a:extLst>
                  <a:ext uri="{FF2B5EF4-FFF2-40B4-BE49-F238E27FC236}">
                    <a16:creationId xmlns:a16="http://schemas.microsoft.com/office/drawing/2014/main" id="{E96A183D-D810-5B21-7F1B-2D7402EC99D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395" y="1393"/>
                <a:ext cx="1190" cy="9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92" y="0"/>
                  </a:cxn>
                  <a:cxn ang="0">
                    <a:pos x="86" y="7"/>
                  </a:cxn>
                  <a:cxn ang="0">
                    <a:pos x="6" y="7"/>
                  </a:cxn>
                  <a:cxn ang="0">
                    <a:pos x="0" y="0"/>
                  </a:cxn>
                </a:cxnLst>
                <a:rect l="0" t="0" r="r" b="b"/>
                <a:pathLst>
                  <a:path w="92" h="7">
                    <a:moveTo>
                      <a:pt x="0" y="0"/>
                    </a:moveTo>
                    <a:lnTo>
                      <a:pt x="92" y="0"/>
                    </a:lnTo>
                    <a:cubicBezTo>
                      <a:pt x="91" y="3"/>
                      <a:pt x="89" y="5"/>
                      <a:pt x="86" y="7"/>
                    </a:cubicBezTo>
                    <a:lnTo>
                      <a:pt x="6" y="7"/>
                    </a:lnTo>
                    <a:cubicBezTo>
                      <a:pt x="3" y="5"/>
                      <a:pt x="1" y="3"/>
                      <a:pt x="0" y="0"/>
                    </a:cubicBezTo>
                    <a:close/>
                  </a:path>
                </a:pathLst>
              </a:custGeom>
              <a:noFill/>
              <a:ln w="28575" cmpd="sng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9742" name="Line 46">
                <a:extLst>
                  <a:ext uri="{FF2B5EF4-FFF2-40B4-BE49-F238E27FC236}">
                    <a16:creationId xmlns:a16="http://schemas.microsoft.com/office/drawing/2014/main" id="{579EEC1C-113D-876A-8BF1-2F58ECEE425F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406" y="926"/>
                <a:ext cx="1184" cy="0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 type="triangle" w="med" len="lg"/>
                <a:tailEnd type="triangle" w="med" len="lg"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9743" name="Line 47">
                <a:extLst>
                  <a:ext uri="{FF2B5EF4-FFF2-40B4-BE49-F238E27FC236}">
                    <a16:creationId xmlns:a16="http://schemas.microsoft.com/office/drawing/2014/main" id="{F9269691-FF2A-2FF6-29CB-79BF50C73490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253" y="1510"/>
                <a:ext cx="1358" cy="1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graphicFrame>
            <p:nvGraphicFramePr>
              <p:cNvPr id="13379" name="Object 21">
                <a:extLst>
                  <a:ext uri="{FF2B5EF4-FFF2-40B4-BE49-F238E27FC236}">
                    <a16:creationId xmlns:a16="http://schemas.microsoft.com/office/drawing/2014/main" id="{EED6657F-CE95-3D5A-87AA-97010A9BA7A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967" y="651"/>
              <a:ext cx="93" cy="20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30" imgW="129384" imgH="320206" progId="Equation.3">
                      <p:embed/>
                    </p:oleObj>
                  </mc:Choice>
                  <mc:Fallback>
                    <p:oleObj name="公式" r:id="rId30" imgW="129384" imgH="320206" progId="Equation.3">
                      <p:embed/>
                      <p:pic>
                        <p:nvPicPr>
                          <p:cNvPr id="0" name="Object 2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67" y="651"/>
                            <a:ext cx="93" cy="20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00CCFF">
                                    <a:alpha val="25882"/>
                                  </a:srgbClr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FFFFFF">
                                    <a:alpha val="20000"/>
                                  </a:srgbClr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3336" name="Group 49">
              <a:extLst>
                <a:ext uri="{FF2B5EF4-FFF2-40B4-BE49-F238E27FC236}">
                  <a16:creationId xmlns:a16="http://schemas.microsoft.com/office/drawing/2014/main" id="{CC85D55E-6AD0-44E5-A2E4-C6BFE158D43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82" y="2728"/>
              <a:ext cx="202" cy="656"/>
              <a:chOff x="3982" y="2728"/>
              <a:chExt cx="202" cy="656"/>
            </a:xfrm>
          </p:grpSpPr>
          <p:graphicFrame>
            <p:nvGraphicFramePr>
              <p:cNvPr id="13365" name="Object 20">
                <a:extLst>
                  <a:ext uri="{FF2B5EF4-FFF2-40B4-BE49-F238E27FC236}">
                    <a16:creationId xmlns:a16="http://schemas.microsoft.com/office/drawing/2014/main" id="{F6088A77-724A-006F-9941-92D48E93D7E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029" y="3220"/>
              <a:ext cx="119" cy="16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32" imgW="243840" imgH="358112" progId="Equation.3">
                      <p:embed/>
                    </p:oleObj>
                  </mc:Choice>
                  <mc:Fallback>
                    <p:oleObj name="公式" r:id="rId32" imgW="243840" imgH="358112" progId="Equation.3">
                      <p:embed/>
                      <p:pic>
                        <p:nvPicPr>
                          <p:cNvPr id="0" name="Object 2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29" y="3220"/>
                            <a:ext cx="119" cy="16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00CCFF">
                                    <a:alpha val="25882"/>
                                  </a:srgbClr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FFFFFF">
                                    <a:alpha val="20000"/>
                                  </a:srgbClr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13366" name="Group 51">
                <a:extLst>
                  <a:ext uri="{FF2B5EF4-FFF2-40B4-BE49-F238E27FC236}">
                    <a16:creationId xmlns:a16="http://schemas.microsoft.com/office/drawing/2014/main" id="{0C21C365-8CE1-A589-679F-06477132A93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2" y="2728"/>
                <a:ext cx="202" cy="603"/>
                <a:chOff x="3982" y="2728"/>
                <a:chExt cx="202" cy="603"/>
              </a:xfrm>
            </p:grpSpPr>
            <p:sp>
              <p:nvSpPr>
                <p:cNvPr id="669748" name="Line 52">
                  <a:extLst>
                    <a:ext uri="{FF2B5EF4-FFF2-40B4-BE49-F238E27FC236}">
                      <a16:creationId xmlns:a16="http://schemas.microsoft.com/office/drawing/2014/main" id="{D244F011-46EB-C875-86B0-F820AFB41A20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4183" y="3146"/>
                  <a:ext cx="1" cy="185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prstDash val="dash"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669749" name="Line 53">
                  <a:extLst>
                    <a:ext uri="{FF2B5EF4-FFF2-40B4-BE49-F238E27FC236}">
                      <a16:creationId xmlns:a16="http://schemas.microsoft.com/office/drawing/2014/main" id="{91C542F3-3A8F-AFBE-7803-4AA863C4B839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3983" y="2728"/>
                  <a:ext cx="0" cy="573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prstDash val="dash"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669750" name="Line 54">
                  <a:extLst>
                    <a:ext uri="{FF2B5EF4-FFF2-40B4-BE49-F238E27FC236}">
                      <a16:creationId xmlns:a16="http://schemas.microsoft.com/office/drawing/2014/main" id="{8291C9CF-E424-5955-B24E-D3F83C8DBF43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3982" y="3217"/>
                  <a:ext cx="195" cy="1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 type="triangle" w="sm" len="med"/>
                  <a:tailEnd type="triangle" w="sm" len="med"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</p:grpSp>
        <p:grpSp>
          <p:nvGrpSpPr>
            <p:cNvPr id="13337" name="Group 55">
              <a:extLst>
                <a:ext uri="{FF2B5EF4-FFF2-40B4-BE49-F238E27FC236}">
                  <a16:creationId xmlns:a16="http://schemas.microsoft.com/office/drawing/2014/main" id="{7FC717F9-6848-2ABE-1234-68C904548BF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568" y="1724"/>
              <a:ext cx="1798" cy="1460"/>
              <a:chOff x="1544" y="843"/>
              <a:chExt cx="2516" cy="2042"/>
            </a:xfrm>
          </p:grpSpPr>
          <p:sp>
            <p:nvSpPr>
              <p:cNvPr id="669752" name="Freeform 56">
                <a:extLst>
                  <a:ext uri="{FF2B5EF4-FFF2-40B4-BE49-F238E27FC236}">
                    <a16:creationId xmlns:a16="http://schemas.microsoft.com/office/drawing/2014/main" id="{6BFFBF54-B241-8459-4C40-B702AA5AF07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773" y="843"/>
                <a:ext cx="2252" cy="177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19"/>
                  </a:cxn>
                  <a:cxn ang="0">
                    <a:pos x="174" y="119"/>
                  </a:cxn>
                </a:cxnLst>
                <a:rect l="0" t="0" r="r" b="b"/>
                <a:pathLst>
                  <a:path w="174" h="119">
                    <a:moveTo>
                      <a:pt x="0" y="0"/>
                    </a:moveTo>
                    <a:lnTo>
                      <a:pt x="0" y="119"/>
                    </a:lnTo>
                    <a:lnTo>
                      <a:pt x="174" y="119"/>
                    </a:lnTo>
                  </a:path>
                </a:pathLst>
              </a:custGeom>
              <a:noFill/>
              <a:ln w="28575" cmpd="sng">
                <a:solidFill>
                  <a:schemeClr val="bg1"/>
                </a:solidFill>
                <a:prstDash val="solid"/>
                <a:round/>
                <a:headEnd type="triangle" w="med" len="lg"/>
                <a:tailEnd type="triangle" w="med" len="lg"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graphicFrame>
            <p:nvGraphicFramePr>
              <p:cNvPr id="13362" name="Object 17">
                <a:extLst>
                  <a:ext uri="{FF2B5EF4-FFF2-40B4-BE49-F238E27FC236}">
                    <a16:creationId xmlns:a16="http://schemas.microsoft.com/office/drawing/2014/main" id="{118B913A-73FC-14D9-F0F9-92882D72C135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544" y="881"/>
              <a:ext cx="156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34" imgW="228413" imgH="297263" progId="Equation.3">
                      <p:embed/>
                    </p:oleObj>
                  </mc:Choice>
                  <mc:Fallback>
                    <p:oleObj name="公式" r:id="rId34" imgW="228413" imgH="297263" progId="Equation.3">
                      <p:embed/>
                      <p:pic>
                        <p:nvPicPr>
                          <p:cNvPr id="0" name="Object 1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544" y="881"/>
                            <a:ext cx="156" cy="1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00CCFF">
                                    <a:alpha val="25882"/>
                                  </a:srgbClr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FFFFFF">
                                    <a:alpha val="20000"/>
                                  </a:srgbClr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3363" name="Object 18">
                <a:extLst>
                  <a:ext uri="{FF2B5EF4-FFF2-40B4-BE49-F238E27FC236}">
                    <a16:creationId xmlns:a16="http://schemas.microsoft.com/office/drawing/2014/main" id="{1EBF712B-9CB0-76C0-05E0-723372CFE6E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920" y="2688"/>
              <a:ext cx="140" cy="14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36" imgW="205522" imgH="220952" progId="Equation.3">
                      <p:embed/>
                    </p:oleObj>
                  </mc:Choice>
                  <mc:Fallback>
                    <p:oleObj name="公式" r:id="rId36" imgW="205522" imgH="220952" progId="Equation.3">
                      <p:embed/>
                      <p:pic>
                        <p:nvPicPr>
                          <p:cNvPr id="0" name="Object 1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20" y="2688"/>
                            <a:ext cx="140" cy="14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00CCFF">
                                    <a:alpha val="25882"/>
                                  </a:srgbClr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FFFFFF">
                                    <a:alpha val="20000"/>
                                  </a:srgbClr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3364" name="Object 19">
                <a:extLst>
                  <a:ext uri="{FF2B5EF4-FFF2-40B4-BE49-F238E27FC236}">
                    <a16:creationId xmlns:a16="http://schemas.microsoft.com/office/drawing/2014/main" id="{CBA39216-C703-4412-4D36-40DB4C2D466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593" y="2686"/>
              <a:ext cx="187" cy="19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38" imgW="282158" imgH="304745" progId="Equation.3">
                      <p:embed/>
                    </p:oleObj>
                  </mc:Choice>
                  <mc:Fallback>
                    <p:oleObj name="公式" r:id="rId38" imgW="282158" imgH="304745" progId="Equation.3">
                      <p:embed/>
                      <p:pic>
                        <p:nvPicPr>
                          <p:cNvPr id="0" name="Object 1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593" y="2686"/>
                            <a:ext cx="187" cy="19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00CCFF">
                                    <a:alpha val="25882"/>
                                  </a:srgbClr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FFFFFF">
                                    <a:alpha val="20000"/>
                                  </a:srgbClr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3338" name="Group 60">
              <a:extLst>
                <a:ext uri="{FF2B5EF4-FFF2-40B4-BE49-F238E27FC236}">
                  <a16:creationId xmlns:a16="http://schemas.microsoft.com/office/drawing/2014/main" id="{CE41D6B3-8EFA-CF96-535A-07DF59CBBB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89" y="3144"/>
              <a:ext cx="635" cy="237"/>
              <a:chOff x="4189" y="3144"/>
              <a:chExt cx="635" cy="237"/>
            </a:xfrm>
          </p:grpSpPr>
          <p:sp>
            <p:nvSpPr>
              <p:cNvPr id="669757" name="Line 61">
                <a:extLst>
                  <a:ext uri="{FF2B5EF4-FFF2-40B4-BE49-F238E27FC236}">
                    <a16:creationId xmlns:a16="http://schemas.microsoft.com/office/drawing/2014/main" id="{A514E146-DACC-392E-1F55-297445FD37E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189" y="3218"/>
                <a:ext cx="625" cy="0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 type="triangle" w="sm" len="med"/>
                <a:tailEnd type="triangle" w="sm" len="med"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9758" name="Line 62">
                <a:extLst>
                  <a:ext uri="{FF2B5EF4-FFF2-40B4-BE49-F238E27FC236}">
                    <a16:creationId xmlns:a16="http://schemas.microsoft.com/office/drawing/2014/main" id="{20B2238B-040E-698F-31AA-220E1D5326D4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823" y="3144"/>
                <a:ext cx="1" cy="14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graphicFrame>
            <p:nvGraphicFramePr>
              <p:cNvPr id="13360" name="Object 16">
                <a:extLst>
                  <a:ext uri="{FF2B5EF4-FFF2-40B4-BE49-F238E27FC236}">
                    <a16:creationId xmlns:a16="http://schemas.microsoft.com/office/drawing/2014/main" id="{40B2CA33-370F-4A99-8D26-32A604E6512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464" y="3217"/>
              <a:ext cx="134" cy="16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40" imgW="282158" imgH="358112" progId="Equation.3">
                      <p:embed/>
                    </p:oleObj>
                  </mc:Choice>
                  <mc:Fallback>
                    <p:oleObj name="公式" r:id="rId40" imgW="282158" imgH="358112" progId="Equation.3">
                      <p:embed/>
                      <p:pic>
                        <p:nvPicPr>
                          <p:cNvPr id="0" name="Object 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64" y="3217"/>
                            <a:ext cx="134" cy="16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00CCFF">
                                    <a:alpha val="25882"/>
                                  </a:srgbClr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FFFFFF">
                                    <a:alpha val="20000"/>
                                  </a:srgbClr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3339" name="Group 64">
              <a:extLst>
                <a:ext uri="{FF2B5EF4-FFF2-40B4-BE49-F238E27FC236}">
                  <a16:creationId xmlns:a16="http://schemas.microsoft.com/office/drawing/2014/main" id="{83CC6D68-C8EF-7B41-2187-8628F194C8D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235" y="2805"/>
              <a:ext cx="159" cy="378"/>
              <a:chOff x="2477" y="2355"/>
              <a:chExt cx="223" cy="529"/>
            </a:xfrm>
          </p:grpSpPr>
          <p:sp>
            <p:nvSpPr>
              <p:cNvPr id="669761" name="Line 65">
                <a:extLst>
                  <a:ext uri="{FF2B5EF4-FFF2-40B4-BE49-F238E27FC236}">
                    <a16:creationId xmlns:a16="http://schemas.microsoft.com/office/drawing/2014/main" id="{571C5048-BD9D-9D21-DDB5-D012AFF8D597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666" y="2389"/>
                <a:ext cx="0" cy="235"/>
              </a:xfrm>
              <a:prstGeom prst="line">
                <a:avLst/>
              </a:prstGeom>
              <a:noFill/>
              <a:ln w="19050">
                <a:solidFill>
                  <a:srgbClr val="FFCC00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9762" name="Oval 66">
                <a:extLst>
                  <a:ext uri="{FF2B5EF4-FFF2-40B4-BE49-F238E27FC236}">
                    <a16:creationId xmlns:a16="http://schemas.microsoft.com/office/drawing/2014/main" id="{1C97DFBC-724A-B805-5F3F-ACA1A82B65A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635" y="2355"/>
                <a:ext cx="65" cy="67"/>
              </a:xfrm>
              <a:prstGeom prst="ellipse">
                <a:avLst/>
              </a:prstGeom>
              <a:solidFill>
                <a:srgbClr val="FF0000"/>
              </a:solidFill>
              <a:ln w="12700" algn="ctr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graphicFrame>
            <p:nvGraphicFramePr>
              <p:cNvPr id="13357" name="Object 15">
                <a:extLst>
                  <a:ext uri="{FF2B5EF4-FFF2-40B4-BE49-F238E27FC236}">
                    <a16:creationId xmlns:a16="http://schemas.microsoft.com/office/drawing/2014/main" id="{00ADE6C7-0F4B-773E-D0C0-DCAA6909994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477" y="2607"/>
              <a:ext cx="211" cy="27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42" imgW="319978" imgH="434423" progId="Equation.3">
                      <p:embed/>
                    </p:oleObj>
                  </mc:Choice>
                  <mc:Fallback>
                    <p:oleObj name="公式" r:id="rId42" imgW="319978" imgH="434423" progId="Equation.3">
                      <p:embed/>
                      <p:pic>
                        <p:nvPicPr>
                          <p:cNvPr id="0" name="Object 1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477" y="2607"/>
                            <a:ext cx="211" cy="27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00CCFF">
                                    <a:alpha val="25882"/>
                                  </a:srgbClr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FFFFFF">
                                    <a:alpha val="20000"/>
                                  </a:srgbClr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3340" name="Group 68">
              <a:extLst>
                <a:ext uri="{FF2B5EF4-FFF2-40B4-BE49-F238E27FC236}">
                  <a16:creationId xmlns:a16="http://schemas.microsoft.com/office/drawing/2014/main" id="{CC5EB374-A8D8-B5A9-23E7-7F043C62E84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596" y="2200"/>
              <a:ext cx="150" cy="977"/>
              <a:chOff x="2982" y="1509"/>
              <a:chExt cx="210" cy="1367"/>
            </a:xfrm>
          </p:grpSpPr>
          <p:sp>
            <p:nvSpPr>
              <p:cNvPr id="669765" name="Line 69">
                <a:extLst>
                  <a:ext uri="{FF2B5EF4-FFF2-40B4-BE49-F238E27FC236}">
                    <a16:creationId xmlns:a16="http://schemas.microsoft.com/office/drawing/2014/main" id="{84FEA0B8-EA76-40FF-F71E-445880AF270F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016" y="1548"/>
                <a:ext cx="1" cy="1087"/>
              </a:xfrm>
              <a:prstGeom prst="line">
                <a:avLst/>
              </a:prstGeom>
              <a:noFill/>
              <a:ln w="19050">
                <a:solidFill>
                  <a:srgbClr val="FFCC00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669766" name="Oval 70">
                <a:extLst>
                  <a:ext uri="{FF2B5EF4-FFF2-40B4-BE49-F238E27FC236}">
                    <a16:creationId xmlns:a16="http://schemas.microsoft.com/office/drawing/2014/main" id="{11FA4C65-78B6-4851-7D78-0CB5C4B34D6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983" y="1509"/>
                <a:ext cx="63" cy="67"/>
              </a:xfrm>
              <a:prstGeom prst="ellipse">
                <a:avLst/>
              </a:prstGeom>
              <a:solidFill>
                <a:srgbClr val="FF0000"/>
              </a:solidFill>
              <a:ln w="12700" algn="ctr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graphicFrame>
            <p:nvGraphicFramePr>
              <p:cNvPr id="13354" name="Object 14">
                <a:extLst>
                  <a:ext uri="{FF2B5EF4-FFF2-40B4-BE49-F238E27FC236}">
                    <a16:creationId xmlns:a16="http://schemas.microsoft.com/office/drawing/2014/main" id="{B35DB6CE-F9BD-304D-AA37-21037A85051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982" y="2599"/>
              <a:ext cx="210" cy="27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44" imgW="319978" imgH="434423" progId="Equation.3">
                      <p:embed/>
                    </p:oleObj>
                  </mc:Choice>
                  <mc:Fallback>
                    <p:oleObj name="公式" r:id="rId44" imgW="319978" imgH="434423" progId="Equation.3">
                      <p:embed/>
                      <p:pic>
                        <p:nvPicPr>
                          <p:cNvPr id="0" name="Object 1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82" y="2599"/>
                            <a:ext cx="210" cy="27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00CCFF">
                                    <a:alpha val="25882"/>
                                  </a:srgbClr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FFFFFF">
                                    <a:alpha val="20000"/>
                                  </a:srgbClr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3341" name="Group 72">
              <a:extLst>
                <a:ext uri="{FF2B5EF4-FFF2-40B4-BE49-F238E27FC236}">
                  <a16:creationId xmlns:a16="http://schemas.microsoft.com/office/drawing/2014/main" id="{6FCBB417-2A40-4E02-A726-1F798D57688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789" y="2718"/>
              <a:ext cx="140" cy="471"/>
              <a:chOff x="3253" y="2234"/>
              <a:chExt cx="195" cy="658"/>
            </a:xfrm>
          </p:grpSpPr>
          <p:sp>
            <p:nvSpPr>
              <p:cNvPr id="669769" name="Line 73">
                <a:extLst>
                  <a:ext uri="{FF2B5EF4-FFF2-40B4-BE49-F238E27FC236}">
                    <a16:creationId xmlns:a16="http://schemas.microsoft.com/office/drawing/2014/main" id="{10585CDA-EC15-D75C-4955-3531C88E0767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300" y="2234"/>
                <a:ext cx="0" cy="38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graphicFrame>
            <p:nvGraphicFramePr>
              <p:cNvPr id="13351" name="Object 13">
                <a:extLst>
                  <a:ext uri="{FF2B5EF4-FFF2-40B4-BE49-F238E27FC236}">
                    <a16:creationId xmlns:a16="http://schemas.microsoft.com/office/drawing/2014/main" id="{8E7943F6-745B-63B8-165D-E20BC3E17A1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253" y="2615"/>
              <a:ext cx="195" cy="27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46" imgW="297087" imgH="434423" progId="Equation.3">
                      <p:embed/>
                    </p:oleObj>
                  </mc:Choice>
                  <mc:Fallback>
                    <p:oleObj name="公式" r:id="rId46" imgW="297087" imgH="434423" progId="Equation.3">
                      <p:embed/>
                      <p:pic>
                        <p:nvPicPr>
                          <p:cNvPr id="0" name="Object 1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253" y="2615"/>
                            <a:ext cx="195" cy="27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00CCFF">
                                    <a:alpha val="25882"/>
                                  </a:srgbClr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FFFFFF">
                                    <a:alpha val="20000"/>
                                  </a:srgbClr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3342" name="Group 75">
              <a:extLst>
                <a:ext uri="{FF2B5EF4-FFF2-40B4-BE49-F238E27FC236}">
                  <a16:creationId xmlns:a16="http://schemas.microsoft.com/office/drawing/2014/main" id="{1D904EE1-1683-A2F3-21AA-C99600CA90C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16" y="1959"/>
              <a:ext cx="175" cy="1213"/>
              <a:chOff x="4416" y="1959"/>
              <a:chExt cx="175" cy="1213"/>
            </a:xfrm>
          </p:grpSpPr>
          <p:grpSp>
            <p:nvGrpSpPr>
              <p:cNvPr id="13343" name="Group 76">
                <a:extLst>
                  <a:ext uri="{FF2B5EF4-FFF2-40B4-BE49-F238E27FC236}">
                    <a16:creationId xmlns:a16="http://schemas.microsoft.com/office/drawing/2014/main" id="{83CD92B5-F2EB-F667-388B-FEC75326766F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416" y="1959"/>
                <a:ext cx="175" cy="1213"/>
                <a:chOff x="2731" y="1171"/>
                <a:chExt cx="244" cy="1698"/>
              </a:xfrm>
            </p:grpSpPr>
            <p:graphicFrame>
              <p:nvGraphicFramePr>
                <p:cNvPr id="13345" name="Object 11">
                  <a:extLst>
                    <a:ext uri="{FF2B5EF4-FFF2-40B4-BE49-F238E27FC236}">
                      <a16:creationId xmlns:a16="http://schemas.microsoft.com/office/drawing/2014/main" id="{A5ADE9C2-719C-F696-9708-8B57F3280F50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780" y="1171"/>
                <a:ext cx="195" cy="20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公式" r:id="rId48" imgW="297087" imgH="320206" progId="Equation.3">
                        <p:embed/>
                      </p:oleObj>
                    </mc:Choice>
                    <mc:Fallback>
                      <p:oleObj name="公式" r:id="rId48" imgW="297087" imgH="320206" progId="Equation.3">
                        <p:embed/>
                        <p:pic>
                          <p:nvPicPr>
                            <p:cNvPr id="0" name="Object 11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780" y="1171"/>
                              <a:ext cx="195" cy="207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00CCFF">
                                      <a:alpha val="25882"/>
                                    </a:srgbClr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FFFFFF">
                                      <a:alpha val="20000"/>
                                    </a:srgbClr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pSp>
              <p:nvGrpSpPr>
                <p:cNvPr id="13346" name="Group 78">
                  <a:extLst>
                    <a:ext uri="{FF2B5EF4-FFF2-40B4-BE49-F238E27FC236}">
                      <a16:creationId xmlns:a16="http://schemas.microsoft.com/office/drawing/2014/main" id="{6325E702-EE92-FEAA-5F5C-1A14FB1D87DB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2731" y="1512"/>
                  <a:ext cx="202" cy="1357"/>
                  <a:chOff x="2731" y="1512"/>
                  <a:chExt cx="202" cy="1357"/>
                </a:xfrm>
              </p:grpSpPr>
              <p:sp>
                <p:nvSpPr>
                  <p:cNvPr id="669775" name="Line 79">
                    <a:extLst>
                      <a:ext uri="{FF2B5EF4-FFF2-40B4-BE49-F238E27FC236}">
                        <a16:creationId xmlns:a16="http://schemas.microsoft.com/office/drawing/2014/main" id="{F6641613-CCE7-E5B5-8986-CF7E08EB8158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875" y="1535"/>
                    <a:ext cx="0" cy="1100"/>
                  </a:xfrm>
                  <a:prstGeom prst="line">
                    <a:avLst/>
                  </a:prstGeom>
                  <a:noFill/>
                  <a:ln w="19050">
                    <a:solidFill>
                      <a:srgbClr val="66FF33"/>
                    </a:solidFill>
                    <a:prstDash val="dash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algn="ctr">
                      <a:lnSpc>
                        <a:spcPct val="120000"/>
                      </a:lnSpc>
                      <a:buClr>
                        <a:schemeClr val="tx2"/>
                      </a:buClr>
                      <a:buFont typeface="Monotype Sorts" pitchFamily="2" charset="2"/>
                      <a:buChar char="&amp;"/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669776" name="Oval 80">
                    <a:extLst>
                      <a:ext uri="{FF2B5EF4-FFF2-40B4-BE49-F238E27FC236}">
                        <a16:creationId xmlns:a16="http://schemas.microsoft.com/office/drawing/2014/main" id="{2BA04000-02D6-599F-E8AD-E6FBF8914B8E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2843" y="1514"/>
                    <a:ext cx="64" cy="67"/>
                  </a:xfrm>
                  <a:prstGeom prst="ellipse">
                    <a:avLst/>
                  </a:prstGeom>
                  <a:solidFill>
                    <a:srgbClr val="0000FF"/>
                  </a:solidFill>
                  <a:ln w="12700" algn="ctr">
                    <a:solidFill>
                      <a:srgbClr val="0000FF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>
                    <a:spAutoFit/>
                  </a:bodyPr>
                  <a:lstStyle/>
                  <a:p>
                    <a:pPr algn="ctr">
                      <a:lnSpc>
                        <a:spcPct val="120000"/>
                      </a:lnSpc>
                      <a:buClr>
                        <a:schemeClr val="tx2"/>
                      </a:buClr>
                      <a:buFont typeface="Monotype Sorts" pitchFamily="2" charset="2"/>
                      <a:buChar char="&amp;"/>
                      <a:defRPr/>
                    </a:pPr>
                    <a:endParaRPr lang="zh-CN" altLang="en-US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  <p:graphicFrame>
                <p:nvGraphicFramePr>
                  <p:cNvPr id="13349" name="Object 12">
                    <a:extLst>
                      <a:ext uri="{FF2B5EF4-FFF2-40B4-BE49-F238E27FC236}">
                        <a16:creationId xmlns:a16="http://schemas.microsoft.com/office/drawing/2014/main" id="{201C1D6D-392B-1E0C-47C1-8A27A6DDB623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2731" y="2605"/>
                  <a:ext cx="202" cy="264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name="公式" r:id="rId50" imgW="305049" imgH="411480" progId="Equation.3">
                          <p:embed/>
                        </p:oleObj>
                      </mc:Choice>
                      <mc:Fallback>
                        <p:oleObj name="公式" r:id="rId50" imgW="305049" imgH="411480" progId="Equation.3">
                          <p:embed/>
                          <p:pic>
                            <p:nvPicPr>
                              <p:cNvPr id="0" name="Object 12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51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731" y="2605"/>
                                <a:ext cx="202" cy="264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00CCFF">
                                        <a:alpha val="25882"/>
                                      </a:srgbClr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FFFFFF">
                                        <a:alpha val="20000"/>
                                      </a:srgbClr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</p:grpSp>
          <p:sp>
            <p:nvSpPr>
              <p:cNvPr id="669778" name="Oval 82">
                <a:extLst>
                  <a:ext uri="{FF2B5EF4-FFF2-40B4-BE49-F238E27FC236}">
                    <a16:creationId xmlns:a16="http://schemas.microsoft.com/office/drawing/2014/main" id="{1669C3D7-49DB-30E3-4DEE-CC4001B8C3A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494" y="2805"/>
                <a:ext cx="45" cy="45"/>
              </a:xfrm>
              <a:prstGeom prst="ellipse">
                <a:avLst/>
              </a:prstGeom>
              <a:solidFill>
                <a:srgbClr val="0000FF"/>
              </a:solidFill>
              <a:ln w="9525" algn="ctr">
                <a:solidFill>
                  <a:srgbClr val="0000FF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  <p:sp>
        <p:nvSpPr>
          <p:cNvPr id="83" name="Text Box 2">
            <a:extLst>
              <a:ext uri="{FF2B5EF4-FFF2-40B4-BE49-F238E27FC236}">
                <a16:creationId xmlns:a16="http://schemas.microsoft.com/office/drawing/2014/main" id="{2DBACA14-F1C5-6FF7-3FB8-00D6CED9F2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5837238"/>
            <a:ext cx="883920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  <a:buClr>
                <a:schemeClr val="tx2"/>
              </a:buClr>
              <a:buFont typeface="Monotype Sorts" pitchFamily="2" charset="2"/>
              <a:buNone/>
            </a:pPr>
            <a:r>
              <a:rPr lang="zh-CN" altLang="en-US" sz="2000">
                <a:solidFill>
                  <a:srgbClr val="FFFF00"/>
                </a:solidFill>
                <a:ea typeface="楷体_GB2312" pitchFamily="49" charset="-122"/>
              </a:rPr>
              <a:t>思考：</a:t>
            </a:r>
            <a:r>
              <a:rPr lang="zh-CN" altLang="en-US" sz="2000">
                <a:solidFill>
                  <a:srgbClr val="00FFFF"/>
                </a:solidFill>
                <a:ea typeface="楷体_GB2312" pitchFamily="49" charset="-122"/>
              </a:rPr>
              <a:t>质量为</a:t>
            </a:r>
            <a:r>
              <a:rPr lang="en-US" altLang="zh-CN" sz="2000">
                <a:solidFill>
                  <a:srgbClr val="00FFFF"/>
                </a:solidFill>
                <a:ea typeface="楷体_GB2312" pitchFamily="49" charset="-122"/>
              </a:rPr>
              <a:t>m</a:t>
            </a:r>
            <a:r>
              <a:rPr lang="en-US" altLang="zh-CN" sz="2000" baseline="-25000">
                <a:solidFill>
                  <a:srgbClr val="00FFFF"/>
                </a:solidFill>
                <a:ea typeface="楷体_GB2312" pitchFamily="49" charset="-122"/>
              </a:rPr>
              <a:t>1</a:t>
            </a:r>
            <a:r>
              <a:rPr lang="en-US" altLang="zh-CN" sz="2000">
                <a:solidFill>
                  <a:srgbClr val="00FFFF"/>
                </a:solidFill>
                <a:ea typeface="楷体_GB2312" pitchFamily="49" charset="-122"/>
              </a:rPr>
              <a:t> </a:t>
            </a:r>
            <a:r>
              <a:rPr lang="zh-CN" altLang="en-US" sz="2000">
                <a:solidFill>
                  <a:srgbClr val="00FFFF"/>
                </a:solidFill>
                <a:ea typeface="楷体_GB2312" pitchFamily="49" charset="-122"/>
              </a:rPr>
              <a:t>和</a:t>
            </a:r>
            <a:r>
              <a:rPr lang="en-US" altLang="zh-CN" sz="2000">
                <a:solidFill>
                  <a:srgbClr val="00FFFF"/>
                </a:solidFill>
                <a:ea typeface="楷体_GB2312" pitchFamily="49" charset="-122"/>
              </a:rPr>
              <a:t>m</a:t>
            </a:r>
            <a:r>
              <a:rPr lang="en-US" altLang="zh-CN" sz="2000" baseline="-25000">
                <a:solidFill>
                  <a:srgbClr val="00FFFF"/>
                </a:solidFill>
                <a:ea typeface="楷体_GB2312" pitchFamily="49" charset="-122"/>
              </a:rPr>
              <a:t>2</a:t>
            </a:r>
            <a:r>
              <a:rPr lang="zh-CN" altLang="en-US" sz="2000">
                <a:solidFill>
                  <a:srgbClr val="00FFFF"/>
                </a:solidFill>
                <a:ea typeface="楷体_GB2312" pitchFamily="49" charset="-122"/>
              </a:rPr>
              <a:t>的两个小孩，在光滑水平冰面上用绳彼此拉对方。开始时静止，相距为</a:t>
            </a:r>
            <a:r>
              <a:rPr lang="en-US" altLang="zh-CN" sz="2000">
                <a:solidFill>
                  <a:srgbClr val="00FFFF"/>
                </a:solidFill>
                <a:ea typeface="楷体_GB2312" pitchFamily="49" charset="-122"/>
              </a:rPr>
              <a:t>x</a:t>
            </a:r>
            <a:r>
              <a:rPr lang="zh-CN" altLang="en-US" sz="2000">
                <a:solidFill>
                  <a:srgbClr val="00FFFF"/>
                </a:solidFill>
                <a:ea typeface="楷体_GB2312" pitchFamily="49" charset="-122"/>
              </a:rPr>
              <a:t>。问他们将在何处相遇？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69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69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69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69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69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69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69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69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69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69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69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669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669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669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9698" grpId="0"/>
      <p:bldP spid="669700" grpId="0"/>
      <p:bldP spid="669703" grpId="0"/>
      <p:bldP spid="669705" grpId="0"/>
      <p:bldP spid="669707" grpId="0"/>
      <p:bldP spid="8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02" name="Text Box 2">
            <a:extLst>
              <a:ext uri="{FF2B5EF4-FFF2-40B4-BE49-F238E27FC236}">
                <a16:creationId xmlns:a16="http://schemas.microsoft.com/office/drawing/2014/main" id="{37B941B7-8731-6671-B176-8E3BB059D4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07950"/>
            <a:ext cx="8763000" cy="135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kumimoji="1" lang="zh-CN" altLang="en-US">
                <a:solidFill>
                  <a:srgbClr val="FFFF99"/>
                </a:solidFill>
                <a:latin typeface="Times New Roman" panose="02020603050405020304" pitchFamily="18" charset="0"/>
                <a:ea typeface="楷体_GB2312" pitchFamily="49" charset="-122"/>
              </a:rPr>
              <a:t>例</a:t>
            </a:r>
            <a:r>
              <a:rPr kumimoji="1" lang="en-US" altLang="zh-CN">
                <a:solidFill>
                  <a:srgbClr val="FFFF99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1" lang="en-US" altLang="zh-CN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kumimoji="1" lang="zh-CN" altLang="en-US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一枚炮弹在它飞行的最高点炸裂成质量相等两部分，一部</a:t>
            </a:r>
          </a:p>
          <a:p>
            <a:pPr eaLnBrk="1" hangingPunct="1">
              <a:lnSpc>
                <a:spcPct val="115000"/>
              </a:lnSpc>
            </a:pPr>
            <a:r>
              <a:rPr kumimoji="1" lang="zh-CN" altLang="en-US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分在炸裂后竖直下落，另一部分则继续飞行，两部分同时着地，</a:t>
            </a:r>
          </a:p>
          <a:p>
            <a:pPr eaLnBrk="1" hangingPunct="1">
              <a:lnSpc>
                <a:spcPct val="115000"/>
              </a:lnSpc>
            </a:pPr>
            <a:r>
              <a:rPr kumimoji="1" lang="zh-CN" altLang="en-US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求这两部分和质心的着地位置。</a:t>
            </a:r>
          </a:p>
        </p:txBody>
      </p:sp>
      <p:sp>
        <p:nvSpPr>
          <p:cNvPr id="665603" name="Line 3">
            <a:extLst>
              <a:ext uri="{FF2B5EF4-FFF2-40B4-BE49-F238E27FC236}">
                <a16:creationId xmlns:a16="http://schemas.microsoft.com/office/drawing/2014/main" id="{7EABC75F-6E52-B184-7F46-A4A45352637C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3886200"/>
            <a:ext cx="5486400" cy="0"/>
          </a:xfrm>
          <a:prstGeom prst="line">
            <a:avLst/>
          </a:prstGeom>
          <a:noFill/>
          <a:ln w="22225">
            <a:solidFill>
              <a:schemeClr val="bg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65604" name="Line 4">
            <a:extLst>
              <a:ext uri="{FF2B5EF4-FFF2-40B4-BE49-F238E27FC236}">
                <a16:creationId xmlns:a16="http://schemas.microsoft.com/office/drawing/2014/main" id="{D8323D63-F09A-3349-813D-7EB18C57D1E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29000" y="1752600"/>
            <a:ext cx="0" cy="2133600"/>
          </a:xfrm>
          <a:prstGeom prst="line">
            <a:avLst/>
          </a:prstGeom>
          <a:noFill/>
          <a:ln w="22225">
            <a:solidFill>
              <a:schemeClr val="bg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65605" name="Freeform 5">
            <a:extLst>
              <a:ext uri="{FF2B5EF4-FFF2-40B4-BE49-F238E27FC236}">
                <a16:creationId xmlns:a16="http://schemas.microsoft.com/office/drawing/2014/main" id="{06C7390A-A1A2-16BA-F846-9BC80A55B909}"/>
              </a:ext>
            </a:extLst>
          </p:cNvPr>
          <p:cNvSpPr>
            <a:spLocks/>
          </p:cNvSpPr>
          <p:nvPr/>
        </p:nvSpPr>
        <p:spPr bwMode="auto">
          <a:xfrm>
            <a:off x="3429000" y="2590800"/>
            <a:ext cx="1828800" cy="1295400"/>
          </a:xfrm>
          <a:custGeom>
            <a:avLst/>
            <a:gdLst/>
            <a:ahLst/>
            <a:cxnLst>
              <a:cxn ang="0">
                <a:pos x="0" y="816"/>
              </a:cxn>
              <a:cxn ang="0">
                <a:pos x="384" y="288"/>
              </a:cxn>
              <a:cxn ang="0">
                <a:pos x="768" y="48"/>
              </a:cxn>
              <a:cxn ang="0">
                <a:pos x="1152" y="0"/>
              </a:cxn>
            </a:cxnLst>
            <a:rect l="0" t="0" r="r" b="b"/>
            <a:pathLst>
              <a:path w="1152" h="816">
                <a:moveTo>
                  <a:pt x="0" y="816"/>
                </a:moveTo>
                <a:cubicBezTo>
                  <a:pt x="128" y="616"/>
                  <a:pt x="256" y="416"/>
                  <a:pt x="384" y="288"/>
                </a:cubicBezTo>
                <a:cubicBezTo>
                  <a:pt x="512" y="160"/>
                  <a:pt x="640" y="96"/>
                  <a:pt x="768" y="48"/>
                </a:cubicBezTo>
                <a:cubicBezTo>
                  <a:pt x="896" y="0"/>
                  <a:pt x="1024" y="0"/>
                  <a:pt x="1152" y="0"/>
                </a:cubicBezTo>
              </a:path>
            </a:pathLst>
          </a:custGeom>
          <a:noFill/>
          <a:ln w="22225">
            <a:solidFill>
              <a:srgbClr val="FFFF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65606" name="Line 6">
            <a:extLst>
              <a:ext uri="{FF2B5EF4-FFF2-40B4-BE49-F238E27FC236}">
                <a16:creationId xmlns:a16="http://schemas.microsoft.com/office/drawing/2014/main" id="{A4B32F4D-BBCC-4A69-E13E-C4010F96151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29000" y="2895600"/>
            <a:ext cx="533400" cy="990600"/>
          </a:xfrm>
          <a:prstGeom prst="line">
            <a:avLst/>
          </a:prstGeom>
          <a:noFill/>
          <a:ln w="4762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65607" name="Line 7">
            <a:extLst>
              <a:ext uri="{FF2B5EF4-FFF2-40B4-BE49-F238E27FC236}">
                <a16:creationId xmlns:a16="http://schemas.microsoft.com/office/drawing/2014/main" id="{8C29DE9B-311B-44DD-6E1E-9E2B1E7075DC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2590800"/>
            <a:ext cx="0" cy="1295400"/>
          </a:xfrm>
          <a:prstGeom prst="line">
            <a:avLst/>
          </a:prstGeom>
          <a:noFill/>
          <a:ln w="34925">
            <a:solidFill>
              <a:srgbClr val="FF0000"/>
            </a:solidFill>
            <a:prstDash val="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65608" name="Oval 8">
            <a:extLst>
              <a:ext uri="{FF2B5EF4-FFF2-40B4-BE49-F238E27FC236}">
                <a16:creationId xmlns:a16="http://schemas.microsoft.com/office/drawing/2014/main" id="{2D4F6D66-3BD9-A222-D08D-B7E1669EDA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2438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65609" name="Freeform 9">
            <a:extLst>
              <a:ext uri="{FF2B5EF4-FFF2-40B4-BE49-F238E27FC236}">
                <a16:creationId xmlns:a16="http://schemas.microsoft.com/office/drawing/2014/main" id="{BD960B44-1E6F-ADD7-1AFA-ABC8FB6D1A10}"/>
              </a:ext>
            </a:extLst>
          </p:cNvPr>
          <p:cNvSpPr>
            <a:spLocks/>
          </p:cNvSpPr>
          <p:nvPr/>
        </p:nvSpPr>
        <p:spPr bwMode="auto">
          <a:xfrm>
            <a:off x="5257800" y="2590800"/>
            <a:ext cx="2895600" cy="12954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480" y="48"/>
              </a:cxn>
              <a:cxn ang="0">
                <a:pos x="1104" y="288"/>
              </a:cxn>
              <a:cxn ang="0">
                <a:pos x="1824" y="816"/>
              </a:cxn>
            </a:cxnLst>
            <a:rect l="0" t="0" r="r" b="b"/>
            <a:pathLst>
              <a:path w="1824" h="816">
                <a:moveTo>
                  <a:pt x="0" y="0"/>
                </a:moveTo>
                <a:cubicBezTo>
                  <a:pt x="148" y="0"/>
                  <a:pt x="296" y="0"/>
                  <a:pt x="480" y="48"/>
                </a:cubicBezTo>
                <a:cubicBezTo>
                  <a:pt x="664" y="96"/>
                  <a:pt x="880" y="160"/>
                  <a:pt x="1104" y="288"/>
                </a:cubicBezTo>
                <a:cubicBezTo>
                  <a:pt x="1328" y="416"/>
                  <a:pt x="1576" y="616"/>
                  <a:pt x="1824" y="816"/>
                </a:cubicBezTo>
              </a:path>
            </a:pathLst>
          </a:custGeom>
          <a:noFill/>
          <a:ln w="28575" cap="flat">
            <a:solidFill>
              <a:srgbClr val="FF0000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65610" name="Oval 10">
            <a:extLst>
              <a:ext uri="{FF2B5EF4-FFF2-40B4-BE49-F238E27FC236}">
                <a16:creationId xmlns:a16="http://schemas.microsoft.com/office/drawing/2014/main" id="{0B5F47B3-530A-81F6-B517-120BE42E7C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0" y="37338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65611" name="Oval 11">
            <a:extLst>
              <a:ext uri="{FF2B5EF4-FFF2-40B4-BE49-F238E27FC236}">
                <a16:creationId xmlns:a16="http://schemas.microsoft.com/office/drawing/2014/main" id="{244E8B73-D53B-FE4E-109D-F7F3C12B85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37338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65612" name="Text Box 12">
            <a:extLst>
              <a:ext uri="{FF2B5EF4-FFF2-40B4-BE49-F238E27FC236}">
                <a16:creationId xmlns:a16="http://schemas.microsoft.com/office/drawing/2014/main" id="{B4ED4155-BBEC-FB27-3831-1C70F979C4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10600" y="32766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en-US" altLang="zh-CN" i="1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</a:p>
        </p:txBody>
      </p:sp>
      <p:sp>
        <p:nvSpPr>
          <p:cNvPr id="665613" name="Text Box 13">
            <a:extLst>
              <a:ext uri="{FF2B5EF4-FFF2-40B4-BE49-F238E27FC236}">
                <a16:creationId xmlns:a16="http://schemas.microsoft.com/office/drawing/2014/main" id="{EE2A5F09-1B60-1DB4-86CE-F5D8121EE4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1752600"/>
            <a:ext cx="319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en-US" altLang="zh-CN" i="1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y</a:t>
            </a:r>
          </a:p>
        </p:txBody>
      </p:sp>
      <p:sp>
        <p:nvSpPr>
          <p:cNvPr id="665614" name="Text Box 14">
            <a:extLst>
              <a:ext uri="{FF2B5EF4-FFF2-40B4-BE49-F238E27FC236}">
                <a16:creationId xmlns:a16="http://schemas.microsoft.com/office/drawing/2014/main" id="{BD586121-0D5C-0C58-4FEE-D8E082445B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33528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en-US" altLang="zh-CN" i="1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</a:t>
            </a:r>
            <a:endParaRPr kumimoji="1" lang="en-US" altLang="zh-CN" i="1">
              <a:solidFill>
                <a:srgbClr val="FFFF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665615" name="Object 2">
            <a:extLst>
              <a:ext uri="{FF2B5EF4-FFF2-40B4-BE49-F238E27FC236}">
                <a16:creationId xmlns:a16="http://schemas.microsoft.com/office/drawing/2014/main" id="{D2E92274-34D7-9754-DE49-D7F84E93D2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0" y="2362200"/>
          <a:ext cx="53975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4811" imgH="205989" progId="Equation.3">
                  <p:embed/>
                </p:oleObj>
              </mc:Choice>
              <mc:Fallback>
                <p:oleObj name="Equation" r:id="rId2" imgW="144811" imgH="205989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2362200"/>
                        <a:ext cx="53975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616" name="Object 3">
            <a:extLst>
              <a:ext uri="{FF2B5EF4-FFF2-40B4-BE49-F238E27FC236}">
                <a16:creationId xmlns:a16="http://schemas.microsoft.com/office/drawing/2014/main" id="{4A26FF54-A413-CF79-2028-A696D41A9B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29200" y="3810000"/>
          <a:ext cx="539750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44811" imgH="190528" progId="Equation.3">
                  <p:embed/>
                </p:oleObj>
              </mc:Choice>
              <mc:Fallback>
                <p:oleObj name="公式" r:id="rId4" imgW="144811" imgH="190528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3810000"/>
                        <a:ext cx="539750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617" name="Object 4">
            <a:extLst>
              <a:ext uri="{FF2B5EF4-FFF2-40B4-BE49-F238E27FC236}">
                <a16:creationId xmlns:a16="http://schemas.microsoft.com/office/drawing/2014/main" id="{DF3C2C4F-D07C-B50F-F79B-F5E474B7F6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05600" y="3810000"/>
          <a:ext cx="53975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44811" imgH="205989" progId="Equation.3">
                  <p:embed/>
                </p:oleObj>
              </mc:Choice>
              <mc:Fallback>
                <p:oleObj name="公式" r:id="rId6" imgW="144811" imgH="205989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3810000"/>
                        <a:ext cx="53975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618" name="Object 5">
            <a:extLst>
              <a:ext uri="{FF2B5EF4-FFF2-40B4-BE49-F238E27FC236}">
                <a16:creationId xmlns:a16="http://schemas.microsoft.com/office/drawing/2014/main" id="{679E7753-B1EF-303C-0741-0A0973994D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24800" y="3810000"/>
          <a:ext cx="581025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52276" imgH="190528" progId="Equation.3">
                  <p:embed/>
                </p:oleObj>
              </mc:Choice>
              <mc:Fallback>
                <p:oleObj name="公式" r:id="rId8" imgW="152276" imgH="190528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4800" y="3810000"/>
                        <a:ext cx="581025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619" name="Text Box 19">
            <a:extLst>
              <a:ext uri="{FF2B5EF4-FFF2-40B4-BE49-F238E27FC236}">
                <a16:creationId xmlns:a16="http://schemas.microsoft.com/office/drawing/2014/main" id="{D45F09CB-A1EB-FF93-6FFD-5184ADEF8A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3886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en-US" altLang="zh-CN" i="1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</a:p>
        </p:txBody>
      </p:sp>
      <p:sp>
        <p:nvSpPr>
          <p:cNvPr id="665620" name="Text Box 20">
            <a:extLst>
              <a:ext uri="{FF2B5EF4-FFF2-40B4-BE49-F238E27FC236}">
                <a16:creationId xmlns:a16="http://schemas.microsoft.com/office/drawing/2014/main" id="{672E7ACA-5CFE-1DE5-5C1F-E128971740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524000"/>
            <a:ext cx="796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解：</a:t>
            </a:r>
            <a:endParaRPr kumimoji="1" lang="zh-CN" altLang="en-US" i="1">
              <a:solidFill>
                <a:srgbClr val="FFFF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665621" name="Object 6">
            <a:extLst>
              <a:ext uri="{FF2B5EF4-FFF2-40B4-BE49-F238E27FC236}">
                <a16:creationId xmlns:a16="http://schemas.microsoft.com/office/drawing/2014/main" id="{8C4B1A5D-9BCE-9FFB-6819-74B68858F2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" y="2133600"/>
          <a:ext cx="25146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868867" imgH="434423" progId="Equation.3">
                  <p:embed/>
                </p:oleObj>
              </mc:Choice>
              <mc:Fallback>
                <p:oleObj name="公式" r:id="rId10" imgW="868867" imgH="434423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2133600"/>
                        <a:ext cx="2514600" cy="1143000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FF99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622" name="Object 7">
            <a:extLst>
              <a:ext uri="{FF2B5EF4-FFF2-40B4-BE49-F238E27FC236}">
                <a16:creationId xmlns:a16="http://schemas.microsoft.com/office/drawing/2014/main" id="{D6DA43AD-D417-F627-F9D4-4944EE86C43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" y="4343400"/>
          <a:ext cx="33528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196309" imgH="434423" progId="Equation.3">
                  <p:embed/>
                </p:oleObj>
              </mc:Choice>
              <mc:Fallback>
                <p:oleObj name="公式" r:id="rId12" imgW="1196309" imgH="434423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4343400"/>
                        <a:ext cx="3352800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623" name="Object 8">
            <a:extLst>
              <a:ext uri="{FF2B5EF4-FFF2-40B4-BE49-F238E27FC236}">
                <a16:creationId xmlns:a16="http://schemas.microsoft.com/office/drawing/2014/main" id="{F3354017-0690-9F04-0A8A-7EE0E0E13F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0" y="5562600"/>
          <a:ext cx="3886200" cy="1106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729771" imgH="418961" progId="Equation.3">
                  <p:embed/>
                </p:oleObj>
              </mc:Choice>
              <mc:Fallback>
                <p:oleObj name="公式" r:id="rId14" imgW="1729771" imgH="418961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5562600"/>
                        <a:ext cx="3886200" cy="1106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624" name="AutoShape 24">
            <a:extLst>
              <a:ext uri="{FF2B5EF4-FFF2-40B4-BE49-F238E27FC236}">
                <a16:creationId xmlns:a16="http://schemas.microsoft.com/office/drawing/2014/main" id="{32F71E4E-F0DB-5ADC-DC43-65DCBCF963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3429000"/>
            <a:ext cx="533400" cy="990600"/>
          </a:xfrm>
          <a:prstGeom prst="downArrow">
            <a:avLst>
              <a:gd name="adj1" fmla="val 50000"/>
              <a:gd name="adj2" fmla="val 46429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65625" name="Text Box 25">
            <a:extLst>
              <a:ext uri="{FF2B5EF4-FFF2-40B4-BE49-F238E27FC236}">
                <a16:creationId xmlns:a16="http://schemas.microsoft.com/office/drawing/2014/main" id="{9DAB2C81-57DC-8D8A-7F23-0C8CB3277C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1524000"/>
            <a:ext cx="419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由抛物运动规律</a:t>
            </a:r>
            <a:endParaRPr kumimoji="1" lang="zh-CN" altLang="en-US" i="1">
              <a:solidFill>
                <a:srgbClr val="FFFF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665626" name="Object 9">
            <a:extLst>
              <a:ext uri="{FF2B5EF4-FFF2-40B4-BE49-F238E27FC236}">
                <a16:creationId xmlns:a16="http://schemas.microsoft.com/office/drawing/2014/main" id="{B7A125AE-0F69-36CE-4A2F-3A8C16BB870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76800" y="1066800"/>
          <a:ext cx="3581400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173418" imgH="434423" progId="Equation.3">
                  <p:embed/>
                </p:oleObj>
              </mc:Choice>
              <mc:Fallback>
                <p:oleObj name="公式" r:id="rId16" imgW="1173418" imgH="434423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1066800"/>
                        <a:ext cx="3581400" cy="129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627" name="Line 27">
            <a:extLst>
              <a:ext uri="{FF2B5EF4-FFF2-40B4-BE49-F238E27FC236}">
                <a16:creationId xmlns:a16="http://schemas.microsoft.com/office/drawing/2014/main" id="{313962AC-56DF-7E6E-FF72-B94D0F0BEBF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86600" y="2438400"/>
            <a:ext cx="304800" cy="1219200"/>
          </a:xfrm>
          <a:prstGeom prst="line">
            <a:avLst/>
          </a:prstGeom>
          <a:noFill/>
          <a:ln w="44450">
            <a:solidFill>
              <a:srgbClr val="FF99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65628" name="Text Box 28">
            <a:extLst>
              <a:ext uri="{FF2B5EF4-FFF2-40B4-BE49-F238E27FC236}">
                <a16:creationId xmlns:a16="http://schemas.microsoft.com/office/drawing/2014/main" id="{C1613FAC-04C6-E136-AC7B-C87FC2962E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867400"/>
            <a:ext cx="3352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zh-CN" altLang="en-US" i="1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由质心定义，有</a:t>
            </a:r>
          </a:p>
        </p:txBody>
      </p:sp>
      <p:graphicFrame>
        <p:nvGraphicFramePr>
          <p:cNvPr id="665629" name="Object 10">
            <a:extLst>
              <a:ext uri="{FF2B5EF4-FFF2-40B4-BE49-F238E27FC236}">
                <a16:creationId xmlns:a16="http://schemas.microsoft.com/office/drawing/2014/main" id="{5C141DE8-6C73-1923-BA02-598B09EFE23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1000" y="4343400"/>
          <a:ext cx="41148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676524" imgH="434423" progId="Equation.3">
                  <p:embed/>
                </p:oleObj>
              </mc:Choice>
              <mc:Fallback>
                <p:oleObj name="公式" r:id="rId18" imgW="1676524" imgH="434423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4343400"/>
                        <a:ext cx="4114800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630" name="AutoShape 30">
            <a:extLst>
              <a:ext uri="{FF2B5EF4-FFF2-40B4-BE49-F238E27FC236}">
                <a16:creationId xmlns:a16="http://schemas.microsoft.com/office/drawing/2014/main" id="{21463C17-8AD4-556E-79F5-7D2D1005CCA4}"/>
              </a:ext>
            </a:extLst>
          </p:cNvPr>
          <p:cNvSpPr>
            <a:spLocks noChangeArrowheads="1"/>
          </p:cNvSpPr>
          <p:nvPr/>
        </p:nvSpPr>
        <p:spPr bwMode="auto">
          <a:xfrm rot="-3641928">
            <a:off x="7810500" y="5600700"/>
            <a:ext cx="1371600" cy="533400"/>
          </a:xfrm>
          <a:prstGeom prst="curvedUpArrow">
            <a:avLst>
              <a:gd name="adj1" fmla="val 51429"/>
              <a:gd name="adj2" fmla="val 102857"/>
              <a:gd name="adj3" fmla="val 33333"/>
            </a:avLst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65631" name="AutoShape 31">
            <a:extLst>
              <a:ext uri="{FF2B5EF4-FFF2-40B4-BE49-F238E27FC236}">
                <a16:creationId xmlns:a16="http://schemas.microsoft.com/office/drawing/2014/main" id="{3134BB90-5066-6483-2BAA-2B18F1C539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2133600"/>
            <a:ext cx="762000" cy="838200"/>
          </a:xfrm>
          <a:prstGeom prst="irregularSeal1">
            <a:avLst/>
          </a:prstGeom>
          <a:solidFill>
            <a:srgbClr val="FFCC00">
              <a:alpha val="5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65632" name="Freeform 32">
            <a:extLst>
              <a:ext uri="{FF2B5EF4-FFF2-40B4-BE49-F238E27FC236}">
                <a16:creationId xmlns:a16="http://schemas.microsoft.com/office/drawing/2014/main" id="{9D5AD036-3176-53DD-EA7A-29C58EB13189}"/>
              </a:ext>
            </a:extLst>
          </p:cNvPr>
          <p:cNvSpPr>
            <a:spLocks/>
          </p:cNvSpPr>
          <p:nvPr/>
        </p:nvSpPr>
        <p:spPr bwMode="auto">
          <a:xfrm flipH="1">
            <a:off x="5257800" y="2590800"/>
            <a:ext cx="1828800" cy="1295400"/>
          </a:xfrm>
          <a:custGeom>
            <a:avLst/>
            <a:gdLst/>
            <a:ahLst/>
            <a:cxnLst>
              <a:cxn ang="0">
                <a:pos x="0" y="816"/>
              </a:cxn>
              <a:cxn ang="0">
                <a:pos x="384" y="288"/>
              </a:cxn>
              <a:cxn ang="0">
                <a:pos x="768" y="48"/>
              </a:cxn>
              <a:cxn ang="0">
                <a:pos x="1152" y="0"/>
              </a:cxn>
            </a:cxnLst>
            <a:rect l="0" t="0" r="r" b="b"/>
            <a:pathLst>
              <a:path w="1152" h="816">
                <a:moveTo>
                  <a:pt x="0" y="816"/>
                </a:moveTo>
                <a:cubicBezTo>
                  <a:pt x="128" y="616"/>
                  <a:pt x="256" y="416"/>
                  <a:pt x="384" y="288"/>
                </a:cubicBezTo>
                <a:cubicBezTo>
                  <a:pt x="512" y="160"/>
                  <a:pt x="640" y="96"/>
                  <a:pt x="768" y="48"/>
                </a:cubicBezTo>
                <a:cubicBezTo>
                  <a:pt x="896" y="0"/>
                  <a:pt x="1024" y="0"/>
                  <a:pt x="1152" y="0"/>
                </a:cubicBezTo>
              </a:path>
            </a:pathLst>
          </a:custGeom>
          <a:noFill/>
          <a:ln w="22225" cap="flat">
            <a:solidFill>
              <a:srgbClr val="FFFF00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300"/>
                                        <p:tgtEl>
                                          <p:spTgt spid="665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665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665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665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4" dur="500"/>
                                        <p:tgtEl>
                                          <p:spTgt spid="665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96" dur="500"/>
                                        <p:tgtEl>
                                          <p:spTgt spid="665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665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665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3" presetID="22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665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02" grpId="0" autoUpdateAnimBg="0"/>
      <p:bldP spid="665608" grpId="0" animBg="1"/>
      <p:bldP spid="665610" grpId="0" animBg="1"/>
      <p:bldP spid="665611" grpId="0" animBg="1"/>
      <p:bldP spid="665612" grpId="0" build="p" autoUpdateAnimBg="0" advAuto="0"/>
      <p:bldP spid="665613" grpId="0" build="p" autoUpdateAnimBg="0" advAuto="0"/>
      <p:bldP spid="665614" grpId="0" build="p" autoUpdateAnimBg="0" advAuto="0"/>
      <p:bldP spid="665619" grpId="0" build="p" autoUpdateAnimBg="0" advAuto="0"/>
      <p:bldP spid="665620" grpId="0" build="p" autoUpdateAnimBg="0"/>
      <p:bldP spid="665624" grpId="0" animBg="1"/>
      <p:bldP spid="665625" grpId="0" build="p" autoUpdateAnimBg="0"/>
      <p:bldP spid="665628" grpId="0" build="p" autoUpdateAnimBg="0"/>
      <p:bldP spid="665630" grpId="0" animBg="1"/>
      <p:bldP spid="66563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386" name="Text Box 2">
            <a:extLst>
              <a:ext uri="{FF2B5EF4-FFF2-40B4-BE49-F238E27FC236}">
                <a16:creationId xmlns:a16="http://schemas.microsoft.com/office/drawing/2014/main" id="{DE56CF0D-E050-2F1D-E8F5-3763F3B0DE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260350"/>
            <a:ext cx="65532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  <a:defRPr/>
            </a:pPr>
            <a:r>
              <a:rPr kumimoji="1" lang="zh-CN" altLang="en-US" sz="54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第</a:t>
            </a:r>
            <a:r>
              <a:rPr kumimoji="1" lang="en-US" altLang="zh-CN" sz="54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5</a:t>
            </a:r>
            <a:r>
              <a:rPr kumimoji="1" lang="zh-CN" altLang="en-US" sz="54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章 刚体运动学</a:t>
            </a:r>
          </a:p>
        </p:txBody>
      </p:sp>
      <p:pic>
        <p:nvPicPr>
          <p:cNvPr id="24579" name="Picture 3" descr="5-1">
            <a:extLst>
              <a:ext uri="{FF2B5EF4-FFF2-40B4-BE49-F238E27FC236}">
                <a16:creationId xmlns:a16="http://schemas.microsoft.com/office/drawing/2014/main" id="{F65D10DD-9FBE-5882-0DFE-54CC4634F8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0" b="1688"/>
          <a:stretch>
            <a:fillRect/>
          </a:stretch>
        </p:blipFill>
        <p:spPr bwMode="auto">
          <a:xfrm>
            <a:off x="2055813" y="1412875"/>
            <a:ext cx="5037137" cy="4248150"/>
          </a:xfrm>
          <a:prstGeom prst="rect">
            <a:avLst/>
          </a:prstGeom>
          <a:noFill/>
          <a:ln w="38100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580" name="Text Box 4">
            <a:extLst>
              <a:ext uri="{FF2B5EF4-FFF2-40B4-BE49-F238E27FC236}">
                <a16:creationId xmlns:a16="http://schemas.microsoft.com/office/drawing/2014/main" id="{EFE3DF0F-677C-3B71-10BF-47522D9A85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725" y="5751513"/>
            <a:ext cx="76676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sz="2000">
                <a:latin typeface="楷体_GB2312" pitchFamily="49" charset="-122"/>
                <a:ea typeface="楷体_GB2312" pitchFamily="49" charset="-122"/>
              </a:rPr>
              <a:t>刚体运动随处可见</a:t>
            </a:r>
            <a:r>
              <a:rPr lang="en-US" altLang="zh-CN" sz="2000"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000">
                <a:latin typeface="楷体_GB2312" pitchFamily="49" charset="-122"/>
                <a:ea typeface="楷体_GB2312" pitchFamily="49" charset="-122"/>
              </a:rPr>
              <a:t>观览轮盘是一种具有水平转轴、能在铅垂平面内回转的装置。轮盘和吊箱的运动各有什么样的特点</a:t>
            </a:r>
            <a:r>
              <a:rPr lang="en-US" altLang="zh-CN" sz="2000">
                <a:latin typeface="楷体_GB2312" pitchFamily="49" charset="-122"/>
                <a:ea typeface="楷体_GB2312" pitchFamily="49" charset="-122"/>
              </a:rPr>
              <a:t>?</a:t>
            </a:r>
            <a:r>
              <a:rPr lang="zh-CN" altLang="en-US" sz="2000">
                <a:latin typeface="楷体_GB2312" pitchFamily="49" charset="-122"/>
                <a:ea typeface="楷体_GB2312" pitchFamily="49" charset="-122"/>
              </a:rPr>
              <a:t>如何描述</a:t>
            </a:r>
            <a:r>
              <a:rPr lang="en-US" altLang="zh-CN" sz="2000">
                <a:latin typeface="楷体_GB2312" pitchFamily="49" charset="-122"/>
                <a:ea typeface="楷体_GB2312" pitchFamily="49" charset="-122"/>
              </a:rPr>
              <a:t>?</a:t>
            </a: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D87952C6-B168-77B9-8C9A-954969F78C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328613"/>
            <a:ext cx="5600700" cy="68262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buFont typeface="Monotype Sorts" pitchFamily="2" charset="2"/>
              <a:buNone/>
              <a:defRPr/>
            </a:pPr>
            <a:r>
              <a:rPr kumimoji="1" lang="en-US" altLang="zh-CN" sz="3200" dirty="0">
                <a:solidFill>
                  <a:srgbClr val="66FF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黑体" pitchFamily="49" charset="-122"/>
              </a:rPr>
              <a:t>§5.1</a:t>
            </a:r>
            <a:r>
              <a:rPr kumimoji="1" lang="en-US" altLang="zh-CN" sz="3200" dirty="0">
                <a:solidFill>
                  <a:srgbClr val="66FF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  </a:t>
            </a:r>
            <a:r>
              <a:rPr lang="zh-CN" altLang="en-US" sz="3200" dirty="0">
                <a:solidFill>
                  <a:srgbClr val="66FF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刚体和自由度的概念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D2843927-1AFA-6E2C-8948-C2D241F9E3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775" y="879475"/>
            <a:ext cx="1963738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buFont typeface="Monotype Sorts" pitchFamily="2" charset="2"/>
              <a:buNone/>
              <a:defRPr/>
            </a:pPr>
            <a:r>
              <a:rPr lang="zh-CN" altLang="en-US" sz="28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一</a:t>
            </a:r>
            <a:r>
              <a:rPr lang="en-US" altLang="zh-CN" sz="28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. </a:t>
            </a:r>
            <a:r>
              <a:rPr lang="zh-CN" altLang="en-US" sz="28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刚体</a:t>
            </a:r>
          </a:p>
        </p:txBody>
      </p:sp>
      <p:sp>
        <p:nvSpPr>
          <p:cNvPr id="7172" name="Text Box 4">
            <a:extLst>
              <a:ext uri="{FF2B5EF4-FFF2-40B4-BE49-F238E27FC236}">
                <a16:creationId xmlns:a16="http://schemas.microsoft.com/office/drawing/2014/main" id="{37C70DE0-35FA-F343-56FD-B051D7FC4D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373188"/>
            <a:ext cx="2351088" cy="534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buFont typeface="Monotype Sorts" pitchFamily="2" charset="2"/>
              <a:buNone/>
              <a:defRPr/>
            </a:pP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特殊的质点系，</a:t>
            </a:r>
          </a:p>
        </p:txBody>
      </p:sp>
      <p:sp>
        <p:nvSpPr>
          <p:cNvPr id="7173" name="Text Box 5">
            <a:extLst>
              <a:ext uri="{FF2B5EF4-FFF2-40B4-BE49-F238E27FC236}">
                <a16:creationId xmlns:a16="http://schemas.microsoft.com/office/drawing/2014/main" id="{4B2FD6DD-5737-4E16-4B8E-AA39E6DE54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2100" y="1373188"/>
            <a:ext cx="2424113" cy="534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buFont typeface="Monotype Sorts" pitchFamily="2" charset="2"/>
              <a:buNone/>
              <a:defRPr/>
            </a:pPr>
            <a:r>
              <a:rPr lang="en-US" altLang="zh-CN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—— </a:t>
            </a: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理想化模型</a:t>
            </a:r>
          </a:p>
        </p:txBody>
      </p:sp>
      <p:sp>
        <p:nvSpPr>
          <p:cNvPr id="7174" name="Text Box 6">
            <a:extLst>
              <a:ext uri="{FF2B5EF4-FFF2-40B4-BE49-F238E27FC236}">
                <a16:creationId xmlns:a16="http://schemas.microsoft.com/office/drawing/2014/main" id="{EEBBD8C7-3F34-7F92-879D-AACB5CEAFC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2100" y="1373188"/>
            <a:ext cx="2659063" cy="534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buFont typeface="Monotype Sorts" pitchFamily="2" charset="2"/>
              <a:buNone/>
              <a:defRPr/>
            </a:pPr>
            <a:r>
              <a:rPr lang="zh-CN" altLang="en-US">
                <a:solidFill>
                  <a:srgbClr val="66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形状</a:t>
            </a: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和</a:t>
            </a:r>
            <a:r>
              <a:rPr lang="zh-CN" altLang="en-US">
                <a:solidFill>
                  <a:srgbClr val="66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体积</a:t>
            </a: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不变化</a:t>
            </a:r>
          </a:p>
        </p:txBody>
      </p:sp>
      <p:sp>
        <p:nvSpPr>
          <p:cNvPr id="7175" name="Text Box 7">
            <a:extLst>
              <a:ext uri="{FF2B5EF4-FFF2-40B4-BE49-F238E27FC236}">
                <a16:creationId xmlns:a16="http://schemas.microsoft.com/office/drawing/2014/main" id="{27C92AAE-8D70-2995-6A97-5D49D4F6F8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075" y="1863725"/>
            <a:ext cx="7918450" cy="534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buFont typeface="Monotype Sorts" pitchFamily="2" charset="2"/>
              <a:buNone/>
              <a:defRPr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在力作用下，组成物体的所有质点间的距离始终保持不变</a:t>
            </a:r>
          </a:p>
        </p:txBody>
      </p:sp>
      <p:sp>
        <p:nvSpPr>
          <p:cNvPr id="7176" name="Rectangle 8">
            <a:extLst>
              <a:ext uri="{FF2B5EF4-FFF2-40B4-BE49-F238E27FC236}">
                <a16:creationId xmlns:a16="http://schemas.microsoft.com/office/drawing/2014/main" id="{19326BEF-42B9-AF2F-663D-4EA36B17AA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370138"/>
            <a:ext cx="1806575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buFont typeface="Monotype Sorts" pitchFamily="2" charset="2"/>
              <a:buNone/>
              <a:defRPr/>
            </a:pPr>
            <a:r>
              <a:rPr lang="zh-CN" altLang="en-US" sz="28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二</a:t>
            </a:r>
            <a:r>
              <a:rPr lang="en-US" altLang="zh-CN" sz="28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. </a:t>
            </a:r>
            <a:r>
              <a:rPr lang="zh-CN" altLang="en-US" sz="28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自由度</a:t>
            </a:r>
          </a:p>
        </p:txBody>
      </p:sp>
      <p:sp>
        <p:nvSpPr>
          <p:cNvPr id="7177" name="Rectangle 9">
            <a:extLst>
              <a:ext uri="{FF2B5EF4-FFF2-40B4-BE49-F238E27FC236}">
                <a16:creationId xmlns:a16="http://schemas.microsoft.com/office/drawing/2014/main" id="{2D6BDCB4-8421-A8E9-8AEB-276A69FF9C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775" y="2871788"/>
            <a:ext cx="5133975" cy="534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buFont typeface="Monotype Sorts" pitchFamily="2" charset="2"/>
              <a:buNone/>
              <a:defRPr/>
            </a:pP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确定物体的位置所需要的独立坐标数</a:t>
            </a:r>
          </a:p>
        </p:txBody>
      </p:sp>
      <p:sp>
        <p:nvSpPr>
          <p:cNvPr id="7178" name="Rectangle 10">
            <a:extLst>
              <a:ext uri="{FF2B5EF4-FFF2-40B4-BE49-F238E27FC236}">
                <a16:creationId xmlns:a16="http://schemas.microsoft.com/office/drawing/2014/main" id="{4DC18AC1-B7AB-5A0C-2451-EA377C4A86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2871788"/>
            <a:ext cx="3043238" cy="534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buFont typeface="Monotype Sorts" pitchFamily="2" charset="2"/>
              <a:buNone/>
              <a:defRPr/>
            </a:pPr>
            <a:r>
              <a:rPr lang="en-US" altLang="zh-CN">
                <a:solidFill>
                  <a:srgbClr val="66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—— </a:t>
            </a:r>
            <a:r>
              <a:rPr lang="zh-CN" altLang="en-US">
                <a:solidFill>
                  <a:srgbClr val="66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物体的自由度数</a:t>
            </a:r>
          </a:p>
        </p:txBody>
      </p:sp>
      <p:sp>
        <p:nvSpPr>
          <p:cNvPr id="7179" name="Freeform 11">
            <a:extLst>
              <a:ext uri="{FF2B5EF4-FFF2-40B4-BE49-F238E27FC236}">
                <a16:creationId xmlns:a16="http://schemas.microsoft.com/office/drawing/2014/main" id="{68FE0B93-C1F8-16C7-48AF-F25952EE8E65}"/>
              </a:ext>
            </a:extLst>
          </p:cNvPr>
          <p:cNvSpPr>
            <a:spLocks/>
          </p:cNvSpPr>
          <p:nvPr/>
        </p:nvSpPr>
        <p:spPr bwMode="auto">
          <a:xfrm>
            <a:off x="915988" y="4295775"/>
            <a:ext cx="1498600" cy="952500"/>
          </a:xfrm>
          <a:custGeom>
            <a:avLst/>
            <a:gdLst/>
            <a:ahLst/>
            <a:cxnLst>
              <a:cxn ang="0">
                <a:pos x="0" y="600"/>
              </a:cxn>
              <a:cxn ang="0">
                <a:pos x="92" y="120"/>
              </a:cxn>
              <a:cxn ang="0">
                <a:pos x="266" y="0"/>
              </a:cxn>
              <a:cxn ang="0">
                <a:pos x="428" y="120"/>
              </a:cxn>
              <a:cxn ang="0">
                <a:pos x="648" y="304"/>
              </a:cxn>
              <a:cxn ang="0">
                <a:pos x="800" y="339"/>
              </a:cxn>
              <a:cxn ang="0">
                <a:pos x="944" y="264"/>
              </a:cxn>
            </a:cxnLst>
            <a:rect l="0" t="0" r="r" b="b"/>
            <a:pathLst>
              <a:path w="944" h="600">
                <a:moveTo>
                  <a:pt x="0" y="600"/>
                </a:moveTo>
                <a:cubicBezTo>
                  <a:pt x="31" y="408"/>
                  <a:pt x="48" y="220"/>
                  <a:pt x="92" y="120"/>
                </a:cubicBezTo>
                <a:cubicBezTo>
                  <a:pt x="136" y="20"/>
                  <a:pt x="210" y="0"/>
                  <a:pt x="266" y="0"/>
                </a:cubicBezTo>
                <a:cubicBezTo>
                  <a:pt x="322" y="0"/>
                  <a:pt x="364" y="69"/>
                  <a:pt x="428" y="120"/>
                </a:cubicBezTo>
                <a:cubicBezTo>
                  <a:pt x="492" y="171"/>
                  <a:pt x="586" y="268"/>
                  <a:pt x="648" y="304"/>
                </a:cubicBezTo>
                <a:cubicBezTo>
                  <a:pt x="710" y="340"/>
                  <a:pt x="751" y="346"/>
                  <a:pt x="800" y="339"/>
                </a:cubicBezTo>
                <a:cubicBezTo>
                  <a:pt x="849" y="332"/>
                  <a:pt x="914" y="280"/>
                  <a:pt x="944" y="264"/>
                </a:cubicBezTo>
              </a:path>
            </a:pathLst>
          </a:custGeom>
          <a:noFill/>
          <a:ln w="38100" cmpd="sng">
            <a:solidFill>
              <a:srgbClr val="66FF3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l">
              <a:buFont typeface="Monotype Sorts" pitchFamily="2" charset="2"/>
              <a:buNone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180" name="Oval 12">
            <a:extLst>
              <a:ext uri="{FF2B5EF4-FFF2-40B4-BE49-F238E27FC236}">
                <a16:creationId xmlns:a16="http://schemas.microsoft.com/office/drawing/2014/main" id="{A43799EC-B384-7DAE-984B-A8E779684A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4446588"/>
            <a:ext cx="158750" cy="158750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l">
              <a:buFont typeface="Monotype Sorts" pitchFamily="2" charset="2"/>
              <a:buNone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181" name="Text Box 13">
            <a:extLst>
              <a:ext uri="{FF2B5EF4-FFF2-40B4-BE49-F238E27FC236}">
                <a16:creationId xmlns:a16="http://schemas.microsoft.com/office/drawing/2014/main" id="{73AC2D48-EEFB-D014-E563-F9A2BA7A99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1938" y="3952875"/>
            <a:ext cx="304800" cy="534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buFont typeface="Monotype Sorts" pitchFamily="2" charset="2"/>
              <a:buNone/>
              <a:defRPr/>
            </a:pPr>
            <a:r>
              <a:rPr lang="en-US" altLang="zh-CN" i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s</a:t>
            </a:r>
            <a:endParaRPr lang="en-US" altLang="zh-CN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</p:txBody>
      </p:sp>
      <p:sp>
        <p:nvSpPr>
          <p:cNvPr id="7182" name="Text Box 14">
            <a:extLst>
              <a:ext uri="{FF2B5EF4-FFF2-40B4-BE49-F238E27FC236}">
                <a16:creationId xmlns:a16="http://schemas.microsoft.com/office/drawing/2014/main" id="{9DA3150F-2586-B8D6-1355-CB26CF5122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2188" y="4422775"/>
            <a:ext cx="407987" cy="534988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buFont typeface="Monotype Sorts" pitchFamily="2" charset="2"/>
              <a:buNone/>
            </a:pPr>
            <a:r>
              <a:rPr lang="en-US" altLang="zh-CN" i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O</a:t>
            </a:r>
          </a:p>
        </p:txBody>
      </p:sp>
      <p:sp>
        <p:nvSpPr>
          <p:cNvPr id="7183" name="Text Box 15">
            <a:extLst>
              <a:ext uri="{FF2B5EF4-FFF2-40B4-BE49-F238E27FC236}">
                <a16:creationId xmlns:a16="http://schemas.microsoft.com/office/drawing/2014/main" id="{5CB81672-7BB4-3CDE-E1C2-4FFB66F046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0788" y="5524500"/>
            <a:ext cx="752475" cy="534988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buFont typeface="Monotype Sorts" pitchFamily="2" charset="2"/>
              <a:buNone/>
              <a:defRPr/>
            </a:pPr>
            <a:r>
              <a:rPr lang="en-US" altLang="zh-CN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i = </a:t>
            </a:r>
            <a:r>
              <a:rPr lang="en-US" altLang="zh-CN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1</a:t>
            </a:r>
          </a:p>
        </p:txBody>
      </p:sp>
      <p:sp>
        <p:nvSpPr>
          <p:cNvPr id="7184" name="Line 16">
            <a:extLst>
              <a:ext uri="{FF2B5EF4-FFF2-40B4-BE49-F238E27FC236}">
                <a16:creationId xmlns:a16="http://schemas.microsoft.com/office/drawing/2014/main" id="{B2CF4D86-1966-E423-FB2C-9674B10C1626}"/>
              </a:ext>
            </a:extLst>
          </p:cNvPr>
          <p:cNvSpPr>
            <a:spLocks noChangeShapeType="1"/>
          </p:cNvSpPr>
          <p:nvPr/>
        </p:nvSpPr>
        <p:spPr bwMode="auto">
          <a:xfrm>
            <a:off x="4943475" y="5184775"/>
            <a:ext cx="1425575" cy="0"/>
          </a:xfrm>
          <a:prstGeom prst="line">
            <a:avLst/>
          </a:prstGeom>
          <a:noFill/>
          <a:ln w="28575">
            <a:solidFill>
              <a:srgbClr val="66FF33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pPr algn="l">
              <a:buFont typeface="Monotype Sorts" pitchFamily="2" charset="2"/>
              <a:buNone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185" name="Line 17">
            <a:extLst>
              <a:ext uri="{FF2B5EF4-FFF2-40B4-BE49-F238E27FC236}">
                <a16:creationId xmlns:a16="http://schemas.microsoft.com/office/drawing/2014/main" id="{65E81522-8E89-F000-F92B-D7E89B7C6CC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43475" y="3754438"/>
            <a:ext cx="4763" cy="1417637"/>
          </a:xfrm>
          <a:prstGeom prst="line">
            <a:avLst/>
          </a:prstGeom>
          <a:noFill/>
          <a:ln w="28575">
            <a:solidFill>
              <a:srgbClr val="66FF33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pPr algn="l">
              <a:buFont typeface="Monotype Sorts" pitchFamily="2" charset="2"/>
              <a:buNone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186" name="Line 18">
            <a:extLst>
              <a:ext uri="{FF2B5EF4-FFF2-40B4-BE49-F238E27FC236}">
                <a16:creationId xmlns:a16="http://schemas.microsoft.com/office/drawing/2014/main" id="{3C9BAEE7-4FB4-4C43-088F-CF7B6512259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45000" y="5184775"/>
            <a:ext cx="498475" cy="347663"/>
          </a:xfrm>
          <a:prstGeom prst="line">
            <a:avLst/>
          </a:prstGeom>
          <a:noFill/>
          <a:ln w="28575">
            <a:solidFill>
              <a:srgbClr val="66FF33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pPr algn="l">
              <a:buFont typeface="Monotype Sorts" pitchFamily="2" charset="2"/>
              <a:buNone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187" name="Text Box 19">
            <a:extLst>
              <a:ext uri="{FF2B5EF4-FFF2-40B4-BE49-F238E27FC236}">
                <a16:creationId xmlns:a16="http://schemas.microsoft.com/office/drawing/2014/main" id="{A3C91C69-BB2D-3C56-5DE4-C091DB6211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5083175"/>
            <a:ext cx="338138" cy="534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buFont typeface="Monotype Sorts" pitchFamily="2" charset="2"/>
              <a:buNone/>
              <a:defRPr/>
            </a:pPr>
            <a:r>
              <a:rPr lang="en-US" altLang="zh-CN" i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x</a:t>
            </a:r>
            <a:endParaRPr lang="en-US" altLang="zh-CN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</p:txBody>
      </p:sp>
      <p:sp>
        <p:nvSpPr>
          <p:cNvPr id="7188" name="Text Box 20">
            <a:extLst>
              <a:ext uri="{FF2B5EF4-FFF2-40B4-BE49-F238E27FC236}">
                <a16:creationId xmlns:a16="http://schemas.microsoft.com/office/drawing/2014/main" id="{588BE11D-9161-0D82-1CBD-8F25AB98C6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7288" y="4694238"/>
            <a:ext cx="320675" cy="534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buFont typeface="Monotype Sorts" pitchFamily="2" charset="2"/>
              <a:buNone/>
              <a:defRPr/>
            </a:pPr>
            <a:r>
              <a:rPr lang="en-US" altLang="zh-CN" i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y</a:t>
            </a:r>
            <a:endParaRPr lang="en-US" altLang="zh-CN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</p:txBody>
      </p:sp>
      <p:sp>
        <p:nvSpPr>
          <p:cNvPr id="7189" name="Text Box 21">
            <a:extLst>
              <a:ext uri="{FF2B5EF4-FFF2-40B4-BE49-F238E27FC236}">
                <a16:creationId xmlns:a16="http://schemas.microsoft.com/office/drawing/2014/main" id="{C2C3BE1C-E6CC-32EB-1D38-FD2CBF65AA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9338" y="3424238"/>
            <a:ext cx="304800" cy="534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buFont typeface="Monotype Sorts" pitchFamily="2" charset="2"/>
              <a:buNone/>
              <a:defRPr/>
            </a:pPr>
            <a:r>
              <a:rPr lang="en-US" altLang="zh-CN" i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z</a:t>
            </a:r>
            <a:endParaRPr lang="en-US" altLang="zh-CN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</p:txBody>
      </p:sp>
      <p:sp>
        <p:nvSpPr>
          <p:cNvPr id="7190" name="Text Box 22">
            <a:extLst>
              <a:ext uri="{FF2B5EF4-FFF2-40B4-BE49-F238E27FC236}">
                <a16:creationId xmlns:a16="http://schemas.microsoft.com/office/drawing/2014/main" id="{E1C084F8-0C29-58EE-290D-F9790C1977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6438" y="4859338"/>
            <a:ext cx="407987" cy="534987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buFont typeface="Monotype Sorts" pitchFamily="2" charset="2"/>
              <a:buNone/>
            </a:pPr>
            <a:r>
              <a:rPr lang="en-US" altLang="zh-CN" i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O</a:t>
            </a:r>
          </a:p>
        </p:txBody>
      </p:sp>
      <p:sp>
        <p:nvSpPr>
          <p:cNvPr id="7191" name="Oval 23">
            <a:extLst>
              <a:ext uri="{FF2B5EF4-FFF2-40B4-BE49-F238E27FC236}">
                <a16:creationId xmlns:a16="http://schemas.microsoft.com/office/drawing/2014/main" id="{57956ADE-0C90-14FA-9032-B3B610C1C4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3550" y="4348163"/>
            <a:ext cx="158750" cy="158750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l">
              <a:buFont typeface="Monotype Sorts" pitchFamily="2" charset="2"/>
              <a:buNone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192" name="Text Box 24">
            <a:extLst>
              <a:ext uri="{FF2B5EF4-FFF2-40B4-BE49-F238E27FC236}">
                <a16:creationId xmlns:a16="http://schemas.microsoft.com/office/drawing/2014/main" id="{BA40CA5C-F23F-6A9D-BE53-A01DE5D282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95875" y="3813175"/>
            <a:ext cx="1416050" cy="534988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buFont typeface="Monotype Sorts" pitchFamily="2" charset="2"/>
              <a:buNone/>
              <a:defRPr/>
            </a:pPr>
            <a:r>
              <a:rPr lang="en-US" altLang="zh-CN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( </a:t>
            </a:r>
            <a:r>
              <a:rPr lang="en-US" altLang="zh-CN" i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x , y , z </a:t>
            </a:r>
            <a:r>
              <a:rPr lang="en-US" altLang="zh-CN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)</a:t>
            </a:r>
          </a:p>
        </p:txBody>
      </p:sp>
      <p:sp>
        <p:nvSpPr>
          <p:cNvPr id="7193" name="Line 25">
            <a:extLst>
              <a:ext uri="{FF2B5EF4-FFF2-40B4-BE49-F238E27FC236}">
                <a16:creationId xmlns:a16="http://schemas.microsoft.com/office/drawing/2014/main" id="{513B5B37-6A3A-A309-12C4-8D2CA5A4ED4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43475" y="4422775"/>
            <a:ext cx="685800" cy="762000"/>
          </a:xfrm>
          <a:prstGeom prst="line">
            <a:avLst/>
          </a:prstGeom>
          <a:noFill/>
          <a:ln w="31750">
            <a:solidFill>
              <a:srgbClr val="FF99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pPr algn="l">
              <a:buFont typeface="Monotype Sorts" pitchFamily="2" charset="2"/>
              <a:buNone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194" name="Text Box 26">
            <a:extLst>
              <a:ext uri="{FF2B5EF4-FFF2-40B4-BE49-F238E27FC236}">
                <a16:creationId xmlns:a16="http://schemas.microsoft.com/office/drawing/2014/main" id="{1DAAF185-BFE8-E26F-B09E-45544AEBE4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5519738"/>
            <a:ext cx="752475" cy="534987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buFont typeface="Monotype Sorts" pitchFamily="2" charset="2"/>
              <a:buNone/>
              <a:defRPr/>
            </a:pPr>
            <a:r>
              <a:rPr lang="en-US" altLang="zh-CN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i = </a:t>
            </a:r>
            <a:r>
              <a:rPr lang="en-US" altLang="zh-CN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3</a:t>
            </a:r>
          </a:p>
        </p:txBody>
      </p:sp>
      <p:sp>
        <p:nvSpPr>
          <p:cNvPr id="7195" name="Line 27">
            <a:extLst>
              <a:ext uri="{FF2B5EF4-FFF2-40B4-BE49-F238E27FC236}">
                <a16:creationId xmlns:a16="http://schemas.microsoft.com/office/drawing/2014/main" id="{97806A46-DFFA-81C6-F91B-899EF0C6D637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7825" y="4541838"/>
            <a:ext cx="215900" cy="215900"/>
          </a:xfrm>
          <a:prstGeom prst="line">
            <a:avLst/>
          </a:prstGeom>
          <a:noFill/>
          <a:ln w="3492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pPr algn="l">
              <a:buFont typeface="Monotype Sorts" pitchFamily="2" charset="2"/>
              <a:buNone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196" name="AutoShape 28">
            <a:extLst>
              <a:ext uri="{FF2B5EF4-FFF2-40B4-BE49-F238E27FC236}">
                <a16:creationId xmlns:a16="http://schemas.microsoft.com/office/drawing/2014/main" id="{F5003DF4-BCE6-7E77-B1D5-A11B78A698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1413" y="3965575"/>
            <a:ext cx="2209800" cy="1066800"/>
          </a:xfrm>
          <a:prstGeom prst="parallelogram">
            <a:avLst>
              <a:gd name="adj" fmla="val 51786"/>
            </a:avLst>
          </a:prstGeom>
          <a:solidFill>
            <a:srgbClr val="0033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>
              <a:buFont typeface="Monotype Sorts" pitchFamily="2" charset="2"/>
              <a:buNone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197" name="Text Box 29">
            <a:extLst>
              <a:ext uri="{FF2B5EF4-FFF2-40B4-BE49-F238E27FC236}">
                <a16:creationId xmlns:a16="http://schemas.microsoft.com/office/drawing/2014/main" id="{53AA8C9E-E2A1-7AFD-97C7-020F3216CF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0363" y="5524500"/>
            <a:ext cx="752475" cy="534988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buFont typeface="Monotype Sorts" pitchFamily="2" charset="2"/>
              <a:buNone/>
              <a:defRPr/>
            </a:pPr>
            <a:r>
              <a:rPr lang="en-US" altLang="zh-CN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i = </a:t>
            </a:r>
            <a:r>
              <a:rPr lang="en-US" altLang="zh-CN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2</a:t>
            </a:r>
          </a:p>
        </p:txBody>
      </p:sp>
      <p:sp>
        <p:nvSpPr>
          <p:cNvPr id="7198" name="Freeform 30">
            <a:extLst>
              <a:ext uri="{FF2B5EF4-FFF2-40B4-BE49-F238E27FC236}">
                <a16:creationId xmlns:a16="http://schemas.microsoft.com/office/drawing/2014/main" id="{EA43940A-241F-CD10-3387-F9EDB442DF90}"/>
              </a:ext>
            </a:extLst>
          </p:cNvPr>
          <p:cNvSpPr>
            <a:spLocks/>
          </p:cNvSpPr>
          <p:nvPr/>
        </p:nvSpPr>
        <p:spPr bwMode="auto">
          <a:xfrm>
            <a:off x="2671763" y="4041775"/>
            <a:ext cx="1538287" cy="762000"/>
          </a:xfrm>
          <a:custGeom>
            <a:avLst/>
            <a:gdLst/>
            <a:ahLst/>
            <a:cxnLst>
              <a:cxn ang="0">
                <a:pos x="0" y="480"/>
              </a:cxn>
              <a:cxn ang="0">
                <a:pos x="144" y="336"/>
              </a:cxn>
              <a:cxn ang="0">
                <a:pos x="336" y="336"/>
              </a:cxn>
              <a:cxn ang="0">
                <a:pos x="624" y="432"/>
              </a:cxn>
              <a:cxn ang="0">
                <a:pos x="816" y="336"/>
              </a:cxn>
              <a:cxn ang="0">
                <a:pos x="945" y="164"/>
              </a:cxn>
              <a:cxn ang="0">
                <a:pos x="960" y="0"/>
              </a:cxn>
            </a:cxnLst>
            <a:rect l="0" t="0" r="r" b="b"/>
            <a:pathLst>
              <a:path w="969" h="480">
                <a:moveTo>
                  <a:pt x="0" y="480"/>
                </a:moveTo>
                <a:cubicBezTo>
                  <a:pt x="44" y="420"/>
                  <a:pt x="88" y="360"/>
                  <a:pt x="144" y="336"/>
                </a:cubicBezTo>
                <a:cubicBezTo>
                  <a:pt x="200" y="312"/>
                  <a:pt x="256" y="320"/>
                  <a:pt x="336" y="336"/>
                </a:cubicBezTo>
                <a:cubicBezTo>
                  <a:pt x="416" y="352"/>
                  <a:pt x="544" y="432"/>
                  <a:pt x="624" y="432"/>
                </a:cubicBezTo>
                <a:cubicBezTo>
                  <a:pt x="704" y="432"/>
                  <a:pt x="763" y="381"/>
                  <a:pt x="816" y="336"/>
                </a:cubicBezTo>
                <a:cubicBezTo>
                  <a:pt x="869" y="291"/>
                  <a:pt x="921" y="220"/>
                  <a:pt x="945" y="164"/>
                </a:cubicBezTo>
                <a:cubicBezTo>
                  <a:pt x="969" y="108"/>
                  <a:pt x="957" y="34"/>
                  <a:pt x="960" y="0"/>
                </a:cubicBezTo>
              </a:path>
            </a:pathLst>
          </a:custGeom>
          <a:noFill/>
          <a:ln w="38100" cap="rnd" cmpd="sng">
            <a:solidFill>
              <a:schemeClr val="bg1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pPr algn="l">
              <a:buFont typeface="Monotype Sorts" pitchFamily="2" charset="2"/>
              <a:buNone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199" name="Oval 31">
            <a:extLst>
              <a:ext uri="{FF2B5EF4-FFF2-40B4-BE49-F238E27FC236}">
                <a16:creationId xmlns:a16="http://schemas.microsoft.com/office/drawing/2014/main" id="{6D0A8793-8D75-AFA4-CAC8-2253CCB842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4763" y="4538663"/>
            <a:ext cx="158750" cy="158750"/>
          </a:xfrm>
          <a:prstGeom prst="ellipse">
            <a:avLst/>
          </a:prstGeom>
          <a:gradFill rotWithShape="1">
            <a:gsLst>
              <a:gs pos="0">
                <a:srgbClr val="FF0000">
                  <a:gamma/>
                  <a:shade val="46275"/>
                  <a:invGamma/>
                </a:srgbClr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l">
              <a:buFont typeface="Monotype Sorts" pitchFamily="2" charset="2"/>
              <a:buNone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200" name="Line 32">
            <a:extLst>
              <a:ext uri="{FF2B5EF4-FFF2-40B4-BE49-F238E27FC236}">
                <a16:creationId xmlns:a16="http://schemas.microsoft.com/office/drawing/2014/main" id="{BEAD63A2-FDA2-EE74-485A-1924218AF21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62363" y="4117975"/>
            <a:ext cx="304800" cy="304800"/>
          </a:xfrm>
          <a:prstGeom prst="line">
            <a:avLst/>
          </a:prstGeom>
          <a:noFill/>
          <a:ln w="34925">
            <a:solidFill>
              <a:srgbClr val="FFFF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pPr algn="l">
              <a:buFont typeface="Monotype Sorts" pitchFamily="2" charset="2"/>
              <a:buNone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201" name="Line 33">
            <a:extLst>
              <a:ext uri="{FF2B5EF4-FFF2-40B4-BE49-F238E27FC236}">
                <a16:creationId xmlns:a16="http://schemas.microsoft.com/office/drawing/2014/main" id="{20207D89-661E-134C-04B4-DAF33AB189D9}"/>
              </a:ext>
            </a:extLst>
          </p:cNvPr>
          <p:cNvSpPr>
            <a:spLocks noChangeShapeType="1"/>
          </p:cNvSpPr>
          <p:nvPr/>
        </p:nvSpPr>
        <p:spPr bwMode="auto">
          <a:xfrm>
            <a:off x="7097713" y="5197475"/>
            <a:ext cx="1425575" cy="0"/>
          </a:xfrm>
          <a:prstGeom prst="line">
            <a:avLst/>
          </a:prstGeom>
          <a:noFill/>
          <a:ln w="28575">
            <a:solidFill>
              <a:srgbClr val="66FF33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pPr algn="l">
              <a:buFont typeface="Monotype Sorts" pitchFamily="2" charset="2"/>
              <a:buNone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202" name="Line 34">
            <a:extLst>
              <a:ext uri="{FF2B5EF4-FFF2-40B4-BE49-F238E27FC236}">
                <a16:creationId xmlns:a16="http://schemas.microsoft.com/office/drawing/2014/main" id="{3711B2A7-412F-8EED-A929-D4109EF093E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97713" y="3763963"/>
            <a:ext cx="0" cy="1425575"/>
          </a:xfrm>
          <a:prstGeom prst="line">
            <a:avLst/>
          </a:prstGeom>
          <a:noFill/>
          <a:ln w="28575">
            <a:solidFill>
              <a:srgbClr val="66FF33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pPr algn="l">
              <a:buFont typeface="Monotype Sorts" pitchFamily="2" charset="2"/>
              <a:buNone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203" name="Line 35">
            <a:extLst>
              <a:ext uri="{FF2B5EF4-FFF2-40B4-BE49-F238E27FC236}">
                <a16:creationId xmlns:a16="http://schemas.microsoft.com/office/drawing/2014/main" id="{C6C6295E-9388-EA48-67D2-916D2C3CA2B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13525" y="5197475"/>
            <a:ext cx="484188" cy="347663"/>
          </a:xfrm>
          <a:prstGeom prst="line">
            <a:avLst/>
          </a:prstGeom>
          <a:noFill/>
          <a:ln w="28575">
            <a:solidFill>
              <a:srgbClr val="66FF33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pPr algn="l">
              <a:buFont typeface="Monotype Sorts" pitchFamily="2" charset="2"/>
              <a:buNone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204" name="Text Box 36">
            <a:extLst>
              <a:ext uri="{FF2B5EF4-FFF2-40B4-BE49-F238E27FC236}">
                <a16:creationId xmlns:a16="http://schemas.microsoft.com/office/drawing/2014/main" id="{AD862443-56A5-37CB-960B-EA2C4DD52F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9063" y="5448300"/>
            <a:ext cx="338137" cy="534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buFont typeface="Monotype Sorts" pitchFamily="2" charset="2"/>
              <a:buNone/>
              <a:defRPr/>
            </a:pPr>
            <a:r>
              <a:rPr lang="en-US" altLang="zh-CN" i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x</a:t>
            </a:r>
            <a:endParaRPr lang="en-US" altLang="zh-CN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</p:txBody>
      </p:sp>
      <p:sp>
        <p:nvSpPr>
          <p:cNvPr id="7205" name="Text Box 37">
            <a:extLst>
              <a:ext uri="{FF2B5EF4-FFF2-40B4-BE49-F238E27FC236}">
                <a16:creationId xmlns:a16="http://schemas.microsoft.com/office/drawing/2014/main" id="{F28EC3C3-FCE0-7CFB-1540-CB7CA242EC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93113" y="4664075"/>
            <a:ext cx="320675" cy="534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buFont typeface="Monotype Sorts" pitchFamily="2" charset="2"/>
              <a:buNone/>
              <a:defRPr/>
            </a:pPr>
            <a:r>
              <a:rPr lang="en-US" altLang="zh-CN" i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y</a:t>
            </a:r>
            <a:endParaRPr lang="en-US" altLang="zh-CN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</p:txBody>
      </p:sp>
      <p:sp>
        <p:nvSpPr>
          <p:cNvPr id="7206" name="Text Box 38">
            <a:extLst>
              <a:ext uri="{FF2B5EF4-FFF2-40B4-BE49-F238E27FC236}">
                <a16:creationId xmlns:a16="http://schemas.microsoft.com/office/drawing/2014/main" id="{967A4377-E891-F2EF-3B92-111717E857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8350" y="3536950"/>
            <a:ext cx="304800" cy="534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buFont typeface="Monotype Sorts" pitchFamily="2" charset="2"/>
              <a:buNone/>
              <a:defRPr/>
            </a:pPr>
            <a:r>
              <a:rPr lang="en-US" altLang="zh-CN" i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z</a:t>
            </a:r>
            <a:endParaRPr lang="en-US" altLang="zh-CN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</p:txBody>
      </p:sp>
      <p:sp>
        <p:nvSpPr>
          <p:cNvPr id="7207" name="Text Box 39">
            <a:extLst>
              <a:ext uri="{FF2B5EF4-FFF2-40B4-BE49-F238E27FC236}">
                <a16:creationId xmlns:a16="http://schemas.microsoft.com/office/drawing/2014/main" id="{6CFE094D-8CD7-7670-8CF9-4A406C8499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3850" y="4872038"/>
            <a:ext cx="407988" cy="534987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buFont typeface="Monotype Sorts" pitchFamily="2" charset="2"/>
              <a:buNone/>
            </a:pPr>
            <a:r>
              <a:rPr lang="en-US" altLang="zh-CN" i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O</a:t>
            </a:r>
          </a:p>
        </p:txBody>
      </p:sp>
      <p:sp>
        <p:nvSpPr>
          <p:cNvPr id="7208" name="Text Box 40">
            <a:extLst>
              <a:ext uri="{FF2B5EF4-FFF2-40B4-BE49-F238E27FC236}">
                <a16:creationId xmlns:a16="http://schemas.microsoft.com/office/drawing/2014/main" id="{F7E17DA6-9E02-1B9D-DAA3-9B696B5E36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5313" y="5519738"/>
            <a:ext cx="1814512" cy="534987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buFont typeface="Monotype Sorts" pitchFamily="2" charset="2"/>
              <a:buNone/>
              <a:defRPr/>
            </a:pPr>
            <a:r>
              <a:rPr lang="en-US" altLang="zh-CN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i = </a:t>
            </a:r>
            <a:r>
              <a:rPr lang="en-US" altLang="zh-CN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3+2+1= 6</a:t>
            </a:r>
          </a:p>
        </p:txBody>
      </p:sp>
      <p:graphicFrame>
        <p:nvGraphicFramePr>
          <p:cNvPr id="7209" name="Object 2">
            <a:extLst>
              <a:ext uri="{FF2B5EF4-FFF2-40B4-BE49-F238E27FC236}">
                <a16:creationId xmlns:a16="http://schemas.microsoft.com/office/drawing/2014/main" id="{0D687E1F-BAE6-2A80-2B40-3636E94BD6E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27950" y="3844925"/>
          <a:ext cx="590550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5317920" imgH="3085560" progId="MS_ClipArt_Gallery.5">
                  <p:embed/>
                </p:oleObj>
              </mc:Choice>
              <mc:Fallback>
                <p:oleObj name="Clip" r:id="rId2" imgW="5317920" imgH="3085560" progId="MS_ClipArt_Gallery.5">
                  <p:embed/>
                  <p:pic>
                    <p:nvPicPr>
                      <p:cNvPr id="7209" name="Object 2">
                        <a:extLst>
                          <a:ext uri="{FF2B5EF4-FFF2-40B4-BE49-F238E27FC236}">
                            <a16:creationId xmlns:a16="http://schemas.microsoft.com/office/drawing/2014/main" id="{0D687E1F-BAE6-2A80-2B40-3636E94BD6E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27950" y="3844925"/>
                        <a:ext cx="590550" cy="382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10" name="Text Box 42">
            <a:extLst>
              <a:ext uri="{FF2B5EF4-FFF2-40B4-BE49-F238E27FC236}">
                <a16:creationId xmlns:a16="http://schemas.microsoft.com/office/drawing/2014/main" id="{8AC6A25E-EAFF-000A-8E4D-3F44E529B4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8663" y="6073775"/>
            <a:ext cx="5715000" cy="534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buFont typeface="Monotype Sorts" pitchFamily="2" charset="2"/>
              <a:buNone/>
              <a:defRPr/>
            </a:pPr>
            <a:r>
              <a:rPr lang="en-US" altLang="zh-CN">
                <a:solidFill>
                  <a:srgbClr val="FFFF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 </a:t>
            </a:r>
            <a:r>
              <a:rPr lang="zh-CN" altLang="en-US">
                <a:solidFill>
                  <a:srgbClr val="66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当刚体受到某些限制 </a:t>
            </a:r>
            <a:r>
              <a:rPr lang="en-US" altLang="zh-CN">
                <a:solidFill>
                  <a:srgbClr val="66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——</a:t>
            </a:r>
            <a:r>
              <a:rPr lang="zh-CN" altLang="en-US">
                <a:solidFill>
                  <a:srgbClr val="66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自由度减少</a:t>
            </a:r>
          </a:p>
        </p:txBody>
      </p:sp>
      <p:sp>
        <p:nvSpPr>
          <p:cNvPr id="7211" name="Line 43">
            <a:extLst>
              <a:ext uri="{FF2B5EF4-FFF2-40B4-BE49-F238E27FC236}">
                <a16:creationId xmlns:a16="http://schemas.microsoft.com/office/drawing/2014/main" id="{80CBAAEF-0720-0F6A-9AEF-B9AC4F39DDB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05688" y="3889375"/>
            <a:ext cx="1152525" cy="334963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/>
            <a:tailEnd/>
          </a:ln>
          <a:effectLst/>
        </p:spPr>
        <p:txBody>
          <a:bodyPr/>
          <a:lstStyle/>
          <a:p>
            <a:pPr algn="l">
              <a:buFont typeface="Monotype Sorts" pitchFamily="2" charset="2"/>
              <a:buNone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212" name="Oval 44">
            <a:extLst>
              <a:ext uri="{FF2B5EF4-FFF2-40B4-BE49-F238E27FC236}">
                <a16:creationId xmlns:a16="http://schemas.microsoft.com/office/drawing/2014/main" id="{EFC23F7C-6E67-3717-23DB-E5F06E9E5D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663" y="4005263"/>
            <a:ext cx="71437" cy="714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l">
              <a:buFont typeface="Monotype Sorts" pitchFamily="2" charset="2"/>
              <a:buNone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213" name="Oval 45">
            <a:extLst>
              <a:ext uri="{FF2B5EF4-FFF2-40B4-BE49-F238E27FC236}">
                <a16:creationId xmlns:a16="http://schemas.microsoft.com/office/drawing/2014/main" id="{1B4A9EB1-2403-AC00-8266-6CAB7A2ED7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4322763"/>
            <a:ext cx="71437" cy="71437"/>
          </a:xfrm>
          <a:prstGeom prst="ellipse">
            <a:avLst/>
          </a:prstGeom>
          <a:solidFill>
            <a:schemeClr val="bg1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l">
              <a:buFont typeface="Monotype Sorts" pitchFamily="2" charset="2"/>
              <a:buNone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214" name="Picture 46" descr="j0293240">
            <a:extLst>
              <a:ext uri="{FF2B5EF4-FFF2-40B4-BE49-F238E27FC236}">
                <a16:creationId xmlns:a16="http://schemas.microsoft.com/office/drawing/2014/main" id="{CA4701F8-9A0E-853D-BEDB-D2F9252200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9325" y="6381750"/>
            <a:ext cx="611188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7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7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7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7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7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7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7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7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7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7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7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7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6" dur="500"/>
                                        <p:tgtEl>
                                          <p:spTgt spid="7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7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2" dur="500"/>
                                        <p:tgtEl>
                                          <p:spTgt spid="7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7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7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7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7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7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7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 nodeType="clickPar">
                      <p:stCondLst>
                        <p:cond delay="indefinite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7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7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 nodeType="clickPar">
                      <p:stCondLst>
                        <p:cond delay="indefinite"/>
                      </p:stCondLst>
                      <p:childTnLst>
                        <p:par>
                          <p:cTn id="1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7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 nodeType="clickPar">
                      <p:stCondLst>
                        <p:cond delay="indefinite"/>
                      </p:stCondLst>
                      <p:childTnLst>
                        <p:par>
                          <p:cTn id="1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4" dur="500"/>
                                        <p:tgtEl>
                                          <p:spTgt spid="7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 nodeType="clickPar">
                      <p:stCondLst>
                        <p:cond delay="indefinite"/>
                      </p:stCondLst>
                      <p:childTnLst>
                        <p:par>
                          <p:cTn id="1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9" dur="500"/>
                                        <p:tgtEl>
                                          <p:spTgt spid="7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7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5" dur="500"/>
                                        <p:tgtEl>
                                          <p:spTgt spid="7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500"/>
                                        <p:tgtEl>
                                          <p:spTgt spid="7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1" dur="500"/>
                                        <p:tgtEl>
                                          <p:spTgt spid="7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4" dur="500"/>
                                        <p:tgtEl>
                                          <p:spTgt spid="7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7" dur="500"/>
                                        <p:tgtEl>
                                          <p:spTgt spid="7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 nodeType="clickPar">
                      <p:stCondLst>
                        <p:cond delay="indefinite"/>
                      </p:stCondLst>
                      <p:childTnLst>
                        <p:par>
                          <p:cTn id="1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2" dur="500"/>
                                        <p:tgtEl>
                                          <p:spTgt spid="7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 nodeType="clickPar">
                      <p:stCondLst>
                        <p:cond delay="indefinite"/>
                      </p:stCondLst>
                      <p:childTnLst>
                        <p:par>
                          <p:cTn id="1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7" dur="500"/>
                                        <p:tgtEl>
                                          <p:spTgt spid="7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 nodeType="clickPar">
                      <p:stCondLst>
                        <p:cond delay="indefinite"/>
                      </p:stCondLst>
                      <p:childTnLst>
                        <p:par>
                          <p:cTn id="1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2" dur="500" fill="hold"/>
                                        <p:tgtEl>
                                          <p:spTgt spid="7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3" dur="500" fill="hold"/>
                                        <p:tgtEl>
                                          <p:spTgt spid="7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0" grpId="0"/>
      <p:bldP spid="7171" grpId="0" autoUpdateAnimBg="0"/>
      <p:bldP spid="7172" grpId="0" autoUpdateAnimBg="0"/>
      <p:bldP spid="7173" grpId="0" autoUpdateAnimBg="0"/>
      <p:bldP spid="7174" grpId="0" autoUpdateAnimBg="0"/>
      <p:bldP spid="7175" grpId="0" autoUpdateAnimBg="0"/>
      <p:bldP spid="7176" grpId="0" autoUpdateAnimBg="0"/>
      <p:bldP spid="7177" grpId="0" autoUpdateAnimBg="0"/>
      <p:bldP spid="7178" grpId="0" autoUpdateAnimBg="0"/>
      <p:bldP spid="7180" grpId="0" animBg="1"/>
      <p:bldP spid="7181" grpId="0" autoUpdateAnimBg="0"/>
      <p:bldP spid="7182" grpId="0"/>
      <p:bldP spid="7183" grpId="0"/>
      <p:bldP spid="7187" grpId="0" autoUpdateAnimBg="0"/>
      <p:bldP spid="7188" grpId="0" autoUpdateAnimBg="0"/>
      <p:bldP spid="7189" grpId="0" autoUpdateAnimBg="0"/>
      <p:bldP spid="7190" grpId="0"/>
      <p:bldP spid="7191" grpId="0" animBg="1"/>
      <p:bldP spid="7192" grpId="0"/>
      <p:bldP spid="7194" grpId="0"/>
      <p:bldP spid="7196" grpId="0" animBg="1"/>
      <p:bldP spid="7197" grpId="0"/>
      <p:bldP spid="7199" grpId="0" animBg="1"/>
      <p:bldP spid="7204" grpId="0" autoUpdateAnimBg="0"/>
      <p:bldP spid="7205" grpId="0" autoUpdateAnimBg="0"/>
      <p:bldP spid="7206" grpId="0" autoUpdateAnimBg="0"/>
      <p:bldP spid="7207" grpId="0"/>
      <p:bldP spid="7208" grpId="0"/>
      <p:bldP spid="7210" grpId="0" autoUpdateAnimBg="0"/>
      <p:bldP spid="7212" grpId="0" animBg="1"/>
      <p:bldP spid="721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FF79E009-8AB0-5224-CFA3-4961CB9A1C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328613"/>
            <a:ext cx="4319587" cy="627062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buFont typeface="Monotype Sorts" pitchFamily="2" charset="2"/>
              <a:buNone/>
              <a:defRPr/>
            </a:pPr>
            <a:r>
              <a:rPr kumimoji="1" lang="en-US" altLang="zh-CN" sz="3200">
                <a:solidFill>
                  <a:srgbClr val="66FF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§5.2</a:t>
            </a:r>
            <a:r>
              <a:rPr kumimoji="1" lang="en-US" altLang="zh-CN" sz="3200">
                <a:solidFill>
                  <a:srgbClr val="66FF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</a:rPr>
              <a:t>  </a:t>
            </a:r>
            <a:r>
              <a:rPr lang="zh-CN" altLang="en-US" sz="3200">
                <a:solidFill>
                  <a:srgbClr val="66FF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刚体的平动</a:t>
            </a:r>
          </a:p>
        </p:txBody>
      </p:sp>
      <p:sp>
        <p:nvSpPr>
          <p:cNvPr id="8195" name="Text Box 3">
            <a:extLst>
              <a:ext uri="{FF2B5EF4-FFF2-40B4-BE49-F238E27FC236}">
                <a16:creationId xmlns:a16="http://schemas.microsoft.com/office/drawing/2014/main" id="{C4D457D2-A1EB-800A-FC40-BF28BEFF47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250" y="838200"/>
            <a:ext cx="8234363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lnSpc>
                <a:spcPct val="125000"/>
              </a:lnSpc>
              <a:buFont typeface="Monotype Sorts" pitchFamily="2" charset="2"/>
              <a:buNone/>
              <a:defRPr/>
            </a:pP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刚体运动时，若在刚体内所作的任一条直线都始终保持和自身平行</a:t>
            </a:r>
          </a:p>
        </p:txBody>
      </p:sp>
      <p:sp>
        <p:nvSpPr>
          <p:cNvPr id="8196" name="Rectangle 4">
            <a:extLst>
              <a:ext uri="{FF2B5EF4-FFF2-40B4-BE49-F238E27FC236}">
                <a16:creationId xmlns:a16="http://schemas.microsoft.com/office/drawing/2014/main" id="{7ADDBE20-DE34-475C-03B3-9EC63206C1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4813" y="1319213"/>
            <a:ext cx="2514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buFont typeface="Monotype Sorts" pitchFamily="2" charset="2"/>
              <a:buNone/>
              <a:defRPr/>
            </a:pPr>
            <a:r>
              <a:rPr lang="en-US" altLang="zh-CN" i="1" dirty="0">
                <a:solidFill>
                  <a:srgbClr val="66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</a:rPr>
              <a:t>— </a:t>
            </a:r>
            <a:r>
              <a:rPr lang="zh-CN" altLang="en-US" dirty="0">
                <a:solidFill>
                  <a:srgbClr val="66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</a:rPr>
              <a:t>刚体平动</a:t>
            </a:r>
            <a:endParaRPr lang="zh-CN" altLang="en-US" i="1" dirty="0">
              <a:solidFill>
                <a:srgbClr val="66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itchFamily="2" charset="-122"/>
            </a:endParaRPr>
          </a:p>
        </p:txBody>
      </p:sp>
      <p:sp>
        <p:nvSpPr>
          <p:cNvPr id="8197" name="AutoShape 5">
            <a:extLst>
              <a:ext uri="{FF2B5EF4-FFF2-40B4-BE49-F238E27FC236}">
                <a16:creationId xmlns:a16="http://schemas.microsoft.com/office/drawing/2014/main" id="{6DEAAD3A-7CAE-094C-0C52-6395CE8B6B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8013" y="3230563"/>
            <a:ext cx="1066800" cy="1219200"/>
          </a:xfrm>
          <a:prstGeom prst="cube">
            <a:avLst>
              <a:gd name="adj" fmla="val 25000"/>
            </a:avLst>
          </a:prstGeom>
          <a:solidFill>
            <a:srgbClr val="0033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>
              <a:buFont typeface="Monotype Sorts" pitchFamily="2" charset="2"/>
              <a:buNone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198" name="AutoShape 6">
            <a:extLst>
              <a:ext uri="{FF2B5EF4-FFF2-40B4-BE49-F238E27FC236}">
                <a16:creationId xmlns:a16="http://schemas.microsoft.com/office/drawing/2014/main" id="{DB659616-AD55-F68B-C4E4-8D784BF3B6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5813" y="3916363"/>
            <a:ext cx="1066800" cy="1219200"/>
          </a:xfrm>
          <a:prstGeom prst="cube">
            <a:avLst>
              <a:gd name="adj" fmla="val 25000"/>
            </a:avLst>
          </a:prstGeom>
          <a:solidFill>
            <a:srgbClr val="0033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>
              <a:buFont typeface="Monotype Sorts" pitchFamily="2" charset="2"/>
              <a:buNone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199" name="AutoShape 7">
            <a:extLst>
              <a:ext uri="{FF2B5EF4-FFF2-40B4-BE49-F238E27FC236}">
                <a16:creationId xmlns:a16="http://schemas.microsoft.com/office/drawing/2014/main" id="{7D782602-A769-C92E-1EFE-7A19B36F5A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6013" y="2620963"/>
            <a:ext cx="1066800" cy="1219200"/>
          </a:xfrm>
          <a:prstGeom prst="cube">
            <a:avLst>
              <a:gd name="adj" fmla="val 25000"/>
            </a:avLst>
          </a:prstGeom>
          <a:solidFill>
            <a:srgbClr val="0033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>
              <a:buFont typeface="Monotype Sorts" pitchFamily="2" charset="2"/>
              <a:buNone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200" name="Line 8">
            <a:extLst>
              <a:ext uri="{FF2B5EF4-FFF2-40B4-BE49-F238E27FC236}">
                <a16:creationId xmlns:a16="http://schemas.microsoft.com/office/drawing/2014/main" id="{D61042EB-B923-8433-C679-8DFB3FD7B27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18013" y="3549650"/>
            <a:ext cx="457200" cy="914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pPr algn="l">
              <a:buFont typeface="Monotype Sorts" pitchFamily="2" charset="2"/>
              <a:buNone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201" name="Line 9">
            <a:extLst>
              <a:ext uri="{FF2B5EF4-FFF2-40B4-BE49-F238E27FC236}">
                <a16:creationId xmlns:a16="http://schemas.microsoft.com/office/drawing/2014/main" id="{980342B7-CE4B-7D85-2131-2546383981B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51725" y="2925763"/>
            <a:ext cx="457200" cy="914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pPr algn="l">
              <a:buFont typeface="Monotype Sorts" pitchFamily="2" charset="2"/>
              <a:buNone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202" name="Line 10">
            <a:extLst>
              <a:ext uri="{FF2B5EF4-FFF2-40B4-BE49-F238E27FC236}">
                <a16:creationId xmlns:a16="http://schemas.microsoft.com/office/drawing/2014/main" id="{0244FFC6-12E0-C4FB-5A02-09C7C7A68F9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65813" y="4221163"/>
            <a:ext cx="457200" cy="914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pPr algn="l">
              <a:buFont typeface="Monotype Sorts" pitchFamily="2" charset="2"/>
              <a:buNone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203" name="Freeform 11">
            <a:extLst>
              <a:ext uri="{FF2B5EF4-FFF2-40B4-BE49-F238E27FC236}">
                <a16:creationId xmlns:a16="http://schemas.microsoft.com/office/drawing/2014/main" id="{39B296FB-49F4-AA93-CA51-3431E0BC2591}"/>
              </a:ext>
            </a:extLst>
          </p:cNvPr>
          <p:cNvSpPr>
            <a:spLocks/>
          </p:cNvSpPr>
          <p:nvPr/>
        </p:nvSpPr>
        <p:spPr bwMode="auto">
          <a:xfrm>
            <a:off x="4392613" y="2446338"/>
            <a:ext cx="3544887" cy="1836737"/>
          </a:xfrm>
          <a:custGeom>
            <a:avLst/>
            <a:gdLst/>
            <a:ahLst/>
            <a:cxnLst>
              <a:cxn ang="0">
                <a:pos x="0" y="509"/>
              </a:cxn>
              <a:cxn ang="0">
                <a:pos x="293" y="693"/>
              </a:cxn>
              <a:cxn ang="0">
                <a:pos x="793" y="954"/>
              </a:cxn>
              <a:cxn ang="0">
                <a:pos x="1228" y="1117"/>
              </a:cxn>
              <a:cxn ang="0">
                <a:pos x="1902" y="715"/>
              </a:cxn>
              <a:cxn ang="0">
                <a:pos x="2195" y="324"/>
              </a:cxn>
              <a:cxn ang="0">
                <a:pos x="2130" y="0"/>
              </a:cxn>
            </a:cxnLst>
            <a:rect l="0" t="0" r="r" b="b"/>
            <a:pathLst>
              <a:path w="2233" h="1157">
                <a:moveTo>
                  <a:pt x="0" y="509"/>
                </a:moveTo>
                <a:cubicBezTo>
                  <a:pt x="49" y="540"/>
                  <a:pt x="161" y="619"/>
                  <a:pt x="293" y="693"/>
                </a:cubicBezTo>
                <a:cubicBezTo>
                  <a:pt x="425" y="767"/>
                  <a:pt x="637" y="883"/>
                  <a:pt x="793" y="954"/>
                </a:cubicBezTo>
                <a:cubicBezTo>
                  <a:pt x="949" y="1025"/>
                  <a:pt x="1043" y="1157"/>
                  <a:pt x="1228" y="1117"/>
                </a:cubicBezTo>
                <a:cubicBezTo>
                  <a:pt x="1413" y="1077"/>
                  <a:pt x="1741" y="847"/>
                  <a:pt x="1902" y="715"/>
                </a:cubicBezTo>
                <a:cubicBezTo>
                  <a:pt x="2063" y="583"/>
                  <a:pt x="2157" y="443"/>
                  <a:pt x="2195" y="324"/>
                </a:cubicBezTo>
                <a:cubicBezTo>
                  <a:pt x="2233" y="205"/>
                  <a:pt x="2144" y="67"/>
                  <a:pt x="2130" y="0"/>
                </a:cubicBezTo>
              </a:path>
            </a:pathLst>
          </a:custGeom>
          <a:noFill/>
          <a:ln w="19050" cap="flat">
            <a:solidFill>
              <a:srgbClr val="66FF33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pPr algn="l">
              <a:buFont typeface="Monotype Sorts" pitchFamily="2" charset="2"/>
              <a:buNone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8204" name="Object 2">
            <a:extLst>
              <a:ext uri="{FF2B5EF4-FFF2-40B4-BE49-F238E27FC236}">
                <a16:creationId xmlns:a16="http://schemas.microsoft.com/office/drawing/2014/main" id="{61AAD637-1586-8EBE-6517-DC5034D6EF57}"/>
              </a:ext>
            </a:extLst>
          </p:cNvPr>
          <p:cNvGraphicFramePr>
            <a:graphicFrameLocks/>
          </p:cNvGraphicFramePr>
          <p:nvPr/>
        </p:nvGraphicFramePr>
        <p:xfrm>
          <a:off x="4727575" y="3132138"/>
          <a:ext cx="277813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79360" imgH="304560" progId="Equation.3">
                  <p:embed/>
                </p:oleObj>
              </mc:Choice>
              <mc:Fallback>
                <p:oleObj name="公式" r:id="rId2" imgW="279360" imgH="304560" progId="Equation.3">
                  <p:embed/>
                  <p:pic>
                    <p:nvPicPr>
                      <p:cNvPr id="8204" name="Object 2">
                        <a:extLst>
                          <a:ext uri="{FF2B5EF4-FFF2-40B4-BE49-F238E27FC236}">
                            <a16:creationId xmlns:a16="http://schemas.microsoft.com/office/drawing/2014/main" id="{61AAD637-1586-8EBE-6517-DC5034D6EF5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7575" y="3132138"/>
                        <a:ext cx="277813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5" name="Object 3">
            <a:extLst>
              <a:ext uri="{FF2B5EF4-FFF2-40B4-BE49-F238E27FC236}">
                <a16:creationId xmlns:a16="http://schemas.microsoft.com/office/drawing/2014/main" id="{A93B777F-435B-13DA-78FD-17F000EF4AD2}"/>
              </a:ext>
            </a:extLst>
          </p:cNvPr>
          <p:cNvGraphicFramePr>
            <a:graphicFrameLocks/>
          </p:cNvGraphicFramePr>
          <p:nvPr/>
        </p:nvGraphicFramePr>
        <p:xfrm>
          <a:off x="4151313" y="4516438"/>
          <a:ext cx="277812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79360" imgH="291960" progId="Equation.3">
                  <p:embed/>
                </p:oleObj>
              </mc:Choice>
              <mc:Fallback>
                <p:oleObj name="公式" r:id="rId4" imgW="279360" imgH="291960" progId="Equation.3">
                  <p:embed/>
                  <p:pic>
                    <p:nvPicPr>
                      <p:cNvPr id="8205" name="Object 3">
                        <a:extLst>
                          <a:ext uri="{FF2B5EF4-FFF2-40B4-BE49-F238E27FC236}">
                            <a16:creationId xmlns:a16="http://schemas.microsoft.com/office/drawing/2014/main" id="{A93B777F-435B-13DA-78FD-17F000EF4AD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1313" y="4516438"/>
                        <a:ext cx="277812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6" name="Object 4">
            <a:extLst>
              <a:ext uri="{FF2B5EF4-FFF2-40B4-BE49-F238E27FC236}">
                <a16:creationId xmlns:a16="http://schemas.microsoft.com/office/drawing/2014/main" id="{FC2CAC62-876C-1275-273C-4E54FC6DD6A3}"/>
              </a:ext>
            </a:extLst>
          </p:cNvPr>
          <p:cNvGraphicFramePr>
            <a:graphicFrameLocks/>
          </p:cNvGraphicFramePr>
          <p:nvPr/>
        </p:nvGraphicFramePr>
        <p:xfrm>
          <a:off x="6175375" y="3767138"/>
          <a:ext cx="341313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42720" imgH="317160" progId="Equation.3">
                  <p:embed/>
                </p:oleObj>
              </mc:Choice>
              <mc:Fallback>
                <p:oleObj name="公式" r:id="rId6" imgW="342720" imgH="317160" progId="Equation.3">
                  <p:embed/>
                  <p:pic>
                    <p:nvPicPr>
                      <p:cNvPr id="8206" name="Object 4">
                        <a:extLst>
                          <a:ext uri="{FF2B5EF4-FFF2-40B4-BE49-F238E27FC236}">
                            <a16:creationId xmlns:a16="http://schemas.microsoft.com/office/drawing/2014/main" id="{FC2CAC62-876C-1275-273C-4E54FC6DD6A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5375" y="3767138"/>
                        <a:ext cx="341313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7" name="Object 5">
            <a:extLst>
              <a:ext uri="{FF2B5EF4-FFF2-40B4-BE49-F238E27FC236}">
                <a16:creationId xmlns:a16="http://schemas.microsoft.com/office/drawing/2014/main" id="{3BCC4A6D-878B-9FA5-356D-9AEFA7CF8D06}"/>
              </a:ext>
            </a:extLst>
          </p:cNvPr>
          <p:cNvGraphicFramePr>
            <a:graphicFrameLocks/>
          </p:cNvGraphicFramePr>
          <p:nvPr/>
        </p:nvGraphicFramePr>
        <p:xfrm>
          <a:off x="5599113" y="5199063"/>
          <a:ext cx="341312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42720" imgH="317160" progId="Equation.3">
                  <p:embed/>
                </p:oleObj>
              </mc:Choice>
              <mc:Fallback>
                <p:oleObj name="公式" r:id="rId8" imgW="342720" imgH="317160" progId="Equation.3">
                  <p:embed/>
                  <p:pic>
                    <p:nvPicPr>
                      <p:cNvPr id="8207" name="Object 5">
                        <a:extLst>
                          <a:ext uri="{FF2B5EF4-FFF2-40B4-BE49-F238E27FC236}">
                            <a16:creationId xmlns:a16="http://schemas.microsoft.com/office/drawing/2014/main" id="{3BCC4A6D-878B-9FA5-356D-9AEFA7CF8D0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9113" y="5199063"/>
                        <a:ext cx="341312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8" name="Object 6">
            <a:extLst>
              <a:ext uri="{FF2B5EF4-FFF2-40B4-BE49-F238E27FC236}">
                <a16:creationId xmlns:a16="http://schemas.microsoft.com/office/drawing/2014/main" id="{62315571-FAD0-F984-0F65-1D4CD44ECD90}"/>
              </a:ext>
            </a:extLst>
          </p:cNvPr>
          <p:cNvGraphicFramePr>
            <a:graphicFrameLocks/>
          </p:cNvGraphicFramePr>
          <p:nvPr/>
        </p:nvGraphicFramePr>
        <p:xfrm>
          <a:off x="7567613" y="2614613"/>
          <a:ext cx="390525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393480" imgH="317160" progId="Equation.3">
                  <p:embed/>
                </p:oleObj>
              </mc:Choice>
              <mc:Fallback>
                <p:oleObj name="公式" r:id="rId10" imgW="393480" imgH="317160" progId="Equation.3">
                  <p:embed/>
                  <p:pic>
                    <p:nvPicPr>
                      <p:cNvPr id="8208" name="Object 6">
                        <a:extLst>
                          <a:ext uri="{FF2B5EF4-FFF2-40B4-BE49-F238E27FC236}">
                            <a16:creationId xmlns:a16="http://schemas.microsoft.com/office/drawing/2014/main" id="{62315571-FAD0-F984-0F65-1D4CD44ECD9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67613" y="2614613"/>
                        <a:ext cx="390525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9" name="Object 7">
            <a:extLst>
              <a:ext uri="{FF2B5EF4-FFF2-40B4-BE49-F238E27FC236}">
                <a16:creationId xmlns:a16="http://schemas.microsoft.com/office/drawing/2014/main" id="{EF72AE4E-0B1D-F33F-3711-AC3A7D9B2DA5}"/>
              </a:ext>
            </a:extLst>
          </p:cNvPr>
          <p:cNvGraphicFramePr>
            <a:graphicFrameLocks/>
          </p:cNvGraphicFramePr>
          <p:nvPr/>
        </p:nvGraphicFramePr>
        <p:xfrm>
          <a:off x="7346950" y="3876675"/>
          <a:ext cx="392113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393480" imgH="317160" progId="Equation.3">
                  <p:embed/>
                </p:oleObj>
              </mc:Choice>
              <mc:Fallback>
                <p:oleObj name="公式" r:id="rId12" imgW="393480" imgH="317160" progId="Equation.3">
                  <p:embed/>
                  <p:pic>
                    <p:nvPicPr>
                      <p:cNvPr id="8209" name="Object 7">
                        <a:extLst>
                          <a:ext uri="{FF2B5EF4-FFF2-40B4-BE49-F238E27FC236}">
                            <a16:creationId xmlns:a16="http://schemas.microsoft.com/office/drawing/2014/main" id="{EF72AE4E-0B1D-F33F-3711-AC3A7D9B2DA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46950" y="3876675"/>
                        <a:ext cx="392113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10" name="Freeform 18">
            <a:extLst>
              <a:ext uri="{FF2B5EF4-FFF2-40B4-BE49-F238E27FC236}">
                <a16:creationId xmlns:a16="http://schemas.microsoft.com/office/drawing/2014/main" id="{D56D1EE2-8B4E-0BC3-2A25-16D0F4097C60}"/>
              </a:ext>
            </a:extLst>
          </p:cNvPr>
          <p:cNvSpPr>
            <a:spLocks/>
          </p:cNvSpPr>
          <p:nvPr/>
        </p:nvSpPr>
        <p:spPr bwMode="auto">
          <a:xfrm>
            <a:off x="3959225" y="3201988"/>
            <a:ext cx="3541713" cy="1995487"/>
          </a:xfrm>
          <a:custGeom>
            <a:avLst/>
            <a:gdLst/>
            <a:ahLst/>
            <a:cxnLst>
              <a:cxn ang="0">
                <a:pos x="0" y="609"/>
              </a:cxn>
              <a:cxn ang="0">
                <a:pos x="293" y="793"/>
              </a:cxn>
              <a:cxn ang="0">
                <a:pos x="793" y="1054"/>
              </a:cxn>
              <a:cxn ang="0">
                <a:pos x="1228" y="1217"/>
              </a:cxn>
              <a:cxn ang="0">
                <a:pos x="1902" y="815"/>
              </a:cxn>
              <a:cxn ang="0">
                <a:pos x="2195" y="424"/>
              </a:cxn>
              <a:cxn ang="0">
                <a:pos x="2120" y="0"/>
              </a:cxn>
            </a:cxnLst>
            <a:rect l="0" t="0" r="r" b="b"/>
            <a:pathLst>
              <a:path w="2231" h="1257">
                <a:moveTo>
                  <a:pt x="0" y="609"/>
                </a:moveTo>
                <a:cubicBezTo>
                  <a:pt x="49" y="640"/>
                  <a:pt x="161" y="719"/>
                  <a:pt x="293" y="793"/>
                </a:cubicBezTo>
                <a:cubicBezTo>
                  <a:pt x="425" y="867"/>
                  <a:pt x="637" y="983"/>
                  <a:pt x="793" y="1054"/>
                </a:cubicBezTo>
                <a:cubicBezTo>
                  <a:pt x="949" y="1125"/>
                  <a:pt x="1043" y="1257"/>
                  <a:pt x="1228" y="1217"/>
                </a:cubicBezTo>
                <a:cubicBezTo>
                  <a:pt x="1413" y="1177"/>
                  <a:pt x="1741" y="947"/>
                  <a:pt x="1902" y="815"/>
                </a:cubicBezTo>
                <a:cubicBezTo>
                  <a:pt x="2063" y="683"/>
                  <a:pt x="2159" y="560"/>
                  <a:pt x="2195" y="424"/>
                </a:cubicBezTo>
                <a:cubicBezTo>
                  <a:pt x="2231" y="288"/>
                  <a:pt x="2136" y="88"/>
                  <a:pt x="2120" y="0"/>
                </a:cubicBezTo>
              </a:path>
            </a:pathLst>
          </a:custGeom>
          <a:noFill/>
          <a:ln w="19050" cap="flat">
            <a:solidFill>
              <a:srgbClr val="66FF33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pPr algn="l">
              <a:buFont typeface="Monotype Sorts" pitchFamily="2" charset="2"/>
              <a:buNone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211" name="Text Box 19">
            <a:extLst>
              <a:ext uri="{FF2B5EF4-FFF2-40B4-BE49-F238E27FC236}">
                <a16:creationId xmlns:a16="http://schemas.microsoft.com/office/drawing/2014/main" id="{C24A8C15-0FC1-E211-5C9E-87CC47F7AD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538" y="1892300"/>
            <a:ext cx="2155825" cy="476250"/>
          </a:xfrm>
          <a:prstGeom prst="rect">
            <a:avLst/>
          </a:prstGeom>
          <a:solidFill>
            <a:srgbClr val="3333CC">
              <a:alpha val="32001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buFont typeface="Monotype Sorts" pitchFamily="2" charset="2"/>
              <a:buNone/>
              <a:defRPr/>
            </a:pP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</a:rPr>
              <a:t>平动的特点</a:t>
            </a:r>
            <a:r>
              <a:rPr lang="en-US" altLang="zh-CN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</a:rPr>
              <a:t>:</a:t>
            </a:r>
          </a:p>
        </p:txBody>
      </p:sp>
      <p:sp>
        <p:nvSpPr>
          <p:cNvPr id="8212" name="Text Box 20">
            <a:extLst>
              <a:ext uri="{FF2B5EF4-FFF2-40B4-BE49-F238E27FC236}">
                <a16:creationId xmlns:a16="http://schemas.microsoft.com/office/drawing/2014/main" id="{C3454922-43EC-2B9F-D5B8-E660305506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413" y="2462213"/>
            <a:ext cx="2803525" cy="93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38150" indent="-438150" algn="l">
              <a:buFont typeface="Monotype Sorts" pitchFamily="2" charset="2"/>
              <a:buNone/>
              <a:defRPr/>
            </a:pPr>
            <a:r>
              <a:rPr lang="en-US" altLang="zh-CN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(1) </a:t>
            </a: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刚体中各质点的运动情况相同</a:t>
            </a:r>
          </a:p>
        </p:txBody>
      </p:sp>
      <p:graphicFrame>
        <p:nvGraphicFramePr>
          <p:cNvPr id="8213" name="Object 8">
            <a:extLst>
              <a:ext uri="{FF2B5EF4-FFF2-40B4-BE49-F238E27FC236}">
                <a16:creationId xmlns:a16="http://schemas.microsoft.com/office/drawing/2014/main" id="{DE023E41-CE51-8472-EEA5-C315CA4F76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03350" y="3284538"/>
          <a:ext cx="2016125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777680" imgH="457200" progId="Equation.3">
                  <p:embed/>
                </p:oleObj>
              </mc:Choice>
              <mc:Fallback>
                <p:oleObj name="公式" r:id="rId14" imgW="1777680" imgH="457200" progId="Equation.3">
                  <p:embed/>
                  <p:pic>
                    <p:nvPicPr>
                      <p:cNvPr id="8213" name="Object 8">
                        <a:extLst>
                          <a:ext uri="{FF2B5EF4-FFF2-40B4-BE49-F238E27FC236}">
                            <a16:creationId xmlns:a16="http://schemas.microsoft.com/office/drawing/2014/main" id="{DE023E41-CE51-8472-EEA5-C315CA4F766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3284538"/>
                        <a:ext cx="2016125" cy="519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14" name="Object 9">
            <a:extLst>
              <a:ext uri="{FF2B5EF4-FFF2-40B4-BE49-F238E27FC236}">
                <a16:creationId xmlns:a16="http://schemas.microsoft.com/office/drawing/2014/main" id="{D796E529-B160-F035-9F34-52EDAA01D1E0}"/>
              </a:ext>
            </a:extLst>
          </p:cNvPr>
          <p:cNvGraphicFramePr>
            <a:graphicFrameLocks/>
          </p:cNvGraphicFramePr>
          <p:nvPr/>
        </p:nvGraphicFramePr>
        <p:xfrm>
          <a:off x="1763713" y="4508500"/>
          <a:ext cx="13716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371600" imgH="419040" progId="Equation.3">
                  <p:embed/>
                </p:oleObj>
              </mc:Choice>
              <mc:Fallback>
                <p:oleObj name="公式" r:id="rId16" imgW="1371600" imgH="419040" progId="Equation.3">
                  <p:embed/>
                  <p:pic>
                    <p:nvPicPr>
                      <p:cNvPr id="8214" name="Object 9">
                        <a:extLst>
                          <a:ext uri="{FF2B5EF4-FFF2-40B4-BE49-F238E27FC236}">
                            <a16:creationId xmlns:a16="http://schemas.microsoft.com/office/drawing/2014/main" id="{D796E529-B160-F035-9F34-52EDAA01D1E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4508500"/>
                        <a:ext cx="13716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15" name="Object 10">
            <a:extLst>
              <a:ext uri="{FF2B5EF4-FFF2-40B4-BE49-F238E27FC236}">
                <a16:creationId xmlns:a16="http://schemas.microsoft.com/office/drawing/2014/main" id="{9F9F98D9-8A59-CFD8-605A-E79CE57B6BA3}"/>
              </a:ext>
            </a:extLst>
          </p:cNvPr>
          <p:cNvGraphicFramePr>
            <a:graphicFrameLocks/>
          </p:cNvGraphicFramePr>
          <p:nvPr/>
        </p:nvGraphicFramePr>
        <p:xfrm>
          <a:off x="1990725" y="5114925"/>
          <a:ext cx="1087438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091880" imgH="419040" progId="Equation.3">
                  <p:embed/>
                </p:oleObj>
              </mc:Choice>
              <mc:Fallback>
                <p:oleObj name="公式" r:id="rId18" imgW="1091880" imgH="419040" progId="Equation.3">
                  <p:embed/>
                  <p:pic>
                    <p:nvPicPr>
                      <p:cNvPr id="8215" name="Object 10">
                        <a:extLst>
                          <a:ext uri="{FF2B5EF4-FFF2-40B4-BE49-F238E27FC236}">
                            <a16:creationId xmlns:a16="http://schemas.microsoft.com/office/drawing/2014/main" id="{9F9F98D9-8A59-CFD8-605A-E79CE57B6BA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0725" y="5114925"/>
                        <a:ext cx="1087438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16" name="Object 11">
            <a:extLst>
              <a:ext uri="{FF2B5EF4-FFF2-40B4-BE49-F238E27FC236}">
                <a16:creationId xmlns:a16="http://schemas.microsoft.com/office/drawing/2014/main" id="{6E216CDE-FFF6-4531-F3B6-1F23D9FE0D39}"/>
              </a:ext>
            </a:extLst>
          </p:cNvPr>
          <p:cNvGraphicFramePr>
            <a:graphicFrameLocks/>
          </p:cNvGraphicFramePr>
          <p:nvPr/>
        </p:nvGraphicFramePr>
        <p:xfrm>
          <a:off x="1990725" y="5546725"/>
          <a:ext cx="1082675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1079280" imgH="419040" progId="Equation.3">
                  <p:embed/>
                </p:oleObj>
              </mc:Choice>
              <mc:Fallback>
                <p:oleObj name="公式" r:id="rId20" imgW="1079280" imgH="419040" progId="Equation.3">
                  <p:embed/>
                  <p:pic>
                    <p:nvPicPr>
                      <p:cNvPr id="8216" name="Object 11">
                        <a:extLst>
                          <a:ext uri="{FF2B5EF4-FFF2-40B4-BE49-F238E27FC236}">
                            <a16:creationId xmlns:a16="http://schemas.microsoft.com/office/drawing/2014/main" id="{6E216CDE-FFF6-4531-F3B6-1F23D9FE0D3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0725" y="5546725"/>
                        <a:ext cx="1082675" cy="420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17" name="Rectangle 25">
            <a:extLst>
              <a:ext uri="{FF2B5EF4-FFF2-40B4-BE49-F238E27FC236}">
                <a16:creationId xmlns:a16="http://schemas.microsoft.com/office/drawing/2014/main" id="{DB960C9E-F27A-85D7-CD39-436634010F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1975" y="5043488"/>
            <a:ext cx="1371600" cy="9779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>
              <a:buFont typeface="Monotype Sorts" pitchFamily="2" charset="2"/>
              <a:buNone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218" name="Text Box 26">
            <a:extLst>
              <a:ext uri="{FF2B5EF4-FFF2-40B4-BE49-F238E27FC236}">
                <a16:creationId xmlns:a16="http://schemas.microsoft.com/office/drawing/2014/main" id="{8CD7C18C-6D78-BC4C-2EA1-5269FB4170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250" y="6054725"/>
            <a:ext cx="4752975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buFont typeface="Monotype Sorts" pitchFamily="2" charset="2"/>
              <a:buNone/>
              <a:defRPr/>
            </a:pPr>
            <a:r>
              <a:rPr lang="en-US" altLang="zh-CN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(2) </a:t>
            </a: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刚体的平动可归结为质点运动</a:t>
            </a:r>
          </a:p>
        </p:txBody>
      </p:sp>
      <p:pic>
        <p:nvPicPr>
          <p:cNvPr id="8219" name="Picture 27" descr="j0293240">
            <a:extLst>
              <a:ext uri="{FF2B5EF4-FFF2-40B4-BE49-F238E27FC236}">
                <a16:creationId xmlns:a16="http://schemas.microsoft.com/office/drawing/2014/main" id="{38BB2EFC-2641-4578-17BE-6DF7603FCC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9325" y="6381750"/>
            <a:ext cx="611188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20" name="Line 28">
            <a:extLst>
              <a:ext uri="{FF2B5EF4-FFF2-40B4-BE49-F238E27FC236}">
                <a16:creationId xmlns:a16="http://schemas.microsoft.com/office/drawing/2014/main" id="{EBB783CF-C757-BBDD-C3C3-6166BAE774E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859338" y="3573463"/>
            <a:ext cx="217487" cy="2087562"/>
          </a:xfrm>
          <a:prstGeom prst="line">
            <a:avLst/>
          </a:prstGeom>
          <a:noFill/>
          <a:ln w="38100">
            <a:solidFill>
              <a:srgbClr val="FF9900"/>
            </a:solidFill>
            <a:prstDash val="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pPr algn="l">
              <a:buFont typeface="Monotype Sorts" pitchFamily="2" charset="2"/>
              <a:buNone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221" name="Line 29">
            <a:extLst>
              <a:ext uri="{FF2B5EF4-FFF2-40B4-BE49-F238E27FC236}">
                <a16:creationId xmlns:a16="http://schemas.microsoft.com/office/drawing/2014/main" id="{A9765E46-FF84-D6D6-3915-C5B0709F46E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427538" y="4437063"/>
            <a:ext cx="649287" cy="1223962"/>
          </a:xfrm>
          <a:prstGeom prst="line">
            <a:avLst/>
          </a:prstGeom>
          <a:noFill/>
          <a:ln w="38100">
            <a:solidFill>
              <a:srgbClr val="FF9900"/>
            </a:solidFill>
            <a:prstDash val="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pPr algn="l">
              <a:buFont typeface="Monotype Sorts" pitchFamily="2" charset="2"/>
              <a:buNone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8222" name="Object 12">
            <a:extLst>
              <a:ext uri="{FF2B5EF4-FFF2-40B4-BE49-F238E27FC236}">
                <a16:creationId xmlns:a16="http://schemas.microsoft.com/office/drawing/2014/main" id="{CA2E2FFA-2085-EB4F-A7B0-D318FB2F6917}"/>
              </a:ext>
            </a:extLst>
          </p:cNvPr>
          <p:cNvGraphicFramePr>
            <a:graphicFrameLocks/>
          </p:cNvGraphicFramePr>
          <p:nvPr/>
        </p:nvGraphicFramePr>
        <p:xfrm>
          <a:off x="5219700" y="5661025"/>
          <a:ext cx="277813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3" imgW="279360" imgH="291960" progId="Equation.3">
                  <p:embed/>
                </p:oleObj>
              </mc:Choice>
              <mc:Fallback>
                <p:oleObj name="公式" r:id="rId23" imgW="279360" imgH="291960" progId="Equation.3">
                  <p:embed/>
                  <p:pic>
                    <p:nvPicPr>
                      <p:cNvPr id="8222" name="Object 12">
                        <a:extLst>
                          <a:ext uri="{FF2B5EF4-FFF2-40B4-BE49-F238E27FC236}">
                            <a16:creationId xmlns:a16="http://schemas.microsoft.com/office/drawing/2014/main" id="{CA2E2FFA-2085-EB4F-A7B0-D318FB2F691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5661025"/>
                        <a:ext cx="277813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23" name="Object 13">
            <a:extLst>
              <a:ext uri="{FF2B5EF4-FFF2-40B4-BE49-F238E27FC236}">
                <a16:creationId xmlns:a16="http://schemas.microsoft.com/office/drawing/2014/main" id="{B8C9536B-0C4E-D4BE-E88A-D5D8C8ADA4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76375" y="3860800"/>
          <a:ext cx="180022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5" imgW="1587240" imgH="444240" progId="Equation.3">
                  <p:embed/>
                </p:oleObj>
              </mc:Choice>
              <mc:Fallback>
                <p:oleObj name="公式" r:id="rId25" imgW="1587240" imgH="444240" progId="Equation.3">
                  <p:embed/>
                  <p:pic>
                    <p:nvPicPr>
                      <p:cNvPr id="8223" name="Object 13">
                        <a:extLst>
                          <a:ext uri="{FF2B5EF4-FFF2-40B4-BE49-F238E27FC236}">
                            <a16:creationId xmlns:a16="http://schemas.microsoft.com/office/drawing/2014/main" id="{B8C9536B-0C4E-D4BE-E88A-D5D8C8ADA47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3860800"/>
                        <a:ext cx="1800225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8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8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8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8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8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8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8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8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8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8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8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8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8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8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8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8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8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8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 nodeType="clickPar">
                      <p:stCondLst>
                        <p:cond delay="indefinite"/>
                      </p:stCondLst>
                      <p:childTnLst>
                        <p:par>
                          <p:cTn id="1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8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8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4" grpId="0"/>
      <p:bldP spid="8195" grpId="0" autoUpdateAnimBg="0"/>
      <p:bldP spid="8196" grpId="0" autoUpdateAnimBg="0"/>
      <p:bldP spid="8197" grpId="0" animBg="1"/>
      <p:bldP spid="8198" grpId="0" animBg="1"/>
      <p:bldP spid="8199" grpId="0" animBg="1"/>
      <p:bldP spid="8211" grpId="0" animBg="1" autoUpdateAnimBg="0"/>
      <p:bldP spid="8212" grpId="0" autoUpdateAnimBg="0"/>
      <p:bldP spid="8217" grpId="0" animBg="1"/>
      <p:bldP spid="8218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514" name="Rectangle 2">
            <a:extLst>
              <a:ext uri="{FF2B5EF4-FFF2-40B4-BE49-F238E27FC236}">
                <a16:creationId xmlns:a16="http://schemas.microsoft.com/office/drawing/2014/main" id="{ABA13B4A-0D25-4601-2E0A-3AF919B88D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488" y="465138"/>
            <a:ext cx="7993062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 eaLnBrk="1" hangingPunct="1">
              <a:lnSpc>
                <a:spcPct val="125000"/>
              </a:lnSpc>
              <a:buClrTx/>
              <a:buFontTx/>
              <a:buNone/>
            </a:pPr>
            <a:r>
              <a:rPr kumimoji="1"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一大型回转类“观览圆盘”如图所示。圆盘的半径</a:t>
            </a:r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kumimoji="1" lang="en-US" altLang="zh-CN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=25 m</a:t>
            </a:r>
            <a:r>
              <a:rPr kumimoji="1"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，供人乘坐的吊箱高度</a:t>
            </a:r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kumimoji="1" lang="en-US" altLang="zh-CN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=2 m</a:t>
            </a:r>
            <a:r>
              <a:rPr kumimoji="1"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。若大圆盘绕水平轴均速转动，转速为</a:t>
            </a:r>
            <a:r>
              <a:rPr kumimoji="1" lang="en-US" altLang="zh-CN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0.1 r/min</a:t>
            </a:r>
            <a:r>
              <a:rPr kumimoji="1"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kumimoji="1" lang="zh-CN" altLang="en-US">
              <a:solidFill>
                <a:srgbClr val="66FF33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04515" name="Rectangle 3">
            <a:extLst>
              <a:ext uri="{FF2B5EF4-FFF2-40B4-BE49-F238E27FC236}">
                <a16:creationId xmlns:a16="http://schemas.microsoft.com/office/drawing/2014/main" id="{1B4009B7-F21E-B70B-F20A-1C23A59D7B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763" y="523875"/>
            <a:ext cx="9191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kumimoji="1" lang="en-US" altLang="zh-CN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zh-CN" altLang="en-US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</a:p>
        </p:txBody>
      </p:sp>
      <p:graphicFrame>
        <p:nvGraphicFramePr>
          <p:cNvPr id="704516" name="Object 4">
            <a:extLst>
              <a:ext uri="{FF2B5EF4-FFF2-40B4-BE49-F238E27FC236}">
                <a16:creationId xmlns:a16="http://schemas.microsoft.com/office/drawing/2014/main" id="{748606F5-6DFE-4637-DE02-9766F4928033}"/>
              </a:ext>
            </a:extLst>
          </p:cNvPr>
          <p:cNvGraphicFramePr>
            <a:graphicFrameLocks/>
          </p:cNvGraphicFramePr>
          <p:nvPr/>
        </p:nvGraphicFramePr>
        <p:xfrm>
          <a:off x="868363" y="2924175"/>
          <a:ext cx="2994025" cy="744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327120" imgH="825480" progId="Equation.3">
                  <p:embed/>
                </p:oleObj>
              </mc:Choice>
              <mc:Fallback>
                <p:oleObj name="公式" r:id="rId2" imgW="3327120" imgH="825480" progId="Equation.3">
                  <p:embed/>
                  <p:pic>
                    <p:nvPicPr>
                      <p:cNvPr id="704516" name="Object 4">
                        <a:extLst>
                          <a:ext uri="{FF2B5EF4-FFF2-40B4-BE49-F238E27FC236}">
                            <a16:creationId xmlns:a16="http://schemas.microsoft.com/office/drawing/2014/main" id="{748606F5-6DFE-4637-DE02-9766F492803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8363" y="2924175"/>
                        <a:ext cx="2994025" cy="744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4517" name="Object 5">
            <a:extLst>
              <a:ext uri="{FF2B5EF4-FFF2-40B4-BE49-F238E27FC236}">
                <a16:creationId xmlns:a16="http://schemas.microsoft.com/office/drawing/2014/main" id="{D33BC9D1-4EBE-CB3B-243E-5836F92C5DE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088" y="4508500"/>
          <a:ext cx="3441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441600" imgH="431640" progId="Equation.3">
                  <p:embed/>
                </p:oleObj>
              </mc:Choice>
              <mc:Fallback>
                <p:oleObj name="公式" r:id="rId4" imgW="3441600" imgH="431640" progId="Equation.3">
                  <p:embed/>
                  <p:pic>
                    <p:nvPicPr>
                      <p:cNvPr id="704517" name="Object 5">
                        <a:extLst>
                          <a:ext uri="{FF2B5EF4-FFF2-40B4-BE49-F238E27FC236}">
                            <a16:creationId xmlns:a16="http://schemas.microsoft.com/office/drawing/2014/main" id="{D33BC9D1-4EBE-CB3B-243E-5836F92C5DE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4508500"/>
                        <a:ext cx="34417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4518" name="Object 6">
            <a:extLst>
              <a:ext uri="{FF2B5EF4-FFF2-40B4-BE49-F238E27FC236}">
                <a16:creationId xmlns:a16="http://schemas.microsoft.com/office/drawing/2014/main" id="{F780E80B-2ECC-7040-B944-5B906A3295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088" y="5229225"/>
          <a:ext cx="4508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4508280" imgH="431640" progId="Equation.3">
                  <p:embed/>
                </p:oleObj>
              </mc:Choice>
              <mc:Fallback>
                <p:oleObj name="公式" r:id="rId6" imgW="4508280" imgH="431640" progId="Equation.3">
                  <p:embed/>
                  <p:pic>
                    <p:nvPicPr>
                      <p:cNvPr id="704518" name="Object 6">
                        <a:extLst>
                          <a:ext uri="{FF2B5EF4-FFF2-40B4-BE49-F238E27FC236}">
                            <a16:creationId xmlns:a16="http://schemas.microsoft.com/office/drawing/2014/main" id="{F780E80B-2ECC-7040-B944-5B906A32951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5229225"/>
                        <a:ext cx="45085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4519" name="Object 7">
            <a:extLst>
              <a:ext uri="{FF2B5EF4-FFF2-40B4-BE49-F238E27FC236}">
                <a16:creationId xmlns:a16="http://schemas.microsoft.com/office/drawing/2014/main" id="{60193851-5722-B0C7-201A-17EFEECCD8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088" y="5949950"/>
          <a:ext cx="276225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768400" imgH="469800" progId="Equation.3">
                  <p:embed/>
                </p:oleObj>
              </mc:Choice>
              <mc:Fallback>
                <p:oleObj name="公式" r:id="rId8" imgW="2768400" imgH="469800" progId="Equation.3">
                  <p:embed/>
                  <p:pic>
                    <p:nvPicPr>
                      <p:cNvPr id="704519" name="Object 7">
                        <a:extLst>
                          <a:ext uri="{FF2B5EF4-FFF2-40B4-BE49-F238E27FC236}">
                            <a16:creationId xmlns:a16="http://schemas.microsoft.com/office/drawing/2014/main" id="{60193851-5722-B0C7-201A-17EFEECCD85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5949950"/>
                        <a:ext cx="276225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4520" name="Rectangle 8">
            <a:extLst>
              <a:ext uri="{FF2B5EF4-FFF2-40B4-BE49-F238E27FC236}">
                <a16:creationId xmlns:a16="http://schemas.microsoft.com/office/drawing/2014/main" id="{47469EEC-F4FA-5EDC-14CC-377FEA8473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04521" name="Rectangle 9">
            <a:extLst>
              <a:ext uri="{FF2B5EF4-FFF2-40B4-BE49-F238E27FC236}">
                <a16:creationId xmlns:a16="http://schemas.microsoft.com/office/drawing/2014/main" id="{FC7A377B-69C5-BDE8-2672-4B36923582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963" y="3043238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kumimoji="1" lang="zh-CN" altLang="en-US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</a:t>
            </a:r>
          </a:p>
        </p:txBody>
      </p:sp>
      <p:sp>
        <p:nvSpPr>
          <p:cNvPr id="704522" name="Text Box 10">
            <a:extLst>
              <a:ext uri="{FF2B5EF4-FFF2-40B4-BE49-F238E27FC236}">
                <a16:creationId xmlns:a16="http://schemas.microsoft.com/office/drawing/2014/main" id="{D989F128-DC90-F8B5-CA50-F58BA430E5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3213" y="2122488"/>
            <a:ext cx="7921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 eaLnBrk="1" hangingPunct="1">
              <a:lnSpc>
                <a:spcPct val="100000"/>
              </a:lnSpc>
              <a:buClrTx/>
              <a:buFontTx/>
              <a:buNone/>
            </a:pPr>
            <a:r>
              <a:rPr kumimoji="1" lang="zh-CN" altLang="en-US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求</a:t>
            </a:r>
            <a:r>
              <a:rPr kumimoji="1"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  吊箱底部</a:t>
            </a:r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1"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点的轨迹及</a:t>
            </a:r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1"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点的速度和加速度的大小。</a:t>
            </a:r>
            <a:endParaRPr kumimoji="1" lang="zh-CN" altLang="en-US">
              <a:solidFill>
                <a:srgbClr val="66FF33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04523" name="Text Box 11">
            <a:extLst>
              <a:ext uri="{FF2B5EF4-FFF2-40B4-BE49-F238E27FC236}">
                <a16:creationId xmlns:a16="http://schemas.microsoft.com/office/drawing/2014/main" id="{E6918FFD-7FD0-889D-FB7F-2C9DCD8FED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3824288"/>
            <a:ext cx="21605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kumimoji="1"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吊箱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平动</a:t>
            </a:r>
          </a:p>
        </p:txBody>
      </p:sp>
      <p:pic>
        <p:nvPicPr>
          <p:cNvPr id="704524" name="Picture 12" descr="图片1">
            <a:extLst>
              <a:ext uri="{FF2B5EF4-FFF2-40B4-BE49-F238E27FC236}">
                <a16:creationId xmlns:a16="http://schemas.microsoft.com/office/drawing/2014/main" id="{3682E2DE-4D1A-9FE6-4247-C5A02D82E6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clrChange>
              <a:clrFrom>
                <a:srgbClr val="0A353E"/>
              </a:clrFrom>
              <a:clrTo>
                <a:srgbClr val="0A353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5600" y="2765425"/>
            <a:ext cx="3371850" cy="3687763"/>
          </a:xfrm>
          <a:prstGeom prst="rect">
            <a:avLst/>
          </a:prstGeom>
          <a:solidFill>
            <a:srgbClr val="4D4D4D">
              <a:alpha val="6901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04525" name="Picture 13" descr="j0293240">
            <a:extLst>
              <a:ext uri="{FF2B5EF4-FFF2-40B4-BE49-F238E27FC236}">
                <a16:creationId xmlns:a16="http://schemas.microsoft.com/office/drawing/2014/main" id="{D63CCAF5-BAF6-2F70-2AD9-7607DB0F78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9325" y="6381750"/>
            <a:ext cx="611188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04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04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045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045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04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04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04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704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704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704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704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7045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7045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4514" grpId="0"/>
      <p:bldP spid="704515" grpId="0"/>
      <p:bldP spid="704521" grpId="0"/>
      <p:bldP spid="704522" grpId="0"/>
      <p:bldP spid="70452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05538" name="Object 2">
            <a:extLst>
              <a:ext uri="{FF2B5EF4-FFF2-40B4-BE49-F238E27FC236}">
                <a16:creationId xmlns:a16="http://schemas.microsoft.com/office/drawing/2014/main" id="{0B0F4E65-15B8-8211-F7FB-18C5DE80FD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6613" y="2609850"/>
          <a:ext cx="4119562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4114800" imgH="825480" progId="Equation.3">
                  <p:embed/>
                </p:oleObj>
              </mc:Choice>
              <mc:Fallback>
                <p:oleObj name="公式" r:id="rId2" imgW="4114800" imgH="825480" progId="Equation.3">
                  <p:embed/>
                  <p:pic>
                    <p:nvPicPr>
                      <p:cNvPr id="705538" name="Object 2">
                        <a:extLst>
                          <a:ext uri="{FF2B5EF4-FFF2-40B4-BE49-F238E27FC236}">
                            <a16:creationId xmlns:a16="http://schemas.microsoft.com/office/drawing/2014/main" id="{0B0F4E65-15B8-8211-F7FB-18C5DE80FDA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6613" y="2609850"/>
                        <a:ext cx="4119562" cy="819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5539" name="Object 3">
            <a:extLst>
              <a:ext uri="{FF2B5EF4-FFF2-40B4-BE49-F238E27FC236}">
                <a16:creationId xmlns:a16="http://schemas.microsoft.com/office/drawing/2014/main" id="{A23783C2-D6CD-4F71-181F-468124A1C7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99038" y="2852738"/>
          <a:ext cx="1639887" cy="322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650960" imgH="317160" progId="Equation.3">
                  <p:embed/>
                </p:oleObj>
              </mc:Choice>
              <mc:Fallback>
                <p:oleObj name="公式" r:id="rId4" imgW="1650960" imgH="317160" progId="Equation.3">
                  <p:embed/>
                  <p:pic>
                    <p:nvPicPr>
                      <p:cNvPr id="705539" name="Object 3">
                        <a:extLst>
                          <a:ext uri="{FF2B5EF4-FFF2-40B4-BE49-F238E27FC236}">
                            <a16:creationId xmlns:a16="http://schemas.microsoft.com/office/drawing/2014/main" id="{A23783C2-D6CD-4F71-181F-468124A1C7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9038" y="2852738"/>
                        <a:ext cx="1639887" cy="3222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5540" name="Object 4">
            <a:extLst>
              <a:ext uri="{FF2B5EF4-FFF2-40B4-BE49-F238E27FC236}">
                <a16:creationId xmlns:a16="http://schemas.microsoft.com/office/drawing/2014/main" id="{C288A7C4-A3B6-B380-7E9F-5E17F721108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6613" y="3605213"/>
          <a:ext cx="4530725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4520880" imgH="825480" progId="Equation.3">
                  <p:embed/>
                </p:oleObj>
              </mc:Choice>
              <mc:Fallback>
                <p:oleObj name="公式" r:id="rId6" imgW="4520880" imgH="825480" progId="Equation.3">
                  <p:embed/>
                  <p:pic>
                    <p:nvPicPr>
                      <p:cNvPr id="705540" name="Object 4">
                        <a:extLst>
                          <a:ext uri="{FF2B5EF4-FFF2-40B4-BE49-F238E27FC236}">
                            <a16:creationId xmlns:a16="http://schemas.microsoft.com/office/drawing/2014/main" id="{C288A7C4-A3B6-B380-7E9F-5E17F721108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6613" y="3605213"/>
                        <a:ext cx="4530725" cy="831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5541" name="Object 5">
            <a:extLst>
              <a:ext uri="{FF2B5EF4-FFF2-40B4-BE49-F238E27FC236}">
                <a16:creationId xmlns:a16="http://schemas.microsoft.com/office/drawing/2014/main" id="{7A544350-E230-35EA-675C-3D7F537AB0C0}"/>
              </a:ext>
            </a:extLst>
          </p:cNvPr>
          <p:cNvGraphicFramePr>
            <a:graphicFrameLocks/>
          </p:cNvGraphicFramePr>
          <p:nvPr/>
        </p:nvGraphicFramePr>
        <p:xfrm>
          <a:off x="822325" y="5576888"/>
          <a:ext cx="68961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6895800" imgH="876240" progId="Equation.3">
                  <p:embed/>
                </p:oleObj>
              </mc:Choice>
              <mc:Fallback>
                <p:oleObj name="公式" r:id="rId8" imgW="6895800" imgH="876240" progId="Equation.3">
                  <p:embed/>
                  <p:pic>
                    <p:nvPicPr>
                      <p:cNvPr id="705541" name="Object 5">
                        <a:extLst>
                          <a:ext uri="{FF2B5EF4-FFF2-40B4-BE49-F238E27FC236}">
                            <a16:creationId xmlns:a16="http://schemas.microsoft.com/office/drawing/2014/main" id="{7A544350-E230-35EA-675C-3D7F537AB0C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2325" y="5576888"/>
                        <a:ext cx="6896100" cy="876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5542" name="Object 6">
            <a:extLst>
              <a:ext uri="{FF2B5EF4-FFF2-40B4-BE49-F238E27FC236}">
                <a16:creationId xmlns:a16="http://schemas.microsoft.com/office/drawing/2014/main" id="{27BD0FCF-626A-47F7-10D7-0E4635C8B0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42963" y="4581525"/>
          <a:ext cx="44704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4470120" imgH="863280" progId="Equation.3">
                  <p:embed/>
                </p:oleObj>
              </mc:Choice>
              <mc:Fallback>
                <p:oleObj name="公式" r:id="rId10" imgW="4470120" imgH="863280" progId="Equation.3">
                  <p:embed/>
                  <p:pic>
                    <p:nvPicPr>
                      <p:cNvPr id="705542" name="Object 6">
                        <a:extLst>
                          <a:ext uri="{FF2B5EF4-FFF2-40B4-BE49-F238E27FC236}">
                            <a16:creationId xmlns:a16="http://schemas.microsoft.com/office/drawing/2014/main" id="{27BD0FCF-626A-47F7-10D7-0E4635C8B05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2963" y="4581525"/>
                        <a:ext cx="4470400" cy="86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5543" name="Object 7">
            <a:extLst>
              <a:ext uri="{FF2B5EF4-FFF2-40B4-BE49-F238E27FC236}">
                <a16:creationId xmlns:a16="http://schemas.microsoft.com/office/drawing/2014/main" id="{5FEF80FA-2100-D0BB-2872-C7B53D5539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71538" y="438150"/>
          <a:ext cx="4132262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4140000" imgH="825480" progId="Equation.3">
                  <p:embed/>
                </p:oleObj>
              </mc:Choice>
              <mc:Fallback>
                <p:oleObj name="公式" r:id="rId12" imgW="4140000" imgH="825480" progId="Equation.3">
                  <p:embed/>
                  <p:pic>
                    <p:nvPicPr>
                      <p:cNvPr id="705543" name="Object 7">
                        <a:extLst>
                          <a:ext uri="{FF2B5EF4-FFF2-40B4-BE49-F238E27FC236}">
                            <a16:creationId xmlns:a16="http://schemas.microsoft.com/office/drawing/2014/main" id="{5FEF80FA-2100-D0BB-2872-C7B53D55392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1538" y="438150"/>
                        <a:ext cx="4132262" cy="831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5544" name="Object 8">
            <a:extLst>
              <a:ext uri="{FF2B5EF4-FFF2-40B4-BE49-F238E27FC236}">
                <a16:creationId xmlns:a16="http://schemas.microsoft.com/office/drawing/2014/main" id="{0B6EFF16-77AC-1956-0A78-E1412EE385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088" y="1557338"/>
          <a:ext cx="4019550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4012920" imgH="825480" progId="Equation.3">
                  <p:embed/>
                </p:oleObj>
              </mc:Choice>
              <mc:Fallback>
                <p:oleObj name="公式" r:id="rId14" imgW="4012920" imgH="825480" progId="Equation.3">
                  <p:embed/>
                  <p:pic>
                    <p:nvPicPr>
                      <p:cNvPr id="705544" name="Object 8">
                        <a:extLst>
                          <a:ext uri="{FF2B5EF4-FFF2-40B4-BE49-F238E27FC236}">
                            <a16:creationId xmlns:a16="http://schemas.microsoft.com/office/drawing/2014/main" id="{0B6EFF16-77AC-1956-0A78-E1412EE3856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1557338"/>
                        <a:ext cx="4019550" cy="831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05545" name="Picture 9" descr="j0293240">
            <a:extLst>
              <a:ext uri="{FF2B5EF4-FFF2-40B4-BE49-F238E27FC236}">
                <a16:creationId xmlns:a16="http://schemas.microsoft.com/office/drawing/2014/main" id="{7C725A5F-4A0D-AF35-EC4C-BC4F4785A0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9325" y="6381750"/>
            <a:ext cx="611188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05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05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05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05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05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05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05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055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055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A1B5D522-D951-6D6F-ED32-56220884F8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9688" y="3179763"/>
            <a:ext cx="1098550" cy="2414587"/>
          </a:xfrm>
          <a:prstGeom prst="rect">
            <a:avLst/>
          </a:prstGeom>
          <a:gradFill rotWithShape="1">
            <a:gsLst>
              <a:gs pos="0">
                <a:schemeClr val="accent1">
                  <a:alpha val="67999"/>
                </a:schemeClr>
              </a:gs>
              <a:gs pos="50000">
                <a:schemeClr val="accent1">
                  <a:gamma/>
                  <a:shade val="46275"/>
                  <a:invGamma/>
                  <a:alpha val="67999"/>
                </a:schemeClr>
              </a:gs>
              <a:gs pos="100000">
                <a:schemeClr val="accent1">
                  <a:alpha val="67999"/>
                </a:schemeClr>
              </a:gs>
            </a:gsLst>
            <a:lin ang="0" scaled="1"/>
          </a:gradFill>
          <a:ln w="9525">
            <a:solidFill>
              <a:srgbClr val="FFFF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>
              <a:buFont typeface="Monotype Sorts" pitchFamily="2" charset="2"/>
              <a:buNone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11267" name="Object 2">
            <a:extLst>
              <a:ext uri="{FF2B5EF4-FFF2-40B4-BE49-F238E27FC236}">
                <a16:creationId xmlns:a16="http://schemas.microsoft.com/office/drawing/2014/main" id="{2A9C9416-D89E-8669-D567-49F690AC51B8}"/>
              </a:ext>
            </a:extLst>
          </p:cNvPr>
          <p:cNvGraphicFramePr>
            <a:graphicFrameLocks/>
          </p:cNvGraphicFramePr>
          <p:nvPr/>
        </p:nvGraphicFramePr>
        <p:xfrm>
          <a:off x="2540000" y="4149725"/>
          <a:ext cx="1085850" cy="354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06360" imgH="393480" progId="Equation.3">
                  <p:embed/>
                </p:oleObj>
              </mc:Choice>
              <mc:Fallback>
                <p:oleObj name="Equation" r:id="rId2" imgW="1206360" imgH="393480" progId="Equation.3">
                  <p:embed/>
                  <p:pic>
                    <p:nvPicPr>
                      <p:cNvPr id="11267" name="Object 2">
                        <a:extLst>
                          <a:ext uri="{FF2B5EF4-FFF2-40B4-BE49-F238E27FC236}">
                            <a16:creationId xmlns:a16="http://schemas.microsoft.com/office/drawing/2014/main" id="{2A9C9416-D89E-8669-D567-49F690AC51B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0000" y="4149725"/>
                        <a:ext cx="1085850" cy="354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0" name="Rectangle 6">
            <a:extLst>
              <a:ext uri="{FF2B5EF4-FFF2-40B4-BE49-F238E27FC236}">
                <a16:creationId xmlns:a16="http://schemas.microsoft.com/office/drawing/2014/main" id="{5C7AAA4F-8ED1-76A1-0E73-55877CD84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1150" y="371475"/>
            <a:ext cx="5905500" cy="627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buFont typeface="Monotype Sorts" pitchFamily="2" charset="2"/>
              <a:buNone/>
              <a:defRPr/>
            </a:pPr>
            <a:r>
              <a:rPr kumimoji="1" lang="en-US" altLang="zh-CN" sz="3200">
                <a:solidFill>
                  <a:srgbClr val="66FF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§5.3  </a:t>
            </a:r>
            <a:r>
              <a:rPr lang="zh-CN" altLang="en-US" sz="3200">
                <a:solidFill>
                  <a:srgbClr val="66FF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黑体" pitchFamily="49" charset="-122"/>
              </a:rPr>
              <a:t>刚体绕定轴转动</a:t>
            </a:r>
          </a:p>
        </p:txBody>
      </p:sp>
      <p:grpSp>
        <p:nvGrpSpPr>
          <p:cNvPr id="2" name="Group 7">
            <a:extLst>
              <a:ext uri="{FF2B5EF4-FFF2-40B4-BE49-F238E27FC236}">
                <a16:creationId xmlns:a16="http://schemas.microsoft.com/office/drawing/2014/main" id="{675B02F0-11A7-184E-16B1-42217A9D5F06}"/>
              </a:ext>
            </a:extLst>
          </p:cNvPr>
          <p:cNvGrpSpPr>
            <a:grpSpLocks/>
          </p:cNvGrpSpPr>
          <p:nvPr/>
        </p:nvGrpSpPr>
        <p:grpSpPr bwMode="auto">
          <a:xfrm>
            <a:off x="6697663" y="1903413"/>
            <a:ext cx="1690687" cy="4106862"/>
            <a:chOff x="3648" y="240"/>
            <a:chExt cx="1310" cy="3768"/>
          </a:xfrm>
        </p:grpSpPr>
        <p:sp>
          <p:nvSpPr>
            <p:cNvPr id="11272" name="Rectangle 8">
              <a:extLst>
                <a:ext uri="{FF2B5EF4-FFF2-40B4-BE49-F238E27FC236}">
                  <a16:creationId xmlns:a16="http://schemas.microsoft.com/office/drawing/2014/main" id="{49A0F5AD-FC8F-3514-835C-8E6B84AAA2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7" y="3656"/>
              <a:ext cx="17" cy="25"/>
            </a:xfrm>
            <a:prstGeom prst="rect">
              <a:avLst/>
            </a:prstGeom>
            <a:solidFill>
              <a:srgbClr val="FFE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273" name="Freeform 9">
              <a:extLst>
                <a:ext uri="{FF2B5EF4-FFF2-40B4-BE49-F238E27FC236}">
                  <a16:creationId xmlns:a16="http://schemas.microsoft.com/office/drawing/2014/main" id="{0DF1522A-3056-FC8A-BFF6-44B1AD24D4F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04" y="3644"/>
              <a:ext cx="60" cy="36"/>
            </a:xfrm>
            <a:custGeom>
              <a:avLst/>
              <a:gdLst/>
              <a:ahLst/>
              <a:cxnLst>
                <a:cxn ang="0">
                  <a:pos x="60" y="12"/>
                </a:cxn>
                <a:cxn ang="0">
                  <a:pos x="54" y="12"/>
                </a:cxn>
                <a:cxn ang="0">
                  <a:pos x="42" y="6"/>
                </a:cxn>
                <a:cxn ang="0">
                  <a:pos x="36" y="30"/>
                </a:cxn>
                <a:cxn ang="0">
                  <a:pos x="48" y="36"/>
                </a:cxn>
                <a:cxn ang="0">
                  <a:pos x="60" y="36"/>
                </a:cxn>
                <a:cxn ang="0">
                  <a:pos x="60" y="12"/>
                </a:cxn>
                <a:cxn ang="0">
                  <a:pos x="30" y="6"/>
                </a:cxn>
                <a:cxn ang="0">
                  <a:pos x="18" y="6"/>
                </a:cxn>
                <a:cxn ang="0">
                  <a:pos x="6" y="0"/>
                </a:cxn>
                <a:cxn ang="0">
                  <a:pos x="0" y="24"/>
                </a:cxn>
                <a:cxn ang="0">
                  <a:pos x="12" y="24"/>
                </a:cxn>
                <a:cxn ang="0">
                  <a:pos x="24" y="30"/>
                </a:cxn>
                <a:cxn ang="0">
                  <a:pos x="30" y="6"/>
                </a:cxn>
              </a:cxnLst>
              <a:rect l="0" t="0" r="r" b="b"/>
              <a:pathLst>
                <a:path w="60" h="36">
                  <a:moveTo>
                    <a:pt x="60" y="12"/>
                  </a:moveTo>
                  <a:lnTo>
                    <a:pt x="54" y="12"/>
                  </a:lnTo>
                  <a:lnTo>
                    <a:pt x="42" y="6"/>
                  </a:lnTo>
                  <a:lnTo>
                    <a:pt x="36" y="30"/>
                  </a:lnTo>
                  <a:lnTo>
                    <a:pt x="48" y="36"/>
                  </a:lnTo>
                  <a:lnTo>
                    <a:pt x="60" y="36"/>
                  </a:lnTo>
                  <a:lnTo>
                    <a:pt x="60" y="12"/>
                  </a:lnTo>
                  <a:close/>
                  <a:moveTo>
                    <a:pt x="30" y="6"/>
                  </a:moveTo>
                  <a:lnTo>
                    <a:pt x="18" y="6"/>
                  </a:lnTo>
                  <a:lnTo>
                    <a:pt x="6" y="0"/>
                  </a:lnTo>
                  <a:lnTo>
                    <a:pt x="0" y="24"/>
                  </a:lnTo>
                  <a:lnTo>
                    <a:pt x="12" y="24"/>
                  </a:lnTo>
                  <a:lnTo>
                    <a:pt x="24" y="30"/>
                  </a:lnTo>
                  <a:lnTo>
                    <a:pt x="30" y="6"/>
                  </a:lnTo>
                  <a:close/>
                </a:path>
              </a:pathLst>
            </a:custGeom>
            <a:solidFill>
              <a:srgbClr val="FFE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274" name="Freeform 10">
              <a:extLst>
                <a:ext uri="{FF2B5EF4-FFF2-40B4-BE49-F238E27FC236}">
                  <a16:creationId xmlns:a16="http://schemas.microsoft.com/office/drawing/2014/main" id="{37D8D931-CF1B-BC71-2776-B219D51695D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38" y="3613"/>
              <a:ext cx="66" cy="48"/>
            </a:xfrm>
            <a:custGeom>
              <a:avLst/>
              <a:gdLst/>
              <a:ahLst/>
              <a:cxnLst>
                <a:cxn ang="0">
                  <a:pos x="66" y="24"/>
                </a:cxn>
                <a:cxn ang="0">
                  <a:pos x="54" y="24"/>
                </a:cxn>
                <a:cxn ang="0">
                  <a:pos x="42" y="18"/>
                </a:cxn>
                <a:cxn ang="0">
                  <a:pos x="36" y="36"/>
                </a:cxn>
                <a:cxn ang="0">
                  <a:pos x="48" y="42"/>
                </a:cxn>
                <a:cxn ang="0">
                  <a:pos x="54" y="48"/>
                </a:cxn>
                <a:cxn ang="0">
                  <a:pos x="66" y="24"/>
                </a:cxn>
                <a:cxn ang="0">
                  <a:pos x="36" y="12"/>
                </a:cxn>
                <a:cxn ang="0">
                  <a:pos x="30" y="6"/>
                </a:cxn>
                <a:cxn ang="0">
                  <a:pos x="18" y="0"/>
                </a:cxn>
                <a:cxn ang="0">
                  <a:pos x="0" y="18"/>
                </a:cxn>
                <a:cxn ang="0">
                  <a:pos x="12" y="24"/>
                </a:cxn>
                <a:cxn ang="0">
                  <a:pos x="24" y="30"/>
                </a:cxn>
                <a:cxn ang="0">
                  <a:pos x="36" y="12"/>
                </a:cxn>
              </a:cxnLst>
              <a:rect l="0" t="0" r="r" b="b"/>
              <a:pathLst>
                <a:path w="66" h="48">
                  <a:moveTo>
                    <a:pt x="66" y="24"/>
                  </a:moveTo>
                  <a:lnTo>
                    <a:pt x="54" y="24"/>
                  </a:lnTo>
                  <a:lnTo>
                    <a:pt x="42" y="18"/>
                  </a:lnTo>
                  <a:lnTo>
                    <a:pt x="36" y="36"/>
                  </a:lnTo>
                  <a:lnTo>
                    <a:pt x="48" y="42"/>
                  </a:lnTo>
                  <a:lnTo>
                    <a:pt x="54" y="48"/>
                  </a:lnTo>
                  <a:lnTo>
                    <a:pt x="66" y="24"/>
                  </a:lnTo>
                  <a:close/>
                  <a:moveTo>
                    <a:pt x="36" y="12"/>
                  </a:moveTo>
                  <a:lnTo>
                    <a:pt x="30" y="6"/>
                  </a:lnTo>
                  <a:lnTo>
                    <a:pt x="18" y="0"/>
                  </a:lnTo>
                  <a:lnTo>
                    <a:pt x="0" y="18"/>
                  </a:lnTo>
                  <a:lnTo>
                    <a:pt x="12" y="24"/>
                  </a:lnTo>
                  <a:lnTo>
                    <a:pt x="24" y="30"/>
                  </a:lnTo>
                  <a:lnTo>
                    <a:pt x="36" y="12"/>
                  </a:lnTo>
                  <a:close/>
                </a:path>
              </a:pathLst>
            </a:custGeom>
            <a:solidFill>
              <a:srgbClr val="FFE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275" name="Freeform 11">
              <a:extLst>
                <a:ext uri="{FF2B5EF4-FFF2-40B4-BE49-F238E27FC236}">
                  <a16:creationId xmlns:a16="http://schemas.microsoft.com/office/drawing/2014/main" id="{89E54230-AFB3-173E-9568-543537256EB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85" y="3573"/>
              <a:ext cx="59" cy="54"/>
            </a:xfrm>
            <a:custGeom>
              <a:avLst/>
              <a:gdLst/>
              <a:ahLst/>
              <a:cxnLst>
                <a:cxn ang="0">
                  <a:pos x="59" y="36"/>
                </a:cxn>
                <a:cxn ang="0">
                  <a:pos x="53" y="30"/>
                </a:cxn>
                <a:cxn ang="0">
                  <a:pos x="41" y="24"/>
                </a:cxn>
                <a:cxn ang="0">
                  <a:pos x="30" y="42"/>
                </a:cxn>
                <a:cxn ang="0">
                  <a:pos x="41" y="48"/>
                </a:cxn>
                <a:cxn ang="0">
                  <a:pos x="47" y="54"/>
                </a:cxn>
                <a:cxn ang="0">
                  <a:pos x="59" y="36"/>
                </a:cxn>
                <a:cxn ang="0">
                  <a:pos x="36" y="12"/>
                </a:cxn>
                <a:cxn ang="0">
                  <a:pos x="18" y="0"/>
                </a:cxn>
                <a:cxn ang="0">
                  <a:pos x="0" y="18"/>
                </a:cxn>
                <a:cxn ang="0">
                  <a:pos x="18" y="30"/>
                </a:cxn>
                <a:cxn ang="0">
                  <a:pos x="36" y="12"/>
                </a:cxn>
              </a:cxnLst>
              <a:rect l="0" t="0" r="r" b="b"/>
              <a:pathLst>
                <a:path w="59" h="54">
                  <a:moveTo>
                    <a:pt x="59" y="36"/>
                  </a:moveTo>
                  <a:lnTo>
                    <a:pt x="53" y="30"/>
                  </a:lnTo>
                  <a:lnTo>
                    <a:pt x="41" y="24"/>
                  </a:lnTo>
                  <a:lnTo>
                    <a:pt x="30" y="42"/>
                  </a:lnTo>
                  <a:lnTo>
                    <a:pt x="41" y="48"/>
                  </a:lnTo>
                  <a:lnTo>
                    <a:pt x="47" y="54"/>
                  </a:lnTo>
                  <a:lnTo>
                    <a:pt x="59" y="36"/>
                  </a:lnTo>
                  <a:close/>
                  <a:moveTo>
                    <a:pt x="36" y="12"/>
                  </a:moveTo>
                  <a:lnTo>
                    <a:pt x="18" y="0"/>
                  </a:lnTo>
                  <a:lnTo>
                    <a:pt x="0" y="18"/>
                  </a:lnTo>
                  <a:lnTo>
                    <a:pt x="18" y="30"/>
                  </a:lnTo>
                  <a:lnTo>
                    <a:pt x="36" y="12"/>
                  </a:lnTo>
                  <a:close/>
                </a:path>
              </a:pathLst>
            </a:custGeom>
            <a:solidFill>
              <a:srgbClr val="FFE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276" name="Freeform 12">
              <a:extLst>
                <a:ext uri="{FF2B5EF4-FFF2-40B4-BE49-F238E27FC236}">
                  <a16:creationId xmlns:a16="http://schemas.microsoft.com/office/drawing/2014/main" id="{0A20DF7A-F7FC-4838-9F3F-1DE4EFA101C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43" y="3524"/>
              <a:ext cx="54" cy="54"/>
            </a:xfrm>
            <a:custGeom>
              <a:avLst/>
              <a:gdLst/>
              <a:ahLst/>
              <a:cxnLst>
                <a:cxn ang="0">
                  <a:pos x="54" y="42"/>
                </a:cxn>
                <a:cxn ang="0">
                  <a:pos x="36" y="24"/>
                </a:cxn>
                <a:cxn ang="0">
                  <a:pos x="18" y="42"/>
                </a:cxn>
                <a:cxn ang="0">
                  <a:pos x="36" y="54"/>
                </a:cxn>
                <a:cxn ang="0">
                  <a:pos x="54" y="42"/>
                </a:cxn>
                <a:cxn ang="0">
                  <a:pos x="30" y="18"/>
                </a:cxn>
                <a:cxn ang="0">
                  <a:pos x="18" y="0"/>
                </a:cxn>
                <a:cxn ang="0">
                  <a:pos x="0" y="12"/>
                </a:cxn>
                <a:cxn ang="0">
                  <a:pos x="12" y="30"/>
                </a:cxn>
                <a:cxn ang="0">
                  <a:pos x="30" y="18"/>
                </a:cxn>
              </a:cxnLst>
              <a:rect l="0" t="0" r="r" b="b"/>
              <a:pathLst>
                <a:path w="54" h="54">
                  <a:moveTo>
                    <a:pt x="54" y="42"/>
                  </a:moveTo>
                  <a:lnTo>
                    <a:pt x="36" y="24"/>
                  </a:lnTo>
                  <a:lnTo>
                    <a:pt x="18" y="42"/>
                  </a:lnTo>
                  <a:lnTo>
                    <a:pt x="36" y="54"/>
                  </a:lnTo>
                  <a:lnTo>
                    <a:pt x="54" y="42"/>
                  </a:lnTo>
                  <a:close/>
                  <a:moveTo>
                    <a:pt x="30" y="18"/>
                  </a:moveTo>
                  <a:lnTo>
                    <a:pt x="18" y="0"/>
                  </a:lnTo>
                  <a:lnTo>
                    <a:pt x="0" y="12"/>
                  </a:lnTo>
                  <a:lnTo>
                    <a:pt x="12" y="30"/>
                  </a:lnTo>
                  <a:lnTo>
                    <a:pt x="30" y="18"/>
                  </a:lnTo>
                  <a:close/>
                </a:path>
              </a:pathLst>
            </a:custGeom>
            <a:solidFill>
              <a:srgbClr val="FFE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277" name="Freeform 13">
              <a:extLst>
                <a:ext uri="{FF2B5EF4-FFF2-40B4-BE49-F238E27FC236}">
                  <a16:creationId xmlns:a16="http://schemas.microsoft.com/office/drawing/2014/main" id="{6E599774-0D96-AC27-A3B6-D61D41101EA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01" y="3471"/>
              <a:ext cx="48" cy="61"/>
            </a:xfrm>
            <a:custGeom>
              <a:avLst/>
              <a:gdLst/>
              <a:ahLst/>
              <a:cxnLst>
                <a:cxn ang="0">
                  <a:pos x="48" y="41"/>
                </a:cxn>
                <a:cxn ang="0">
                  <a:pos x="42" y="35"/>
                </a:cxn>
                <a:cxn ang="0">
                  <a:pos x="36" y="23"/>
                </a:cxn>
                <a:cxn ang="0">
                  <a:pos x="18" y="41"/>
                </a:cxn>
                <a:cxn ang="0">
                  <a:pos x="24" y="53"/>
                </a:cxn>
                <a:cxn ang="0">
                  <a:pos x="30" y="59"/>
                </a:cxn>
                <a:cxn ang="0">
                  <a:pos x="48" y="41"/>
                </a:cxn>
                <a:cxn ang="0">
                  <a:pos x="30" y="18"/>
                </a:cxn>
                <a:cxn ang="0">
                  <a:pos x="24" y="12"/>
                </a:cxn>
                <a:cxn ang="0">
                  <a:pos x="18" y="0"/>
                </a:cxn>
                <a:cxn ang="0">
                  <a:pos x="0" y="12"/>
                </a:cxn>
                <a:cxn ang="0">
                  <a:pos x="6" y="23"/>
                </a:cxn>
                <a:cxn ang="0">
                  <a:pos x="12" y="29"/>
                </a:cxn>
                <a:cxn ang="0">
                  <a:pos x="30" y="18"/>
                </a:cxn>
              </a:cxnLst>
              <a:rect l="0" t="0" r="r" b="b"/>
              <a:pathLst>
                <a:path w="48" h="59">
                  <a:moveTo>
                    <a:pt x="48" y="41"/>
                  </a:moveTo>
                  <a:lnTo>
                    <a:pt x="42" y="35"/>
                  </a:lnTo>
                  <a:lnTo>
                    <a:pt x="36" y="23"/>
                  </a:lnTo>
                  <a:lnTo>
                    <a:pt x="18" y="41"/>
                  </a:lnTo>
                  <a:lnTo>
                    <a:pt x="24" y="53"/>
                  </a:lnTo>
                  <a:lnTo>
                    <a:pt x="30" y="59"/>
                  </a:lnTo>
                  <a:lnTo>
                    <a:pt x="48" y="41"/>
                  </a:lnTo>
                  <a:close/>
                  <a:moveTo>
                    <a:pt x="30" y="18"/>
                  </a:moveTo>
                  <a:lnTo>
                    <a:pt x="24" y="12"/>
                  </a:lnTo>
                  <a:lnTo>
                    <a:pt x="18" y="0"/>
                  </a:lnTo>
                  <a:lnTo>
                    <a:pt x="0" y="12"/>
                  </a:lnTo>
                  <a:lnTo>
                    <a:pt x="6" y="23"/>
                  </a:lnTo>
                  <a:lnTo>
                    <a:pt x="12" y="29"/>
                  </a:lnTo>
                  <a:lnTo>
                    <a:pt x="30" y="18"/>
                  </a:lnTo>
                  <a:close/>
                </a:path>
              </a:pathLst>
            </a:custGeom>
            <a:solidFill>
              <a:srgbClr val="FFE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278" name="Freeform 14">
              <a:extLst>
                <a:ext uri="{FF2B5EF4-FFF2-40B4-BE49-F238E27FC236}">
                  <a16:creationId xmlns:a16="http://schemas.microsoft.com/office/drawing/2014/main" id="{7F1773E7-EBE8-920D-87EF-B8D17F4D59A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59" y="3411"/>
              <a:ext cx="54" cy="60"/>
            </a:xfrm>
            <a:custGeom>
              <a:avLst/>
              <a:gdLst/>
              <a:ahLst/>
              <a:cxnLst>
                <a:cxn ang="0">
                  <a:pos x="54" y="48"/>
                </a:cxn>
                <a:cxn ang="0">
                  <a:pos x="48" y="42"/>
                </a:cxn>
                <a:cxn ang="0">
                  <a:pos x="42" y="30"/>
                </a:cxn>
                <a:cxn ang="0">
                  <a:pos x="18" y="42"/>
                </a:cxn>
                <a:cxn ang="0">
                  <a:pos x="36" y="60"/>
                </a:cxn>
                <a:cxn ang="0">
                  <a:pos x="54" y="48"/>
                </a:cxn>
                <a:cxn ang="0">
                  <a:pos x="36" y="18"/>
                </a:cxn>
                <a:cxn ang="0">
                  <a:pos x="30" y="12"/>
                </a:cxn>
                <a:cxn ang="0">
                  <a:pos x="24" y="0"/>
                </a:cxn>
                <a:cxn ang="0">
                  <a:pos x="0" y="12"/>
                </a:cxn>
                <a:cxn ang="0">
                  <a:pos x="6" y="24"/>
                </a:cxn>
                <a:cxn ang="0">
                  <a:pos x="12" y="36"/>
                </a:cxn>
                <a:cxn ang="0">
                  <a:pos x="36" y="18"/>
                </a:cxn>
              </a:cxnLst>
              <a:rect l="0" t="0" r="r" b="b"/>
              <a:pathLst>
                <a:path w="54" h="60">
                  <a:moveTo>
                    <a:pt x="54" y="48"/>
                  </a:moveTo>
                  <a:lnTo>
                    <a:pt x="48" y="42"/>
                  </a:lnTo>
                  <a:lnTo>
                    <a:pt x="42" y="30"/>
                  </a:lnTo>
                  <a:lnTo>
                    <a:pt x="18" y="42"/>
                  </a:lnTo>
                  <a:lnTo>
                    <a:pt x="36" y="60"/>
                  </a:lnTo>
                  <a:lnTo>
                    <a:pt x="54" y="48"/>
                  </a:lnTo>
                  <a:close/>
                  <a:moveTo>
                    <a:pt x="36" y="18"/>
                  </a:moveTo>
                  <a:lnTo>
                    <a:pt x="30" y="12"/>
                  </a:lnTo>
                  <a:lnTo>
                    <a:pt x="24" y="0"/>
                  </a:lnTo>
                  <a:lnTo>
                    <a:pt x="0" y="12"/>
                  </a:lnTo>
                  <a:lnTo>
                    <a:pt x="6" y="24"/>
                  </a:lnTo>
                  <a:lnTo>
                    <a:pt x="12" y="36"/>
                  </a:lnTo>
                  <a:lnTo>
                    <a:pt x="36" y="18"/>
                  </a:lnTo>
                  <a:close/>
                </a:path>
              </a:pathLst>
            </a:custGeom>
            <a:solidFill>
              <a:srgbClr val="FFE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279" name="Freeform 15">
              <a:extLst>
                <a:ext uri="{FF2B5EF4-FFF2-40B4-BE49-F238E27FC236}">
                  <a16:creationId xmlns:a16="http://schemas.microsoft.com/office/drawing/2014/main" id="{999D7262-0A92-76CC-33AB-A7E762C23C3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28" y="3357"/>
              <a:ext cx="48" cy="60"/>
            </a:xfrm>
            <a:custGeom>
              <a:avLst/>
              <a:gdLst/>
              <a:ahLst/>
              <a:cxnLst>
                <a:cxn ang="0">
                  <a:pos x="48" y="48"/>
                </a:cxn>
                <a:cxn ang="0">
                  <a:pos x="42" y="36"/>
                </a:cxn>
                <a:cxn ang="0">
                  <a:pos x="36" y="24"/>
                </a:cxn>
                <a:cxn ang="0">
                  <a:pos x="18" y="36"/>
                </a:cxn>
                <a:cxn ang="0">
                  <a:pos x="24" y="48"/>
                </a:cxn>
                <a:cxn ang="0">
                  <a:pos x="24" y="60"/>
                </a:cxn>
                <a:cxn ang="0">
                  <a:pos x="48" y="48"/>
                </a:cxn>
                <a:cxn ang="0">
                  <a:pos x="30" y="18"/>
                </a:cxn>
                <a:cxn ang="0">
                  <a:pos x="24" y="12"/>
                </a:cxn>
                <a:cxn ang="0">
                  <a:pos x="18" y="0"/>
                </a:cxn>
                <a:cxn ang="0">
                  <a:pos x="0" y="6"/>
                </a:cxn>
                <a:cxn ang="0">
                  <a:pos x="6" y="18"/>
                </a:cxn>
                <a:cxn ang="0">
                  <a:pos x="12" y="30"/>
                </a:cxn>
                <a:cxn ang="0">
                  <a:pos x="30" y="18"/>
                </a:cxn>
              </a:cxnLst>
              <a:rect l="0" t="0" r="r" b="b"/>
              <a:pathLst>
                <a:path w="48" h="60">
                  <a:moveTo>
                    <a:pt x="48" y="48"/>
                  </a:moveTo>
                  <a:lnTo>
                    <a:pt x="42" y="36"/>
                  </a:lnTo>
                  <a:lnTo>
                    <a:pt x="36" y="24"/>
                  </a:lnTo>
                  <a:lnTo>
                    <a:pt x="18" y="36"/>
                  </a:lnTo>
                  <a:lnTo>
                    <a:pt x="24" y="48"/>
                  </a:lnTo>
                  <a:lnTo>
                    <a:pt x="24" y="60"/>
                  </a:lnTo>
                  <a:lnTo>
                    <a:pt x="48" y="48"/>
                  </a:lnTo>
                  <a:close/>
                  <a:moveTo>
                    <a:pt x="30" y="18"/>
                  </a:moveTo>
                  <a:lnTo>
                    <a:pt x="24" y="12"/>
                  </a:lnTo>
                  <a:lnTo>
                    <a:pt x="18" y="0"/>
                  </a:lnTo>
                  <a:lnTo>
                    <a:pt x="0" y="6"/>
                  </a:lnTo>
                  <a:lnTo>
                    <a:pt x="6" y="18"/>
                  </a:lnTo>
                  <a:lnTo>
                    <a:pt x="12" y="30"/>
                  </a:lnTo>
                  <a:lnTo>
                    <a:pt x="30" y="18"/>
                  </a:lnTo>
                  <a:close/>
                </a:path>
              </a:pathLst>
            </a:custGeom>
            <a:solidFill>
              <a:srgbClr val="FFE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280" name="Freeform 16">
              <a:extLst>
                <a:ext uri="{FF2B5EF4-FFF2-40B4-BE49-F238E27FC236}">
                  <a16:creationId xmlns:a16="http://schemas.microsoft.com/office/drawing/2014/main" id="{0D4581CB-ACCF-BF54-2463-E6CC73DCEA8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99" y="3297"/>
              <a:ext cx="42" cy="60"/>
            </a:xfrm>
            <a:custGeom>
              <a:avLst/>
              <a:gdLst/>
              <a:ahLst/>
              <a:cxnLst>
                <a:cxn ang="0">
                  <a:pos x="42" y="48"/>
                </a:cxn>
                <a:cxn ang="0">
                  <a:pos x="42" y="42"/>
                </a:cxn>
                <a:cxn ang="0">
                  <a:pos x="36" y="30"/>
                </a:cxn>
                <a:cxn ang="0">
                  <a:pos x="12" y="36"/>
                </a:cxn>
                <a:cxn ang="0">
                  <a:pos x="18" y="48"/>
                </a:cxn>
                <a:cxn ang="0">
                  <a:pos x="24" y="60"/>
                </a:cxn>
                <a:cxn ang="0">
                  <a:pos x="42" y="48"/>
                </a:cxn>
                <a:cxn ang="0">
                  <a:pos x="30" y="18"/>
                </a:cxn>
                <a:cxn ang="0">
                  <a:pos x="24" y="12"/>
                </a:cxn>
                <a:cxn ang="0">
                  <a:pos x="18" y="0"/>
                </a:cxn>
                <a:cxn ang="0">
                  <a:pos x="0" y="6"/>
                </a:cxn>
                <a:cxn ang="0">
                  <a:pos x="6" y="18"/>
                </a:cxn>
                <a:cxn ang="0">
                  <a:pos x="6" y="30"/>
                </a:cxn>
                <a:cxn ang="0">
                  <a:pos x="30" y="18"/>
                </a:cxn>
              </a:cxnLst>
              <a:rect l="0" t="0" r="r" b="b"/>
              <a:pathLst>
                <a:path w="42" h="60">
                  <a:moveTo>
                    <a:pt x="42" y="48"/>
                  </a:moveTo>
                  <a:lnTo>
                    <a:pt x="42" y="42"/>
                  </a:lnTo>
                  <a:lnTo>
                    <a:pt x="36" y="30"/>
                  </a:lnTo>
                  <a:lnTo>
                    <a:pt x="12" y="36"/>
                  </a:lnTo>
                  <a:lnTo>
                    <a:pt x="18" y="48"/>
                  </a:lnTo>
                  <a:lnTo>
                    <a:pt x="24" y="60"/>
                  </a:lnTo>
                  <a:lnTo>
                    <a:pt x="42" y="48"/>
                  </a:lnTo>
                  <a:close/>
                  <a:moveTo>
                    <a:pt x="30" y="18"/>
                  </a:moveTo>
                  <a:lnTo>
                    <a:pt x="24" y="12"/>
                  </a:lnTo>
                  <a:lnTo>
                    <a:pt x="18" y="0"/>
                  </a:lnTo>
                  <a:lnTo>
                    <a:pt x="0" y="6"/>
                  </a:lnTo>
                  <a:lnTo>
                    <a:pt x="6" y="18"/>
                  </a:lnTo>
                  <a:lnTo>
                    <a:pt x="6" y="30"/>
                  </a:lnTo>
                  <a:lnTo>
                    <a:pt x="30" y="18"/>
                  </a:lnTo>
                  <a:close/>
                </a:path>
              </a:pathLst>
            </a:custGeom>
            <a:solidFill>
              <a:srgbClr val="FFE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281" name="Freeform 17">
              <a:extLst>
                <a:ext uri="{FF2B5EF4-FFF2-40B4-BE49-F238E27FC236}">
                  <a16:creationId xmlns:a16="http://schemas.microsoft.com/office/drawing/2014/main" id="{C1254C4E-4556-D85B-86D0-145911C846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63" y="3232"/>
              <a:ext cx="48" cy="67"/>
            </a:xfrm>
            <a:custGeom>
              <a:avLst/>
              <a:gdLst/>
              <a:ahLst/>
              <a:cxnLst>
                <a:cxn ang="0">
                  <a:pos x="48" y="53"/>
                </a:cxn>
                <a:cxn ang="0">
                  <a:pos x="48" y="42"/>
                </a:cxn>
                <a:cxn ang="0">
                  <a:pos x="42" y="30"/>
                </a:cxn>
                <a:cxn ang="0">
                  <a:pos x="18" y="42"/>
                </a:cxn>
                <a:cxn ang="0">
                  <a:pos x="24" y="53"/>
                </a:cxn>
                <a:cxn ang="0">
                  <a:pos x="30" y="65"/>
                </a:cxn>
                <a:cxn ang="0">
                  <a:pos x="48" y="53"/>
                </a:cxn>
                <a:cxn ang="0">
                  <a:pos x="36" y="24"/>
                </a:cxn>
                <a:cxn ang="0">
                  <a:pos x="30" y="12"/>
                </a:cxn>
                <a:cxn ang="0">
                  <a:pos x="24" y="0"/>
                </a:cxn>
                <a:cxn ang="0">
                  <a:pos x="0" y="12"/>
                </a:cxn>
                <a:cxn ang="0">
                  <a:pos x="6" y="24"/>
                </a:cxn>
                <a:cxn ang="0">
                  <a:pos x="12" y="36"/>
                </a:cxn>
                <a:cxn ang="0">
                  <a:pos x="36" y="24"/>
                </a:cxn>
              </a:cxnLst>
              <a:rect l="0" t="0" r="r" b="b"/>
              <a:pathLst>
                <a:path w="48" h="65">
                  <a:moveTo>
                    <a:pt x="48" y="53"/>
                  </a:moveTo>
                  <a:lnTo>
                    <a:pt x="48" y="42"/>
                  </a:lnTo>
                  <a:lnTo>
                    <a:pt x="42" y="30"/>
                  </a:lnTo>
                  <a:lnTo>
                    <a:pt x="18" y="42"/>
                  </a:lnTo>
                  <a:lnTo>
                    <a:pt x="24" y="53"/>
                  </a:lnTo>
                  <a:lnTo>
                    <a:pt x="30" y="65"/>
                  </a:lnTo>
                  <a:lnTo>
                    <a:pt x="48" y="53"/>
                  </a:lnTo>
                  <a:close/>
                  <a:moveTo>
                    <a:pt x="36" y="24"/>
                  </a:moveTo>
                  <a:lnTo>
                    <a:pt x="30" y="12"/>
                  </a:lnTo>
                  <a:lnTo>
                    <a:pt x="24" y="0"/>
                  </a:lnTo>
                  <a:lnTo>
                    <a:pt x="0" y="12"/>
                  </a:lnTo>
                  <a:lnTo>
                    <a:pt x="6" y="24"/>
                  </a:lnTo>
                  <a:lnTo>
                    <a:pt x="12" y="36"/>
                  </a:lnTo>
                  <a:lnTo>
                    <a:pt x="36" y="24"/>
                  </a:lnTo>
                  <a:close/>
                </a:path>
              </a:pathLst>
            </a:custGeom>
            <a:solidFill>
              <a:srgbClr val="FFE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282" name="Freeform 18">
              <a:extLst>
                <a:ext uri="{FF2B5EF4-FFF2-40B4-BE49-F238E27FC236}">
                  <a16:creationId xmlns:a16="http://schemas.microsoft.com/office/drawing/2014/main" id="{CF4C507D-8E11-FF64-789A-760C68CE743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33" y="3172"/>
              <a:ext cx="48" cy="60"/>
            </a:xfrm>
            <a:custGeom>
              <a:avLst/>
              <a:gdLst/>
              <a:ahLst/>
              <a:cxnLst>
                <a:cxn ang="0">
                  <a:pos x="48" y="54"/>
                </a:cxn>
                <a:cxn ang="0">
                  <a:pos x="48" y="42"/>
                </a:cxn>
                <a:cxn ang="0">
                  <a:pos x="42" y="30"/>
                </a:cxn>
                <a:cxn ang="0">
                  <a:pos x="18" y="42"/>
                </a:cxn>
                <a:cxn ang="0">
                  <a:pos x="24" y="54"/>
                </a:cxn>
                <a:cxn ang="0">
                  <a:pos x="30" y="60"/>
                </a:cxn>
                <a:cxn ang="0">
                  <a:pos x="48" y="54"/>
                </a:cxn>
                <a:cxn ang="0">
                  <a:pos x="36" y="24"/>
                </a:cxn>
                <a:cxn ang="0">
                  <a:pos x="30" y="12"/>
                </a:cxn>
                <a:cxn ang="0">
                  <a:pos x="24" y="0"/>
                </a:cxn>
                <a:cxn ang="0">
                  <a:pos x="0" y="12"/>
                </a:cxn>
                <a:cxn ang="0">
                  <a:pos x="6" y="24"/>
                </a:cxn>
                <a:cxn ang="0">
                  <a:pos x="12" y="30"/>
                </a:cxn>
                <a:cxn ang="0">
                  <a:pos x="36" y="24"/>
                </a:cxn>
              </a:cxnLst>
              <a:rect l="0" t="0" r="r" b="b"/>
              <a:pathLst>
                <a:path w="48" h="60">
                  <a:moveTo>
                    <a:pt x="48" y="54"/>
                  </a:moveTo>
                  <a:lnTo>
                    <a:pt x="48" y="42"/>
                  </a:lnTo>
                  <a:lnTo>
                    <a:pt x="42" y="30"/>
                  </a:lnTo>
                  <a:lnTo>
                    <a:pt x="18" y="42"/>
                  </a:lnTo>
                  <a:lnTo>
                    <a:pt x="24" y="54"/>
                  </a:lnTo>
                  <a:lnTo>
                    <a:pt x="30" y="60"/>
                  </a:lnTo>
                  <a:lnTo>
                    <a:pt x="48" y="54"/>
                  </a:lnTo>
                  <a:close/>
                  <a:moveTo>
                    <a:pt x="36" y="24"/>
                  </a:moveTo>
                  <a:lnTo>
                    <a:pt x="30" y="12"/>
                  </a:lnTo>
                  <a:lnTo>
                    <a:pt x="24" y="0"/>
                  </a:lnTo>
                  <a:lnTo>
                    <a:pt x="0" y="12"/>
                  </a:lnTo>
                  <a:lnTo>
                    <a:pt x="6" y="24"/>
                  </a:lnTo>
                  <a:lnTo>
                    <a:pt x="12" y="30"/>
                  </a:lnTo>
                  <a:lnTo>
                    <a:pt x="36" y="24"/>
                  </a:lnTo>
                  <a:close/>
                </a:path>
              </a:pathLst>
            </a:custGeom>
            <a:solidFill>
              <a:srgbClr val="FFE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283" name="Freeform 19">
              <a:extLst>
                <a:ext uri="{FF2B5EF4-FFF2-40B4-BE49-F238E27FC236}">
                  <a16:creationId xmlns:a16="http://schemas.microsoft.com/office/drawing/2014/main" id="{D9854039-4830-4BC2-292E-553D9186D9E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09" y="3112"/>
              <a:ext cx="42" cy="60"/>
            </a:xfrm>
            <a:custGeom>
              <a:avLst/>
              <a:gdLst/>
              <a:ahLst/>
              <a:cxnLst>
                <a:cxn ang="0">
                  <a:pos x="42" y="48"/>
                </a:cxn>
                <a:cxn ang="0">
                  <a:pos x="42" y="42"/>
                </a:cxn>
                <a:cxn ang="0">
                  <a:pos x="36" y="30"/>
                </a:cxn>
                <a:cxn ang="0">
                  <a:pos x="12" y="42"/>
                </a:cxn>
                <a:cxn ang="0">
                  <a:pos x="18" y="54"/>
                </a:cxn>
                <a:cxn ang="0">
                  <a:pos x="24" y="60"/>
                </a:cxn>
                <a:cxn ang="0">
                  <a:pos x="42" y="48"/>
                </a:cxn>
                <a:cxn ang="0">
                  <a:pos x="30" y="18"/>
                </a:cxn>
                <a:cxn ang="0">
                  <a:pos x="24" y="12"/>
                </a:cxn>
                <a:cxn ang="0">
                  <a:pos x="18" y="0"/>
                </a:cxn>
                <a:cxn ang="0">
                  <a:pos x="0" y="12"/>
                </a:cxn>
                <a:cxn ang="0">
                  <a:pos x="6" y="24"/>
                </a:cxn>
                <a:cxn ang="0">
                  <a:pos x="6" y="30"/>
                </a:cxn>
                <a:cxn ang="0">
                  <a:pos x="30" y="18"/>
                </a:cxn>
              </a:cxnLst>
              <a:rect l="0" t="0" r="r" b="b"/>
              <a:pathLst>
                <a:path w="42" h="60">
                  <a:moveTo>
                    <a:pt x="42" y="48"/>
                  </a:moveTo>
                  <a:lnTo>
                    <a:pt x="42" y="42"/>
                  </a:lnTo>
                  <a:lnTo>
                    <a:pt x="36" y="30"/>
                  </a:lnTo>
                  <a:lnTo>
                    <a:pt x="12" y="42"/>
                  </a:lnTo>
                  <a:lnTo>
                    <a:pt x="18" y="54"/>
                  </a:lnTo>
                  <a:lnTo>
                    <a:pt x="24" y="60"/>
                  </a:lnTo>
                  <a:lnTo>
                    <a:pt x="42" y="48"/>
                  </a:lnTo>
                  <a:close/>
                  <a:moveTo>
                    <a:pt x="30" y="18"/>
                  </a:moveTo>
                  <a:lnTo>
                    <a:pt x="24" y="12"/>
                  </a:lnTo>
                  <a:lnTo>
                    <a:pt x="18" y="0"/>
                  </a:lnTo>
                  <a:lnTo>
                    <a:pt x="0" y="12"/>
                  </a:lnTo>
                  <a:lnTo>
                    <a:pt x="6" y="24"/>
                  </a:lnTo>
                  <a:lnTo>
                    <a:pt x="6" y="30"/>
                  </a:lnTo>
                  <a:lnTo>
                    <a:pt x="30" y="18"/>
                  </a:lnTo>
                  <a:close/>
                </a:path>
              </a:pathLst>
            </a:custGeom>
            <a:solidFill>
              <a:srgbClr val="FFE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284" name="Freeform 20">
              <a:extLst>
                <a:ext uri="{FF2B5EF4-FFF2-40B4-BE49-F238E27FC236}">
                  <a16:creationId xmlns:a16="http://schemas.microsoft.com/office/drawing/2014/main" id="{92F055E8-315E-8E20-9FC0-DD2A8F30CD7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80" y="3053"/>
              <a:ext cx="42" cy="61"/>
            </a:xfrm>
            <a:custGeom>
              <a:avLst/>
              <a:gdLst/>
              <a:ahLst/>
              <a:cxnLst>
                <a:cxn ang="0">
                  <a:pos x="41" y="47"/>
                </a:cxn>
                <a:cxn ang="0">
                  <a:pos x="41" y="41"/>
                </a:cxn>
                <a:cxn ang="0">
                  <a:pos x="35" y="29"/>
                </a:cxn>
                <a:cxn ang="0">
                  <a:pos x="12" y="35"/>
                </a:cxn>
                <a:cxn ang="0">
                  <a:pos x="18" y="47"/>
                </a:cxn>
                <a:cxn ang="0">
                  <a:pos x="24" y="59"/>
                </a:cxn>
                <a:cxn ang="0">
                  <a:pos x="41" y="47"/>
                </a:cxn>
                <a:cxn ang="0">
                  <a:pos x="29" y="18"/>
                </a:cxn>
                <a:cxn ang="0">
                  <a:pos x="24" y="12"/>
                </a:cxn>
                <a:cxn ang="0">
                  <a:pos x="18" y="0"/>
                </a:cxn>
                <a:cxn ang="0">
                  <a:pos x="0" y="6"/>
                </a:cxn>
                <a:cxn ang="0">
                  <a:pos x="6" y="18"/>
                </a:cxn>
                <a:cxn ang="0">
                  <a:pos x="6" y="29"/>
                </a:cxn>
                <a:cxn ang="0">
                  <a:pos x="29" y="18"/>
                </a:cxn>
              </a:cxnLst>
              <a:rect l="0" t="0" r="r" b="b"/>
              <a:pathLst>
                <a:path w="41" h="59">
                  <a:moveTo>
                    <a:pt x="41" y="47"/>
                  </a:moveTo>
                  <a:lnTo>
                    <a:pt x="41" y="41"/>
                  </a:lnTo>
                  <a:lnTo>
                    <a:pt x="35" y="29"/>
                  </a:lnTo>
                  <a:lnTo>
                    <a:pt x="12" y="35"/>
                  </a:lnTo>
                  <a:lnTo>
                    <a:pt x="18" y="47"/>
                  </a:lnTo>
                  <a:lnTo>
                    <a:pt x="24" y="59"/>
                  </a:lnTo>
                  <a:lnTo>
                    <a:pt x="41" y="47"/>
                  </a:lnTo>
                  <a:close/>
                  <a:moveTo>
                    <a:pt x="29" y="18"/>
                  </a:moveTo>
                  <a:lnTo>
                    <a:pt x="24" y="12"/>
                  </a:lnTo>
                  <a:lnTo>
                    <a:pt x="18" y="0"/>
                  </a:lnTo>
                  <a:lnTo>
                    <a:pt x="0" y="6"/>
                  </a:lnTo>
                  <a:lnTo>
                    <a:pt x="6" y="18"/>
                  </a:lnTo>
                  <a:lnTo>
                    <a:pt x="6" y="29"/>
                  </a:lnTo>
                  <a:lnTo>
                    <a:pt x="29" y="18"/>
                  </a:lnTo>
                  <a:close/>
                </a:path>
              </a:pathLst>
            </a:custGeom>
            <a:solidFill>
              <a:srgbClr val="FFE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285" name="Freeform 21">
              <a:extLst>
                <a:ext uri="{FF2B5EF4-FFF2-40B4-BE49-F238E27FC236}">
                  <a16:creationId xmlns:a16="http://schemas.microsoft.com/office/drawing/2014/main" id="{DBD1E3E6-90DF-5CDD-832F-294F088CDE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50" y="2987"/>
              <a:ext cx="48" cy="66"/>
            </a:xfrm>
            <a:custGeom>
              <a:avLst/>
              <a:gdLst/>
              <a:ahLst/>
              <a:cxnLst>
                <a:cxn ang="0">
                  <a:pos x="48" y="54"/>
                </a:cxn>
                <a:cxn ang="0">
                  <a:pos x="42" y="48"/>
                </a:cxn>
                <a:cxn ang="0">
                  <a:pos x="36" y="36"/>
                </a:cxn>
                <a:cxn ang="0">
                  <a:pos x="12" y="42"/>
                </a:cxn>
                <a:cxn ang="0">
                  <a:pos x="18" y="54"/>
                </a:cxn>
                <a:cxn ang="0">
                  <a:pos x="24" y="66"/>
                </a:cxn>
                <a:cxn ang="0">
                  <a:pos x="48" y="54"/>
                </a:cxn>
                <a:cxn ang="0">
                  <a:pos x="30" y="24"/>
                </a:cxn>
                <a:cxn ang="0">
                  <a:pos x="30" y="12"/>
                </a:cxn>
                <a:cxn ang="0">
                  <a:pos x="24" y="0"/>
                </a:cxn>
                <a:cxn ang="0">
                  <a:pos x="0" y="12"/>
                </a:cxn>
                <a:cxn ang="0">
                  <a:pos x="6" y="24"/>
                </a:cxn>
                <a:cxn ang="0">
                  <a:pos x="12" y="30"/>
                </a:cxn>
                <a:cxn ang="0">
                  <a:pos x="30" y="24"/>
                </a:cxn>
              </a:cxnLst>
              <a:rect l="0" t="0" r="r" b="b"/>
              <a:pathLst>
                <a:path w="48" h="66">
                  <a:moveTo>
                    <a:pt x="48" y="54"/>
                  </a:moveTo>
                  <a:lnTo>
                    <a:pt x="42" y="48"/>
                  </a:lnTo>
                  <a:lnTo>
                    <a:pt x="36" y="36"/>
                  </a:lnTo>
                  <a:lnTo>
                    <a:pt x="12" y="42"/>
                  </a:lnTo>
                  <a:lnTo>
                    <a:pt x="18" y="54"/>
                  </a:lnTo>
                  <a:lnTo>
                    <a:pt x="24" y="66"/>
                  </a:lnTo>
                  <a:lnTo>
                    <a:pt x="48" y="54"/>
                  </a:lnTo>
                  <a:close/>
                  <a:moveTo>
                    <a:pt x="30" y="24"/>
                  </a:moveTo>
                  <a:lnTo>
                    <a:pt x="30" y="12"/>
                  </a:lnTo>
                  <a:lnTo>
                    <a:pt x="24" y="0"/>
                  </a:lnTo>
                  <a:lnTo>
                    <a:pt x="0" y="12"/>
                  </a:lnTo>
                  <a:lnTo>
                    <a:pt x="6" y="24"/>
                  </a:lnTo>
                  <a:lnTo>
                    <a:pt x="12" y="30"/>
                  </a:lnTo>
                  <a:lnTo>
                    <a:pt x="30" y="24"/>
                  </a:lnTo>
                  <a:close/>
                </a:path>
              </a:pathLst>
            </a:custGeom>
            <a:solidFill>
              <a:srgbClr val="FFE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286" name="Freeform 22">
              <a:extLst>
                <a:ext uri="{FF2B5EF4-FFF2-40B4-BE49-F238E27FC236}">
                  <a16:creationId xmlns:a16="http://schemas.microsoft.com/office/drawing/2014/main" id="{18514DAB-DFF7-7E1E-95F9-C1E8EE7A989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25" y="2927"/>
              <a:ext cx="43" cy="60"/>
            </a:xfrm>
            <a:custGeom>
              <a:avLst/>
              <a:gdLst/>
              <a:ahLst/>
              <a:cxnLst>
                <a:cxn ang="0">
                  <a:pos x="42" y="54"/>
                </a:cxn>
                <a:cxn ang="0">
                  <a:pos x="42" y="42"/>
                </a:cxn>
                <a:cxn ang="0">
                  <a:pos x="36" y="30"/>
                </a:cxn>
                <a:cxn ang="0">
                  <a:pos x="12" y="42"/>
                </a:cxn>
                <a:cxn ang="0">
                  <a:pos x="18" y="54"/>
                </a:cxn>
                <a:cxn ang="0">
                  <a:pos x="18" y="60"/>
                </a:cxn>
                <a:cxn ang="0">
                  <a:pos x="42" y="54"/>
                </a:cxn>
                <a:cxn ang="0">
                  <a:pos x="30" y="18"/>
                </a:cxn>
                <a:cxn ang="0">
                  <a:pos x="30" y="12"/>
                </a:cxn>
                <a:cxn ang="0">
                  <a:pos x="24" y="0"/>
                </a:cxn>
                <a:cxn ang="0">
                  <a:pos x="0" y="6"/>
                </a:cxn>
                <a:cxn ang="0">
                  <a:pos x="6" y="18"/>
                </a:cxn>
                <a:cxn ang="0">
                  <a:pos x="6" y="30"/>
                </a:cxn>
                <a:cxn ang="0">
                  <a:pos x="30" y="18"/>
                </a:cxn>
              </a:cxnLst>
              <a:rect l="0" t="0" r="r" b="b"/>
              <a:pathLst>
                <a:path w="42" h="60">
                  <a:moveTo>
                    <a:pt x="42" y="54"/>
                  </a:moveTo>
                  <a:lnTo>
                    <a:pt x="42" y="42"/>
                  </a:lnTo>
                  <a:lnTo>
                    <a:pt x="36" y="30"/>
                  </a:lnTo>
                  <a:lnTo>
                    <a:pt x="12" y="42"/>
                  </a:lnTo>
                  <a:lnTo>
                    <a:pt x="18" y="54"/>
                  </a:lnTo>
                  <a:lnTo>
                    <a:pt x="18" y="60"/>
                  </a:lnTo>
                  <a:lnTo>
                    <a:pt x="42" y="54"/>
                  </a:lnTo>
                  <a:close/>
                  <a:moveTo>
                    <a:pt x="30" y="18"/>
                  </a:moveTo>
                  <a:lnTo>
                    <a:pt x="30" y="12"/>
                  </a:lnTo>
                  <a:lnTo>
                    <a:pt x="24" y="0"/>
                  </a:lnTo>
                  <a:lnTo>
                    <a:pt x="0" y="6"/>
                  </a:lnTo>
                  <a:lnTo>
                    <a:pt x="6" y="18"/>
                  </a:lnTo>
                  <a:lnTo>
                    <a:pt x="6" y="30"/>
                  </a:lnTo>
                  <a:lnTo>
                    <a:pt x="30" y="18"/>
                  </a:lnTo>
                  <a:close/>
                </a:path>
              </a:pathLst>
            </a:custGeom>
            <a:solidFill>
              <a:srgbClr val="FFE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287" name="Freeform 23">
              <a:extLst>
                <a:ext uri="{FF2B5EF4-FFF2-40B4-BE49-F238E27FC236}">
                  <a16:creationId xmlns:a16="http://schemas.microsoft.com/office/drawing/2014/main" id="{5750D384-7B33-7889-7ADA-5C090BA3618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02" y="2862"/>
              <a:ext cx="42" cy="60"/>
            </a:xfrm>
            <a:custGeom>
              <a:avLst/>
              <a:gdLst/>
              <a:ahLst/>
              <a:cxnLst>
                <a:cxn ang="0">
                  <a:pos x="42" y="54"/>
                </a:cxn>
                <a:cxn ang="0">
                  <a:pos x="42" y="48"/>
                </a:cxn>
                <a:cxn ang="0">
                  <a:pos x="36" y="36"/>
                </a:cxn>
                <a:cxn ang="0">
                  <a:pos x="12" y="42"/>
                </a:cxn>
                <a:cxn ang="0">
                  <a:pos x="18" y="54"/>
                </a:cxn>
                <a:cxn ang="0">
                  <a:pos x="18" y="60"/>
                </a:cxn>
                <a:cxn ang="0">
                  <a:pos x="42" y="54"/>
                </a:cxn>
                <a:cxn ang="0">
                  <a:pos x="30" y="24"/>
                </a:cxn>
                <a:cxn ang="0">
                  <a:pos x="30" y="12"/>
                </a:cxn>
                <a:cxn ang="0">
                  <a:pos x="24" y="0"/>
                </a:cxn>
                <a:cxn ang="0">
                  <a:pos x="0" y="6"/>
                </a:cxn>
                <a:cxn ang="0">
                  <a:pos x="6" y="18"/>
                </a:cxn>
                <a:cxn ang="0">
                  <a:pos x="6" y="30"/>
                </a:cxn>
                <a:cxn ang="0">
                  <a:pos x="30" y="24"/>
                </a:cxn>
              </a:cxnLst>
              <a:rect l="0" t="0" r="r" b="b"/>
              <a:pathLst>
                <a:path w="42" h="60">
                  <a:moveTo>
                    <a:pt x="42" y="54"/>
                  </a:moveTo>
                  <a:lnTo>
                    <a:pt x="42" y="48"/>
                  </a:lnTo>
                  <a:lnTo>
                    <a:pt x="36" y="36"/>
                  </a:lnTo>
                  <a:lnTo>
                    <a:pt x="12" y="42"/>
                  </a:lnTo>
                  <a:lnTo>
                    <a:pt x="18" y="54"/>
                  </a:lnTo>
                  <a:lnTo>
                    <a:pt x="18" y="60"/>
                  </a:lnTo>
                  <a:lnTo>
                    <a:pt x="42" y="54"/>
                  </a:lnTo>
                  <a:close/>
                  <a:moveTo>
                    <a:pt x="30" y="24"/>
                  </a:moveTo>
                  <a:lnTo>
                    <a:pt x="30" y="12"/>
                  </a:lnTo>
                  <a:lnTo>
                    <a:pt x="24" y="0"/>
                  </a:lnTo>
                  <a:lnTo>
                    <a:pt x="0" y="6"/>
                  </a:lnTo>
                  <a:lnTo>
                    <a:pt x="6" y="18"/>
                  </a:lnTo>
                  <a:lnTo>
                    <a:pt x="6" y="30"/>
                  </a:lnTo>
                  <a:lnTo>
                    <a:pt x="30" y="24"/>
                  </a:lnTo>
                  <a:close/>
                </a:path>
              </a:pathLst>
            </a:custGeom>
            <a:solidFill>
              <a:srgbClr val="FFE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288" name="Freeform 24">
              <a:extLst>
                <a:ext uri="{FF2B5EF4-FFF2-40B4-BE49-F238E27FC236}">
                  <a16:creationId xmlns:a16="http://schemas.microsoft.com/office/drawing/2014/main" id="{401F26E3-2E1A-CB97-E04A-5B7728B023A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84" y="2796"/>
              <a:ext cx="42" cy="66"/>
            </a:xfrm>
            <a:custGeom>
              <a:avLst/>
              <a:gdLst/>
              <a:ahLst/>
              <a:cxnLst>
                <a:cxn ang="0">
                  <a:pos x="42" y="54"/>
                </a:cxn>
                <a:cxn ang="0">
                  <a:pos x="36" y="48"/>
                </a:cxn>
                <a:cxn ang="0">
                  <a:pos x="36" y="36"/>
                </a:cxn>
                <a:cxn ang="0">
                  <a:pos x="12" y="42"/>
                </a:cxn>
                <a:cxn ang="0">
                  <a:pos x="12" y="54"/>
                </a:cxn>
                <a:cxn ang="0">
                  <a:pos x="18" y="65"/>
                </a:cxn>
                <a:cxn ang="0">
                  <a:pos x="42" y="54"/>
                </a:cxn>
                <a:cxn ang="0">
                  <a:pos x="30" y="24"/>
                </a:cxn>
                <a:cxn ang="0">
                  <a:pos x="30" y="12"/>
                </a:cxn>
                <a:cxn ang="0">
                  <a:pos x="24" y="0"/>
                </a:cxn>
                <a:cxn ang="0">
                  <a:pos x="0" y="6"/>
                </a:cxn>
                <a:cxn ang="0">
                  <a:pos x="6" y="18"/>
                </a:cxn>
                <a:cxn ang="0">
                  <a:pos x="6" y="30"/>
                </a:cxn>
                <a:cxn ang="0">
                  <a:pos x="30" y="24"/>
                </a:cxn>
              </a:cxnLst>
              <a:rect l="0" t="0" r="r" b="b"/>
              <a:pathLst>
                <a:path w="42" h="65">
                  <a:moveTo>
                    <a:pt x="42" y="54"/>
                  </a:moveTo>
                  <a:lnTo>
                    <a:pt x="36" y="48"/>
                  </a:lnTo>
                  <a:lnTo>
                    <a:pt x="36" y="36"/>
                  </a:lnTo>
                  <a:lnTo>
                    <a:pt x="12" y="42"/>
                  </a:lnTo>
                  <a:lnTo>
                    <a:pt x="12" y="54"/>
                  </a:lnTo>
                  <a:lnTo>
                    <a:pt x="18" y="65"/>
                  </a:lnTo>
                  <a:lnTo>
                    <a:pt x="42" y="54"/>
                  </a:lnTo>
                  <a:close/>
                  <a:moveTo>
                    <a:pt x="30" y="24"/>
                  </a:moveTo>
                  <a:lnTo>
                    <a:pt x="30" y="12"/>
                  </a:lnTo>
                  <a:lnTo>
                    <a:pt x="24" y="0"/>
                  </a:lnTo>
                  <a:lnTo>
                    <a:pt x="0" y="6"/>
                  </a:lnTo>
                  <a:lnTo>
                    <a:pt x="6" y="18"/>
                  </a:lnTo>
                  <a:lnTo>
                    <a:pt x="6" y="30"/>
                  </a:lnTo>
                  <a:lnTo>
                    <a:pt x="30" y="24"/>
                  </a:lnTo>
                  <a:close/>
                </a:path>
              </a:pathLst>
            </a:custGeom>
            <a:solidFill>
              <a:srgbClr val="FFE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289" name="Freeform 25">
              <a:extLst>
                <a:ext uri="{FF2B5EF4-FFF2-40B4-BE49-F238E27FC236}">
                  <a16:creationId xmlns:a16="http://schemas.microsoft.com/office/drawing/2014/main" id="{B10FA6DF-0CBD-3FE1-6606-E0FA449F5A9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73" y="2731"/>
              <a:ext cx="37" cy="67"/>
            </a:xfrm>
            <a:custGeom>
              <a:avLst/>
              <a:gdLst/>
              <a:ahLst/>
              <a:cxnLst>
                <a:cxn ang="0">
                  <a:pos x="36" y="60"/>
                </a:cxn>
                <a:cxn ang="0">
                  <a:pos x="30" y="48"/>
                </a:cxn>
                <a:cxn ang="0">
                  <a:pos x="30" y="36"/>
                </a:cxn>
                <a:cxn ang="0">
                  <a:pos x="6" y="42"/>
                </a:cxn>
                <a:cxn ang="0">
                  <a:pos x="6" y="54"/>
                </a:cxn>
                <a:cxn ang="0">
                  <a:pos x="12" y="66"/>
                </a:cxn>
                <a:cxn ang="0">
                  <a:pos x="36" y="60"/>
                </a:cxn>
                <a:cxn ang="0">
                  <a:pos x="24" y="24"/>
                </a:cxn>
                <a:cxn ang="0">
                  <a:pos x="24" y="12"/>
                </a:cxn>
                <a:cxn ang="0">
                  <a:pos x="24" y="0"/>
                </a:cxn>
                <a:cxn ang="0">
                  <a:pos x="0" y="6"/>
                </a:cxn>
                <a:cxn ang="0">
                  <a:pos x="0" y="18"/>
                </a:cxn>
                <a:cxn ang="0">
                  <a:pos x="0" y="30"/>
                </a:cxn>
                <a:cxn ang="0">
                  <a:pos x="24" y="24"/>
                </a:cxn>
              </a:cxnLst>
              <a:rect l="0" t="0" r="r" b="b"/>
              <a:pathLst>
                <a:path w="36" h="66">
                  <a:moveTo>
                    <a:pt x="36" y="60"/>
                  </a:moveTo>
                  <a:lnTo>
                    <a:pt x="30" y="48"/>
                  </a:lnTo>
                  <a:lnTo>
                    <a:pt x="30" y="36"/>
                  </a:lnTo>
                  <a:lnTo>
                    <a:pt x="6" y="42"/>
                  </a:lnTo>
                  <a:lnTo>
                    <a:pt x="6" y="54"/>
                  </a:lnTo>
                  <a:lnTo>
                    <a:pt x="12" y="66"/>
                  </a:lnTo>
                  <a:lnTo>
                    <a:pt x="36" y="60"/>
                  </a:lnTo>
                  <a:close/>
                  <a:moveTo>
                    <a:pt x="24" y="24"/>
                  </a:moveTo>
                  <a:lnTo>
                    <a:pt x="24" y="12"/>
                  </a:lnTo>
                  <a:lnTo>
                    <a:pt x="24" y="0"/>
                  </a:lnTo>
                  <a:lnTo>
                    <a:pt x="0" y="6"/>
                  </a:lnTo>
                  <a:lnTo>
                    <a:pt x="0" y="18"/>
                  </a:lnTo>
                  <a:lnTo>
                    <a:pt x="0" y="30"/>
                  </a:lnTo>
                  <a:lnTo>
                    <a:pt x="24" y="24"/>
                  </a:lnTo>
                  <a:close/>
                </a:path>
              </a:pathLst>
            </a:custGeom>
            <a:solidFill>
              <a:srgbClr val="FFE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290" name="Freeform 26">
              <a:extLst>
                <a:ext uri="{FF2B5EF4-FFF2-40B4-BE49-F238E27FC236}">
                  <a16:creationId xmlns:a16="http://schemas.microsoft.com/office/drawing/2014/main" id="{B4185B94-7504-A378-1E86-51D303ABBC4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60" y="2664"/>
              <a:ext cx="30" cy="60"/>
            </a:xfrm>
            <a:custGeom>
              <a:avLst/>
              <a:gdLst/>
              <a:ahLst/>
              <a:cxnLst>
                <a:cxn ang="0">
                  <a:pos x="30" y="60"/>
                </a:cxn>
                <a:cxn ang="0">
                  <a:pos x="30" y="48"/>
                </a:cxn>
                <a:cxn ang="0">
                  <a:pos x="30" y="36"/>
                </a:cxn>
                <a:cxn ang="0">
                  <a:pos x="6" y="42"/>
                </a:cxn>
                <a:cxn ang="0">
                  <a:pos x="6" y="60"/>
                </a:cxn>
                <a:cxn ang="0">
                  <a:pos x="30" y="60"/>
                </a:cxn>
                <a:cxn ang="0">
                  <a:pos x="24" y="24"/>
                </a:cxn>
                <a:cxn ang="0">
                  <a:pos x="24" y="12"/>
                </a:cxn>
                <a:cxn ang="0">
                  <a:pos x="24" y="0"/>
                </a:cxn>
                <a:cxn ang="0">
                  <a:pos x="0" y="6"/>
                </a:cxn>
                <a:cxn ang="0">
                  <a:pos x="0" y="18"/>
                </a:cxn>
                <a:cxn ang="0">
                  <a:pos x="0" y="30"/>
                </a:cxn>
                <a:cxn ang="0">
                  <a:pos x="24" y="24"/>
                </a:cxn>
              </a:cxnLst>
              <a:rect l="0" t="0" r="r" b="b"/>
              <a:pathLst>
                <a:path w="30" h="60">
                  <a:moveTo>
                    <a:pt x="30" y="60"/>
                  </a:moveTo>
                  <a:lnTo>
                    <a:pt x="30" y="48"/>
                  </a:lnTo>
                  <a:lnTo>
                    <a:pt x="30" y="36"/>
                  </a:lnTo>
                  <a:lnTo>
                    <a:pt x="6" y="42"/>
                  </a:lnTo>
                  <a:lnTo>
                    <a:pt x="6" y="60"/>
                  </a:lnTo>
                  <a:lnTo>
                    <a:pt x="30" y="60"/>
                  </a:lnTo>
                  <a:close/>
                  <a:moveTo>
                    <a:pt x="24" y="24"/>
                  </a:moveTo>
                  <a:lnTo>
                    <a:pt x="24" y="12"/>
                  </a:lnTo>
                  <a:lnTo>
                    <a:pt x="24" y="0"/>
                  </a:lnTo>
                  <a:lnTo>
                    <a:pt x="0" y="6"/>
                  </a:lnTo>
                  <a:lnTo>
                    <a:pt x="0" y="18"/>
                  </a:lnTo>
                  <a:lnTo>
                    <a:pt x="0" y="30"/>
                  </a:lnTo>
                  <a:lnTo>
                    <a:pt x="24" y="24"/>
                  </a:lnTo>
                  <a:close/>
                </a:path>
              </a:pathLst>
            </a:custGeom>
            <a:solidFill>
              <a:srgbClr val="FFE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291" name="Freeform 27">
              <a:extLst>
                <a:ext uri="{FF2B5EF4-FFF2-40B4-BE49-F238E27FC236}">
                  <a16:creationId xmlns:a16="http://schemas.microsoft.com/office/drawing/2014/main" id="{8A4DDD60-FAEF-5C26-B29A-B9C179B140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54" y="2600"/>
              <a:ext cx="23" cy="58"/>
            </a:xfrm>
            <a:custGeom>
              <a:avLst/>
              <a:gdLst/>
              <a:ahLst/>
              <a:cxnLst>
                <a:cxn ang="0">
                  <a:pos x="24" y="59"/>
                </a:cxn>
                <a:cxn ang="0">
                  <a:pos x="24" y="48"/>
                </a:cxn>
                <a:cxn ang="0">
                  <a:pos x="24" y="36"/>
                </a:cxn>
                <a:cxn ang="0">
                  <a:pos x="0" y="36"/>
                </a:cxn>
                <a:cxn ang="0">
                  <a:pos x="0" y="48"/>
                </a:cxn>
                <a:cxn ang="0">
                  <a:pos x="6" y="59"/>
                </a:cxn>
                <a:cxn ang="0">
                  <a:pos x="24" y="59"/>
                </a:cxn>
                <a:cxn ang="0">
                  <a:pos x="24" y="24"/>
                </a:cxn>
                <a:cxn ang="0">
                  <a:pos x="24" y="12"/>
                </a:cxn>
                <a:cxn ang="0">
                  <a:pos x="24" y="0"/>
                </a:cxn>
                <a:cxn ang="0">
                  <a:pos x="0" y="0"/>
                </a:cxn>
                <a:cxn ang="0">
                  <a:pos x="0" y="12"/>
                </a:cxn>
                <a:cxn ang="0">
                  <a:pos x="0" y="24"/>
                </a:cxn>
                <a:cxn ang="0">
                  <a:pos x="24" y="24"/>
                </a:cxn>
              </a:cxnLst>
              <a:rect l="0" t="0" r="r" b="b"/>
              <a:pathLst>
                <a:path w="24" h="59">
                  <a:moveTo>
                    <a:pt x="24" y="59"/>
                  </a:moveTo>
                  <a:lnTo>
                    <a:pt x="24" y="48"/>
                  </a:lnTo>
                  <a:lnTo>
                    <a:pt x="24" y="36"/>
                  </a:lnTo>
                  <a:lnTo>
                    <a:pt x="0" y="36"/>
                  </a:lnTo>
                  <a:lnTo>
                    <a:pt x="0" y="48"/>
                  </a:lnTo>
                  <a:lnTo>
                    <a:pt x="6" y="59"/>
                  </a:lnTo>
                  <a:lnTo>
                    <a:pt x="24" y="59"/>
                  </a:lnTo>
                  <a:close/>
                  <a:moveTo>
                    <a:pt x="24" y="24"/>
                  </a:moveTo>
                  <a:lnTo>
                    <a:pt x="24" y="12"/>
                  </a:lnTo>
                  <a:lnTo>
                    <a:pt x="24" y="0"/>
                  </a:lnTo>
                  <a:lnTo>
                    <a:pt x="0" y="0"/>
                  </a:lnTo>
                  <a:lnTo>
                    <a:pt x="0" y="12"/>
                  </a:lnTo>
                  <a:lnTo>
                    <a:pt x="0" y="24"/>
                  </a:lnTo>
                  <a:lnTo>
                    <a:pt x="24" y="24"/>
                  </a:lnTo>
                  <a:close/>
                </a:path>
              </a:pathLst>
            </a:custGeom>
            <a:solidFill>
              <a:srgbClr val="FFE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292" name="Freeform 28">
              <a:extLst>
                <a:ext uri="{FF2B5EF4-FFF2-40B4-BE49-F238E27FC236}">
                  <a16:creationId xmlns:a16="http://schemas.microsoft.com/office/drawing/2014/main" id="{299796D5-3932-4441-0738-B0F78B9545F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48" y="2533"/>
              <a:ext cx="25" cy="61"/>
            </a:xfrm>
            <a:custGeom>
              <a:avLst/>
              <a:gdLst/>
              <a:ahLst/>
              <a:cxnLst>
                <a:cxn ang="0">
                  <a:pos x="24" y="54"/>
                </a:cxn>
                <a:cxn ang="0">
                  <a:pos x="24" y="36"/>
                </a:cxn>
                <a:cxn ang="0">
                  <a:pos x="0" y="36"/>
                </a:cxn>
                <a:cxn ang="0">
                  <a:pos x="0" y="48"/>
                </a:cxn>
                <a:cxn ang="0">
                  <a:pos x="0" y="60"/>
                </a:cxn>
                <a:cxn ang="0">
                  <a:pos x="24" y="54"/>
                </a:cxn>
                <a:cxn ang="0">
                  <a:pos x="24" y="24"/>
                </a:cxn>
                <a:cxn ang="0">
                  <a:pos x="24" y="12"/>
                </a:cxn>
                <a:cxn ang="0">
                  <a:pos x="24" y="0"/>
                </a:cxn>
                <a:cxn ang="0">
                  <a:pos x="0" y="0"/>
                </a:cxn>
                <a:cxn ang="0">
                  <a:pos x="0" y="12"/>
                </a:cxn>
                <a:cxn ang="0">
                  <a:pos x="0" y="24"/>
                </a:cxn>
                <a:cxn ang="0">
                  <a:pos x="24" y="24"/>
                </a:cxn>
              </a:cxnLst>
              <a:rect l="0" t="0" r="r" b="b"/>
              <a:pathLst>
                <a:path w="24" h="60">
                  <a:moveTo>
                    <a:pt x="24" y="54"/>
                  </a:moveTo>
                  <a:lnTo>
                    <a:pt x="24" y="36"/>
                  </a:lnTo>
                  <a:lnTo>
                    <a:pt x="0" y="36"/>
                  </a:lnTo>
                  <a:lnTo>
                    <a:pt x="0" y="48"/>
                  </a:lnTo>
                  <a:lnTo>
                    <a:pt x="0" y="60"/>
                  </a:lnTo>
                  <a:lnTo>
                    <a:pt x="24" y="54"/>
                  </a:lnTo>
                  <a:close/>
                  <a:moveTo>
                    <a:pt x="24" y="24"/>
                  </a:moveTo>
                  <a:lnTo>
                    <a:pt x="24" y="12"/>
                  </a:lnTo>
                  <a:lnTo>
                    <a:pt x="24" y="0"/>
                  </a:lnTo>
                  <a:lnTo>
                    <a:pt x="0" y="0"/>
                  </a:lnTo>
                  <a:lnTo>
                    <a:pt x="0" y="12"/>
                  </a:lnTo>
                  <a:lnTo>
                    <a:pt x="0" y="24"/>
                  </a:lnTo>
                  <a:lnTo>
                    <a:pt x="24" y="24"/>
                  </a:lnTo>
                  <a:close/>
                </a:path>
              </a:pathLst>
            </a:custGeom>
            <a:solidFill>
              <a:srgbClr val="FFE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293" name="Freeform 29">
              <a:extLst>
                <a:ext uri="{FF2B5EF4-FFF2-40B4-BE49-F238E27FC236}">
                  <a16:creationId xmlns:a16="http://schemas.microsoft.com/office/drawing/2014/main" id="{80F2178F-93A0-E63D-E30B-CE5C2B6151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48" y="2467"/>
              <a:ext cx="25" cy="54"/>
            </a:xfrm>
            <a:custGeom>
              <a:avLst/>
              <a:gdLst/>
              <a:ahLst/>
              <a:cxnLst>
                <a:cxn ang="0">
                  <a:pos x="24" y="54"/>
                </a:cxn>
                <a:cxn ang="0">
                  <a:pos x="24" y="42"/>
                </a:cxn>
                <a:cxn ang="0">
                  <a:pos x="24" y="30"/>
                </a:cxn>
                <a:cxn ang="0">
                  <a:pos x="0" y="30"/>
                </a:cxn>
                <a:cxn ang="0">
                  <a:pos x="0" y="42"/>
                </a:cxn>
                <a:cxn ang="0">
                  <a:pos x="0" y="54"/>
                </a:cxn>
                <a:cxn ang="0">
                  <a:pos x="24" y="54"/>
                </a:cxn>
                <a:cxn ang="0">
                  <a:pos x="24" y="18"/>
                </a:cxn>
                <a:cxn ang="0">
                  <a:pos x="24" y="0"/>
                </a:cxn>
                <a:cxn ang="0">
                  <a:pos x="0" y="0"/>
                </a:cxn>
                <a:cxn ang="0">
                  <a:pos x="0" y="18"/>
                </a:cxn>
                <a:cxn ang="0">
                  <a:pos x="24" y="18"/>
                </a:cxn>
              </a:cxnLst>
              <a:rect l="0" t="0" r="r" b="b"/>
              <a:pathLst>
                <a:path w="24" h="54">
                  <a:moveTo>
                    <a:pt x="24" y="54"/>
                  </a:moveTo>
                  <a:lnTo>
                    <a:pt x="24" y="42"/>
                  </a:lnTo>
                  <a:lnTo>
                    <a:pt x="24" y="30"/>
                  </a:lnTo>
                  <a:lnTo>
                    <a:pt x="0" y="30"/>
                  </a:lnTo>
                  <a:lnTo>
                    <a:pt x="0" y="42"/>
                  </a:lnTo>
                  <a:lnTo>
                    <a:pt x="0" y="54"/>
                  </a:lnTo>
                  <a:lnTo>
                    <a:pt x="24" y="54"/>
                  </a:lnTo>
                  <a:close/>
                  <a:moveTo>
                    <a:pt x="24" y="18"/>
                  </a:moveTo>
                  <a:lnTo>
                    <a:pt x="24" y="0"/>
                  </a:lnTo>
                  <a:lnTo>
                    <a:pt x="0" y="0"/>
                  </a:lnTo>
                  <a:lnTo>
                    <a:pt x="0" y="18"/>
                  </a:lnTo>
                  <a:lnTo>
                    <a:pt x="24" y="18"/>
                  </a:lnTo>
                  <a:close/>
                </a:path>
              </a:pathLst>
            </a:custGeom>
            <a:solidFill>
              <a:srgbClr val="FFE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294" name="Freeform 30">
              <a:extLst>
                <a:ext uri="{FF2B5EF4-FFF2-40B4-BE49-F238E27FC236}">
                  <a16:creationId xmlns:a16="http://schemas.microsoft.com/office/drawing/2014/main" id="{01E4E6B3-2594-76EC-7EDE-75A8BDC34A1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54" y="2396"/>
              <a:ext cx="23" cy="60"/>
            </a:xfrm>
            <a:custGeom>
              <a:avLst/>
              <a:gdLst/>
              <a:ahLst/>
              <a:cxnLst>
                <a:cxn ang="0">
                  <a:pos x="24" y="59"/>
                </a:cxn>
                <a:cxn ang="0">
                  <a:pos x="24" y="47"/>
                </a:cxn>
                <a:cxn ang="0">
                  <a:pos x="24" y="36"/>
                </a:cxn>
                <a:cxn ang="0">
                  <a:pos x="0" y="36"/>
                </a:cxn>
                <a:cxn ang="0">
                  <a:pos x="0" y="47"/>
                </a:cxn>
                <a:cxn ang="0">
                  <a:pos x="0" y="59"/>
                </a:cxn>
                <a:cxn ang="0">
                  <a:pos x="24" y="59"/>
                </a:cxn>
                <a:cxn ang="0">
                  <a:pos x="24" y="24"/>
                </a:cxn>
                <a:cxn ang="0">
                  <a:pos x="24" y="6"/>
                </a:cxn>
                <a:cxn ang="0">
                  <a:pos x="6" y="0"/>
                </a:cxn>
                <a:cxn ang="0">
                  <a:pos x="0" y="12"/>
                </a:cxn>
                <a:cxn ang="0">
                  <a:pos x="0" y="24"/>
                </a:cxn>
                <a:cxn ang="0">
                  <a:pos x="24" y="24"/>
                </a:cxn>
              </a:cxnLst>
              <a:rect l="0" t="0" r="r" b="b"/>
              <a:pathLst>
                <a:path w="24" h="59">
                  <a:moveTo>
                    <a:pt x="24" y="59"/>
                  </a:moveTo>
                  <a:lnTo>
                    <a:pt x="24" y="47"/>
                  </a:lnTo>
                  <a:lnTo>
                    <a:pt x="24" y="36"/>
                  </a:lnTo>
                  <a:lnTo>
                    <a:pt x="0" y="36"/>
                  </a:lnTo>
                  <a:lnTo>
                    <a:pt x="0" y="47"/>
                  </a:lnTo>
                  <a:lnTo>
                    <a:pt x="0" y="59"/>
                  </a:lnTo>
                  <a:lnTo>
                    <a:pt x="24" y="59"/>
                  </a:lnTo>
                  <a:close/>
                  <a:moveTo>
                    <a:pt x="24" y="24"/>
                  </a:moveTo>
                  <a:lnTo>
                    <a:pt x="24" y="6"/>
                  </a:lnTo>
                  <a:lnTo>
                    <a:pt x="6" y="0"/>
                  </a:lnTo>
                  <a:lnTo>
                    <a:pt x="0" y="12"/>
                  </a:lnTo>
                  <a:lnTo>
                    <a:pt x="0" y="24"/>
                  </a:lnTo>
                  <a:lnTo>
                    <a:pt x="24" y="24"/>
                  </a:lnTo>
                  <a:close/>
                </a:path>
              </a:pathLst>
            </a:custGeom>
            <a:solidFill>
              <a:srgbClr val="FFE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295" name="Freeform 31">
              <a:extLst>
                <a:ext uri="{FF2B5EF4-FFF2-40B4-BE49-F238E27FC236}">
                  <a16:creationId xmlns:a16="http://schemas.microsoft.com/office/drawing/2014/main" id="{FE7DA68B-C2EA-FBEB-673A-72E22F300BD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60" y="2330"/>
              <a:ext cx="30" cy="60"/>
            </a:xfrm>
            <a:custGeom>
              <a:avLst/>
              <a:gdLst/>
              <a:ahLst/>
              <a:cxnLst>
                <a:cxn ang="0">
                  <a:pos x="24" y="60"/>
                </a:cxn>
                <a:cxn ang="0">
                  <a:pos x="24" y="48"/>
                </a:cxn>
                <a:cxn ang="0">
                  <a:pos x="24" y="36"/>
                </a:cxn>
                <a:cxn ang="0">
                  <a:pos x="0" y="30"/>
                </a:cxn>
                <a:cxn ang="0">
                  <a:pos x="0" y="42"/>
                </a:cxn>
                <a:cxn ang="0">
                  <a:pos x="0" y="54"/>
                </a:cxn>
                <a:cxn ang="0">
                  <a:pos x="24" y="60"/>
                </a:cxn>
                <a:cxn ang="0">
                  <a:pos x="30" y="24"/>
                </a:cxn>
                <a:cxn ang="0">
                  <a:pos x="30" y="6"/>
                </a:cxn>
                <a:cxn ang="0">
                  <a:pos x="6" y="0"/>
                </a:cxn>
                <a:cxn ang="0">
                  <a:pos x="6" y="12"/>
                </a:cxn>
                <a:cxn ang="0">
                  <a:pos x="6" y="24"/>
                </a:cxn>
                <a:cxn ang="0">
                  <a:pos x="30" y="24"/>
                </a:cxn>
              </a:cxnLst>
              <a:rect l="0" t="0" r="r" b="b"/>
              <a:pathLst>
                <a:path w="30" h="60">
                  <a:moveTo>
                    <a:pt x="24" y="60"/>
                  </a:moveTo>
                  <a:lnTo>
                    <a:pt x="24" y="48"/>
                  </a:lnTo>
                  <a:lnTo>
                    <a:pt x="24" y="36"/>
                  </a:lnTo>
                  <a:lnTo>
                    <a:pt x="0" y="30"/>
                  </a:lnTo>
                  <a:lnTo>
                    <a:pt x="0" y="42"/>
                  </a:lnTo>
                  <a:lnTo>
                    <a:pt x="0" y="54"/>
                  </a:lnTo>
                  <a:lnTo>
                    <a:pt x="24" y="60"/>
                  </a:lnTo>
                  <a:close/>
                  <a:moveTo>
                    <a:pt x="30" y="24"/>
                  </a:moveTo>
                  <a:lnTo>
                    <a:pt x="30" y="6"/>
                  </a:lnTo>
                  <a:lnTo>
                    <a:pt x="6" y="0"/>
                  </a:lnTo>
                  <a:lnTo>
                    <a:pt x="6" y="12"/>
                  </a:lnTo>
                  <a:lnTo>
                    <a:pt x="6" y="24"/>
                  </a:lnTo>
                  <a:lnTo>
                    <a:pt x="30" y="24"/>
                  </a:lnTo>
                  <a:close/>
                </a:path>
              </a:pathLst>
            </a:custGeom>
            <a:solidFill>
              <a:srgbClr val="FFE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296" name="Freeform 32">
              <a:extLst>
                <a:ext uri="{FF2B5EF4-FFF2-40B4-BE49-F238E27FC236}">
                  <a16:creationId xmlns:a16="http://schemas.microsoft.com/office/drawing/2014/main" id="{423EED90-47EF-5562-84D6-E8E821F55F8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66" y="2265"/>
              <a:ext cx="36" cy="61"/>
            </a:xfrm>
            <a:custGeom>
              <a:avLst/>
              <a:gdLst/>
              <a:ahLst/>
              <a:cxnLst>
                <a:cxn ang="0">
                  <a:pos x="24" y="60"/>
                </a:cxn>
                <a:cxn ang="0">
                  <a:pos x="30" y="48"/>
                </a:cxn>
                <a:cxn ang="0">
                  <a:pos x="30" y="36"/>
                </a:cxn>
                <a:cxn ang="0">
                  <a:pos x="6" y="30"/>
                </a:cxn>
                <a:cxn ang="0">
                  <a:pos x="6" y="42"/>
                </a:cxn>
                <a:cxn ang="0">
                  <a:pos x="0" y="54"/>
                </a:cxn>
                <a:cxn ang="0">
                  <a:pos x="24" y="60"/>
                </a:cxn>
                <a:cxn ang="0">
                  <a:pos x="30" y="24"/>
                </a:cxn>
                <a:cxn ang="0">
                  <a:pos x="36" y="12"/>
                </a:cxn>
                <a:cxn ang="0">
                  <a:pos x="36" y="0"/>
                </a:cxn>
                <a:cxn ang="0">
                  <a:pos x="12" y="0"/>
                </a:cxn>
                <a:cxn ang="0">
                  <a:pos x="12" y="18"/>
                </a:cxn>
                <a:cxn ang="0">
                  <a:pos x="30" y="24"/>
                </a:cxn>
              </a:cxnLst>
              <a:rect l="0" t="0" r="r" b="b"/>
              <a:pathLst>
                <a:path w="36" h="60">
                  <a:moveTo>
                    <a:pt x="24" y="60"/>
                  </a:moveTo>
                  <a:lnTo>
                    <a:pt x="30" y="48"/>
                  </a:lnTo>
                  <a:lnTo>
                    <a:pt x="30" y="36"/>
                  </a:lnTo>
                  <a:lnTo>
                    <a:pt x="6" y="30"/>
                  </a:lnTo>
                  <a:lnTo>
                    <a:pt x="6" y="42"/>
                  </a:lnTo>
                  <a:lnTo>
                    <a:pt x="0" y="54"/>
                  </a:lnTo>
                  <a:lnTo>
                    <a:pt x="24" y="60"/>
                  </a:lnTo>
                  <a:close/>
                  <a:moveTo>
                    <a:pt x="30" y="24"/>
                  </a:moveTo>
                  <a:lnTo>
                    <a:pt x="36" y="12"/>
                  </a:lnTo>
                  <a:lnTo>
                    <a:pt x="36" y="0"/>
                  </a:lnTo>
                  <a:lnTo>
                    <a:pt x="12" y="0"/>
                  </a:lnTo>
                  <a:lnTo>
                    <a:pt x="12" y="18"/>
                  </a:lnTo>
                  <a:lnTo>
                    <a:pt x="30" y="24"/>
                  </a:lnTo>
                  <a:close/>
                </a:path>
              </a:pathLst>
            </a:custGeom>
            <a:solidFill>
              <a:srgbClr val="FFE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297" name="Freeform 33">
              <a:extLst>
                <a:ext uri="{FF2B5EF4-FFF2-40B4-BE49-F238E27FC236}">
                  <a16:creationId xmlns:a16="http://schemas.microsoft.com/office/drawing/2014/main" id="{AC460787-7ACF-736D-4734-94DE0D40442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84" y="2199"/>
              <a:ext cx="37" cy="60"/>
            </a:xfrm>
            <a:custGeom>
              <a:avLst/>
              <a:gdLst/>
              <a:ahLst/>
              <a:cxnLst>
                <a:cxn ang="0">
                  <a:pos x="24" y="59"/>
                </a:cxn>
                <a:cxn ang="0">
                  <a:pos x="24" y="47"/>
                </a:cxn>
                <a:cxn ang="0">
                  <a:pos x="30" y="35"/>
                </a:cxn>
                <a:cxn ang="0">
                  <a:pos x="6" y="30"/>
                </a:cxn>
                <a:cxn ang="0">
                  <a:pos x="0" y="41"/>
                </a:cxn>
                <a:cxn ang="0">
                  <a:pos x="0" y="53"/>
                </a:cxn>
                <a:cxn ang="0">
                  <a:pos x="24" y="59"/>
                </a:cxn>
                <a:cxn ang="0">
                  <a:pos x="30" y="24"/>
                </a:cxn>
                <a:cxn ang="0">
                  <a:pos x="36" y="18"/>
                </a:cxn>
                <a:cxn ang="0">
                  <a:pos x="36" y="6"/>
                </a:cxn>
                <a:cxn ang="0">
                  <a:pos x="12" y="0"/>
                </a:cxn>
                <a:cxn ang="0">
                  <a:pos x="12" y="12"/>
                </a:cxn>
                <a:cxn ang="0">
                  <a:pos x="6" y="18"/>
                </a:cxn>
                <a:cxn ang="0">
                  <a:pos x="30" y="24"/>
                </a:cxn>
              </a:cxnLst>
              <a:rect l="0" t="0" r="r" b="b"/>
              <a:pathLst>
                <a:path w="36" h="59">
                  <a:moveTo>
                    <a:pt x="24" y="59"/>
                  </a:moveTo>
                  <a:lnTo>
                    <a:pt x="24" y="47"/>
                  </a:lnTo>
                  <a:lnTo>
                    <a:pt x="30" y="35"/>
                  </a:lnTo>
                  <a:lnTo>
                    <a:pt x="6" y="30"/>
                  </a:lnTo>
                  <a:lnTo>
                    <a:pt x="0" y="41"/>
                  </a:lnTo>
                  <a:lnTo>
                    <a:pt x="0" y="53"/>
                  </a:lnTo>
                  <a:lnTo>
                    <a:pt x="24" y="59"/>
                  </a:lnTo>
                  <a:close/>
                  <a:moveTo>
                    <a:pt x="30" y="24"/>
                  </a:moveTo>
                  <a:lnTo>
                    <a:pt x="36" y="18"/>
                  </a:lnTo>
                  <a:lnTo>
                    <a:pt x="36" y="6"/>
                  </a:lnTo>
                  <a:lnTo>
                    <a:pt x="12" y="0"/>
                  </a:lnTo>
                  <a:lnTo>
                    <a:pt x="12" y="12"/>
                  </a:lnTo>
                  <a:lnTo>
                    <a:pt x="6" y="18"/>
                  </a:lnTo>
                  <a:lnTo>
                    <a:pt x="30" y="24"/>
                  </a:lnTo>
                  <a:close/>
                </a:path>
              </a:pathLst>
            </a:custGeom>
            <a:solidFill>
              <a:srgbClr val="FFE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298" name="Freeform 34">
              <a:extLst>
                <a:ext uri="{FF2B5EF4-FFF2-40B4-BE49-F238E27FC236}">
                  <a16:creationId xmlns:a16="http://schemas.microsoft.com/office/drawing/2014/main" id="{9B2B7D26-0871-22F7-6B49-772A8DFB0B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96" y="2133"/>
              <a:ext cx="42" cy="60"/>
            </a:xfrm>
            <a:custGeom>
              <a:avLst/>
              <a:gdLst/>
              <a:ahLst/>
              <a:cxnLst>
                <a:cxn ang="0">
                  <a:pos x="24" y="60"/>
                </a:cxn>
                <a:cxn ang="0">
                  <a:pos x="30" y="48"/>
                </a:cxn>
                <a:cxn ang="0">
                  <a:pos x="30" y="36"/>
                </a:cxn>
                <a:cxn ang="0">
                  <a:pos x="6" y="30"/>
                </a:cxn>
                <a:cxn ang="0">
                  <a:pos x="6" y="42"/>
                </a:cxn>
                <a:cxn ang="0">
                  <a:pos x="0" y="54"/>
                </a:cxn>
                <a:cxn ang="0">
                  <a:pos x="24" y="60"/>
                </a:cxn>
                <a:cxn ang="0">
                  <a:pos x="36" y="24"/>
                </a:cxn>
                <a:cxn ang="0">
                  <a:pos x="36" y="18"/>
                </a:cxn>
                <a:cxn ang="0">
                  <a:pos x="42" y="6"/>
                </a:cxn>
                <a:cxn ang="0">
                  <a:pos x="18" y="0"/>
                </a:cxn>
                <a:cxn ang="0">
                  <a:pos x="18" y="12"/>
                </a:cxn>
                <a:cxn ang="0">
                  <a:pos x="12" y="18"/>
                </a:cxn>
                <a:cxn ang="0">
                  <a:pos x="36" y="24"/>
                </a:cxn>
              </a:cxnLst>
              <a:rect l="0" t="0" r="r" b="b"/>
              <a:pathLst>
                <a:path w="42" h="60">
                  <a:moveTo>
                    <a:pt x="24" y="60"/>
                  </a:moveTo>
                  <a:lnTo>
                    <a:pt x="30" y="48"/>
                  </a:lnTo>
                  <a:lnTo>
                    <a:pt x="30" y="36"/>
                  </a:lnTo>
                  <a:lnTo>
                    <a:pt x="6" y="30"/>
                  </a:lnTo>
                  <a:lnTo>
                    <a:pt x="6" y="42"/>
                  </a:lnTo>
                  <a:lnTo>
                    <a:pt x="0" y="54"/>
                  </a:lnTo>
                  <a:lnTo>
                    <a:pt x="24" y="60"/>
                  </a:lnTo>
                  <a:close/>
                  <a:moveTo>
                    <a:pt x="36" y="24"/>
                  </a:moveTo>
                  <a:lnTo>
                    <a:pt x="36" y="18"/>
                  </a:lnTo>
                  <a:lnTo>
                    <a:pt x="42" y="6"/>
                  </a:lnTo>
                  <a:lnTo>
                    <a:pt x="18" y="0"/>
                  </a:lnTo>
                  <a:lnTo>
                    <a:pt x="18" y="12"/>
                  </a:lnTo>
                  <a:lnTo>
                    <a:pt x="12" y="18"/>
                  </a:lnTo>
                  <a:lnTo>
                    <a:pt x="36" y="24"/>
                  </a:lnTo>
                  <a:close/>
                </a:path>
              </a:pathLst>
            </a:custGeom>
            <a:solidFill>
              <a:srgbClr val="FFE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299" name="Freeform 35">
              <a:extLst>
                <a:ext uri="{FF2B5EF4-FFF2-40B4-BE49-F238E27FC236}">
                  <a16:creationId xmlns:a16="http://schemas.microsoft.com/office/drawing/2014/main" id="{872041FC-C704-A833-C189-EE8AB3B861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14" y="2066"/>
              <a:ext cx="42" cy="61"/>
            </a:xfrm>
            <a:custGeom>
              <a:avLst/>
              <a:gdLst/>
              <a:ahLst/>
              <a:cxnLst>
                <a:cxn ang="0">
                  <a:pos x="24" y="60"/>
                </a:cxn>
                <a:cxn ang="0">
                  <a:pos x="30" y="48"/>
                </a:cxn>
                <a:cxn ang="0">
                  <a:pos x="30" y="36"/>
                </a:cxn>
                <a:cxn ang="0">
                  <a:pos x="12" y="30"/>
                </a:cxn>
                <a:cxn ang="0">
                  <a:pos x="6" y="42"/>
                </a:cxn>
                <a:cxn ang="0">
                  <a:pos x="0" y="54"/>
                </a:cxn>
                <a:cxn ang="0">
                  <a:pos x="24" y="60"/>
                </a:cxn>
                <a:cxn ang="0">
                  <a:pos x="36" y="24"/>
                </a:cxn>
                <a:cxn ang="0">
                  <a:pos x="42" y="18"/>
                </a:cxn>
                <a:cxn ang="0">
                  <a:pos x="42" y="6"/>
                </a:cxn>
                <a:cxn ang="0">
                  <a:pos x="18" y="0"/>
                </a:cxn>
                <a:cxn ang="0">
                  <a:pos x="18" y="12"/>
                </a:cxn>
                <a:cxn ang="0">
                  <a:pos x="12" y="18"/>
                </a:cxn>
                <a:cxn ang="0">
                  <a:pos x="36" y="24"/>
                </a:cxn>
              </a:cxnLst>
              <a:rect l="0" t="0" r="r" b="b"/>
              <a:pathLst>
                <a:path w="42" h="60">
                  <a:moveTo>
                    <a:pt x="24" y="60"/>
                  </a:moveTo>
                  <a:lnTo>
                    <a:pt x="30" y="48"/>
                  </a:lnTo>
                  <a:lnTo>
                    <a:pt x="30" y="36"/>
                  </a:lnTo>
                  <a:lnTo>
                    <a:pt x="12" y="30"/>
                  </a:lnTo>
                  <a:lnTo>
                    <a:pt x="6" y="42"/>
                  </a:lnTo>
                  <a:lnTo>
                    <a:pt x="0" y="54"/>
                  </a:lnTo>
                  <a:lnTo>
                    <a:pt x="24" y="60"/>
                  </a:lnTo>
                  <a:close/>
                  <a:moveTo>
                    <a:pt x="36" y="24"/>
                  </a:moveTo>
                  <a:lnTo>
                    <a:pt x="42" y="18"/>
                  </a:lnTo>
                  <a:lnTo>
                    <a:pt x="42" y="6"/>
                  </a:lnTo>
                  <a:lnTo>
                    <a:pt x="18" y="0"/>
                  </a:lnTo>
                  <a:lnTo>
                    <a:pt x="18" y="12"/>
                  </a:lnTo>
                  <a:lnTo>
                    <a:pt x="12" y="18"/>
                  </a:lnTo>
                  <a:lnTo>
                    <a:pt x="36" y="24"/>
                  </a:lnTo>
                  <a:close/>
                </a:path>
              </a:pathLst>
            </a:custGeom>
            <a:solidFill>
              <a:srgbClr val="FFE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300" name="Freeform 36">
              <a:extLst>
                <a:ext uri="{FF2B5EF4-FFF2-40B4-BE49-F238E27FC236}">
                  <a16:creationId xmlns:a16="http://schemas.microsoft.com/office/drawing/2014/main" id="{3F90D9E3-A649-A8C2-F805-10407B8D79B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38" y="2002"/>
              <a:ext cx="36" cy="58"/>
            </a:xfrm>
            <a:custGeom>
              <a:avLst/>
              <a:gdLst/>
              <a:ahLst/>
              <a:cxnLst>
                <a:cxn ang="0">
                  <a:pos x="24" y="59"/>
                </a:cxn>
                <a:cxn ang="0">
                  <a:pos x="24" y="47"/>
                </a:cxn>
                <a:cxn ang="0">
                  <a:pos x="30" y="35"/>
                </a:cxn>
                <a:cxn ang="0">
                  <a:pos x="6" y="29"/>
                </a:cxn>
                <a:cxn ang="0">
                  <a:pos x="0" y="41"/>
                </a:cxn>
                <a:cxn ang="0">
                  <a:pos x="0" y="53"/>
                </a:cxn>
                <a:cxn ang="0">
                  <a:pos x="24" y="59"/>
                </a:cxn>
                <a:cxn ang="0">
                  <a:pos x="30" y="29"/>
                </a:cxn>
                <a:cxn ang="0">
                  <a:pos x="36" y="18"/>
                </a:cxn>
                <a:cxn ang="0">
                  <a:pos x="36" y="6"/>
                </a:cxn>
                <a:cxn ang="0">
                  <a:pos x="12" y="0"/>
                </a:cxn>
                <a:cxn ang="0">
                  <a:pos x="12" y="12"/>
                </a:cxn>
                <a:cxn ang="0">
                  <a:pos x="6" y="18"/>
                </a:cxn>
                <a:cxn ang="0">
                  <a:pos x="30" y="29"/>
                </a:cxn>
              </a:cxnLst>
              <a:rect l="0" t="0" r="r" b="b"/>
              <a:pathLst>
                <a:path w="36" h="59">
                  <a:moveTo>
                    <a:pt x="24" y="59"/>
                  </a:moveTo>
                  <a:lnTo>
                    <a:pt x="24" y="47"/>
                  </a:lnTo>
                  <a:lnTo>
                    <a:pt x="30" y="35"/>
                  </a:lnTo>
                  <a:lnTo>
                    <a:pt x="6" y="29"/>
                  </a:lnTo>
                  <a:lnTo>
                    <a:pt x="0" y="41"/>
                  </a:lnTo>
                  <a:lnTo>
                    <a:pt x="0" y="53"/>
                  </a:lnTo>
                  <a:lnTo>
                    <a:pt x="24" y="59"/>
                  </a:lnTo>
                  <a:close/>
                  <a:moveTo>
                    <a:pt x="30" y="29"/>
                  </a:moveTo>
                  <a:lnTo>
                    <a:pt x="36" y="18"/>
                  </a:lnTo>
                  <a:lnTo>
                    <a:pt x="36" y="6"/>
                  </a:lnTo>
                  <a:lnTo>
                    <a:pt x="12" y="0"/>
                  </a:lnTo>
                  <a:lnTo>
                    <a:pt x="12" y="12"/>
                  </a:lnTo>
                  <a:lnTo>
                    <a:pt x="6" y="18"/>
                  </a:lnTo>
                  <a:lnTo>
                    <a:pt x="30" y="29"/>
                  </a:lnTo>
                  <a:close/>
                </a:path>
              </a:pathLst>
            </a:custGeom>
            <a:solidFill>
              <a:srgbClr val="FFE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301" name="Freeform 37">
              <a:extLst>
                <a:ext uri="{FF2B5EF4-FFF2-40B4-BE49-F238E27FC236}">
                  <a16:creationId xmlns:a16="http://schemas.microsoft.com/office/drawing/2014/main" id="{9D74394A-04E4-1845-995F-12744553729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56" y="1966"/>
              <a:ext cx="30" cy="31"/>
            </a:xfrm>
            <a:custGeom>
              <a:avLst/>
              <a:gdLst/>
              <a:ahLst/>
              <a:cxnLst>
                <a:cxn ang="0">
                  <a:pos x="24" y="30"/>
                </a:cxn>
                <a:cxn ang="0">
                  <a:pos x="30" y="24"/>
                </a:cxn>
                <a:cxn ang="0">
                  <a:pos x="30" y="12"/>
                </a:cxn>
                <a:cxn ang="0">
                  <a:pos x="6" y="0"/>
                </a:cxn>
                <a:cxn ang="0">
                  <a:pos x="6" y="12"/>
                </a:cxn>
                <a:cxn ang="0">
                  <a:pos x="0" y="24"/>
                </a:cxn>
                <a:cxn ang="0">
                  <a:pos x="24" y="30"/>
                </a:cxn>
                <a:cxn ang="0">
                  <a:pos x="30" y="12"/>
                </a:cxn>
                <a:cxn ang="0">
                  <a:pos x="30" y="12"/>
                </a:cxn>
                <a:cxn ang="0">
                  <a:pos x="6" y="0"/>
                </a:cxn>
                <a:cxn ang="0">
                  <a:pos x="6" y="0"/>
                </a:cxn>
                <a:cxn ang="0">
                  <a:pos x="30" y="12"/>
                </a:cxn>
              </a:cxnLst>
              <a:rect l="0" t="0" r="r" b="b"/>
              <a:pathLst>
                <a:path w="30" h="30">
                  <a:moveTo>
                    <a:pt x="24" y="30"/>
                  </a:moveTo>
                  <a:lnTo>
                    <a:pt x="30" y="24"/>
                  </a:lnTo>
                  <a:lnTo>
                    <a:pt x="30" y="12"/>
                  </a:lnTo>
                  <a:lnTo>
                    <a:pt x="6" y="0"/>
                  </a:lnTo>
                  <a:lnTo>
                    <a:pt x="6" y="12"/>
                  </a:lnTo>
                  <a:lnTo>
                    <a:pt x="0" y="24"/>
                  </a:lnTo>
                  <a:lnTo>
                    <a:pt x="24" y="30"/>
                  </a:lnTo>
                  <a:close/>
                  <a:moveTo>
                    <a:pt x="30" y="12"/>
                  </a:moveTo>
                  <a:lnTo>
                    <a:pt x="30" y="12"/>
                  </a:lnTo>
                  <a:lnTo>
                    <a:pt x="6" y="0"/>
                  </a:lnTo>
                  <a:lnTo>
                    <a:pt x="6" y="0"/>
                  </a:lnTo>
                  <a:lnTo>
                    <a:pt x="30" y="12"/>
                  </a:lnTo>
                  <a:close/>
                </a:path>
              </a:pathLst>
            </a:custGeom>
            <a:solidFill>
              <a:srgbClr val="FFE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302" name="Freeform 38">
              <a:extLst>
                <a:ext uri="{FF2B5EF4-FFF2-40B4-BE49-F238E27FC236}">
                  <a16:creationId xmlns:a16="http://schemas.microsoft.com/office/drawing/2014/main" id="{7ABFDA85-D75E-347C-A261-A1029056892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62" y="1935"/>
              <a:ext cx="36" cy="35"/>
            </a:xfrm>
            <a:custGeom>
              <a:avLst/>
              <a:gdLst/>
              <a:ahLst/>
              <a:cxnLst>
                <a:cxn ang="0">
                  <a:pos x="0" y="30"/>
                </a:cxn>
                <a:cxn ang="0">
                  <a:pos x="0" y="30"/>
                </a:cxn>
                <a:cxn ang="0">
                  <a:pos x="0" y="30"/>
                </a:cxn>
                <a:cxn ang="0">
                  <a:pos x="12" y="36"/>
                </a:cxn>
                <a:cxn ang="0">
                  <a:pos x="0" y="30"/>
                </a:cxn>
                <a:cxn ang="0">
                  <a:pos x="30" y="30"/>
                </a:cxn>
                <a:cxn ang="0">
                  <a:pos x="30" y="18"/>
                </a:cxn>
                <a:cxn ang="0">
                  <a:pos x="36" y="6"/>
                </a:cxn>
                <a:cxn ang="0">
                  <a:pos x="12" y="0"/>
                </a:cxn>
                <a:cxn ang="0">
                  <a:pos x="6" y="12"/>
                </a:cxn>
                <a:cxn ang="0">
                  <a:pos x="6" y="24"/>
                </a:cxn>
                <a:cxn ang="0">
                  <a:pos x="30" y="30"/>
                </a:cxn>
              </a:cxnLst>
              <a:rect l="0" t="0" r="r" b="b"/>
              <a:pathLst>
                <a:path w="36" h="36">
                  <a:moveTo>
                    <a:pt x="0" y="30"/>
                  </a:moveTo>
                  <a:lnTo>
                    <a:pt x="0" y="30"/>
                  </a:lnTo>
                  <a:lnTo>
                    <a:pt x="0" y="30"/>
                  </a:lnTo>
                  <a:lnTo>
                    <a:pt x="12" y="36"/>
                  </a:lnTo>
                  <a:lnTo>
                    <a:pt x="0" y="30"/>
                  </a:lnTo>
                  <a:close/>
                  <a:moveTo>
                    <a:pt x="30" y="30"/>
                  </a:moveTo>
                  <a:lnTo>
                    <a:pt x="30" y="18"/>
                  </a:lnTo>
                  <a:lnTo>
                    <a:pt x="36" y="6"/>
                  </a:lnTo>
                  <a:lnTo>
                    <a:pt x="12" y="0"/>
                  </a:lnTo>
                  <a:lnTo>
                    <a:pt x="6" y="12"/>
                  </a:lnTo>
                  <a:lnTo>
                    <a:pt x="6" y="24"/>
                  </a:lnTo>
                  <a:lnTo>
                    <a:pt x="30" y="30"/>
                  </a:lnTo>
                  <a:close/>
                </a:path>
              </a:pathLst>
            </a:custGeom>
            <a:solidFill>
              <a:srgbClr val="FFE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303" name="Freeform 39">
              <a:extLst>
                <a:ext uri="{FF2B5EF4-FFF2-40B4-BE49-F238E27FC236}">
                  <a16:creationId xmlns:a16="http://schemas.microsoft.com/office/drawing/2014/main" id="{2590A97D-1FD0-9CC3-520C-3497CF0FD83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73" y="1870"/>
              <a:ext cx="42" cy="60"/>
            </a:xfrm>
            <a:custGeom>
              <a:avLst/>
              <a:gdLst/>
              <a:ahLst/>
              <a:cxnLst>
                <a:cxn ang="0">
                  <a:pos x="24" y="60"/>
                </a:cxn>
                <a:cxn ang="0">
                  <a:pos x="30" y="54"/>
                </a:cxn>
                <a:cxn ang="0">
                  <a:pos x="30" y="42"/>
                </a:cxn>
                <a:cxn ang="0">
                  <a:pos x="12" y="36"/>
                </a:cxn>
                <a:cxn ang="0">
                  <a:pos x="6" y="48"/>
                </a:cxn>
                <a:cxn ang="0">
                  <a:pos x="0" y="54"/>
                </a:cxn>
                <a:cxn ang="0">
                  <a:pos x="24" y="60"/>
                </a:cxn>
                <a:cxn ang="0">
                  <a:pos x="35" y="30"/>
                </a:cxn>
                <a:cxn ang="0">
                  <a:pos x="41" y="24"/>
                </a:cxn>
                <a:cxn ang="0">
                  <a:pos x="41" y="12"/>
                </a:cxn>
                <a:cxn ang="0">
                  <a:pos x="24" y="0"/>
                </a:cxn>
                <a:cxn ang="0">
                  <a:pos x="18" y="12"/>
                </a:cxn>
                <a:cxn ang="0">
                  <a:pos x="12" y="24"/>
                </a:cxn>
                <a:cxn ang="0">
                  <a:pos x="35" y="30"/>
                </a:cxn>
              </a:cxnLst>
              <a:rect l="0" t="0" r="r" b="b"/>
              <a:pathLst>
                <a:path w="41" h="60">
                  <a:moveTo>
                    <a:pt x="24" y="60"/>
                  </a:moveTo>
                  <a:lnTo>
                    <a:pt x="30" y="54"/>
                  </a:lnTo>
                  <a:lnTo>
                    <a:pt x="30" y="42"/>
                  </a:lnTo>
                  <a:lnTo>
                    <a:pt x="12" y="36"/>
                  </a:lnTo>
                  <a:lnTo>
                    <a:pt x="6" y="48"/>
                  </a:lnTo>
                  <a:lnTo>
                    <a:pt x="0" y="54"/>
                  </a:lnTo>
                  <a:lnTo>
                    <a:pt x="24" y="60"/>
                  </a:lnTo>
                  <a:close/>
                  <a:moveTo>
                    <a:pt x="35" y="30"/>
                  </a:moveTo>
                  <a:lnTo>
                    <a:pt x="41" y="24"/>
                  </a:lnTo>
                  <a:lnTo>
                    <a:pt x="41" y="12"/>
                  </a:lnTo>
                  <a:lnTo>
                    <a:pt x="24" y="0"/>
                  </a:lnTo>
                  <a:lnTo>
                    <a:pt x="18" y="12"/>
                  </a:lnTo>
                  <a:lnTo>
                    <a:pt x="12" y="24"/>
                  </a:lnTo>
                  <a:lnTo>
                    <a:pt x="35" y="30"/>
                  </a:lnTo>
                  <a:close/>
                </a:path>
              </a:pathLst>
            </a:custGeom>
            <a:solidFill>
              <a:srgbClr val="FFE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304" name="Freeform 40">
              <a:extLst>
                <a:ext uri="{FF2B5EF4-FFF2-40B4-BE49-F238E27FC236}">
                  <a16:creationId xmlns:a16="http://schemas.microsoft.com/office/drawing/2014/main" id="{43F20985-7091-B0C1-E706-AF24D1B8324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98" y="1812"/>
              <a:ext cx="41" cy="58"/>
            </a:xfrm>
            <a:custGeom>
              <a:avLst/>
              <a:gdLst/>
              <a:ahLst/>
              <a:cxnLst>
                <a:cxn ang="0">
                  <a:pos x="23" y="59"/>
                </a:cxn>
                <a:cxn ang="0">
                  <a:pos x="29" y="47"/>
                </a:cxn>
                <a:cxn ang="0">
                  <a:pos x="29" y="35"/>
                </a:cxn>
                <a:cxn ang="0">
                  <a:pos x="11" y="29"/>
                </a:cxn>
                <a:cxn ang="0">
                  <a:pos x="6" y="41"/>
                </a:cxn>
                <a:cxn ang="0">
                  <a:pos x="0" y="47"/>
                </a:cxn>
                <a:cxn ang="0">
                  <a:pos x="23" y="59"/>
                </a:cxn>
                <a:cxn ang="0">
                  <a:pos x="35" y="29"/>
                </a:cxn>
                <a:cxn ang="0">
                  <a:pos x="41" y="17"/>
                </a:cxn>
                <a:cxn ang="0">
                  <a:pos x="41" y="5"/>
                </a:cxn>
                <a:cxn ang="0">
                  <a:pos x="23" y="0"/>
                </a:cxn>
                <a:cxn ang="0">
                  <a:pos x="17" y="11"/>
                </a:cxn>
                <a:cxn ang="0">
                  <a:pos x="11" y="17"/>
                </a:cxn>
                <a:cxn ang="0">
                  <a:pos x="35" y="29"/>
                </a:cxn>
              </a:cxnLst>
              <a:rect l="0" t="0" r="r" b="b"/>
              <a:pathLst>
                <a:path w="41" h="59">
                  <a:moveTo>
                    <a:pt x="23" y="59"/>
                  </a:moveTo>
                  <a:lnTo>
                    <a:pt x="29" y="47"/>
                  </a:lnTo>
                  <a:lnTo>
                    <a:pt x="29" y="35"/>
                  </a:lnTo>
                  <a:lnTo>
                    <a:pt x="11" y="29"/>
                  </a:lnTo>
                  <a:lnTo>
                    <a:pt x="6" y="41"/>
                  </a:lnTo>
                  <a:lnTo>
                    <a:pt x="0" y="47"/>
                  </a:lnTo>
                  <a:lnTo>
                    <a:pt x="23" y="59"/>
                  </a:lnTo>
                  <a:close/>
                  <a:moveTo>
                    <a:pt x="35" y="29"/>
                  </a:moveTo>
                  <a:lnTo>
                    <a:pt x="41" y="17"/>
                  </a:lnTo>
                  <a:lnTo>
                    <a:pt x="41" y="5"/>
                  </a:lnTo>
                  <a:lnTo>
                    <a:pt x="23" y="0"/>
                  </a:lnTo>
                  <a:lnTo>
                    <a:pt x="17" y="11"/>
                  </a:lnTo>
                  <a:lnTo>
                    <a:pt x="11" y="17"/>
                  </a:lnTo>
                  <a:lnTo>
                    <a:pt x="35" y="29"/>
                  </a:lnTo>
                  <a:close/>
                </a:path>
              </a:pathLst>
            </a:custGeom>
            <a:solidFill>
              <a:srgbClr val="FFE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305" name="Freeform 41">
              <a:extLst>
                <a:ext uri="{FF2B5EF4-FFF2-40B4-BE49-F238E27FC236}">
                  <a16:creationId xmlns:a16="http://schemas.microsoft.com/office/drawing/2014/main" id="{B32FC773-6A0D-2E9A-C219-E97EA4DE87D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21" y="1745"/>
              <a:ext cx="48" cy="60"/>
            </a:xfrm>
            <a:custGeom>
              <a:avLst/>
              <a:gdLst/>
              <a:ahLst/>
              <a:cxnLst>
                <a:cxn ang="0">
                  <a:pos x="24" y="60"/>
                </a:cxn>
                <a:cxn ang="0">
                  <a:pos x="30" y="54"/>
                </a:cxn>
                <a:cxn ang="0">
                  <a:pos x="36" y="42"/>
                </a:cxn>
                <a:cxn ang="0">
                  <a:pos x="12" y="30"/>
                </a:cxn>
                <a:cxn ang="0">
                  <a:pos x="6" y="42"/>
                </a:cxn>
                <a:cxn ang="0">
                  <a:pos x="0" y="54"/>
                </a:cxn>
                <a:cxn ang="0">
                  <a:pos x="24" y="60"/>
                </a:cxn>
                <a:cxn ang="0">
                  <a:pos x="36" y="30"/>
                </a:cxn>
                <a:cxn ang="0">
                  <a:pos x="42" y="24"/>
                </a:cxn>
                <a:cxn ang="0">
                  <a:pos x="48" y="12"/>
                </a:cxn>
                <a:cxn ang="0">
                  <a:pos x="24" y="0"/>
                </a:cxn>
                <a:cxn ang="0">
                  <a:pos x="24" y="12"/>
                </a:cxn>
                <a:cxn ang="0">
                  <a:pos x="18" y="24"/>
                </a:cxn>
                <a:cxn ang="0">
                  <a:pos x="36" y="30"/>
                </a:cxn>
              </a:cxnLst>
              <a:rect l="0" t="0" r="r" b="b"/>
              <a:pathLst>
                <a:path w="48" h="60">
                  <a:moveTo>
                    <a:pt x="24" y="60"/>
                  </a:moveTo>
                  <a:lnTo>
                    <a:pt x="30" y="54"/>
                  </a:lnTo>
                  <a:lnTo>
                    <a:pt x="36" y="42"/>
                  </a:lnTo>
                  <a:lnTo>
                    <a:pt x="12" y="30"/>
                  </a:lnTo>
                  <a:lnTo>
                    <a:pt x="6" y="42"/>
                  </a:lnTo>
                  <a:lnTo>
                    <a:pt x="0" y="54"/>
                  </a:lnTo>
                  <a:lnTo>
                    <a:pt x="24" y="60"/>
                  </a:lnTo>
                  <a:close/>
                  <a:moveTo>
                    <a:pt x="36" y="30"/>
                  </a:moveTo>
                  <a:lnTo>
                    <a:pt x="42" y="24"/>
                  </a:lnTo>
                  <a:lnTo>
                    <a:pt x="48" y="12"/>
                  </a:lnTo>
                  <a:lnTo>
                    <a:pt x="24" y="0"/>
                  </a:lnTo>
                  <a:lnTo>
                    <a:pt x="24" y="12"/>
                  </a:lnTo>
                  <a:lnTo>
                    <a:pt x="18" y="24"/>
                  </a:lnTo>
                  <a:lnTo>
                    <a:pt x="36" y="30"/>
                  </a:lnTo>
                  <a:close/>
                </a:path>
              </a:pathLst>
            </a:custGeom>
            <a:solidFill>
              <a:srgbClr val="FFE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306" name="Freeform 42">
              <a:extLst>
                <a:ext uri="{FF2B5EF4-FFF2-40B4-BE49-F238E27FC236}">
                  <a16:creationId xmlns:a16="http://schemas.microsoft.com/office/drawing/2014/main" id="{326369C8-6594-4F7B-1391-CCF2568894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51" y="1685"/>
              <a:ext cx="48" cy="60"/>
            </a:xfrm>
            <a:custGeom>
              <a:avLst/>
              <a:gdLst/>
              <a:ahLst/>
              <a:cxnLst>
                <a:cxn ang="0">
                  <a:pos x="24" y="60"/>
                </a:cxn>
                <a:cxn ang="0">
                  <a:pos x="30" y="54"/>
                </a:cxn>
                <a:cxn ang="0">
                  <a:pos x="30" y="42"/>
                </a:cxn>
                <a:cxn ang="0">
                  <a:pos x="12" y="30"/>
                </a:cxn>
                <a:cxn ang="0">
                  <a:pos x="6" y="42"/>
                </a:cxn>
                <a:cxn ang="0">
                  <a:pos x="0" y="48"/>
                </a:cxn>
                <a:cxn ang="0">
                  <a:pos x="24" y="60"/>
                </a:cxn>
                <a:cxn ang="0">
                  <a:pos x="36" y="30"/>
                </a:cxn>
                <a:cxn ang="0">
                  <a:pos x="42" y="24"/>
                </a:cxn>
                <a:cxn ang="0">
                  <a:pos x="48" y="12"/>
                </a:cxn>
                <a:cxn ang="0">
                  <a:pos x="30" y="0"/>
                </a:cxn>
                <a:cxn ang="0">
                  <a:pos x="24" y="12"/>
                </a:cxn>
                <a:cxn ang="0">
                  <a:pos x="18" y="18"/>
                </a:cxn>
                <a:cxn ang="0">
                  <a:pos x="36" y="30"/>
                </a:cxn>
              </a:cxnLst>
              <a:rect l="0" t="0" r="r" b="b"/>
              <a:pathLst>
                <a:path w="48" h="60">
                  <a:moveTo>
                    <a:pt x="24" y="60"/>
                  </a:moveTo>
                  <a:lnTo>
                    <a:pt x="30" y="54"/>
                  </a:lnTo>
                  <a:lnTo>
                    <a:pt x="30" y="42"/>
                  </a:lnTo>
                  <a:lnTo>
                    <a:pt x="12" y="30"/>
                  </a:lnTo>
                  <a:lnTo>
                    <a:pt x="6" y="42"/>
                  </a:lnTo>
                  <a:lnTo>
                    <a:pt x="0" y="48"/>
                  </a:lnTo>
                  <a:lnTo>
                    <a:pt x="24" y="60"/>
                  </a:lnTo>
                  <a:close/>
                  <a:moveTo>
                    <a:pt x="36" y="30"/>
                  </a:moveTo>
                  <a:lnTo>
                    <a:pt x="42" y="24"/>
                  </a:lnTo>
                  <a:lnTo>
                    <a:pt x="48" y="12"/>
                  </a:lnTo>
                  <a:lnTo>
                    <a:pt x="30" y="0"/>
                  </a:lnTo>
                  <a:lnTo>
                    <a:pt x="24" y="12"/>
                  </a:lnTo>
                  <a:lnTo>
                    <a:pt x="18" y="18"/>
                  </a:lnTo>
                  <a:lnTo>
                    <a:pt x="36" y="30"/>
                  </a:lnTo>
                  <a:close/>
                </a:path>
              </a:pathLst>
            </a:custGeom>
            <a:solidFill>
              <a:srgbClr val="FFE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307" name="Freeform 43">
              <a:extLst>
                <a:ext uri="{FF2B5EF4-FFF2-40B4-BE49-F238E27FC236}">
                  <a16:creationId xmlns:a16="http://schemas.microsoft.com/office/drawing/2014/main" id="{CBB9BC98-2C38-FFFD-93CA-EDDBD3406CB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80" y="1625"/>
              <a:ext cx="54" cy="60"/>
            </a:xfrm>
            <a:custGeom>
              <a:avLst/>
              <a:gdLst/>
              <a:ahLst/>
              <a:cxnLst>
                <a:cxn ang="0">
                  <a:pos x="24" y="60"/>
                </a:cxn>
                <a:cxn ang="0">
                  <a:pos x="30" y="54"/>
                </a:cxn>
                <a:cxn ang="0">
                  <a:pos x="36" y="42"/>
                </a:cxn>
                <a:cxn ang="0">
                  <a:pos x="12" y="30"/>
                </a:cxn>
                <a:cxn ang="0">
                  <a:pos x="6" y="42"/>
                </a:cxn>
                <a:cxn ang="0">
                  <a:pos x="0" y="48"/>
                </a:cxn>
                <a:cxn ang="0">
                  <a:pos x="24" y="60"/>
                </a:cxn>
                <a:cxn ang="0">
                  <a:pos x="42" y="30"/>
                </a:cxn>
                <a:cxn ang="0">
                  <a:pos x="48" y="24"/>
                </a:cxn>
                <a:cxn ang="0">
                  <a:pos x="54" y="12"/>
                </a:cxn>
                <a:cxn ang="0">
                  <a:pos x="30" y="0"/>
                </a:cxn>
                <a:cxn ang="0">
                  <a:pos x="24" y="12"/>
                </a:cxn>
                <a:cxn ang="0">
                  <a:pos x="18" y="18"/>
                </a:cxn>
                <a:cxn ang="0">
                  <a:pos x="42" y="30"/>
                </a:cxn>
              </a:cxnLst>
              <a:rect l="0" t="0" r="r" b="b"/>
              <a:pathLst>
                <a:path w="54" h="60">
                  <a:moveTo>
                    <a:pt x="24" y="60"/>
                  </a:moveTo>
                  <a:lnTo>
                    <a:pt x="30" y="54"/>
                  </a:lnTo>
                  <a:lnTo>
                    <a:pt x="36" y="42"/>
                  </a:lnTo>
                  <a:lnTo>
                    <a:pt x="12" y="30"/>
                  </a:lnTo>
                  <a:lnTo>
                    <a:pt x="6" y="42"/>
                  </a:lnTo>
                  <a:lnTo>
                    <a:pt x="0" y="48"/>
                  </a:lnTo>
                  <a:lnTo>
                    <a:pt x="24" y="60"/>
                  </a:lnTo>
                  <a:close/>
                  <a:moveTo>
                    <a:pt x="42" y="30"/>
                  </a:moveTo>
                  <a:lnTo>
                    <a:pt x="48" y="24"/>
                  </a:lnTo>
                  <a:lnTo>
                    <a:pt x="54" y="12"/>
                  </a:lnTo>
                  <a:lnTo>
                    <a:pt x="30" y="0"/>
                  </a:lnTo>
                  <a:lnTo>
                    <a:pt x="24" y="12"/>
                  </a:lnTo>
                  <a:lnTo>
                    <a:pt x="18" y="18"/>
                  </a:lnTo>
                  <a:lnTo>
                    <a:pt x="42" y="30"/>
                  </a:lnTo>
                  <a:close/>
                </a:path>
              </a:pathLst>
            </a:custGeom>
            <a:solidFill>
              <a:srgbClr val="FFE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308" name="Freeform 44">
              <a:extLst>
                <a:ext uri="{FF2B5EF4-FFF2-40B4-BE49-F238E27FC236}">
                  <a16:creationId xmlns:a16="http://schemas.microsoft.com/office/drawing/2014/main" id="{75B7DD38-A397-C8D9-2094-3F0079359DF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7" y="1596"/>
              <a:ext cx="36" cy="35"/>
            </a:xfrm>
            <a:custGeom>
              <a:avLst/>
              <a:gdLst/>
              <a:ahLst/>
              <a:cxnLst>
                <a:cxn ang="0">
                  <a:pos x="24" y="35"/>
                </a:cxn>
                <a:cxn ang="0">
                  <a:pos x="30" y="29"/>
                </a:cxn>
                <a:cxn ang="0">
                  <a:pos x="36" y="17"/>
                </a:cxn>
                <a:cxn ang="0">
                  <a:pos x="18" y="0"/>
                </a:cxn>
                <a:cxn ang="0">
                  <a:pos x="12" y="11"/>
                </a:cxn>
                <a:cxn ang="0">
                  <a:pos x="0" y="23"/>
                </a:cxn>
                <a:cxn ang="0">
                  <a:pos x="24" y="35"/>
                </a:cxn>
              </a:cxnLst>
              <a:rect l="0" t="0" r="r" b="b"/>
              <a:pathLst>
                <a:path w="36" h="35">
                  <a:moveTo>
                    <a:pt x="24" y="35"/>
                  </a:moveTo>
                  <a:lnTo>
                    <a:pt x="30" y="29"/>
                  </a:lnTo>
                  <a:lnTo>
                    <a:pt x="36" y="17"/>
                  </a:lnTo>
                  <a:lnTo>
                    <a:pt x="18" y="0"/>
                  </a:lnTo>
                  <a:lnTo>
                    <a:pt x="12" y="11"/>
                  </a:lnTo>
                  <a:lnTo>
                    <a:pt x="0" y="23"/>
                  </a:lnTo>
                  <a:lnTo>
                    <a:pt x="24" y="35"/>
                  </a:lnTo>
                  <a:close/>
                </a:path>
              </a:pathLst>
            </a:custGeom>
            <a:solidFill>
              <a:srgbClr val="FFE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309" name="Rectangle 45">
              <a:extLst>
                <a:ext uri="{FF2B5EF4-FFF2-40B4-BE49-F238E27FC236}">
                  <a16:creationId xmlns:a16="http://schemas.microsoft.com/office/drawing/2014/main" id="{1A09BC39-53B7-5E91-6742-18F2B84467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6" y="1230"/>
              <a:ext cx="65" cy="25"/>
            </a:xfrm>
            <a:prstGeom prst="rect">
              <a:avLst/>
            </a:prstGeom>
            <a:solidFill>
              <a:srgbClr val="FFE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310" name="Freeform 46">
              <a:extLst>
                <a:ext uri="{FF2B5EF4-FFF2-40B4-BE49-F238E27FC236}">
                  <a16:creationId xmlns:a16="http://schemas.microsoft.com/office/drawing/2014/main" id="{557D1EA0-DCEF-3A8C-CFE9-49CFF2EBF48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54" y="837"/>
              <a:ext cx="23" cy="418"/>
            </a:xfrm>
            <a:custGeom>
              <a:avLst/>
              <a:gdLst/>
              <a:ahLst/>
              <a:cxnLst>
                <a:cxn ang="0">
                  <a:pos x="24" y="406"/>
                </a:cxn>
                <a:cxn ang="0">
                  <a:pos x="24" y="0"/>
                </a:cxn>
                <a:cxn ang="0">
                  <a:pos x="0" y="0"/>
                </a:cxn>
                <a:cxn ang="0">
                  <a:pos x="0" y="406"/>
                </a:cxn>
                <a:cxn ang="0">
                  <a:pos x="24" y="406"/>
                </a:cxn>
                <a:cxn ang="0">
                  <a:pos x="0" y="406"/>
                </a:cxn>
                <a:cxn ang="0">
                  <a:pos x="0" y="418"/>
                </a:cxn>
                <a:cxn ang="0">
                  <a:pos x="12" y="418"/>
                </a:cxn>
                <a:cxn ang="0">
                  <a:pos x="12" y="406"/>
                </a:cxn>
                <a:cxn ang="0">
                  <a:pos x="0" y="406"/>
                </a:cxn>
              </a:cxnLst>
              <a:rect l="0" t="0" r="r" b="b"/>
              <a:pathLst>
                <a:path w="24" h="418">
                  <a:moveTo>
                    <a:pt x="24" y="406"/>
                  </a:moveTo>
                  <a:lnTo>
                    <a:pt x="24" y="0"/>
                  </a:lnTo>
                  <a:lnTo>
                    <a:pt x="0" y="0"/>
                  </a:lnTo>
                  <a:lnTo>
                    <a:pt x="0" y="406"/>
                  </a:lnTo>
                  <a:lnTo>
                    <a:pt x="24" y="406"/>
                  </a:lnTo>
                  <a:close/>
                  <a:moveTo>
                    <a:pt x="0" y="406"/>
                  </a:moveTo>
                  <a:lnTo>
                    <a:pt x="0" y="418"/>
                  </a:lnTo>
                  <a:lnTo>
                    <a:pt x="12" y="418"/>
                  </a:lnTo>
                  <a:lnTo>
                    <a:pt x="12" y="406"/>
                  </a:lnTo>
                  <a:lnTo>
                    <a:pt x="0" y="406"/>
                  </a:lnTo>
                  <a:close/>
                </a:path>
              </a:pathLst>
            </a:custGeom>
            <a:solidFill>
              <a:srgbClr val="FFE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311" name="Freeform 47">
              <a:extLst>
                <a:ext uri="{FF2B5EF4-FFF2-40B4-BE49-F238E27FC236}">
                  <a16:creationId xmlns:a16="http://schemas.microsoft.com/office/drawing/2014/main" id="{3ECFF7A2-21AF-C88D-6F7A-A16594ABFAD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54" y="826"/>
              <a:ext cx="77" cy="23"/>
            </a:xfrm>
            <a:custGeom>
              <a:avLst/>
              <a:gdLst/>
              <a:ahLst/>
              <a:cxnLst>
                <a:cxn ang="0">
                  <a:pos x="12" y="24"/>
                </a:cxn>
                <a:cxn ang="0">
                  <a:pos x="78" y="24"/>
                </a:cxn>
                <a:cxn ang="0">
                  <a:pos x="78" y="0"/>
                </a:cxn>
                <a:cxn ang="0">
                  <a:pos x="12" y="0"/>
                </a:cxn>
                <a:cxn ang="0">
                  <a:pos x="12" y="24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0" y="12"/>
                </a:cxn>
                <a:cxn ang="0">
                  <a:pos x="12" y="12"/>
                </a:cxn>
                <a:cxn ang="0">
                  <a:pos x="12" y="0"/>
                </a:cxn>
              </a:cxnLst>
              <a:rect l="0" t="0" r="r" b="b"/>
              <a:pathLst>
                <a:path w="78" h="24">
                  <a:moveTo>
                    <a:pt x="12" y="24"/>
                  </a:moveTo>
                  <a:lnTo>
                    <a:pt x="78" y="24"/>
                  </a:lnTo>
                  <a:lnTo>
                    <a:pt x="78" y="0"/>
                  </a:lnTo>
                  <a:lnTo>
                    <a:pt x="12" y="0"/>
                  </a:lnTo>
                  <a:lnTo>
                    <a:pt x="12" y="24"/>
                  </a:lnTo>
                  <a:close/>
                  <a:moveTo>
                    <a:pt x="12" y="0"/>
                  </a:moveTo>
                  <a:lnTo>
                    <a:pt x="0" y="0"/>
                  </a:lnTo>
                  <a:lnTo>
                    <a:pt x="0" y="12"/>
                  </a:lnTo>
                  <a:lnTo>
                    <a:pt x="12" y="12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FFE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312" name="Freeform 48">
              <a:extLst>
                <a:ext uri="{FF2B5EF4-FFF2-40B4-BE49-F238E27FC236}">
                  <a16:creationId xmlns:a16="http://schemas.microsoft.com/office/drawing/2014/main" id="{A03DDE6D-4B44-D8A0-80BA-CDEE8C15943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6" y="826"/>
              <a:ext cx="70" cy="71"/>
            </a:xfrm>
            <a:custGeom>
              <a:avLst/>
              <a:gdLst/>
              <a:ahLst/>
              <a:cxnLst>
                <a:cxn ang="0">
                  <a:pos x="0" y="18"/>
                </a:cxn>
                <a:cxn ang="0">
                  <a:pos x="54" y="72"/>
                </a:cxn>
                <a:cxn ang="0">
                  <a:pos x="71" y="54"/>
                </a:cxn>
                <a:cxn ang="0">
                  <a:pos x="18" y="0"/>
                </a:cxn>
                <a:cxn ang="0">
                  <a:pos x="0" y="18"/>
                </a:cxn>
              </a:cxnLst>
              <a:rect l="0" t="0" r="r" b="b"/>
              <a:pathLst>
                <a:path w="71" h="72">
                  <a:moveTo>
                    <a:pt x="0" y="18"/>
                  </a:moveTo>
                  <a:lnTo>
                    <a:pt x="54" y="72"/>
                  </a:lnTo>
                  <a:lnTo>
                    <a:pt x="71" y="54"/>
                  </a:lnTo>
                  <a:lnTo>
                    <a:pt x="18" y="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FE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313" name="Freeform 49">
              <a:extLst>
                <a:ext uri="{FF2B5EF4-FFF2-40B4-BE49-F238E27FC236}">
                  <a16:creationId xmlns:a16="http://schemas.microsoft.com/office/drawing/2014/main" id="{921D68BA-421B-8840-6246-E040710CA12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6" y="826"/>
              <a:ext cx="41" cy="41"/>
            </a:xfrm>
            <a:custGeom>
              <a:avLst/>
              <a:gdLst/>
              <a:ahLst/>
              <a:cxnLst>
                <a:cxn ang="0">
                  <a:pos x="0" y="18"/>
                </a:cxn>
                <a:cxn ang="0">
                  <a:pos x="24" y="42"/>
                </a:cxn>
                <a:cxn ang="0">
                  <a:pos x="41" y="30"/>
                </a:cxn>
                <a:cxn ang="0">
                  <a:pos x="18" y="0"/>
                </a:cxn>
                <a:cxn ang="0">
                  <a:pos x="0" y="18"/>
                </a:cxn>
              </a:cxnLst>
              <a:rect l="0" t="0" r="r" b="b"/>
              <a:pathLst>
                <a:path w="41" h="42">
                  <a:moveTo>
                    <a:pt x="0" y="18"/>
                  </a:moveTo>
                  <a:lnTo>
                    <a:pt x="24" y="42"/>
                  </a:lnTo>
                  <a:lnTo>
                    <a:pt x="41" y="30"/>
                  </a:lnTo>
                  <a:lnTo>
                    <a:pt x="18" y="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FE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314" name="Freeform 50">
              <a:extLst>
                <a:ext uri="{FF2B5EF4-FFF2-40B4-BE49-F238E27FC236}">
                  <a16:creationId xmlns:a16="http://schemas.microsoft.com/office/drawing/2014/main" id="{D5BAD001-4718-D2C3-0384-D5C60C215EC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0" y="927"/>
              <a:ext cx="76" cy="77"/>
            </a:xfrm>
            <a:custGeom>
              <a:avLst/>
              <a:gdLst/>
              <a:ahLst/>
              <a:cxnLst>
                <a:cxn ang="0">
                  <a:pos x="0" y="18"/>
                </a:cxn>
                <a:cxn ang="0">
                  <a:pos x="60" y="77"/>
                </a:cxn>
                <a:cxn ang="0">
                  <a:pos x="77" y="59"/>
                </a:cxn>
                <a:cxn ang="0">
                  <a:pos x="18" y="0"/>
                </a:cxn>
                <a:cxn ang="0">
                  <a:pos x="0" y="18"/>
                </a:cxn>
              </a:cxnLst>
              <a:rect l="0" t="0" r="r" b="b"/>
              <a:pathLst>
                <a:path w="77" h="77">
                  <a:moveTo>
                    <a:pt x="0" y="18"/>
                  </a:moveTo>
                  <a:lnTo>
                    <a:pt x="60" y="77"/>
                  </a:lnTo>
                  <a:lnTo>
                    <a:pt x="77" y="59"/>
                  </a:lnTo>
                  <a:lnTo>
                    <a:pt x="18" y="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FE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315" name="Freeform 51">
              <a:extLst>
                <a:ext uri="{FF2B5EF4-FFF2-40B4-BE49-F238E27FC236}">
                  <a16:creationId xmlns:a16="http://schemas.microsoft.com/office/drawing/2014/main" id="{DDC1269C-C2D5-1566-D723-9085E0F820D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0" y="874"/>
              <a:ext cx="76" cy="77"/>
            </a:xfrm>
            <a:custGeom>
              <a:avLst/>
              <a:gdLst/>
              <a:ahLst/>
              <a:cxnLst>
                <a:cxn ang="0">
                  <a:pos x="0" y="18"/>
                </a:cxn>
                <a:cxn ang="0">
                  <a:pos x="60" y="78"/>
                </a:cxn>
                <a:cxn ang="0">
                  <a:pos x="77" y="60"/>
                </a:cxn>
                <a:cxn ang="0">
                  <a:pos x="18" y="0"/>
                </a:cxn>
                <a:cxn ang="0">
                  <a:pos x="0" y="18"/>
                </a:cxn>
              </a:cxnLst>
              <a:rect l="0" t="0" r="r" b="b"/>
              <a:pathLst>
                <a:path w="77" h="78">
                  <a:moveTo>
                    <a:pt x="0" y="18"/>
                  </a:moveTo>
                  <a:lnTo>
                    <a:pt x="60" y="78"/>
                  </a:lnTo>
                  <a:lnTo>
                    <a:pt x="77" y="60"/>
                  </a:lnTo>
                  <a:lnTo>
                    <a:pt x="18" y="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FE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316" name="Freeform 52">
              <a:extLst>
                <a:ext uri="{FF2B5EF4-FFF2-40B4-BE49-F238E27FC236}">
                  <a16:creationId xmlns:a16="http://schemas.microsoft.com/office/drawing/2014/main" id="{2D351C9C-70C9-A03B-87BD-4F040EAE12B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0" y="980"/>
              <a:ext cx="76" cy="79"/>
            </a:xfrm>
            <a:custGeom>
              <a:avLst/>
              <a:gdLst/>
              <a:ahLst/>
              <a:cxnLst>
                <a:cxn ang="0">
                  <a:pos x="0" y="18"/>
                </a:cxn>
                <a:cxn ang="0">
                  <a:pos x="60" y="78"/>
                </a:cxn>
                <a:cxn ang="0">
                  <a:pos x="77" y="60"/>
                </a:cxn>
                <a:cxn ang="0">
                  <a:pos x="18" y="0"/>
                </a:cxn>
                <a:cxn ang="0">
                  <a:pos x="0" y="18"/>
                </a:cxn>
              </a:cxnLst>
              <a:rect l="0" t="0" r="r" b="b"/>
              <a:pathLst>
                <a:path w="77" h="78">
                  <a:moveTo>
                    <a:pt x="0" y="18"/>
                  </a:moveTo>
                  <a:lnTo>
                    <a:pt x="60" y="78"/>
                  </a:lnTo>
                  <a:lnTo>
                    <a:pt x="77" y="60"/>
                  </a:lnTo>
                  <a:lnTo>
                    <a:pt x="18" y="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FE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317" name="Freeform 53">
              <a:extLst>
                <a:ext uri="{FF2B5EF4-FFF2-40B4-BE49-F238E27FC236}">
                  <a16:creationId xmlns:a16="http://schemas.microsoft.com/office/drawing/2014/main" id="{58FE6B5C-ACD8-E214-A9CC-5243BC7EA30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0" y="897"/>
              <a:ext cx="76" cy="77"/>
            </a:xfrm>
            <a:custGeom>
              <a:avLst/>
              <a:gdLst/>
              <a:ahLst/>
              <a:cxnLst>
                <a:cxn ang="0">
                  <a:pos x="0" y="18"/>
                </a:cxn>
                <a:cxn ang="0">
                  <a:pos x="60" y="77"/>
                </a:cxn>
                <a:cxn ang="0">
                  <a:pos x="77" y="66"/>
                </a:cxn>
                <a:cxn ang="0">
                  <a:pos x="18" y="0"/>
                </a:cxn>
                <a:cxn ang="0">
                  <a:pos x="0" y="18"/>
                </a:cxn>
              </a:cxnLst>
              <a:rect l="0" t="0" r="r" b="b"/>
              <a:pathLst>
                <a:path w="77" h="77">
                  <a:moveTo>
                    <a:pt x="0" y="18"/>
                  </a:moveTo>
                  <a:lnTo>
                    <a:pt x="60" y="77"/>
                  </a:lnTo>
                  <a:lnTo>
                    <a:pt x="77" y="66"/>
                  </a:lnTo>
                  <a:lnTo>
                    <a:pt x="18" y="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FE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318" name="Freeform 54">
              <a:extLst>
                <a:ext uri="{FF2B5EF4-FFF2-40B4-BE49-F238E27FC236}">
                  <a16:creationId xmlns:a16="http://schemas.microsoft.com/office/drawing/2014/main" id="{21C7F353-1E47-F427-6ADD-64EBA81AB2E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0" y="843"/>
              <a:ext cx="76" cy="79"/>
            </a:xfrm>
            <a:custGeom>
              <a:avLst/>
              <a:gdLst/>
              <a:ahLst/>
              <a:cxnLst>
                <a:cxn ang="0">
                  <a:pos x="0" y="18"/>
                </a:cxn>
                <a:cxn ang="0">
                  <a:pos x="60" y="78"/>
                </a:cxn>
                <a:cxn ang="0">
                  <a:pos x="77" y="66"/>
                </a:cxn>
                <a:cxn ang="0">
                  <a:pos x="18" y="0"/>
                </a:cxn>
                <a:cxn ang="0">
                  <a:pos x="0" y="18"/>
                </a:cxn>
              </a:cxnLst>
              <a:rect l="0" t="0" r="r" b="b"/>
              <a:pathLst>
                <a:path w="77" h="78">
                  <a:moveTo>
                    <a:pt x="0" y="18"/>
                  </a:moveTo>
                  <a:lnTo>
                    <a:pt x="60" y="78"/>
                  </a:lnTo>
                  <a:lnTo>
                    <a:pt x="77" y="66"/>
                  </a:lnTo>
                  <a:lnTo>
                    <a:pt x="18" y="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FE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319" name="Freeform 55">
              <a:extLst>
                <a:ext uri="{FF2B5EF4-FFF2-40B4-BE49-F238E27FC236}">
                  <a16:creationId xmlns:a16="http://schemas.microsoft.com/office/drawing/2014/main" id="{33F053BB-A8A8-92E6-540C-9D2EB90E6D0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0" y="951"/>
              <a:ext cx="76" cy="77"/>
            </a:xfrm>
            <a:custGeom>
              <a:avLst/>
              <a:gdLst/>
              <a:ahLst/>
              <a:cxnLst>
                <a:cxn ang="0">
                  <a:pos x="0" y="18"/>
                </a:cxn>
                <a:cxn ang="0">
                  <a:pos x="60" y="77"/>
                </a:cxn>
                <a:cxn ang="0">
                  <a:pos x="77" y="65"/>
                </a:cxn>
                <a:cxn ang="0">
                  <a:pos x="18" y="0"/>
                </a:cxn>
                <a:cxn ang="0">
                  <a:pos x="0" y="18"/>
                </a:cxn>
              </a:cxnLst>
              <a:rect l="0" t="0" r="r" b="b"/>
              <a:pathLst>
                <a:path w="77" h="77">
                  <a:moveTo>
                    <a:pt x="0" y="18"/>
                  </a:moveTo>
                  <a:lnTo>
                    <a:pt x="60" y="77"/>
                  </a:lnTo>
                  <a:lnTo>
                    <a:pt x="77" y="65"/>
                  </a:lnTo>
                  <a:lnTo>
                    <a:pt x="18" y="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FE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320" name="Freeform 56">
              <a:extLst>
                <a:ext uri="{FF2B5EF4-FFF2-40B4-BE49-F238E27FC236}">
                  <a16:creationId xmlns:a16="http://schemas.microsoft.com/office/drawing/2014/main" id="{DB0CF7EA-8F28-1D6E-6F8A-C70D1E19FC7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0" y="1005"/>
              <a:ext cx="76" cy="77"/>
            </a:xfrm>
            <a:custGeom>
              <a:avLst/>
              <a:gdLst/>
              <a:ahLst/>
              <a:cxnLst>
                <a:cxn ang="0">
                  <a:pos x="0" y="18"/>
                </a:cxn>
                <a:cxn ang="0">
                  <a:pos x="60" y="78"/>
                </a:cxn>
                <a:cxn ang="0">
                  <a:pos x="77" y="66"/>
                </a:cxn>
                <a:cxn ang="0">
                  <a:pos x="18" y="0"/>
                </a:cxn>
                <a:cxn ang="0">
                  <a:pos x="0" y="18"/>
                </a:cxn>
              </a:cxnLst>
              <a:rect l="0" t="0" r="r" b="b"/>
              <a:pathLst>
                <a:path w="77" h="78">
                  <a:moveTo>
                    <a:pt x="0" y="18"/>
                  </a:moveTo>
                  <a:lnTo>
                    <a:pt x="60" y="78"/>
                  </a:lnTo>
                  <a:lnTo>
                    <a:pt x="77" y="66"/>
                  </a:lnTo>
                  <a:lnTo>
                    <a:pt x="18" y="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FE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321" name="Freeform 57">
              <a:extLst>
                <a:ext uri="{FF2B5EF4-FFF2-40B4-BE49-F238E27FC236}">
                  <a16:creationId xmlns:a16="http://schemas.microsoft.com/office/drawing/2014/main" id="{E8C594BB-A83E-495C-AD83-52BB43512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0" y="1034"/>
              <a:ext cx="76" cy="79"/>
            </a:xfrm>
            <a:custGeom>
              <a:avLst/>
              <a:gdLst/>
              <a:ahLst/>
              <a:cxnLst>
                <a:cxn ang="0">
                  <a:pos x="0" y="18"/>
                </a:cxn>
                <a:cxn ang="0">
                  <a:pos x="60" y="78"/>
                </a:cxn>
                <a:cxn ang="0">
                  <a:pos x="77" y="60"/>
                </a:cxn>
                <a:cxn ang="0">
                  <a:pos x="18" y="0"/>
                </a:cxn>
                <a:cxn ang="0">
                  <a:pos x="0" y="18"/>
                </a:cxn>
              </a:cxnLst>
              <a:rect l="0" t="0" r="r" b="b"/>
              <a:pathLst>
                <a:path w="77" h="78">
                  <a:moveTo>
                    <a:pt x="0" y="18"/>
                  </a:moveTo>
                  <a:lnTo>
                    <a:pt x="60" y="78"/>
                  </a:lnTo>
                  <a:lnTo>
                    <a:pt x="77" y="60"/>
                  </a:lnTo>
                  <a:lnTo>
                    <a:pt x="18" y="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FE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322" name="Freeform 58">
              <a:extLst>
                <a:ext uri="{FF2B5EF4-FFF2-40B4-BE49-F238E27FC236}">
                  <a16:creationId xmlns:a16="http://schemas.microsoft.com/office/drawing/2014/main" id="{56902514-BE52-C564-C463-C6AC4075667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0" y="1142"/>
              <a:ext cx="76" cy="77"/>
            </a:xfrm>
            <a:custGeom>
              <a:avLst/>
              <a:gdLst/>
              <a:ahLst/>
              <a:cxnLst>
                <a:cxn ang="0">
                  <a:pos x="0" y="18"/>
                </a:cxn>
                <a:cxn ang="0">
                  <a:pos x="60" y="77"/>
                </a:cxn>
                <a:cxn ang="0">
                  <a:pos x="77" y="59"/>
                </a:cxn>
                <a:cxn ang="0">
                  <a:pos x="18" y="0"/>
                </a:cxn>
                <a:cxn ang="0">
                  <a:pos x="0" y="18"/>
                </a:cxn>
              </a:cxnLst>
              <a:rect l="0" t="0" r="r" b="b"/>
              <a:pathLst>
                <a:path w="77" h="77">
                  <a:moveTo>
                    <a:pt x="0" y="18"/>
                  </a:moveTo>
                  <a:lnTo>
                    <a:pt x="60" y="77"/>
                  </a:lnTo>
                  <a:lnTo>
                    <a:pt x="77" y="59"/>
                  </a:lnTo>
                  <a:lnTo>
                    <a:pt x="18" y="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FE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323" name="Freeform 59">
              <a:extLst>
                <a:ext uri="{FF2B5EF4-FFF2-40B4-BE49-F238E27FC236}">
                  <a16:creationId xmlns:a16="http://schemas.microsoft.com/office/drawing/2014/main" id="{0A5C7B1C-C5E8-7E89-437D-556EC7B5FA8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0" y="1088"/>
              <a:ext cx="76" cy="79"/>
            </a:xfrm>
            <a:custGeom>
              <a:avLst/>
              <a:gdLst/>
              <a:ahLst/>
              <a:cxnLst>
                <a:cxn ang="0">
                  <a:pos x="0" y="18"/>
                </a:cxn>
                <a:cxn ang="0">
                  <a:pos x="60" y="78"/>
                </a:cxn>
                <a:cxn ang="0">
                  <a:pos x="77" y="60"/>
                </a:cxn>
                <a:cxn ang="0">
                  <a:pos x="18" y="0"/>
                </a:cxn>
                <a:cxn ang="0">
                  <a:pos x="0" y="18"/>
                </a:cxn>
              </a:cxnLst>
              <a:rect l="0" t="0" r="r" b="b"/>
              <a:pathLst>
                <a:path w="77" h="78">
                  <a:moveTo>
                    <a:pt x="0" y="18"/>
                  </a:moveTo>
                  <a:lnTo>
                    <a:pt x="60" y="78"/>
                  </a:lnTo>
                  <a:lnTo>
                    <a:pt x="77" y="60"/>
                  </a:lnTo>
                  <a:lnTo>
                    <a:pt x="18" y="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FE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324" name="Freeform 60">
              <a:extLst>
                <a:ext uri="{FF2B5EF4-FFF2-40B4-BE49-F238E27FC236}">
                  <a16:creationId xmlns:a16="http://schemas.microsoft.com/office/drawing/2014/main" id="{774426F8-E4FA-C438-2C73-B5CC248353F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0" y="1195"/>
              <a:ext cx="54" cy="54"/>
            </a:xfrm>
            <a:custGeom>
              <a:avLst/>
              <a:gdLst/>
              <a:ahLst/>
              <a:cxnLst>
                <a:cxn ang="0">
                  <a:pos x="0" y="18"/>
                </a:cxn>
                <a:cxn ang="0">
                  <a:pos x="36" y="54"/>
                </a:cxn>
                <a:cxn ang="0">
                  <a:pos x="54" y="36"/>
                </a:cxn>
                <a:cxn ang="0">
                  <a:pos x="18" y="0"/>
                </a:cxn>
                <a:cxn ang="0">
                  <a:pos x="0" y="18"/>
                </a:cxn>
              </a:cxnLst>
              <a:rect l="0" t="0" r="r" b="b"/>
              <a:pathLst>
                <a:path w="54" h="54">
                  <a:moveTo>
                    <a:pt x="0" y="18"/>
                  </a:moveTo>
                  <a:lnTo>
                    <a:pt x="36" y="54"/>
                  </a:lnTo>
                  <a:lnTo>
                    <a:pt x="54" y="36"/>
                  </a:lnTo>
                  <a:lnTo>
                    <a:pt x="18" y="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FE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325" name="Freeform 61">
              <a:extLst>
                <a:ext uri="{FF2B5EF4-FFF2-40B4-BE49-F238E27FC236}">
                  <a16:creationId xmlns:a16="http://schemas.microsoft.com/office/drawing/2014/main" id="{B982FE68-61B5-59F8-7357-8C965D881F4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0" y="1112"/>
              <a:ext cx="76" cy="77"/>
            </a:xfrm>
            <a:custGeom>
              <a:avLst/>
              <a:gdLst/>
              <a:ahLst/>
              <a:cxnLst>
                <a:cxn ang="0">
                  <a:pos x="0" y="18"/>
                </a:cxn>
                <a:cxn ang="0">
                  <a:pos x="60" y="77"/>
                </a:cxn>
                <a:cxn ang="0">
                  <a:pos x="77" y="66"/>
                </a:cxn>
                <a:cxn ang="0">
                  <a:pos x="18" y="0"/>
                </a:cxn>
                <a:cxn ang="0">
                  <a:pos x="0" y="18"/>
                </a:cxn>
              </a:cxnLst>
              <a:rect l="0" t="0" r="r" b="b"/>
              <a:pathLst>
                <a:path w="77" h="77">
                  <a:moveTo>
                    <a:pt x="0" y="18"/>
                  </a:moveTo>
                  <a:lnTo>
                    <a:pt x="60" y="77"/>
                  </a:lnTo>
                  <a:lnTo>
                    <a:pt x="77" y="66"/>
                  </a:lnTo>
                  <a:lnTo>
                    <a:pt x="18" y="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FE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326" name="Freeform 62">
              <a:extLst>
                <a:ext uri="{FF2B5EF4-FFF2-40B4-BE49-F238E27FC236}">
                  <a16:creationId xmlns:a16="http://schemas.microsoft.com/office/drawing/2014/main" id="{8FF830A2-8BB4-A5BF-F095-8B4AF03D525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0" y="1059"/>
              <a:ext cx="76" cy="77"/>
            </a:xfrm>
            <a:custGeom>
              <a:avLst/>
              <a:gdLst/>
              <a:ahLst/>
              <a:cxnLst>
                <a:cxn ang="0">
                  <a:pos x="0" y="18"/>
                </a:cxn>
                <a:cxn ang="0">
                  <a:pos x="60" y="78"/>
                </a:cxn>
                <a:cxn ang="0">
                  <a:pos x="77" y="66"/>
                </a:cxn>
                <a:cxn ang="0">
                  <a:pos x="18" y="0"/>
                </a:cxn>
                <a:cxn ang="0">
                  <a:pos x="0" y="18"/>
                </a:cxn>
              </a:cxnLst>
              <a:rect l="0" t="0" r="r" b="b"/>
              <a:pathLst>
                <a:path w="77" h="78">
                  <a:moveTo>
                    <a:pt x="0" y="18"/>
                  </a:moveTo>
                  <a:lnTo>
                    <a:pt x="60" y="78"/>
                  </a:lnTo>
                  <a:lnTo>
                    <a:pt x="77" y="66"/>
                  </a:lnTo>
                  <a:lnTo>
                    <a:pt x="18" y="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FE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327" name="Freeform 63">
              <a:extLst>
                <a:ext uri="{FF2B5EF4-FFF2-40B4-BE49-F238E27FC236}">
                  <a16:creationId xmlns:a16="http://schemas.microsoft.com/office/drawing/2014/main" id="{4EC008AE-BE67-C4D7-524F-C46F919EA70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0" y="1166"/>
              <a:ext cx="76" cy="77"/>
            </a:xfrm>
            <a:custGeom>
              <a:avLst/>
              <a:gdLst/>
              <a:ahLst/>
              <a:cxnLst>
                <a:cxn ang="0">
                  <a:pos x="0" y="18"/>
                </a:cxn>
                <a:cxn ang="0">
                  <a:pos x="60" y="77"/>
                </a:cxn>
                <a:cxn ang="0">
                  <a:pos x="77" y="65"/>
                </a:cxn>
                <a:cxn ang="0">
                  <a:pos x="18" y="0"/>
                </a:cxn>
                <a:cxn ang="0">
                  <a:pos x="0" y="18"/>
                </a:cxn>
              </a:cxnLst>
              <a:rect l="0" t="0" r="r" b="b"/>
              <a:pathLst>
                <a:path w="77" h="77">
                  <a:moveTo>
                    <a:pt x="0" y="18"/>
                  </a:moveTo>
                  <a:lnTo>
                    <a:pt x="60" y="77"/>
                  </a:lnTo>
                  <a:lnTo>
                    <a:pt x="77" y="65"/>
                  </a:lnTo>
                  <a:lnTo>
                    <a:pt x="18" y="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FE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328" name="Freeform 64">
              <a:extLst>
                <a:ext uri="{FF2B5EF4-FFF2-40B4-BE49-F238E27FC236}">
                  <a16:creationId xmlns:a16="http://schemas.microsoft.com/office/drawing/2014/main" id="{4FBD4B29-9E2F-E868-CF23-66DDF46B9A7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0" y="1219"/>
              <a:ext cx="30" cy="31"/>
            </a:xfrm>
            <a:custGeom>
              <a:avLst/>
              <a:gdLst/>
              <a:ahLst/>
              <a:cxnLst>
                <a:cxn ang="0">
                  <a:pos x="0" y="18"/>
                </a:cxn>
                <a:cxn ang="0">
                  <a:pos x="12" y="30"/>
                </a:cxn>
                <a:cxn ang="0">
                  <a:pos x="30" y="12"/>
                </a:cxn>
                <a:cxn ang="0">
                  <a:pos x="18" y="0"/>
                </a:cxn>
                <a:cxn ang="0">
                  <a:pos x="0" y="18"/>
                </a:cxn>
              </a:cxnLst>
              <a:rect l="0" t="0" r="r" b="b"/>
              <a:pathLst>
                <a:path w="30" h="30">
                  <a:moveTo>
                    <a:pt x="0" y="18"/>
                  </a:moveTo>
                  <a:lnTo>
                    <a:pt x="12" y="30"/>
                  </a:lnTo>
                  <a:lnTo>
                    <a:pt x="30" y="12"/>
                  </a:lnTo>
                  <a:lnTo>
                    <a:pt x="18" y="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FE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329" name="Rectangle 65">
              <a:extLst>
                <a:ext uri="{FF2B5EF4-FFF2-40B4-BE49-F238E27FC236}">
                  <a16:creationId xmlns:a16="http://schemas.microsoft.com/office/drawing/2014/main" id="{90BD5542-52AB-B4B0-A3D5-BC519E909B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6" y="826"/>
              <a:ext cx="60" cy="23"/>
            </a:xfrm>
            <a:prstGeom prst="rect">
              <a:avLst/>
            </a:prstGeom>
            <a:solidFill>
              <a:srgbClr val="FFE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330" name="Freeform 66">
              <a:extLst>
                <a:ext uri="{FF2B5EF4-FFF2-40B4-BE49-F238E27FC236}">
                  <a16:creationId xmlns:a16="http://schemas.microsoft.com/office/drawing/2014/main" id="{90F9AC39-358C-3188-9062-5AFF83F77A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04" y="826"/>
              <a:ext cx="25" cy="418"/>
            </a:xfrm>
            <a:custGeom>
              <a:avLst/>
              <a:gdLst/>
              <a:ahLst/>
              <a:cxnLst>
                <a:cxn ang="0">
                  <a:pos x="0" y="12"/>
                </a:cxn>
                <a:cxn ang="0">
                  <a:pos x="0" y="418"/>
                </a:cxn>
                <a:cxn ang="0">
                  <a:pos x="24" y="418"/>
                </a:cxn>
                <a:cxn ang="0">
                  <a:pos x="24" y="12"/>
                </a:cxn>
                <a:cxn ang="0">
                  <a:pos x="0" y="12"/>
                </a:cxn>
                <a:cxn ang="0">
                  <a:pos x="24" y="12"/>
                </a:cxn>
                <a:cxn ang="0">
                  <a:pos x="24" y="0"/>
                </a:cxn>
                <a:cxn ang="0">
                  <a:pos x="12" y="0"/>
                </a:cxn>
                <a:cxn ang="0">
                  <a:pos x="12" y="12"/>
                </a:cxn>
                <a:cxn ang="0">
                  <a:pos x="24" y="12"/>
                </a:cxn>
              </a:cxnLst>
              <a:rect l="0" t="0" r="r" b="b"/>
              <a:pathLst>
                <a:path w="24" h="418">
                  <a:moveTo>
                    <a:pt x="0" y="12"/>
                  </a:moveTo>
                  <a:lnTo>
                    <a:pt x="0" y="418"/>
                  </a:lnTo>
                  <a:lnTo>
                    <a:pt x="24" y="418"/>
                  </a:lnTo>
                  <a:lnTo>
                    <a:pt x="24" y="12"/>
                  </a:lnTo>
                  <a:lnTo>
                    <a:pt x="0" y="12"/>
                  </a:lnTo>
                  <a:close/>
                  <a:moveTo>
                    <a:pt x="24" y="12"/>
                  </a:moveTo>
                  <a:lnTo>
                    <a:pt x="24" y="0"/>
                  </a:lnTo>
                  <a:lnTo>
                    <a:pt x="12" y="0"/>
                  </a:lnTo>
                  <a:lnTo>
                    <a:pt x="12" y="12"/>
                  </a:lnTo>
                  <a:lnTo>
                    <a:pt x="24" y="12"/>
                  </a:lnTo>
                  <a:close/>
                </a:path>
              </a:pathLst>
            </a:custGeom>
            <a:solidFill>
              <a:srgbClr val="FFE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331" name="Freeform 67">
              <a:extLst>
                <a:ext uri="{FF2B5EF4-FFF2-40B4-BE49-F238E27FC236}">
                  <a16:creationId xmlns:a16="http://schemas.microsoft.com/office/drawing/2014/main" id="{D8B302B5-FFB6-B3E3-0FA4-FDAB9F9DCEB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56" y="1230"/>
              <a:ext cx="73" cy="25"/>
            </a:xfrm>
            <a:custGeom>
              <a:avLst/>
              <a:gdLst/>
              <a:ahLst/>
              <a:cxnLst>
                <a:cxn ang="0">
                  <a:pos x="60" y="0"/>
                </a:cxn>
                <a:cxn ang="0">
                  <a:pos x="0" y="0"/>
                </a:cxn>
                <a:cxn ang="0">
                  <a:pos x="0" y="24"/>
                </a:cxn>
                <a:cxn ang="0">
                  <a:pos x="60" y="24"/>
                </a:cxn>
                <a:cxn ang="0">
                  <a:pos x="60" y="0"/>
                </a:cxn>
                <a:cxn ang="0">
                  <a:pos x="60" y="24"/>
                </a:cxn>
                <a:cxn ang="0">
                  <a:pos x="72" y="24"/>
                </a:cxn>
                <a:cxn ang="0">
                  <a:pos x="72" y="12"/>
                </a:cxn>
                <a:cxn ang="0">
                  <a:pos x="60" y="12"/>
                </a:cxn>
                <a:cxn ang="0">
                  <a:pos x="60" y="24"/>
                </a:cxn>
              </a:cxnLst>
              <a:rect l="0" t="0" r="r" b="b"/>
              <a:pathLst>
                <a:path w="72" h="24">
                  <a:moveTo>
                    <a:pt x="60" y="0"/>
                  </a:moveTo>
                  <a:lnTo>
                    <a:pt x="0" y="0"/>
                  </a:lnTo>
                  <a:lnTo>
                    <a:pt x="0" y="24"/>
                  </a:lnTo>
                  <a:lnTo>
                    <a:pt x="60" y="24"/>
                  </a:lnTo>
                  <a:lnTo>
                    <a:pt x="60" y="0"/>
                  </a:lnTo>
                  <a:close/>
                  <a:moveTo>
                    <a:pt x="60" y="24"/>
                  </a:moveTo>
                  <a:lnTo>
                    <a:pt x="72" y="24"/>
                  </a:lnTo>
                  <a:lnTo>
                    <a:pt x="72" y="12"/>
                  </a:lnTo>
                  <a:lnTo>
                    <a:pt x="60" y="12"/>
                  </a:lnTo>
                  <a:lnTo>
                    <a:pt x="60" y="24"/>
                  </a:lnTo>
                  <a:close/>
                </a:path>
              </a:pathLst>
            </a:custGeom>
            <a:solidFill>
              <a:srgbClr val="FFE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332" name="Freeform 68">
              <a:extLst>
                <a:ext uri="{FF2B5EF4-FFF2-40B4-BE49-F238E27FC236}">
                  <a16:creationId xmlns:a16="http://schemas.microsoft.com/office/drawing/2014/main" id="{531092A7-C7FE-5496-21E3-8E772E900F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0" y="1184"/>
              <a:ext cx="66" cy="66"/>
            </a:xfrm>
            <a:custGeom>
              <a:avLst/>
              <a:gdLst/>
              <a:ahLst/>
              <a:cxnLst>
                <a:cxn ang="0">
                  <a:pos x="66" y="47"/>
                </a:cxn>
                <a:cxn ang="0">
                  <a:pos x="18" y="0"/>
                </a:cxn>
                <a:cxn ang="0">
                  <a:pos x="0" y="11"/>
                </a:cxn>
                <a:cxn ang="0">
                  <a:pos x="54" y="65"/>
                </a:cxn>
                <a:cxn ang="0">
                  <a:pos x="66" y="47"/>
                </a:cxn>
              </a:cxnLst>
              <a:rect l="0" t="0" r="r" b="b"/>
              <a:pathLst>
                <a:path w="66" h="65">
                  <a:moveTo>
                    <a:pt x="66" y="47"/>
                  </a:moveTo>
                  <a:lnTo>
                    <a:pt x="18" y="0"/>
                  </a:lnTo>
                  <a:lnTo>
                    <a:pt x="0" y="11"/>
                  </a:lnTo>
                  <a:lnTo>
                    <a:pt x="54" y="65"/>
                  </a:lnTo>
                  <a:lnTo>
                    <a:pt x="66" y="47"/>
                  </a:lnTo>
                  <a:close/>
                </a:path>
              </a:pathLst>
            </a:custGeom>
            <a:solidFill>
              <a:srgbClr val="FFE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333" name="Freeform 69">
              <a:extLst>
                <a:ext uri="{FF2B5EF4-FFF2-40B4-BE49-F238E27FC236}">
                  <a16:creationId xmlns:a16="http://schemas.microsoft.com/office/drawing/2014/main" id="{9F055FE3-74CF-5803-521E-76912A75A9D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0" y="1207"/>
              <a:ext cx="42" cy="42"/>
            </a:xfrm>
            <a:custGeom>
              <a:avLst/>
              <a:gdLst/>
              <a:ahLst/>
              <a:cxnLst>
                <a:cxn ang="0">
                  <a:pos x="42" y="24"/>
                </a:cxn>
                <a:cxn ang="0">
                  <a:pos x="18" y="0"/>
                </a:cxn>
                <a:cxn ang="0">
                  <a:pos x="0" y="18"/>
                </a:cxn>
                <a:cxn ang="0">
                  <a:pos x="24" y="42"/>
                </a:cxn>
                <a:cxn ang="0">
                  <a:pos x="42" y="24"/>
                </a:cxn>
              </a:cxnLst>
              <a:rect l="0" t="0" r="r" b="b"/>
              <a:pathLst>
                <a:path w="42" h="42">
                  <a:moveTo>
                    <a:pt x="42" y="24"/>
                  </a:moveTo>
                  <a:lnTo>
                    <a:pt x="18" y="0"/>
                  </a:lnTo>
                  <a:lnTo>
                    <a:pt x="0" y="18"/>
                  </a:lnTo>
                  <a:lnTo>
                    <a:pt x="24" y="42"/>
                  </a:lnTo>
                  <a:lnTo>
                    <a:pt x="42" y="24"/>
                  </a:lnTo>
                  <a:close/>
                </a:path>
              </a:pathLst>
            </a:custGeom>
            <a:solidFill>
              <a:srgbClr val="FFE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334" name="Freeform 70">
              <a:extLst>
                <a:ext uri="{FF2B5EF4-FFF2-40B4-BE49-F238E27FC236}">
                  <a16:creationId xmlns:a16="http://schemas.microsoft.com/office/drawing/2014/main" id="{E3E30389-6CCE-157A-6FF3-B5905C22257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0" y="1076"/>
              <a:ext cx="79" cy="79"/>
            </a:xfrm>
            <a:custGeom>
              <a:avLst/>
              <a:gdLst/>
              <a:ahLst/>
              <a:cxnLst>
                <a:cxn ang="0">
                  <a:pos x="78" y="60"/>
                </a:cxn>
                <a:cxn ang="0">
                  <a:pos x="18" y="0"/>
                </a:cxn>
                <a:cxn ang="0">
                  <a:pos x="0" y="12"/>
                </a:cxn>
                <a:cxn ang="0">
                  <a:pos x="60" y="78"/>
                </a:cxn>
                <a:cxn ang="0">
                  <a:pos x="78" y="60"/>
                </a:cxn>
              </a:cxnLst>
              <a:rect l="0" t="0" r="r" b="b"/>
              <a:pathLst>
                <a:path w="78" h="78">
                  <a:moveTo>
                    <a:pt x="78" y="60"/>
                  </a:moveTo>
                  <a:lnTo>
                    <a:pt x="18" y="0"/>
                  </a:lnTo>
                  <a:lnTo>
                    <a:pt x="0" y="12"/>
                  </a:lnTo>
                  <a:lnTo>
                    <a:pt x="60" y="78"/>
                  </a:lnTo>
                  <a:lnTo>
                    <a:pt x="78" y="60"/>
                  </a:lnTo>
                  <a:close/>
                </a:path>
              </a:pathLst>
            </a:custGeom>
            <a:solidFill>
              <a:srgbClr val="FFE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335" name="Freeform 71">
              <a:extLst>
                <a:ext uri="{FF2B5EF4-FFF2-40B4-BE49-F238E27FC236}">
                  <a16:creationId xmlns:a16="http://schemas.microsoft.com/office/drawing/2014/main" id="{75B9F2FD-3FDD-086D-97D7-4185CD77835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0" y="1130"/>
              <a:ext cx="79" cy="77"/>
            </a:xfrm>
            <a:custGeom>
              <a:avLst/>
              <a:gdLst/>
              <a:ahLst/>
              <a:cxnLst>
                <a:cxn ang="0">
                  <a:pos x="78" y="59"/>
                </a:cxn>
                <a:cxn ang="0">
                  <a:pos x="18" y="0"/>
                </a:cxn>
                <a:cxn ang="0">
                  <a:pos x="0" y="12"/>
                </a:cxn>
                <a:cxn ang="0">
                  <a:pos x="60" y="77"/>
                </a:cxn>
                <a:cxn ang="0">
                  <a:pos x="78" y="59"/>
                </a:cxn>
              </a:cxnLst>
              <a:rect l="0" t="0" r="r" b="b"/>
              <a:pathLst>
                <a:path w="78" h="77">
                  <a:moveTo>
                    <a:pt x="78" y="59"/>
                  </a:moveTo>
                  <a:lnTo>
                    <a:pt x="18" y="0"/>
                  </a:lnTo>
                  <a:lnTo>
                    <a:pt x="0" y="12"/>
                  </a:lnTo>
                  <a:lnTo>
                    <a:pt x="60" y="77"/>
                  </a:lnTo>
                  <a:lnTo>
                    <a:pt x="78" y="59"/>
                  </a:lnTo>
                  <a:close/>
                </a:path>
              </a:pathLst>
            </a:custGeom>
            <a:solidFill>
              <a:srgbClr val="FFE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336" name="Freeform 72">
              <a:extLst>
                <a:ext uri="{FF2B5EF4-FFF2-40B4-BE49-F238E27FC236}">
                  <a16:creationId xmlns:a16="http://schemas.microsoft.com/office/drawing/2014/main" id="{F34AF12E-5A78-00EF-A0CA-B075EFD756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0" y="1022"/>
              <a:ext cx="79" cy="77"/>
            </a:xfrm>
            <a:custGeom>
              <a:avLst/>
              <a:gdLst/>
              <a:ahLst/>
              <a:cxnLst>
                <a:cxn ang="0">
                  <a:pos x="78" y="60"/>
                </a:cxn>
                <a:cxn ang="0">
                  <a:pos x="18" y="0"/>
                </a:cxn>
                <a:cxn ang="0">
                  <a:pos x="0" y="12"/>
                </a:cxn>
                <a:cxn ang="0">
                  <a:pos x="60" y="78"/>
                </a:cxn>
                <a:cxn ang="0">
                  <a:pos x="78" y="60"/>
                </a:cxn>
              </a:cxnLst>
              <a:rect l="0" t="0" r="r" b="b"/>
              <a:pathLst>
                <a:path w="78" h="78">
                  <a:moveTo>
                    <a:pt x="78" y="60"/>
                  </a:moveTo>
                  <a:lnTo>
                    <a:pt x="18" y="0"/>
                  </a:lnTo>
                  <a:lnTo>
                    <a:pt x="0" y="12"/>
                  </a:lnTo>
                  <a:lnTo>
                    <a:pt x="60" y="78"/>
                  </a:lnTo>
                  <a:lnTo>
                    <a:pt x="78" y="60"/>
                  </a:lnTo>
                  <a:close/>
                </a:path>
              </a:pathLst>
            </a:custGeom>
            <a:solidFill>
              <a:srgbClr val="FFE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337" name="Freeform 73">
              <a:extLst>
                <a:ext uri="{FF2B5EF4-FFF2-40B4-BE49-F238E27FC236}">
                  <a16:creationId xmlns:a16="http://schemas.microsoft.com/office/drawing/2014/main" id="{9B7E4C35-9734-8390-0F3B-D8823B5EB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0" y="1099"/>
              <a:ext cx="79" cy="79"/>
            </a:xfrm>
            <a:custGeom>
              <a:avLst/>
              <a:gdLst/>
              <a:ahLst/>
              <a:cxnLst>
                <a:cxn ang="0">
                  <a:pos x="78" y="60"/>
                </a:cxn>
                <a:cxn ang="0">
                  <a:pos x="18" y="0"/>
                </a:cxn>
                <a:cxn ang="0">
                  <a:pos x="0" y="18"/>
                </a:cxn>
                <a:cxn ang="0">
                  <a:pos x="60" y="78"/>
                </a:cxn>
                <a:cxn ang="0">
                  <a:pos x="78" y="60"/>
                </a:cxn>
              </a:cxnLst>
              <a:rect l="0" t="0" r="r" b="b"/>
              <a:pathLst>
                <a:path w="78" h="78">
                  <a:moveTo>
                    <a:pt x="78" y="60"/>
                  </a:moveTo>
                  <a:lnTo>
                    <a:pt x="18" y="0"/>
                  </a:lnTo>
                  <a:lnTo>
                    <a:pt x="0" y="18"/>
                  </a:lnTo>
                  <a:lnTo>
                    <a:pt x="60" y="78"/>
                  </a:lnTo>
                  <a:lnTo>
                    <a:pt x="78" y="60"/>
                  </a:lnTo>
                  <a:close/>
                </a:path>
              </a:pathLst>
            </a:custGeom>
            <a:solidFill>
              <a:srgbClr val="FFE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338" name="Freeform 74">
              <a:extLst>
                <a:ext uri="{FF2B5EF4-FFF2-40B4-BE49-F238E27FC236}">
                  <a16:creationId xmlns:a16="http://schemas.microsoft.com/office/drawing/2014/main" id="{F81E70E5-04BD-CF1B-C90F-5AD8D85DAFF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0" y="1155"/>
              <a:ext cx="79" cy="76"/>
            </a:xfrm>
            <a:custGeom>
              <a:avLst/>
              <a:gdLst/>
              <a:ahLst/>
              <a:cxnLst>
                <a:cxn ang="0">
                  <a:pos x="78" y="59"/>
                </a:cxn>
                <a:cxn ang="0">
                  <a:pos x="18" y="0"/>
                </a:cxn>
                <a:cxn ang="0">
                  <a:pos x="0" y="18"/>
                </a:cxn>
                <a:cxn ang="0">
                  <a:pos x="60" y="77"/>
                </a:cxn>
                <a:cxn ang="0">
                  <a:pos x="78" y="59"/>
                </a:cxn>
              </a:cxnLst>
              <a:rect l="0" t="0" r="r" b="b"/>
              <a:pathLst>
                <a:path w="78" h="77">
                  <a:moveTo>
                    <a:pt x="78" y="59"/>
                  </a:moveTo>
                  <a:lnTo>
                    <a:pt x="18" y="0"/>
                  </a:lnTo>
                  <a:lnTo>
                    <a:pt x="0" y="18"/>
                  </a:lnTo>
                  <a:lnTo>
                    <a:pt x="60" y="77"/>
                  </a:lnTo>
                  <a:lnTo>
                    <a:pt x="78" y="59"/>
                  </a:lnTo>
                  <a:close/>
                </a:path>
              </a:pathLst>
            </a:custGeom>
            <a:solidFill>
              <a:srgbClr val="FFE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339" name="Freeform 75">
              <a:extLst>
                <a:ext uri="{FF2B5EF4-FFF2-40B4-BE49-F238E27FC236}">
                  <a16:creationId xmlns:a16="http://schemas.microsoft.com/office/drawing/2014/main" id="{77D569A5-42D8-4BEB-01C0-DDA86411F92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0" y="1045"/>
              <a:ext cx="79" cy="79"/>
            </a:xfrm>
            <a:custGeom>
              <a:avLst/>
              <a:gdLst/>
              <a:ahLst/>
              <a:cxnLst>
                <a:cxn ang="0">
                  <a:pos x="78" y="60"/>
                </a:cxn>
                <a:cxn ang="0">
                  <a:pos x="18" y="0"/>
                </a:cxn>
                <a:cxn ang="0">
                  <a:pos x="0" y="18"/>
                </a:cxn>
                <a:cxn ang="0">
                  <a:pos x="60" y="78"/>
                </a:cxn>
                <a:cxn ang="0">
                  <a:pos x="78" y="60"/>
                </a:cxn>
              </a:cxnLst>
              <a:rect l="0" t="0" r="r" b="b"/>
              <a:pathLst>
                <a:path w="78" h="78">
                  <a:moveTo>
                    <a:pt x="78" y="60"/>
                  </a:moveTo>
                  <a:lnTo>
                    <a:pt x="18" y="0"/>
                  </a:lnTo>
                  <a:lnTo>
                    <a:pt x="0" y="18"/>
                  </a:lnTo>
                  <a:lnTo>
                    <a:pt x="60" y="78"/>
                  </a:lnTo>
                  <a:lnTo>
                    <a:pt x="78" y="60"/>
                  </a:lnTo>
                  <a:close/>
                </a:path>
              </a:pathLst>
            </a:custGeom>
            <a:solidFill>
              <a:srgbClr val="FFE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340" name="Freeform 76">
              <a:extLst>
                <a:ext uri="{FF2B5EF4-FFF2-40B4-BE49-F238E27FC236}">
                  <a16:creationId xmlns:a16="http://schemas.microsoft.com/office/drawing/2014/main" id="{66BD3344-54CF-F8A2-E078-3B48787CA6E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0" y="992"/>
              <a:ext cx="79" cy="80"/>
            </a:xfrm>
            <a:custGeom>
              <a:avLst/>
              <a:gdLst/>
              <a:ahLst/>
              <a:cxnLst>
                <a:cxn ang="0">
                  <a:pos x="78" y="60"/>
                </a:cxn>
                <a:cxn ang="0">
                  <a:pos x="18" y="0"/>
                </a:cxn>
                <a:cxn ang="0">
                  <a:pos x="0" y="18"/>
                </a:cxn>
                <a:cxn ang="0">
                  <a:pos x="60" y="78"/>
                </a:cxn>
                <a:cxn ang="0">
                  <a:pos x="78" y="60"/>
                </a:cxn>
              </a:cxnLst>
              <a:rect l="0" t="0" r="r" b="b"/>
              <a:pathLst>
                <a:path w="78" h="78">
                  <a:moveTo>
                    <a:pt x="78" y="60"/>
                  </a:moveTo>
                  <a:lnTo>
                    <a:pt x="18" y="0"/>
                  </a:lnTo>
                  <a:lnTo>
                    <a:pt x="0" y="18"/>
                  </a:lnTo>
                  <a:lnTo>
                    <a:pt x="60" y="78"/>
                  </a:lnTo>
                  <a:lnTo>
                    <a:pt x="78" y="60"/>
                  </a:lnTo>
                  <a:close/>
                </a:path>
              </a:pathLst>
            </a:custGeom>
            <a:solidFill>
              <a:srgbClr val="FFE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341" name="Freeform 77">
              <a:extLst>
                <a:ext uri="{FF2B5EF4-FFF2-40B4-BE49-F238E27FC236}">
                  <a16:creationId xmlns:a16="http://schemas.microsoft.com/office/drawing/2014/main" id="{A4A8E586-8445-F17E-28BD-9107B1366BB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0" y="970"/>
              <a:ext cx="79" cy="76"/>
            </a:xfrm>
            <a:custGeom>
              <a:avLst/>
              <a:gdLst/>
              <a:ahLst/>
              <a:cxnLst>
                <a:cxn ang="0">
                  <a:pos x="78" y="59"/>
                </a:cxn>
                <a:cxn ang="0">
                  <a:pos x="18" y="0"/>
                </a:cxn>
                <a:cxn ang="0">
                  <a:pos x="0" y="11"/>
                </a:cxn>
                <a:cxn ang="0">
                  <a:pos x="60" y="77"/>
                </a:cxn>
                <a:cxn ang="0">
                  <a:pos x="78" y="59"/>
                </a:cxn>
              </a:cxnLst>
              <a:rect l="0" t="0" r="r" b="b"/>
              <a:pathLst>
                <a:path w="78" h="77">
                  <a:moveTo>
                    <a:pt x="78" y="59"/>
                  </a:moveTo>
                  <a:lnTo>
                    <a:pt x="18" y="0"/>
                  </a:lnTo>
                  <a:lnTo>
                    <a:pt x="0" y="11"/>
                  </a:lnTo>
                  <a:lnTo>
                    <a:pt x="60" y="77"/>
                  </a:lnTo>
                  <a:lnTo>
                    <a:pt x="78" y="59"/>
                  </a:lnTo>
                  <a:close/>
                </a:path>
              </a:pathLst>
            </a:custGeom>
            <a:solidFill>
              <a:srgbClr val="FFE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342" name="Freeform 78">
              <a:extLst>
                <a:ext uri="{FF2B5EF4-FFF2-40B4-BE49-F238E27FC236}">
                  <a16:creationId xmlns:a16="http://schemas.microsoft.com/office/drawing/2014/main" id="{966169B8-04A2-95A7-874E-997749CD910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0" y="860"/>
              <a:ext cx="79" cy="79"/>
            </a:xfrm>
            <a:custGeom>
              <a:avLst/>
              <a:gdLst/>
              <a:ahLst/>
              <a:cxnLst>
                <a:cxn ang="0">
                  <a:pos x="78" y="60"/>
                </a:cxn>
                <a:cxn ang="0">
                  <a:pos x="18" y="0"/>
                </a:cxn>
                <a:cxn ang="0">
                  <a:pos x="0" y="12"/>
                </a:cxn>
                <a:cxn ang="0">
                  <a:pos x="60" y="78"/>
                </a:cxn>
                <a:cxn ang="0">
                  <a:pos x="78" y="60"/>
                </a:cxn>
              </a:cxnLst>
              <a:rect l="0" t="0" r="r" b="b"/>
              <a:pathLst>
                <a:path w="78" h="78">
                  <a:moveTo>
                    <a:pt x="78" y="60"/>
                  </a:moveTo>
                  <a:lnTo>
                    <a:pt x="18" y="0"/>
                  </a:lnTo>
                  <a:lnTo>
                    <a:pt x="0" y="12"/>
                  </a:lnTo>
                  <a:lnTo>
                    <a:pt x="60" y="78"/>
                  </a:lnTo>
                  <a:lnTo>
                    <a:pt x="78" y="60"/>
                  </a:lnTo>
                  <a:close/>
                </a:path>
              </a:pathLst>
            </a:custGeom>
            <a:solidFill>
              <a:srgbClr val="FFE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343" name="Freeform 79">
              <a:extLst>
                <a:ext uri="{FF2B5EF4-FFF2-40B4-BE49-F238E27FC236}">
                  <a16:creationId xmlns:a16="http://schemas.microsoft.com/office/drawing/2014/main" id="{45DB62FA-9D54-C6B0-2555-3906C5C3465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0" y="914"/>
              <a:ext cx="79" cy="77"/>
            </a:xfrm>
            <a:custGeom>
              <a:avLst/>
              <a:gdLst/>
              <a:ahLst/>
              <a:cxnLst>
                <a:cxn ang="0">
                  <a:pos x="78" y="59"/>
                </a:cxn>
                <a:cxn ang="0">
                  <a:pos x="18" y="0"/>
                </a:cxn>
                <a:cxn ang="0">
                  <a:pos x="0" y="12"/>
                </a:cxn>
                <a:cxn ang="0">
                  <a:pos x="60" y="77"/>
                </a:cxn>
                <a:cxn ang="0">
                  <a:pos x="78" y="59"/>
                </a:cxn>
              </a:cxnLst>
              <a:rect l="0" t="0" r="r" b="b"/>
              <a:pathLst>
                <a:path w="78" h="77">
                  <a:moveTo>
                    <a:pt x="78" y="59"/>
                  </a:moveTo>
                  <a:lnTo>
                    <a:pt x="18" y="0"/>
                  </a:lnTo>
                  <a:lnTo>
                    <a:pt x="0" y="12"/>
                  </a:lnTo>
                  <a:lnTo>
                    <a:pt x="60" y="77"/>
                  </a:lnTo>
                  <a:lnTo>
                    <a:pt x="78" y="59"/>
                  </a:lnTo>
                  <a:close/>
                </a:path>
              </a:pathLst>
            </a:custGeom>
            <a:solidFill>
              <a:srgbClr val="FFE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344" name="Freeform 80">
              <a:extLst>
                <a:ext uri="{FF2B5EF4-FFF2-40B4-BE49-F238E27FC236}">
                  <a16:creationId xmlns:a16="http://schemas.microsoft.com/office/drawing/2014/main" id="{4678366A-F40F-56A4-F792-D54C6CD9C49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4" y="826"/>
              <a:ext cx="54" cy="61"/>
            </a:xfrm>
            <a:custGeom>
              <a:avLst/>
              <a:gdLst/>
              <a:ahLst/>
              <a:cxnLst>
                <a:cxn ang="0">
                  <a:pos x="54" y="42"/>
                </a:cxn>
                <a:cxn ang="0">
                  <a:pos x="12" y="0"/>
                </a:cxn>
                <a:cxn ang="0">
                  <a:pos x="0" y="18"/>
                </a:cxn>
                <a:cxn ang="0">
                  <a:pos x="36" y="60"/>
                </a:cxn>
                <a:cxn ang="0">
                  <a:pos x="54" y="42"/>
                </a:cxn>
              </a:cxnLst>
              <a:rect l="0" t="0" r="r" b="b"/>
              <a:pathLst>
                <a:path w="54" h="60">
                  <a:moveTo>
                    <a:pt x="54" y="42"/>
                  </a:moveTo>
                  <a:lnTo>
                    <a:pt x="12" y="0"/>
                  </a:lnTo>
                  <a:lnTo>
                    <a:pt x="0" y="18"/>
                  </a:lnTo>
                  <a:lnTo>
                    <a:pt x="36" y="60"/>
                  </a:lnTo>
                  <a:lnTo>
                    <a:pt x="54" y="42"/>
                  </a:lnTo>
                  <a:close/>
                </a:path>
              </a:pathLst>
            </a:custGeom>
            <a:solidFill>
              <a:srgbClr val="FFE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345" name="Freeform 81">
              <a:extLst>
                <a:ext uri="{FF2B5EF4-FFF2-40B4-BE49-F238E27FC236}">
                  <a16:creationId xmlns:a16="http://schemas.microsoft.com/office/drawing/2014/main" id="{734654F7-04CF-09D9-0698-E964309C9F6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0" y="885"/>
              <a:ext cx="79" cy="77"/>
            </a:xfrm>
            <a:custGeom>
              <a:avLst/>
              <a:gdLst/>
              <a:ahLst/>
              <a:cxnLst>
                <a:cxn ang="0">
                  <a:pos x="78" y="60"/>
                </a:cxn>
                <a:cxn ang="0">
                  <a:pos x="18" y="0"/>
                </a:cxn>
                <a:cxn ang="0">
                  <a:pos x="0" y="18"/>
                </a:cxn>
                <a:cxn ang="0">
                  <a:pos x="60" y="78"/>
                </a:cxn>
                <a:cxn ang="0">
                  <a:pos x="78" y="60"/>
                </a:cxn>
              </a:cxnLst>
              <a:rect l="0" t="0" r="r" b="b"/>
              <a:pathLst>
                <a:path w="78" h="78">
                  <a:moveTo>
                    <a:pt x="78" y="60"/>
                  </a:moveTo>
                  <a:lnTo>
                    <a:pt x="18" y="0"/>
                  </a:lnTo>
                  <a:lnTo>
                    <a:pt x="0" y="18"/>
                  </a:lnTo>
                  <a:lnTo>
                    <a:pt x="60" y="78"/>
                  </a:lnTo>
                  <a:lnTo>
                    <a:pt x="78" y="60"/>
                  </a:lnTo>
                  <a:close/>
                </a:path>
              </a:pathLst>
            </a:custGeom>
            <a:solidFill>
              <a:srgbClr val="FFE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346" name="Freeform 82">
              <a:extLst>
                <a:ext uri="{FF2B5EF4-FFF2-40B4-BE49-F238E27FC236}">
                  <a16:creationId xmlns:a16="http://schemas.microsoft.com/office/drawing/2014/main" id="{88256FC0-41BE-A433-DB03-FB6D978B928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0" y="939"/>
              <a:ext cx="79" cy="77"/>
            </a:xfrm>
            <a:custGeom>
              <a:avLst/>
              <a:gdLst/>
              <a:ahLst/>
              <a:cxnLst>
                <a:cxn ang="0">
                  <a:pos x="78" y="59"/>
                </a:cxn>
                <a:cxn ang="0">
                  <a:pos x="18" y="0"/>
                </a:cxn>
                <a:cxn ang="0">
                  <a:pos x="0" y="18"/>
                </a:cxn>
                <a:cxn ang="0">
                  <a:pos x="60" y="77"/>
                </a:cxn>
                <a:cxn ang="0">
                  <a:pos x="78" y="59"/>
                </a:cxn>
              </a:cxnLst>
              <a:rect l="0" t="0" r="r" b="b"/>
              <a:pathLst>
                <a:path w="78" h="77">
                  <a:moveTo>
                    <a:pt x="78" y="59"/>
                  </a:moveTo>
                  <a:lnTo>
                    <a:pt x="18" y="0"/>
                  </a:lnTo>
                  <a:lnTo>
                    <a:pt x="0" y="18"/>
                  </a:lnTo>
                  <a:lnTo>
                    <a:pt x="60" y="77"/>
                  </a:lnTo>
                  <a:lnTo>
                    <a:pt x="78" y="59"/>
                  </a:lnTo>
                  <a:close/>
                </a:path>
              </a:pathLst>
            </a:custGeom>
            <a:solidFill>
              <a:srgbClr val="FFE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347" name="Freeform 83">
              <a:extLst>
                <a:ext uri="{FF2B5EF4-FFF2-40B4-BE49-F238E27FC236}">
                  <a16:creationId xmlns:a16="http://schemas.microsoft.com/office/drawing/2014/main" id="{EE8DDA1F-121D-FF7A-B8DD-CA3E19C1B45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0" y="831"/>
              <a:ext cx="79" cy="77"/>
            </a:xfrm>
            <a:custGeom>
              <a:avLst/>
              <a:gdLst/>
              <a:ahLst/>
              <a:cxnLst>
                <a:cxn ang="0">
                  <a:pos x="78" y="60"/>
                </a:cxn>
                <a:cxn ang="0">
                  <a:pos x="18" y="0"/>
                </a:cxn>
                <a:cxn ang="0">
                  <a:pos x="0" y="18"/>
                </a:cxn>
                <a:cxn ang="0">
                  <a:pos x="60" y="78"/>
                </a:cxn>
                <a:cxn ang="0">
                  <a:pos x="78" y="60"/>
                </a:cxn>
              </a:cxnLst>
              <a:rect l="0" t="0" r="r" b="b"/>
              <a:pathLst>
                <a:path w="78" h="78">
                  <a:moveTo>
                    <a:pt x="78" y="60"/>
                  </a:moveTo>
                  <a:lnTo>
                    <a:pt x="18" y="0"/>
                  </a:lnTo>
                  <a:lnTo>
                    <a:pt x="0" y="18"/>
                  </a:lnTo>
                  <a:lnTo>
                    <a:pt x="60" y="78"/>
                  </a:lnTo>
                  <a:lnTo>
                    <a:pt x="78" y="60"/>
                  </a:lnTo>
                  <a:close/>
                </a:path>
              </a:pathLst>
            </a:custGeom>
            <a:solidFill>
              <a:srgbClr val="FFE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348" name="Freeform 84">
              <a:extLst>
                <a:ext uri="{FF2B5EF4-FFF2-40B4-BE49-F238E27FC236}">
                  <a16:creationId xmlns:a16="http://schemas.microsoft.com/office/drawing/2014/main" id="{FEF3FE05-F747-AD2A-8EE6-0193B1F695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8" y="826"/>
              <a:ext cx="31" cy="29"/>
            </a:xfrm>
            <a:custGeom>
              <a:avLst/>
              <a:gdLst/>
              <a:ahLst/>
              <a:cxnLst>
                <a:cxn ang="0">
                  <a:pos x="30" y="12"/>
                </a:cxn>
                <a:cxn ang="0">
                  <a:pos x="18" y="0"/>
                </a:cxn>
                <a:cxn ang="0">
                  <a:pos x="0" y="18"/>
                </a:cxn>
                <a:cxn ang="0">
                  <a:pos x="12" y="30"/>
                </a:cxn>
                <a:cxn ang="0">
                  <a:pos x="30" y="12"/>
                </a:cxn>
              </a:cxnLst>
              <a:rect l="0" t="0" r="r" b="b"/>
              <a:pathLst>
                <a:path w="30" h="30">
                  <a:moveTo>
                    <a:pt x="30" y="12"/>
                  </a:moveTo>
                  <a:lnTo>
                    <a:pt x="18" y="0"/>
                  </a:lnTo>
                  <a:lnTo>
                    <a:pt x="0" y="18"/>
                  </a:lnTo>
                  <a:lnTo>
                    <a:pt x="12" y="30"/>
                  </a:lnTo>
                  <a:lnTo>
                    <a:pt x="30" y="12"/>
                  </a:lnTo>
                  <a:close/>
                </a:path>
              </a:pathLst>
            </a:custGeom>
            <a:solidFill>
              <a:srgbClr val="FFE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349" name="Freeform 85">
              <a:extLst>
                <a:ext uri="{FF2B5EF4-FFF2-40B4-BE49-F238E27FC236}">
                  <a16:creationId xmlns:a16="http://schemas.microsoft.com/office/drawing/2014/main" id="{D9564195-CF6A-2E44-254C-11836CB2536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7" y="1375"/>
              <a:ext cx="365" cy="233"/>
            </a:xfrm>
            <a:custGeom>
              <a:avLst/>
              <a:gdLst/>
              <a:ahLst/>
              <a:cxnLst>
                <a:cxn ang="0">
                  <a:pos x="18" y="232"/>
                </a:cxn>
                <a:cxn ang="0">
                  <a:pos x="54" y="185"/>
                </a:cxn>
                <a:cxn ang="0">
                  <a:pos x="96" y="143"/>
                </a:cxn>
                <a:cxn ang="0">
                  <a:pos x="132" y="107"/>
                </a:cxn>
                <a:cxn ang="0">
                  <a:pos x="174" y="77"/>
                </a:cxn>
                <a:cxn ang="0">
                  <a:pos x="221" y="53"/>
                </a:cxn>
                <a:cxn ang="0">
                  <a:pos x="269" y="35"/>
                </a:cxn>
                <a:cxn ang="0">
                  <a:pos x="317" y="29"/>
                </a:cxn>
                <a:cxn ang="0">
                  <a:pos x="365" y="23"/>
                </a:cxn>
                <a:cxn ang="0">
                  <a:pos x="365" y="0"/>
                </a:cxn>
                <a:cxn ang="0">
                  <a:pos x="311" y="6"/>
                </a:cxn>
                <a:cxn ang="0">
                  <a:pos x="257" y="18"/>
                </a:cxn>
                <a:cxn ang="0">
                  <a:pos x="209" y="35"/>
                </a:cxn>
                <a:cxn ang="0">
                  <a:pos x="162" y="59"/>
                </a:cxn>
                <a:cxn ang="0">
                  <a:pos x="120" y="89"/>
                </a:cxn>
                <a:cxn ang="0">
                  <a:pos x="78" y="131"/>
                </a:cxn>
                <a:cxn ang="0">
                  <a:pos x="0" y="221"/>
                </a:cxn>
                <a:cxn ang="0">
                  <a:pos x="18" y="232"/>
                </a:cxn>
              </a:cxnLst>
              <a:rect l="0" t="0" r="r" b="b"/>
              <a:pathLst>
                <a:path w="365" h="232">
                  <a:moveTo>
                    <a:pt x="18" y="232"/>
                  </a:moveTo>
                  <a:lnTo>
                    <a:pt x="54" y="185"/>
                  </a:lnTo>
                  <a:lnTo>
                    <a:pt x="96" y="143"/>
                  </a:lnTo>
                  <a:lnTo>
                    <a:pt x="132" y="107"/>
                  </a:lnTo>
                  <a:lnTo>
                    <a:pt x="174" y="77"/>
                  </a:lnTo>
                  <a:lnTo>
                    <a:pt x="221" y="53"/>
                  </a:lnTo>
                  <a:lnTo>
                    <a:pt x="269" y="35"/>
                  </a:lnTo>
                  <a:lnTo>
                    <a:pt x="317" y="29"/>
                  </a:lnTo>
                  <a:lnTo>
                    <a:pt x="365" y="23"/>
                  </a:lnTo>
                  <a:lnTo>
                    <a:pt x="365" y="0"/>
                  </a:lnTo>
                  <a:lnTo>
                    <a:pt x="311" y="6"/>
                  </a:lnTo>
                  <a:lnTo>
                    <a:pt x="257" y="18"/>
                  </a:lnTo>
                  <a:lnTo>
                    <a:pt x="209" y="35"/>
                  </a:lnTo>
                  <a:lnTo>
                    <a:pt x="162" y="59"/>
                  </a:lnTo>
                  <a:lnTo>
                    <a:pt x="120" y="89"/>
                  </a:lnTo>
                  <a:lnTo>
                    <a:pt x="78" y="131"/>
                  </a:lnTo>
                  <a:lnTo>
                    <a:pt x="0" y="221"/>
                  </a:lnTo>
                  <a:lnTo>
                    <a:pt x="18" y="232"/>
                  </a:lnTo>
                  <a:close/>
                </a:path>
              </a:pathLst>
            </a:custGeom>
            <a:solidFill>
              <a:srgbClr val="FFE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350" name="Freeform 86">
              <a:extLst>
                <a:ext uri="{FF2B5EF4-FFF2-40B4-BE49-F238E27FC236}">
                  <a16:creationId xmlns:a16="http://schemas.microsoft.com/office/drawing/2014/main" id="{E1A8AA7C-83B2-AE67-67F2-1A574B5647E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12" y="1375"/>
              <a:ext cx="389" cy="268"/>
            </a:xfrm>
            <a:custGeom>
              <a:avLst/>
              <a:gdLst/>
              <a:ahLst/>
              <a:cxnLst>
                <a:cxn ang="0">
                  <a:pos x="0" y="23"/>
                </a:cxn>
                <a:cxn ang="0">
                  <a:pos x="54" y="29"/>
                </a:cxn>
                <a:cxn ang="0">
                  <a:pos x="102" y="41"/>
                </a:cxn>
                <a:cxn ang="0">
                  <a:pos x="149" y="59"/>
                </a:cxn>
                <a:cxn ang="0">
                  <a:pos x="197" y="89"/>
                </a:cxn>
                <a:cxn ang="0">
                  <a:pos x="239" y="125"/>
                </a:cxn>
                <a:cxn ang="0">
                  <a:pos x="287" y="167"/>
                </a:cxn>
                <a:cxn ang="0">
                  <a:pos x="329" y="215"/>
                </a:cxn>
                <a:cxn ang="0">
                  <a:pos x="371" y="268"/>
                </a:cxn>
                <a:cxn ang="0">
                  <a:pos x="389" y="250"/>
                </a:cxn>
                <a:cxn ang="0">
                  <a:pos x="347" y="197"/>
                </a:cxn>
                <a:cxn ang="0">
                  <a:pos x="305" y="149"/>
                </a:cxn>
                <a:cxn ang="0">
                  <a:pos x="257" y="101"/>
                </a:cxn>
                <a:cxn ang="0">
                  <a:pos x="209" y="65"/>
                </a:cxn>
                <a:cxn ang="0">
                  <a:pos x="161" y="35"/>
                </a:cxn>
                <a:cxn ang="0">
                  <a:pos x="108" y="18"/>
                </a:cxn>
                <a:cxn ang="0">
                  <a:pos x="60" y="6"/>
                </a:cxn>
                <a:cxn ang="0">
                  <a:pos x="0" y="0"/>
                </a:cxn>
                <a:cxn ang="0">
                  <a:pos x="0" y="23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2"/>
                </a:cxn>
                <a:cxn ang="0">
                  <a:pos x="0" y="0"/>
                </a:cxn>
              </a:cxnLst>
              <a:rect l="0" t="0" r="r" b="b"/>
              <a:pathLst>
                <a:path w="389" h="268">
                  <a:moveTo>
                    <a:pt x="0" y="23"/>
                  </a:moveTo>
                  <a:lnTo>
                    <a:pt x="54" y="29"/>
                  </a:lnTo>
                  <a:lnTo>
                    <a:pt x="102" y="41"/>
                  </a:lnTo>
                  <a:lnTo>
                    <a:pt x="149" y="59"/>
                  </a:lnTo>
                  <a:lnTo>
                    <a:pt x="197" y="89"/>
                  </a:lnTo>
                  <a:lnTo>
                    <a:pt x="239" y="125"/>
                  </a:lnTo>
                  <a:lnTo>
                    <a:pt x="287" y="167"/>
                  </a:lnTo>
                  <a:lnTo>
                    <a:pt x="329" y="215"/>
                  </a:lnTo>
                  <a:lnTo>
                    <a:pt x="371" y="268"/>
                  </a:lnTo>
                  <a:lnTo>
                    <a:pt x="389" y="250"/>
                  </a:lnTo>
                  <a:lnTo>
                    <a:pt x="347" y="197"/>
                  </a:lnTo>
                  <a:lnTo>
                    <a:pt x="305" y="149"/>
                  </a:lnTo>
                  <a:lnTo>
                    <a:pt x="257" y="101"/>
                  </a:lnTo>
                  <a:lnTo>
                    <a:pt x="209" y="65"/>
                  </a:lnTo>
                  <a:lnTo>
                    <a:pt x="161" y="35"/>
                  </a:lnTo>
                  <a:lnTo>
                    <a:pt x="108" y="18"/>
                  </a:lnTo>
                  <a:lnTo>
                    <a:pt x="60" y="6"/>
                  </a:lnTo>
                  <a:lnTo>
                    <a:pt x="0" y="0"/>
                  </a:lnTo>
                  <a:lnTo>
                    <a:pt x="0" y="23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E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351" name="Freeform 87">
              <a:extLst>
                <a:ext uri="{FF2B5EF4-FFF2-40B4-BE49-F238E27FC236}">
                  <a16:creationId xmlns:a16="http://schemas.microsoft.com/office/drawing/2014/main" id="{7BBFE955-157E-5F1A-2AC1-8D26897C755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82" y="1625"/>
              <a:ext cx="70" cy="96"/>
            </a:xfrm>
            <a:custGeom>
              <a:avLst/>
              <a:gdLst/>
              <a:ahLst/>
              <a:cxnLst>
                <a:cxn ang="0">
                  <a:pos x="0" y="18"/>
                </a:cxn>
                <a:cxn ang="0">
                  <a:pos x="24" y="54"/>
                </a:cxn>
                <a:cxn ang="0">
                  <a:pos x="48" y="96"/>
                </a:cxn>
                <a:cxn ang="0">
                  <a:pos x="71" y="84"/>
                </a:cxn>
                <a:cxn ang="0">
                  <a:pos x="48" y="42"/>
                </a:cxn>
                <a:cxn ang="0">
                  <a:pos x="18" y="0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6" y="6"/>
                </a:cxn>
                <a:cxn ang="0">
                  <a:pos x="0" y="18"/>
                </a:cxn>
              </a:cxnLst>
              <a:rect l="0" t="0" r="r" b="b"/>
              <a:pathLst>
                <a:path w="71" h="96">
                  <a:moveTo>
                    <a:pt x="0" y="18"/>
                  </a:moveTo>
                  <a:lnTo>
                    <a:pt x="24" y="54"/>
                  </a:lnTo>
                  <a:lnTo>
                    <a:pt x="48" y="96"/>
                  </a:lnTo>
                  <a:lnTo>
                    <a:pt x="71" y="84"/>
                  </a:lnTo>
                  <a:lnTo>
                    <a:pt x="48" y="42"/>
                  </a:lnTo>
                  <a:lnTo>
                    <a:pt x="18" y="0"/>
                  </a:lnTo>
                  <a:lnTo>
                    <a:pt x="0" y="18"/>
                  </a:lnTo>
                  <a:close/>
                  <a:moveTo>
                    <a:pt x="0" y="18"/>
                  </a:moveTo>
                  <a:lnTo>
                    <a:pt x="0" y="18"/>
                  </a:lnTo>
                  <a:lnTo>
                    <a:pt x="0" y="18"/>
                  </a:lnTo>
                  <a:lnTo>
                    <a:pt x="6" y="6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FE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352" name="Freeform 88">
              <a:extLst>
                <a:ext uri="{FF2B5EF4-FFF2-40B4-BE49-F238E27FC236}">
                  <a16:creationId xmlns:a16="http://schemas.microsoft.com/office/drawing/2014/main" id="{9BC0CFD6-A77C-1EDA-09B7-2167D4A1065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730" y="1710"/>
              <a:ext cx="90" cy="118"/>
            </a:xfrm>
            <a:custGeom>
              <a:avLst/>
              <a:gdLst/>
              <a:ahLst/>
              <a:cxnLst>
                <a:cxn ang="0">
                  <a:pos x="0" y="12"/>
                </a:cxn>
                <a:cxn ang="0">
                  <a:pos x="18" y="42"/>
                </a:cxn>
                <a:cxn ang="0">
                  <a:pos x="35" y="66"/>
                </a:cxn>
                <a:cxn ang="0">
                  <a:pos x="53" y="96"/>
                </a:cxn>
                <a:cxn ang="0">
                  <a:pos x="71" y="119"/>
                </a:cxn>
                <a:cxn ang="0">
                  <a:pos x="89" y="113"/>
                </a:cxn>
                <a:cxn ang="0">
                  <a:pos x="59" y="54"/>
                </a:cxn>
                <a:cxn ang="0">
                  <a:pos x="23" y="0"/>
                </a:cxn>
                <a:cxn ang="0">
                  <a:pos x="0" y="12"/>
                </a:cxn>
                <a:cxn ang="0">
                  <a:pos x="23" y="0"/>
                </a:cxn>
                <a:cxn ang="0">
                  <a:pos x="23" y="0"/>
                </a:cxn>
                <a:cxn ang="0">
                  <a:pos x="23" y="0"/>
                </a:cxn>
                <a:cxn ang="0">
                  <a:pos x="12" y="6"/>
                </a:cxn>
                <a:cxn ang="0">
                  <a:pos x="23" y="0"/>
                </a:cxn>
              </a:cxnLst>
              <a:rect l="0" t="0" r="r" b="b"/>
              <a:pathLst>
                <a:path w="89" h="119">
                  <a:moveTo>
                    <a:pt x="0" y="12"/>
                  </a:moveTo>
                  <a:lnTo>
                    <a:pt x="18" y="42"/>
                  </a:lnTo>
                  <a:lnTo>
                    <a:pt x="35" y="66"/>
                  </a:lnTo>
                  <a:lnTo>
                    <a:pt x="53" y="96"/>
                  </a:lnTo>
                  <a:lnTo>
                    <a:pt x="71" y="119"/>
                  </a:lnTo>
                  <a:lnTo>
                    <a:pt x="89" y="113"/>
                  </a:lnTo>
                  <a:lnTo>
                    <a:pt x="59" y="54"/>
                  </a:lnTo>
                  <a:lnTo>
                    <a:pt x="23" y="0"/>
                  </a:lnTo>
                  <a:lnTo>
                    <a:pt x="0" y="12"/>
                  </a:lnTo>
                  <a:close/>
                  <a:moveTo>
                    <a:pt x="23" y="0"/>
                  </a:moveTo>
                  <a:lnTo>
                    <a:pt x="23" y="0"/>
                  </a:lnTo>
                  <a:lnTo>
                    <a:pt x="23" y="0"/>
                  </a:lnTo>
                  <a:lnTo>
                    <a:pt x="12" y="6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FFE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353" name="Freeform 89">
              <a:extLst>
                <a:ext uri="{FF2B5EF4-FFF2-40B4-BE49-F238E27FC236}">
                  <a16:creationId xmlns:a16="http://schemas.microsoft.com/office/drawing/2014/main" id="{B3D1DE78-04B1-287F-7BED-CBB70D38387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02" y="1822"/>
              <a:ext cx="156" cy="705"/>
            </a:xfrm>
            <a:custGeom>
              <a:avLst/>
              <a:gdLst/>
              <a:ahLst/>
              <a:cxnLst>
                <a:cxn ang="0">
                  <a:pos x="0" y="6"/>
                </a:cxn>
                <a:cxn ang="0">
                  <a:pos x="54" y="162"/>
                </a:cxn>
                <a:cxn ang="0">
                  <a:pos x="96" y="329"/>
                </a:cxn>
                <a:cxn ang="0">
                  <a:pos x="126" y="514"/>
                </a:cxn>
                <a:cxn ang="0">
                  <a:pos x="132" y="705"/>
                </a:cxn>
                <a:cxn ang="0">
                  <a:pos x="156" y="705"/>
                </a:cxn>
                <a:cxn ang="0">
                  <a:pos x="144" y="508"/>
                </a:cxn>
                <a:cxn ang="0">
                  <a:pos x="120" y="323"/>
                </a:cxn>
                <a:cxn ang="0">
                  <a:pos x="78" y="156"/>
                </a:cxn>
                <a:cxn ang="0">
                  <a:pos x="18" y="0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6" y="0"/>
                </a:cxn>
                <a:cxn ang="0">
                  <a:pos x="0" y="6"/>
                </a:cxn>
              </a:cxnLst>
              <a:rect l="0" t="0" r="r" b="b"/>
              <a:pathLst>
                <a:path w="156" h="705">
                  <a:moveTo>
                    <a:pt x="0" y="6"/>
                  </a:moveTo>
                  <a:lnTo>
                    <a:pt x="54" y="162"/>
                  </a:lnTo>
                  <a:lnTo>
                    <a:pt x="96" y="329"/>
                  </a:lnTo>
                  <a:lnTo>
                    <a:pt x="126" y="514"/>
                  </a:lnTo>
                  <a:lnTo>
                    <a:pt x="132" y="705"/>
                  </a:lnTo>
                  <a:lnTo>
                    <a:pt x="156" y="705"/>
                  </a:lnTo>
                  <a:lnTo>
                    <a:pt x="144" y="508"/>
                  </a:lnTo>
                  <a:lnTo>
                    <a:pt x="120" y="323"/>
                  </a:lnTo>
                  <a:lnTo>
                    <a:pt x="78" y="156"/>
                  </a:lnTo>
                  <a:lnTo>
                    <a:pt x="18" y="0"/>
                  </a:lnTo>
                  <a:lnTo>
                    <a:pt x="0" y="6"/>
                  </a:lnTo>
                  <a:close/>
                  <a:moveTo>
                    <a:pt x="0" y="6"/>
                  </a:moveTo>
                  <a:lnTo>
                    <a:pt x="0" y="6"/>
                  </a:lnTo>
                  <a:lnTo>
                    <a:pt x="0" y="6"/>
                  </a:lnTo>
                  <a:lnTo>
                    <a:pt x="6" y="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E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354" name="Freeform 90">
              <a:extLst>
                <a:ext uri="{FF2B5EF4-FFF2-40B4-BE49-F238E27FC236}">
                  <a16:creationId xmlns:a16="http://schemas.microsoft.com/office/drawing/2014/main" id="{6410A7C2-44C0-2E48-2759-4D909E34EF2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37" y="2527"/>
              <a:ext cx="121" cy="603"/>
            </a:xfrm>
            <a:custGeom>
              <a:avLst/>
              <a:gdLst/>
              <a:ahLst/>
              <a:cxnLst>
                <a:cxn ang="0">
                  <a:pos x="96" y="0"/>
                </a:cxn>
                <a:cxn ang="0">
                  <a:pos x="90" y="161"/>
                </a:cxn>
                <a:cxn ang="0">
                  <a:pos x="72" y="317"/>
                </a:cxn>
                <a:cxn ang="0">
                  <a:pos x="42" y="460"/>
                </a:cxn>
                <a:cxn ang="0">
                  <a:pos x="0" y="597"/>
                </a:cxn>
                <a:cxn ang="0">
                  <a:pos x="24" y="603"/>
                </a:cxn>
                <a:cxn ang="0">
                  <a:pos x="66" y="466"/>
                </a:cxn>
                <a:cxn ang="0">
                  <a:pos x="96" y="323"/>
                </a:cxn>
                <a:cxn ang="0">
                  <a:pos x="114" y="161"/>
                </a:cxn>
                <a:cxn ang="0">
                  <a:pos x="120" y="0"/>
                </a:cxn>
                <a:cxn ang="0">
                  <a:pos x="96" y="0"/>
                </a:cxn>
                <a:cxn ang="0">
                  <a:pos x="120" y="0"/>
                </a:cxn>
                <a:cxn ang="0">
                  <a:pos x="120" y="0"/>
                </a:cxn>
                <a:cxn ang="0">
                  <a:pos x="108" y="0"/>
                </a:cxn>
                <a:cxn ang="0">
                  <a:pos x="120" y="0"/>
                </a:cxn>
              </a:cxnLst>
              <a:rect l="0" t="0" r="r" b="b"/>
              <a:pathLst>
                <a:path w="120" h="603">
                  <a:moveTo>
                    <a:pt x="96" y="0"/>
                  </a:moveTo>
                  <a:lnTo>
                    <a:pt x="90" y="161"/>
                  </a:lnTo>
                  <a:lnTo>
                    <a:pt x="72" y="317"/>
                  </a:lnTo>
                  <a:lnTo>
                    <a:pt x="42" y="460"/>
                  </a:lnTo>
                  <a:lnTo>
                    <a:pt x="0" y="597"/>
                  </a:lnTo>
                  <a:lnTo>
                    <a:pt x="24" y="603"/>
                  </a:lnTo>
                  <a:lnTo>
                    <a:pt x="66" y="466"/>
                  </a:lnTo>
                  <a:lnTo>
                    <a:pt x="96" y="323"/>
                  </a:lnTo>
                  <a:lnTo>
                    <a:pt x="114" y="161"/>
                  </a:lnTo>
                  <a:lnTo>
                    <a:pt x="120" y="0"/>
                  </a:lnTo>
                  <a:lnTo>
                    <a:pt x="96" y="0"/>
                  </a:lnTo>
                  <a:close/>
                  <a:moveTo>
                    <a:pt x="120" y="0"/>
                  </a:moveTo>
                  <a:lnTo>
                    <a:pt x="120" y="0"/>
                  </a:lnTo>
                  <a:lnTo>
                    <a:pt x="108" y="0"/>
                  </a:lnTo>
                  <a:lnTo>
                    <a:pt x="120" y="0"/>
                  </a:lnTo>
                  <a:close/>
                </a:path>
              </a:pathLst>
            </a:custGeom>
            <a:solidFill>
              <a:srgbClr val="FFE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355" name="Freeform 91">
              <a:extLst>
                <a:ext uri="{FF2B5EF4-FFF2-40B4-BE49-F238E27FC236}">
                  <a16:creationId xmlns:a16="http://schemas.microsoft.com/office/drawing/2014/main" id="{5C7D3DE9-BDA7-1E38-73BB-7258EF68E3E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730" y="3124"/>
              <a:ext cx="132" cy="221"/>
            </a:xfrm>
            <a:custGeom>
              <a:avLst/>
              <a:gdLst/>
              <a:ahLst/>
              <a:cxnLst>
                <a:cxn ang="0">
                  <a:pos x="107" y="0"/>
                </a:cxn>
                <a:cxn ang="0">
                  <a:pos x="83" y="54"/>
                </a:cxn>
                <a:cxn ang="0">
                  <a:pos x="59" y="108"/>
                </a:cxn>
                <a:cxn ang="0">
                  <a:pos x="0" y="209"/>
                </a:cxn>
                <a:cxn ang="0">
                  <a:pos x="18" y="221"/>
                </a:cxn>
                <a:cxn ang="0">
                  <a:pos x="77" y="120"/>
                </a:cxn>
                <a:cxn ang="0">
                  <a:pos x="107" y="66"/>
                </a:cxn>
                <a:cxn ang="0">
                  <a:pos x="131" y="6"/>
                </a:cxn>
                <a:cxn ang="0">
                  <a:pos x="107" y="0"/>
                </a:cxn>
                <a:cxn ang="0">
                  <a:pos x="131" y="6"/>
                </a:cxn>
                <a:cxn ang="0">
                  <a:pos x="131" y="6"/>
                </a:cxn>
                <a:cxn ang="0">
                  <a:pos x="131" y="6"/>
                </a:cxn>
                <a:cxn ang="0">
                  <a:pos x="119" y="6"/>
                </a:cxn>
                <a:cxn ang="0">
                  <a:pos x="131" y="6"/>
                </a:cxn>
              </a:cxnLst>
              <a:rect l="0" t="0" r="r" b="b"/>
              <a:pathLst>
                <a:path w="131" h="221">
                  <a:moveTo>
                    <a:pt x="107" y="0"/>
                  </a:moveTo>
                  <a:lnTo>
                    <a:pt x="83" y="54"/>
                  </a:lnTo>
                  <a:lnTo>
                    <a:pt x="59" y="108"/>
                  </a:lnTo>
                  <a:lnTo>
                    <a:pt x="0" y="209"/>
                  </a:lnTo>
                  <a:lnTo>
                    <a:pt x="18" y="221"/>
                  </a:lnTo>
                  <a:lnTo>
                    <a:pt x="77" y="120"/>
                  </a:lnTo>
                  <a:lnTo>
                    <a:pt x="107" y="66"/>
                  </a:lnTo>
                  <a:lnTo>
                    <a:pt x="131" y="6"/>
                  </a:lnTo>
                  <a:lnTo>
                    <a:pt x="107" y="0"/>
                  </a:lnTo>
                  <a:close/>
                  <a:moveTo>
                    <a:pt x="131" y="6"/>
                  </a:moveTo>
                  <a:lnTo>
                    <a:pt x="131" y="6"/>
                  </a:lnTo>
                  <a:lnTo>
                    <a:pt x="131" y="6"/>
                  </a:lnTo>
                  <a:lnTo>
                    <a:pt x="119" y="6"/>
                  </a:lnTo>
                  <a:lnTo>
                    <a:pt x="131" y="6"/>
                  </a:lnTo>
                  <a:close/>
                </a:path>
              </a:pathLst>
            </a:custGeom>
            <a:solidFill>
              <a:srgbClr val="FFE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356" name="Freeform 92">
              <a:extLst>
                <a:ext uri="{FF2B5EF4-FFF2-40B4-BE49-F238E27FC236}">
                  <a16:creationId xmlns:a16="http://schemas.microsoft.com/office/drawing/2014/main" id="{1E2CB72B-17E3-6138-50CF-67D5967A5E5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57" y="3334"/>
              <a:ext cx="192" cy="252"/>
            </a:xfrm>
            <a:custGeom>
              <a:avLst/>
              <a:gdLst/>
              <a:ahLst/>
              <a:cxnLst>
                <a:cxn ang="0">
                  <a:pos x="174" y="0"/>
                </a:cxn>
                <a:cxn ang="0">
                  <a:pos x="96" y="126"/>
                </a:cxn>
                <a:cxn ang="0">
                  <a:pos x="54" y="185"/>
                </a:cxn>
                <a:cxn ang="0">
                  <a:pos x="0" y="233"/>
                </a:cxn>
                <a:cxn ang="0">
                  <a:pos x="18" y="251"/>
                </a:cxn>
                <a:cxn ang="0">
                  <a:pos x="72" y="197"/>
                </a:cxn>
                <a:cxn ang="0">
                  <a:pos x="114" y="138"/>
                </a:cxn>
                <a:cxn ang="0">
                  <a:pos x="192" y="12"/>
                </a:cxn>
                <a:cxn ang="0">
                  <a:pos x="174" y="0"/>
                </a:cxn>
                <a:cxn ang="0">
                  <a:pos x="192" y="12"/>
                </a:cxn>
                <a:cxn ang="0">
                  <a:pos x="192" y="12"/>
                </a:cxn>
                <a:cxn ang="0">
                  <a:pos x="192" y="12"/>
                </a:cxn>
                <a:cxn ang="0">
                  <a:pos x="180" y="6"/>
                </a:cxn>
                <a:cxn ang="0">
                  <a:pos x="192" y="12"/>
                </a:cxn>
              </a:cxnLst>
              <a:rect l="0" t="0" r="r" b="b"/>
              <a:pathLst>
                <a:path w="192" h="251">
                  <a:moveTo>
                    <a:pt x="174" y="0"/>
                  </a:moveTo>
                  <a:lnTo>
                    <a:pt x="96" y="126"/>
                  </a:lnTo>
                  <a:lnTo>
                    <a:pt x="54" y="185"/>
                  </a:lnTo>
                  <a:lnTo>
                    <a:pt x="0" y="233"/>
                  </a:lnTo>
                  <a:lnTo>
                    <a:pt x="18" y="251"/>
                  </a:lnTo>
                  <a:lnTo>
                    <a:pt x="72" y="197"/>
                  </a:lnTo>
                  <a:lnTo>
                    <a:pt x="114" y="138"/>
                  </a:lnTo>
                  <a:lnTo>
                    <a:pt x="192" y="12"/>
                  </a:lnTo>
                  <a:lnTo>
                    <a:pt x="174" y="0"/>
                  </a:lnTo>
                  <a:close/>
                  <a:moveTo>
                    <a:pt x="192" y="12"/>
                  </a:moveTo>
                  <a:lnTo>
                    <a:pt x="192" y="12"/>
                  </a:lnTo>
                  <a:lnTo>
                    <a:pt x="192" y="12"/>
                  </a:lnTo>
                  <a:lnTo>
                    <a:pt x="180" y="6"/>
                  </a:lnTo>
                  <a:lnTo>
                    <a:pt x="192" y="12"/>
                  </a:lnTo>
                  <a:close/>
                </a:path>
              </a:pathLst>
            </a:custGeom>
            <a:solidFill>
              <a:srgbClr val="FFE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357" name="Freeform 93">
              <a:extLst>
                <a:ext uri="{FF2B5EF4-FFF2-40B4-BE49-F238E27FC236}">
                  <a16:creationId xmlns:a16="http://schemas.microsoft.com/office/drawing/2014/main" id="{0E185BDD-4371-7DE2-EF00-CD3BDB646B8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12" y="3567"/>
              <a:ext cx="263" cy="114"/>
            </a:xfrm>
            <a:custGeom>
              <a:avLst/>
              <a:gdLst/>
              <a:ahLst/>
              <a:cxnLst>
                <a:cxn ang="0">
                  <a:pos x="245" y="0"/>
                </a:cxn>
                <a:cxn ang="0">
                  <a:pos x="185" y="42"/>
                </a:cxn>
                <a:cxn ang="0">
                  <a:pos x="125" y="66"/>
                </a:cxn>
                <a:cxn ang="0">
                  <a:pos x="66" y="84"/>
                </a:cxn>
                <a:cxn ang="0">
                  <a:pos x="0" y="90"/>
                </a:cxn>
                <a:cxn ang="0">
                  <a:pos x="0" y="114"/>
                </a:cxn>
                <a:cxn ang="0">
                  <a:pos x="66" y="108"/>
                </a:cxn>
                <a:cxn ang="0">
                  <a:pos x="131" y="90"/>
                </a:cxn>
                <a:cxn ang="0">
                  <a:pos x="197" y="60"/>
                </a:cxn>
                <a:cxn ang="0">
                  <a:pos x="263" y="18"/>
                </a:cxn>
                <a:cxn ang="0">
                  <a:pos x="245" y="0"/>
                </a:cxn>
                <a:cxn ang="0">
                  <a:pos x="245" y="0"/>
                </a:cxn>
                <a:cxn ang="0">
                  <a:pos x="245" y="0"/>
                </a:cxn>
                <a:cxn ang="0">
                  <a:pos x="245" y="0"/>
                </a:cxn>
                <a:cxn ang="0">
                  <a:pos x="251" y="6"/>
                </a:cxn>
                <a:cxn ang="0">
                  <a:pos x="245" y="0"/>
                </a:cxn>
              </a:cxnLst>
              <a:rect l="0" t="0" r="r" b="b"/>
              <a:pathLst>
                <a:path w="263" h="114">
                  <a:moveTo>
                    <a:pt x="245" y="0"/>
                  </a:moveTo>
                  <a:lnTo>
                    <a:pt x="185" y="42"/>
                  </a:lnTo>
                  <a:lnTo>
                    <a:pt x="125" y="66"/>
                  </a:lnTo>
                  <a:lnTo>
                    <a:pt x="66" y="84"/>
                  </a:lnTo>
                  <a:lnTo>
                    <a:pt x="0" y="90"/>
                  </a:lnTo>
                  <a:lnTo>
                    <a:pt x="0" y="114"/>
                  </a:lnTo>
                  <a:lnTo>
                    <a:pt x="66" y="108"/>
                  </a:lnTo>
                  <a:lnTo>
                    <a:pt x="131" y="90"/>
                  </a:lnTo>
                  <a:lnTo>
                    <a:pt x="197" y="60"/>
                  </a:lnTo>
                  <a:lnTo>
                    <a:pt x="263" y="18"/>
                  </a:lnTo>
                  <a:lnTo>
                    <a:pt x="245" y="0"/>
                  </a:lnTo>
                  <a:close/>
                  <a:moveTo>
                    <a:pt x="245" y="0"/>
                  </a:moveTo>
                  <a:lnTo>
                    <a:pt x="245" y="0"/>
                  </a:lnTo>
                  <a:lnTo>
                    <a:pt x="245" y="0"/>
                  </a:lnTo>
                  <a:lnTo>
                    <a:pt x="251" y="6"/>
                  </a:lnTo>
                  <a:lnTo>
                    <a:pt x="245" y="0"/>
                  </a:lnTo>
                  <a:close/>
                </a:path>
              </a:pathLst>
            </a:custGeom>
            <a:solidFill>
              <a:srgbClr val="FFE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358" name="Freeform 94">
              <a:extLst>
                <a:ext uri="{FF2B5EF4-FFF2-40B4-BE49-F238E27FC236}">
                  <a16:creationId xmlns:a16="http://schemas.microsoft.com/office/drawing/2014/main" id="{A10EDF43-B1B0-1598-9A3B-4303EA5A773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1" y="3942"/>
              <a:ext cx="406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06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06">
                  <a:moveTo>
                    <a:pt x="0" y="0"/>
                  </a:moveTo>
                  <a:lnTo>
                    <a:pt x="40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359" name="Freeform 95">
              <a:extLst>
                <a:ext uri="{FF2B5EF4-FFF2-40B4-BE49-F238E27FC236}">
                  <a16:creationId xmlns:a16="http://schemas.microsoft.com/office/drawing/2014/main" id="{48B3251D-0815-F717-4F36-06E170413C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5" y="3942"/>
              <a:ext cx="59" cy="66"/>
            </a:xfrm>
            <a:custGeom>
              <a:avLst/>
              <a:gdLst/>
              <a:ahLst/>
              <a:cxnLst>
                <a:cxn ang="0">
                  <a:pos x="0" y="66"/>
                </a:cxn>
                <a:cxn ang="0">
                  <a:pos x="59" y="0"/>
                </a:cxn>
                <a:cxn ang="0">
                  <a:pos x="0" y="66"/>
                </a:cxn>
                <a:cxn ang="0">
                  <a:pos x="0" y="66"/>
                </a:cxn>
              </a:cxnLst>
              <a:rect l="0" t="0" r="r" b="b"/>
              <a:pathLst>
                <a:path w="59" h="66">
                  <a:moveTo>
                    <a:pt x="0" y="66"/>
                  </a:moveTo>
                  <a:lnTo>
                    <a:pt x="59" y="0"/>
                  </a:lnTo>
                  <a:lnTo>
                    <a:pt x="0" y="66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360" name="Freeform 96">
              <a:extLst>
                <a:ext uri="{FF2B5EF4-FFF2-40B4-BE49-F238E27FC236}">
                  <a16:creationId xmlns:a16="http://schemas.microsoft.com/office/drawing/2014/main" id="{C82D6319-F7BE-0424-9198-0914F078441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5" y="3942"/>
              <a:ext cx="65" cy="66"/>
            </a:xfrm>
            <a:custGeom>
              <a:avLst/>
              <a:gdLst/>
              <a:ahLst/>
              <a:cxnLst>
                <a:cxn ang="0">
                  <a:pos x="0" y="66"/>
                </a:cxn>
                <a:cxn ang="0">
                  <a:pos x="65" y="0"/>
                </a:cxn>
                <a:cxn ang="0">
                  <a:pos x="0" y="66"/>
                </a:cxn>
                <a:cxn ang="0">
                  <a:pos x="0" y="66"/>
                </a:cxn>
              </a:cxnLst>
              <a:rect l="0" t="0" r="r" b="b"/>
              <a:pathLst>
                <a:path w="65" h="66">
                  <a:moveTo>
                    <a:pt x="0" y="66"/>
                  </a:moveTo>
                  <a:lnTo>
                    <a:pt x="65" y="0"/>
                  </a:lnTo>
                  <a:lnTo>
                    <a:pt x="0" y="66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361" name="Freeform 97">
              <a:extLst>
                <a:ext uri="{FF2B5EF4-FFF2-40B4-BE49-F238E27FC236}">
                  <a16:creationId xmlns:a16="http://schemas.microsoft.com/office/drawing/2014/main" id="{2EB1F6C2-F281-849E-9ABF-605051776C7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5" y="3960"/>
              <a:ext cx="42" cy="48"/>
            </a:xfrm>
            <a:custGeom>
              <a:avLst/>
              <a:gdLst/>
              <a:ahLst/>
              <a:cxnLst>
                <a:cxn ang="0">
                  <a:pos x="0" y="48"/>
                </a:cxn>
                <a:cxn ang="0">
                  <a:pos x="42" y="0"/>
                </a:cxn>
                <a:cxn ang="0">
                  <a:pos x="0" y="48"/>
                </a:cxn>
                <a:cxn ang="0">
                  <a:pos x="0" y="48"/>
                </a:cxn>
              </a:cxnLst>
              <a:rect l="0" t="0" r="r" b="b"/>
              <a:pathLst>
                <a:path w="42" h="48">
                  <a:moveTo>
                    <a:pt x="0" y="48"/>
                  </a:moveTo>
                  <a:lnTo>
                    <a:pt x="42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362" name="Freeform 98">
              <a:extLst>
                <a:ext uri="{FF2B5EF4-FFF2-40B4-BE49-F238E27FC236}">
                  <a16:creationId xmlns:a16="http://schemas.microsoft.com/office/drawing/2014/main" id="{BED3548D-C37F-E905-89FA-008EE1188AB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2" y="3942"/>
              <a:ext cx="59" cy="66"/>
            </a:xfrm>
            <a:custGeom>
              <a:avLst/>
              <a:gdLst/>
              <a:ahLst/>
              <a:cxnLst>
                <a:cxn ang="0">
                  <a:pos x="0" y="66"/>
                </a:cxn>
                <a:cxn ang="0">
                  <a:pos x="59" y="0"/>
                </a:cxn>
                <a:cxn ang="0">
                  <a:pos x="0" y="66"/>
                </a:cxn>
                <a:cxn ang="0">
                  <a:pos x="0" y="66"/>
                </a:cxn>
              </a:cxnLst>
              <a:rect l="0" t="0" r="r" b="b"/>
              <a:pathLst>
                <a:path w="59" h="66">
                  <a:moveTo>
                    <a:pt x="0" y="66"/>
                  </a:moveTo>
                  <a:lnTo>
                    <a:pt x="59" y="0"/>
                  </a:lnTo>
                  <a:lnTo>
                    <a:pt x="0" y="66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363" name="Freeform 99">
              <a:extLst>
                <a:ext uri="{FF2B5EF4-FFF2-40B4-BE49-F238E27FC236}">
                  <a16:creationId xmlns:a16="http://schemas.microsoft.com/office/drawing/2014/main" id="{E4803988-CBE5-D8AC-DC89-CD9365D8FB7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8" y="3942"/>
              <a:ext cx="60" cy="66"/>
            </a:xfrm>
            <a:custGeom>
              <a:avLst/>
              <a:gdLst/>
              <a:ahLst/>
              <a:cxnLst>
                <a:cxn ang="0">
                  <a:pos x="0" y="66"/>
                </a:cxn>
                <a:cxn ang="0">
                  <a:pos x="60" y="0"/>
                </a:cxn>
                <a:cxn ang="0">
                  <a:pos x="0" y="66"/>
                </a:cxn>
                <a:cxn ang="0">
                  <a:pos x="0" y="66"/>
                </a:cxn>
              </a:cxnLst>
              <a:rect l="0" t="0" r="r" b="b"/>
              <a:pathLst>
                <a:path w="60" h="66">
                  <a:moveTo>
                    <a:pt x="0" y="66"/>
                  </a:moveTo>
                  <a:lnTo>
                    <a:pt x="60" y="0"/>
                  </a:lnTo>
                  <a:lnTo>
                    <a:pt x="0" y="66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364" name="Freeform 100">
              <a:extLst>
                <a:ext uri="{FF2B5EF4-FFF2-40B4-BE49-F238E27FC236}">
                  <a16:creationId xmlns:a16="http://schemas.microsoft.com/office/drawing/2014/main" id="{0D0E32D2-7F7B-3FA0-FD3A-0E82ACF1267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0" y="3985"/>
              <a:ext cx="17" cy="23"/>
            </a:xfrm>
            <a:custGeom>
              <a:avLst/>
              <a:gdLst/>
              <a:ahLst/>
              <a:cxnLst>
                <a:cxn ang="0">
                  <a:pos x="0" y="24"/>
                </a:cxn>
                <a:cxn ang="0">
                  <a:pos x="18" y="0"/>
                </a:cxn>
                <a:cxn ang="0">
                  <a:pos x="0" y="24"/>
                </a:cxn>
                <a:cxn ang="0">
                  <a:pos x="0" y="24"/>
                </a:cxn>
              </a:cxnLst>
              <a:rect l="0" t="0" r="r" b="b"/>
              <a:pathLst>
                <a:path w="18" h="24">
                  <a:moveTo>
                    <a:pt x="0" y="24"/>
                  </a:moveTo>
                  <a:lnTo>
                    <a:pt x="18" y="0"/>
                  </a:lnTo>
                  <a:lnTo>
                    <a:pt x="0" y="24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365" name="Freeform 101">
              <a:extLst>
                <a:ext uri="{FF2B5EF4-FFF2-40B4-BE49-F238E27FC236}">
                  <a16:creationId xmlns:a16="http://schemas.microsoft.com/office/drawing/2014/main" id="{26C85116-DBEE-BAF1-EFB3-D46585CDFCA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7" y="3942"/>
              <a:ext cx="59" cy="66"/>
            </a:xfrm>
            <a:custGeom>
              <a:avLst/>
              <a:gdLst/>
              <a:ahLst/>
              <a:cxnLst>
                <a:cxn ang="0">
                  <a:pos x="0" y="66"/>
                </a:cxn>
                <a:cxn ang="0">
                  <a:pos x="59" y="0"/>
                </a:cxn>
                <a:cxn ang="0">
                  <a:pos x="0" y="66"/>
                </a:cxn>
                <a:cxn ang="0">
                  <a:pos x="0" y="66"/>
                </a:cxn>
              </a:cxnLst>
              <a:rect l="0" t="0" r="r" b="b"/>
              <a:pathLst>
                <a:path w="59" h="66">
                  <a:moveTo>
                    <a:pt x="0" y="66"/>
                  </a:moveTo>
                  <a:lnTo>
                    <a:pt x="59" y="0"/>
                  </a:lnTo>
                  <a:lnTo>
                    <a:pt x="0" y="66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366" name="Freeform 102">
              <a:extLst>
                <a:ext uri="{FF2B5EF4-FFF2-40B4-BE49-F238E27FC236}">
                  <a16:creationId xmlns:a16="http://schemas.microsoft.com/office/drawing/2014/main" id="{42C6B1EA-A7F6-4285-533D-62003697DD2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5" y="3942"/>
              <a:ext cx="65" cy="66"/>
            </a:xfrm>
            <a:custGeom>
              <a:avLst/>
              <a:gdLst/>
              <a:ahLst/>
              <a:cxnLst>
                <a:cxn ang="0">
                  <a:pos x="0" y="66"/>
                </a:cxn>
                <a:cxn ang="0">
                  <a:pos x="65" y="0"/>
                </a:cxn>
                <a:cxn ang="0">
                  <a:pos x="0" y="66"/>
                </a:cxn>
                <a:cxn ang="0">
                  <a:pos x="0" y="66"/>
                </a:cxn>
              </a:cxnLst>
              <a:rect l="0" t="0" r="r" b="b"/>
              <a:pathLst>
                <a:path w="65" h="66">
                  <a:moveTo>
                    <a:pt x="0" y="66"/>
                  </a:moveTo>
                  <a:lnTo>
                    <a:pt x="65" y="0"/>
                  </a:lnTo>
                  <a:lnTo>
                    <a:pt x="0" y="66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367" name="Freeform 103">
              <a:extLst>
                <a:ext uri="{FF2B5EF4-FFF2-40B4-BE49-F238E27FC236}">
                  <a16:creationId xmlns:a16="http://schemas.microsoft.com/office/drawing/2014/main" id="{85ED35C7-B625-B3FB-599C-A07E9D550FA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7" y="3948"/>
              <a:ext cx="30" cy="29"/>
            </a:xfrm>
            <a:custGeom>
              <a:avLst/>
              <a:gdLst/>
              <a:ahLst/>
              <a:cxnLst>
                <a:cxn ang="0">
                  <a:pos x="0" y="30"/>
                </a:cxn>
                <a:cxn ang="0">
                  <a:pos x="30" y="0"/>
                </a:cxn>
                <a:cxn ang="0">
                  <a:pos x="0" y="30"/>
                </a:cxn>
                <a:cxn ang="0">
                  <a:pos x="0" y="30"/>
                </a:cxn>
              </a:cxnLst>
              <a:rect l="0" t="0" r="r" b="b"/>
              <a:pathLst>
                <a:path w="30" h="30">
                  <a:moveTo>
                    <a:pt x="0" y="30"/>
                  </a:moveTo>
                  <a:lnTo>
                    <a:pt x="3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pic>
          <p:nvPicPr>
            <p:cNvPr id="15481" name="Picture 104">
              <a:extLst>
                <a:ext uri="{FF2B5EF4-FFF2-40B4-BE49-F238E27FC236}">
                  <a16:creationId xmlns:a16="http://schemas.microsoft.com/office/drawing/2014/main" id="{6CD9E686-5D10-A69C-04A3-0073543277E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64" y="825"/>
              <a:ext cx="60" cy="31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482" name="Picture 105">
              <a:extLst>
                <a:ext uri="{FF2B5EF4-FFF2-40B4-BE49-F238E27FC236}">
                  <a16:creationId xmlns:a16="http://schemas.microsoft.com/office/drawing/2014/main" id="{4C2D690C-2197-F38D-FDD2-C80FFDC9804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64" y="825"/>
              <a:ext cx="60" cy="31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370" name="Freeform 106">
              <a:extLst>
                <a:ext uri="{FF2B5EF4-FFF2-40B4-BE49-F238E27FC236}">
                  <a16:creationId xmlns:a16="http://schemas.microsoft.com/office/drawing/2014/main" id="{C67C20E7-CE08-7E07-ECA3-AE6D27E8E16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0" y="3912"/>
              <a:ext cx="22" cy="25"/>
            </a:xfrm>
            <a:custGeom>
              <a:avLst/>
              <a:gdLst/>
              <a:ahLst/>
              <a:cxnLst>
                <a:cxn ang="0">
                  <a:pos x="24" y="24"/>
                </a:cxn>
                <a:cxn ang="0">
                  <a:pos x="6" y="18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6" y="18"/>
                </a:cxn>
                <a:cxn ang="0">
                  <a:pos x="24" y="24"/>
                </a:cxn>
                <a:cxn ang="0">
                  <a:pos x="24" y="24"/>
                </a:cxn>
              </a:cxnLst>
              <a:rect l="0" t="0" r="r" b="b"/>
              <a:pathLst>
                <a:path w="24" h="24">
                  <a:moveTo>
                    <a:pt x="24" y="24"/>
                  </a:moveTo>
                  <a:lnTo>
                    <a:pt x="6" y="18"/>
                  </a:lnTo>
                  <a:lnTo>
                    <a:pt x="0" y="0"/>
                  </a:lnTo>
                  <a:lnTo>
                    <a:pt x="0" y="0"/>
                  </a:lnTo>
                  <a:lnTo>
                    <a:pt x="6" y="18"/>
                  </a:lnTo>
                  <a:lnTo>
                    <a:pt x="24" y="24"/>
                  </a:lnTo>
                  <a:lnTo>
                    <a:pt x="24" y="2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371" name="Freeform 107">
              <a:extLst>
                <a:ext uri="{FF2B5EF4-FFF2-40B4-BE49-F238E27FC236}">
                  <a16:creationId xmlns:a16="http://schemas.microsoft.com/office/drawing/2014/main" id="{61C38546-CBA7-EFBF-6493-BB40771BFB1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70" y="855"/>
              <a:ext cx="0" cy="3057"/>
            </a:xfrm>
            <a:custGeom>
              <a:avLst/>
              <a:gdLst/>
              <a:ahLst/>
              <a:cxnLst>
                <a:cxn ang="0">
                  <a:pos x="0" y="3057"/>
                </a:cxn>
                <a:cxn ang="0">
                  <a:pos x="0" y="0"/>
                </a:cxn>
                <a:cxn ang="0">
                  <a:pos x="0" y="3057"/>
                </a:cxn>
                <a:cxn ang="0">
                  <a:pos x="0" y="3057"/>
                </a:cxn>
                <a:cxn ang="0">
                  <a:pos x="0" y="3057"/>
                </a:cxn>
                <a:cxn ang="0">
                  <a:pos x="0" y="3057"/>
                </a:cxn>
                <a:cxn ang="0">
                  <a:pos x="0" y="3057"/>
                </a:cxn>
              </a:cxnLst>
              <a:rect l="0" t="0" r="r" b="b"/>
              <a:pathLst>
                <a:path h="3057">
                  <a:moveTo>
                    <a:pt x="0" y="3057"/>
                  </a:moveTo>
                  <a:lnTo>
                    <a:pt x="0" y="0"/>
                  </a:lnTo>
                  <a:lnTo>
                    <a:pt x="0" y="3057"/>
                  </a:lnTo>
                  <a:lnTo>
                    <a:pt x="0" y="3057"/>
                  </a:lnTo>
                  <a:close/>
                  <a:moveTo>
                    <a:pt x="0" y="3057"/>
                  </a:moveTo>
                  <a:lnTo>
                    <a:pt x="0" y="3057"/>
                  </a:lnTo>
                  <a:lnTo>
                    <a:pt x="0" y="305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372" name="Freeform 108">
              <a:extLst>
                <a:ext uri="{FF2B5EF4-FFF2-40B4-BE49-F238E27FC236}">
                  <a16:creationId xmlns:a16="http://schemas.microsoft.com/office/drawing/2014/main" id="{B865DD42-5F1F-A522-4A43-E7D0F4F6480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70" y="831"/>
              <a:ext cx="22" cy="23"/>
            </a:xfrm>
            <a:custGeom>
              <a:avLst/>
              <a:gdLst/>
              <a:ahLst/>
              <a:cxnLst>
                <a:cxn ang="0">
                  <a:pos x="0" y="24"/>
                </a:cxn>
                <a:cxn ang="0">
                  <a:pos x="6" y="6"/>
                </a:cxn>
                <a:cxn ang="0">
                  <a:pos x="24" y="0"/>
                </a:cxn>
                <a:cxn ang="0">
                  <a:pos x="24" y="0"/>
                </a:cxn>
                <a:cxn ang="0">
                  <a:pos x="6" y="6"/>
                </a:cxn>
                <a:cxn ang="0">
                  <a:pos x="0" y="24"/>
                </a:cxn>
                <a:cxn ang="0">
                  <a:pos x="0" y="24"/>
                </a:cxn>
                <a:cxn ang="0">
                  <a:pos x="0" y="24"/>
                </a:cxn>
                <a:cxn ang="0">
                  <a:pos x="0" y="24"/>
                </a:cxn>
                <a:cxn ang="0">
                  <a:pos x="0" y="24"/>
                </a:cxn>
              </a:cxnLst>
              <a:rect l="0" t="0" r="r" b="b"/>
              <a:pathLst>
                <a:path w="24" h="24">
                  <a:moveTo>
                    <a:pt x="0" y="24"/>
                  </a:moveTo>
                  <a:lnTo>
                    <a:pt x="6" y="6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6" y="6"/>
                  </a:lnTo>
                  <a:lnTo>
                    <a:pt x="0" y="24"/>
                  </a:lnTo>
                  <a:lnTo>
                    <a:pt x="0" y="24"/>
                  </a:lnTo>
                  <a:close/>
                  <a:moveTo>
                    <a:pt x="0" y="24"/>
                  </a:moveTo>
                  <a:lnTo>
                    <a:pt x="0" y="24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373" name="Freeform 109">
              <a:extLst>
                <a:ext uri="{FF2B5EF4-FFF2-40B4-BE49-F238E27FC236}">
                  <a16:creationId xmlns:a16="http://schemas.microsoft.com/office/drawing/2014/main" id="{2DD59390-A329-0232-3F72-62793F8110C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94" y="831"/>
              <a:ext cx="26" cy="2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8" y="6"/>
                </a:cxn>
                <a:cxn ang="0">
                  <a:pos x="24" y="24"/>
                </a:cxn>
                <a:cxn ang="0">
                  <a:pos x="24" y="24"/>
                </a:cxn>
                <a:cxn ang="0">
                  <a:pos x="18" y="6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4" h="24">
                  <a:moveTo>
                    <a:pt x="0" y="0"/>
                  </a:moveTo>
                  <a:lnTo>
                    <a:pt x="18" y="6"/>
                  </a:lnTo>
                  <a:lnTo>
                    <a:pt x="24" y="24"/>
                  </a:lnTo>
                  <a:lnTo>
                    <a:pt x="24" y="24"/>
                  </a:lnTo>
                  <a:lnTo>
                    <a:pt x="18" y="6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374" name="Freeform 110">
              <a:extLst>
                <a:ext uri="{FF2B5EF4-FFF2-40B4-BE49-F238E27FC236}">
                  <a16:creationId xmlns:a16="http://schemas.microsoft.com/office/drawing/2014/main" id="{28067CE0-85FA-DE52-1798-BA74A1A2A5D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18" y="855"/>
              <a:ext cx="1" cy="305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3057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h="3057">
                  <a:moveTo>
                    <a:pt x="0" y="0"/>
                  </a:moveTo>
                  <a:lnTo>
                    <a:pt x="0" y="3057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375" name="Freeform 111">
              <a:extLst>
                <a:ext uri="{FF2B5EF4-FFF2-40B4-BE49-F238E27FC236}">
                  <a16:creationId xmlns:a16="http://schemas.microsoft.com/office/drawing/2014/main" id="{CAB43513-92C6-C305-491A-D08C3E31B99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94" y="3912"/>
              <a:ext cx="26" cy="25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18" y="18"/>
                </a:cxn>
                <a:cxn ang="0">
                  <a:pos x="0" y="24"/>
                </a:cxn>
                <a:cxn ang="0">
                  <a:pos x="0" y="24"/>
                </a:cxn>
                <a:cxn ang="0">
                  <a:pos x="18" y="18"/>
                </a:cxn>
                <a:cxn ang="0">
                  <a:pos x="24" y="0"/>
                </a:cxn>
                <a:cxn ang="0">
                  <a:pos x="24" y="0"/>
                </a:cxn>
                <a:cxn ang="0">
                  <a:pos x="24" y="0"/>
                </a:cxn>
                <a:cxn ang="0">
                  <a:pos x="24" y="0"/>
                </a:cxn>
                <a:cxn ang="0">
                  <a:pos x="24" y="0"/>
                </a:cxn>
              </a:cxnLst>
              <a:rect l="0" t="0" r="r" b="b"/>
              <a:pathLst>
                <a:path w="24" h="24">
                  <a:moveTo>
                    <a:pt x="24" y="0"/>
                  </a:moveTo>
                  <a:lnTo>
                    <a:pt x="18" y="18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18" y="18"/>
                  </a:lnTo>
                  <a:lnTo>
                    <a:pt x="24" y="0"/>
                  </a:lnTo>
                  <a:lnTo>
                    <a:pt x="24" y="0"/>
                  </a:lnTo>
                  <a:close/>
                  <a:moveTo>
                    <a:pt x="24" y="0"/>
                  </a:moveTo>
                  <a:lnTo>
                    <a:pt x="24" y="0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376" name="Freeform 112">
              <a:extLst>
                <a:ext uri="{FF2B5EF4-FFF2-40B4-BE49-F238E27FC236}">
                  <a16:creationId xmlns:a16="http://schemas.microsoft.com/office/drawing/2014/main" id="{74E40B65-D999-ADB3-CB21-FF02213EA22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4" y="3937"/>
              <a:ext cx="1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377" name="Freeform 113">
              <a:extLst>
                <a:ext uri="{FF2B5EF4-FFF2-40B4-BE49-F238E27FC236}">
                  <a16:creationId xmlns:a16="http://schemas.microsoft.com/office/drawing/2014/main" id="{AAEF6B85-407A-6631-1B19-CFF8347FD8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8" y="3806"/>
              <a:ext cx="30" cy="131"/>
            </a:xfrm>
            <a:custGeom>
              <a:avLst/>
              <a:gdLst/>
              <a:ahLst/>
              <a:cxnLst>
                <a:cxn ang="0">
                  <a:pos x="0" y="131"/>
                </a:cxn>
                <a:cxn ang="0">
                  <a:pos x="0" y="0"/>
                </a:cxn>
                <a:cxn ang="0">
                  <a:pos x="30" y="0"/>
                </a:cxn>
                <a:cxn ang="0">
                  <a:pos x="30" y="131"/>
                </a:cxn>
                <a:cxn ang="0">
                  <a:pos x="0" y="131"/>
                </a:cxn>
                <a:cxn ang="0">
                  <a:pos x="0" y="131"/>
                </a:cxn>
              </a:cxnLst>
              <a:rect l="0" t="0" r="r" b="b"/>
              <a:pathLst>
                <a:path w="30" h="131">
                  <a:moveTo>
                    <a:pt x="0" y="131"/>
                  </a:moveTo>
                  <a:lnTo>
                    <a:pt x="0" y="0"/>
                  </a:lnTo>
                  <a:lnTo>
                    <a:pt x="30" y="0"/>
                  </a:lnTo>
                  <a:lnTo>
                    <a:pt x="30" y="131"/>
                  </a:lnTo>
                  <a:lnTo>
                    <a:pt x="0" y="131"/>
                  </a:lnTo>
                  <a:lnTo>
                    <a:pt x="0" y="13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378" name="Rectangle 114">
              <a:extLst>
                <a:ext uri="{FF2B5EF4-FFF2-40B4-BE49-F238E27FC236}">
                  <a16:creationId xmlns:a16="http://schemas.microsoft.com/office/drawing/2014/main" id="{5045EF8D-6C65-7A79-027D-BE8A96E91C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6" y="3806"/>
              <a:ext cx="26" cy="131"/>
            </a:xfrm>
            <a:prstGeom prst="rect">
              <a:avLst/>
            </a:prstGeom>
            <a:solidFill>
              <a:srgbClr val="FFE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379" name="Freeform 115">
              <a:extLst>
                <a:ext uri="{FF2B5EF4-FFF2-40B4-BE49-F238E27FC236}">
                  <a16:creationId xmlns:a16="http://schemas.microsoft.com/office/drawing/2014/main" id="{C9F2D31B-E9F9-BB3E-477B-2EE8EACA639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36" y="3792"/>
              <a:ext cx="42" cy="25"/>
            </a:xfrm>
            <a:custGeom>
              <a:avLst/>
              <a:gdLst/>
              <a:ahLst/>
              <a:cxnLst>
                <a:cxn ang="0">
                  <a:pos x="12" y="24"/>
                </a:cxn>
                <a:cxn ang="0">
                  <a:pos x="42" y="24"/>
                </a:cxn>
                <a:cxn ang="0">
                  <a:pos x="42" y="0"/>
                </a:cxn>
                <a:cxn ang="0">
                  <a:pos x="12" y="0"/>
                </a:cxn>
                <a:cxn ang="0">
                  <a:pos x="12" y="24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0" y="12"/>
                </a:cxn>
                <a:cxn ang="0">
                  <a:pos x="12" y="12"/>
                </a:cxn>
                <a:cxn ang="0">
                  <a:pos x="12" y="0"/>
                </a:cxn>
              </a:cxnLst>
              <a:rect l="0" t="0" r="r" b="b"/>
              <a:pathLst>
                <a:path w="42" h="24">
                  <a:moveTo>
                    <a:pt x="12" y="24"/>
                  </a:moveTo>
                  <a:lnTo>
                    <a:pt x="42" y="24"/>
                  </a:lnTo>
                  <a:lnTo>
                    <a:pt x="42" y="0"/>
                  </a:lnTo>
                  <a:lnTo>
                    <a:pt x="12" y="0"/>
                  </a:lnTo>
                  <a:lnTo>
                    <a:pt x="12" y="24"/>
                  </a:lnTo>
                  <a:close/>
                  <a:moveTo>
                    <a:pt x="12" y="0"/>
                  </a:moveTo>
                  <a:lnTo>
                    <a:pt x="0" y="0"/>
                  </a:lnTo>
                  <a:lnTo>
                    <a:pt x="0" y="12"/>
                  </a:lnTo>
                  <a:lnTo>
                    <a:pt x="12" y="12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FFE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380" name="Freeform 116">
              <a:extLst>
                <a:ext uri="{FF2B5EF4-FFF2-40B4-BE49-F238E27FC236}">
                  <a16:creationId xmlns:a16="http://schemas.microsoft.com/office/drawing/2014/main" id="{D91DDEBC-8423-64C3-0ED2-B2B6CE712F3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66" y="3792"/>
              <a:ext cx="22" cy="144"/>
            </a:xfrm>
            <a:custGeom>
              <a:avLst/>
              <a:gdLst/>
              <a:ahLst/>
              <a:cxnLst>
                <a:cxn ang="0">
                  <a:pos x="0" y="12"/>
                </a:cxn>
                <a:cxn ang="0">
                  <a:pos x="0" y="143"/>
                </a:cxn>
                <a:cxn ang="0">
                  <a:pos x="24" y="143"/>
                </a:cxn>
                <a:cxn ang="0">
                  <a:pos x="24" y="12"/>
                </a:cxn>
                <a:cxn ang="0">
                  <a:pos x="0" y="12"/>
                </a:cxn>
                <a:cxn ang="0">
                  <a:pos x="24" y="12"/>
                </a:cxn>
                <a:cxn ang="0">
                  <a:pos x="24" y="0"/>
                </a:cxn>
                <a:cxn ang="0">
                  <a:pos x="12" y="0"/>
                </a:cxn>
                <a:cxn ang="0">
                  <a:pos x="12" y="12"/>
                </a:cxn>
                <a:cxn ang="0">
                  <a:pos x="24" y="12"/>
                </a:cxn>
              </a:cxnLst>
              <a:rect l="0" t="0" r="r" b="b"/>
              <a:pathLst>
                <a:path w="24" h="143">
                  <a:moveTo>
                    <a:pt x="0" y="12"/>
                  </a:moveTo>
                  <a:lnTo>
                    <a:pt x="0" y="143"/>
                  </a:lnTo>
                  <a:lnTo>
                    <a:pt x="24" y="143"/>
                  </a:lnTo>
                  <a:lnTo>
                    <a:pt x="24" y="12"/>
                  </a:lnTo>
                  <a:lnTo>
                    <a:pt x="0" y="12"/>
                  </a:lnTo>
                  <a:close/>
                  <a:moveTo>
                    <a:pt x="24" y="12"/>
                  </a:moveTo>
                  <a:lnTo>
                    <a:pt x="24" y="0"/>
                  </a:lnTo>
                  <a:lnTo>
                    <a:pt x="12" y="0"/>
                  </a:lnTo>
                  <a:lnTo>
                    <a:pt x="12" y="12"/>
                  </a:lnTo>
                  <a:lnTo>
                    <a:pt x="24" y="12"/>
                  </a:lnTo>
                  <a:close/>
                </a:path>
              </a:pathLst>
            </a:custGeom>
            <a:solidFill>
              <a:srgbClr val="FFE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381" name="Freeform 117">
              <a:extLst>
                <a:ext uri="{FF2B5EF4-FFF2-40B4-BE49-F238E27FC236}">
                  <a16:creationId xmlns:a16="http://schemas.microsoft.com/office/drawing/2014/main" id="{EAE49BF8-9423-4CBD-9C56-8A1B14D4493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8" y="3924"/>
              <a:ext cx="42" cy="25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0" y="0"/>
                </a:cxn>
                <a:cxn ang="0">
                  <a:pos x="0" y="24"/>
                </a:cxn>
                <a:cxn ang="0">
                  <a:pos x="30" y="24"/>
                </a:cxn>
                <a:cxn ang="0">
                  <a:pos x="30" y="0"/>
                </a:cxn>
                <a:cxn ang="0">
                  <a:pos x="30" y="24"/>
                </a:cxn>
                <a:cxn ang="0">
                  <a:pos x="42" y="24"/>
                </a:cxn>
                <a:cxn ang="0">
                  <a:pos x="42" y="12"/>
                </a:cxn>
                <a:cxn ang="0">
                  <a:pos x="30" y="12"/>
                </a:cxn>
                <a:cxn ang="0">
                  <a:pos x="30" y="24"/>
                </a:cxn>
              </a:cxnLst>
              <a:rect l="0" t="0" r="r" b="b"/>
              <a:pathLst>
                <a:path w="42" h="24">
                  <a:moveTo>
                    <a:pt x="30" y="0"/>
                  </a:moveTo>
                  <a:lnTo>
                    <a:pt x="0" y="0"/>
                  </a:lnTo>
                  <a:lnTo>
                    <a:pt x="0" y="24"/>
                  </a:lnTo>
                  <a:lnTo>
                    <a:pt x="30" y="24"/>
                  </a:lnTo>
                  <a:lnTo>
                    <a:pt x="30" y="0"/>
                  </a:lnTo>
                  <a:close/>
                  <a:moveTo>
                    <a:pt x="30" y="24"/>
                  </a:moveTo>
                  <a:lnTo>
                    <a:pt x="42" y="24"/>
                  </a:lnTo>
                  <a:lnTo>
                    <a:pt x="42" y="12"/>
                  </a:lnTo>
                  <a:lnTo>
                    <a:pt x="30" y="12"/>
                  </a:lnTo>
                  <a:lnTo>
                    <a:pt x="30" y="24"/>
                  </a:lnTo>
                  <a:close/>
                </a:path>
              </a:pathLst>
            </a:custGeom>
            <a:solidFill>
              <a:srgbClr val="FFE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382" name="Rectangle 118">
              <a:extLst>
                <a:ext uri="{FF2B5EF4-FFF2-40B4-BE49-F238E27FC236}">
                  <a16:creationId xmlns:a16="http://schemas.microsoft.com/office/drawing/2014/main" id="{D6BFD8D8-EAE0-D1B2-99CE-84509B99AA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6" y="3937"/>
              <a:ext cx="12" cy="12"/>
            </a:xfrm>
            <a:prstGeom prst="rect">
              <a:avLst/>
            </a:prstGeom>
            <a:solidFill>
              <a:srgbClr val="FFE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383" name="Freeform 119">
              <a:extLst>
                <a:ext uri="{FF2B5EF4-FFF2-40B4-BE49-F238E27FC236}">
                  <a16:creationId xmlns:a16="http://schemas.microsoft.com/office/drawing/2014/main" id="{667D8476-1597-82D3-5852-EAC9203DFB5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6" y="3806"/>
              <a:ext cx="22" cy="131"/>
            </a:xfrm>
            <a:custGeom>
              <a:avLst/>
              <a:gdLst/>
              <a:ahLst/>
              <a:cxnLst>
                <a:cxn ang="0">
                  <a:pos x="0" y="131"/>
                </a:cxn>
                <a:cxn ang="0">
                  <a:pos x="0" y="0"/>
                </a:cxn>
                <a:cxn ang="0">
                  <a:pos x="24" y="0"/>
                </a:cxn>
                <a:cxn ang="0">
                  <a:pos x="24" y="131"/>
                </a:cxn>
                <a:cxn ang="0">
                  <a:pos x="0" y="131"/>
                </a:cxn>
                <a:cxn ang="0">
                  <a:pos x="0" y="131"/>
                </a:cxn>
              </a:cxnLst>
              <a:rect l="0" t="0" r="r" b="b"/>
              <a:pathLst>
                <a:path w="24" h="131">
                  <a:moveTo>
                    <a:pt x="0" y="131"/>
                  </a:moveTo>
                  <a:lnTo>
                    <a:pt x="0" y="0"/>
                  </a:lnTo>
                  <a:lnTo>
                    <a:pt x="24" y="0"/>
                  </a:lnTo>
                  <a:lnTo>
                    <a:pt x="24" y="131"/>
                  </a:lnTo>
                  <a:lnTo>
                    <a:pt x="0" y="131"/>
                  </a:lnTo>
                  <a:lnTo>
                    <a:pt x="0" y="13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384" name="Rectangle 120">
              <a:extLst>
                <a:ext uri="{FF2B5EF4-FFF2-40B4-BE49-F238E27FC236}">
                  <a16:creationId xmlns:a16="http://schemas.microsoft.com/office/drawing/2014/main" id="{42720466-63E8-858C-28CC-E028ED3B5A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3806"/>
              <a:ext cx="25" cy="131"/>
            </a:xfrm>
            <a:prstGeom prst="rect">
              <a:avLst/>
            </a:prstGeom>
            <a:solidFill>
              <a:srgbClr val="FFE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385" name="Freeform 121">
              <a:extLst>
                <a:ext uri="{FF2B5EF4-FFF2-40B4-BE49-F238E27FC236}">
                  <a16:creationId xmlns:a16="http://schemas.microsoft.com/office/drawing/2014/main" id="{D89F5EB0-99ED-86E3-00A2-8160FC5BFF9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04" y="3792"/>
              <a:ext cx="36" cy="25"/>
            </a:xfrm>
            <a:custGeom>
              <a:avLst/>
              <a:gdLst/>
              <a:ahLst/>
              <a:cxnLst>
                <a:cxn ang="0">
                  <a:pos x="12" y="24"/>
                </a:cxn>
                <a:cxn ang="0">
                  <a:pos x="36" y="24"/>
                </a:cxn>
                <a:cxn ang="0">
                  <a:pos x="36" y="0"/>
                </a:cxn>
                <a:cxn ang="0">
                  <a:pos x="12" y="0"/>
                </a:cxn>
                <a:cxn ang="0">
                  <a:pos x="12" y="24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0" y="12"/>
                </a:cxn>
                <a:cxn ang="0">
                  <a:pos x="12" y="12"/>
                </a:cxn>
                <a:cxn ang="0">
                  <a:pos x="12" y="0"/>
                </a:cxn>
              </a:cxnLst>
              <a:rect l="0" t="0" r="r" b="b"/>
              <a:pathLst>
                <a:path w="36" h="24">
                  <a:moveTo>
                    <a:pt x="12" y="24"/>
                  </a:moveTo>
                  <a:lnTo>
                    <a:pt x="36" y="24"/>
                  </a:lnTo>
                  <a:lnTo>
                    <a:pt x="36" y="0"/>
                  </a:lnTo>
                  <a:lnTo>
                    <a:pt x="12" y="0"/>
                  </a:lnTo>
                  <a:lnTo>
                    <a:pt x="12" y="24"/>
                  </a:lnTo>
                  <a:close/>
                  <a:moveTo>
                    <a:pt x="12" y="0"/>
                  </a:moveTo>
                  <a:lnTo>
                    <a:pt x="0" y="0"/>
                  </a:lnTo>
                  <a:lnTo>
                    <a:pt x="0" y="12"/>
                  </a:lnTo>
                  <a:lnTo>
                    <a:pt x="12" y="12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FFE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386" name="Freeform 122">
              <a:extLst>
                <a:ext uri="{FF2B5EF4-FFF2-40B4-BE49-F238E27FC236}">
                  <a16:creationId xmlns:a16="http://schemas.microsoft.com/office/drawing/2014/main" id="{50CFC77B-BEEE-AE18-F544-5C423234544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29" y="3792"/>
              <a:ext cx="23" cy="144"/>
            </a:xfrm>
            <a:custGeom>
              <a:avLst/>
              <a:gdLst/>
              <a:ahLst/>
              <a:cxnLst>
                <a:cxn ang="0">
                  <a:pos x="0" y="12"/>
                </a:cxn>
                <a:cxn ang="0">
                  <a:pos x="0" y="143"/>
                </a:cxn>
                <a:cxn ang="0">
                  <a:pos x="24" y="143"/>
                </a:cxn>
                <a:cxn ang="0">
                  <a:pos x="24" y="12"/>
                </a:cxn>
                <a:cxn ang="0">
                  <a:pos x="0" y="12"/>
                </a:cxn>
                <a:cxn ang="0">
                  <a:pos x="24" y="12"/>
                </a:cxn>
                <a:cxn ang="0">
                  <a:pos x="24" y="0"/>
                </a:cxn>
                <a:cxn ang="0">
                  <a:pos x="12" y="0"/>
                </a:cxn>
                <a:cxn ang="0">
                  <a:pos x="12" y="12"/>
                </a:cxn>
                <a:cxn ang="0">
                  <a:pos x="24" y="12"/>
                </a:cxn>
              </a:cxnLst>
              <a:rect l="0" t="0" r="r" b="b"/>
              <a:pathLst>
                <a:path w="24" h="143">
                  <a:moveTo>
                    <a:pt x="0" y="12"/>
                  </a:moveTo>
                  <a:lnTo>
                    <a:pt x="0" y="143"/>
                  </a:lnTo>
                  <a:lnTo>
                    <a:pt x="24" y="143"/>
                  </a:lnTo>
                  <a:lnTo>
                    <a:pt x="24" y="12"/>
                  </a:lnTo>
                  <a:lnTo>
                    <a:pt x="0" y="12"/>
                  </a:lnTo>
                  <a:close/>
                  <a:moveTo>
                    <a:pt x="24" y="12"/>
                  </a:moveTo>
                  <a:lnTo>
                    <a:pt x="24" y="0"/>
                  </a:lnTo>
                  <a:lnTo>
                    <a:pt x="12" y="0"/>
                  </a:lnTo>
                  <a:lnTo>
                    <a:pt x="12" y="12"/>
                  </a:lnTo>
                  <a:lnTo>
                    <a:pt x="24" y="12"/>
                  </a:lnTo>
                  <a:close/>
                </a:path>
              </a:pathLst>
            </a:custGeom>
            <a:solidFill>
              <a:srgbClr val="FFE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387" name="Freeform 123">
              <a:extLst>
                <a:ext uri="{FF2B5EF4-FFF2-40B4-BE49-F238E27FC236}">
                  <a16:creationId xmlns:a16="http://schemas.microsoft.com/office/drawing/2014/main" id="{4324B17A-0919-7824-6B73-FE11ED60BE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16" y="3924"/>
              <a:ext cx="36" cy="25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0" y="0"/>
                </a:cxn>
                <a:cxn ang="0">
                  <a:pos x="0" y="24"/>
                </a:cxn>
                <a:cxn ang="0">
                  <a:pos x="24" y="24"/>
                </a:cxn>
                <a:cxn ang="0">
                  <a:pos x="24" y="0"/>
                </a:cxn>
                <a:cxn ang="0">
                  <a:pos x="24" y="24"/>
                </a:cxn>
                <a:cxn ang="0">
                  <a:pos x="36" y="24"/>
                </a:cxn>
                <a:cxn ang="0">
                  <a:pos x="36" y="12"/>
                </a:cxn>
                <a:cxn ang="0">
                  <a:pos x="24" y="12"/>
                </a:cxn>
                <a:cxn ang="0">
                  <a:pos x="24" y="24"/>
                </a:cxn>
              </a:cxnLst>
              <a:rect l="0" t="0" r="r" b="b"/>
              <a:pathLst>
                <a:path w="36" h="24">
                  <a:moveTo>
                    <a:pt x="24" y="0"/>
                  </a:moveTo>
                  <a:lnTo>
                    <a:pt x="0" y="0"/>
                  </a:lnTo>
                  <a:lnTo>
                    <a:pt x="0" y="24"/>
                  </a:lnTo>
                  <a:lnTo>
                    <a:pt x="24" y="24"/>
                  </a:lnTo>
                  <a:lnTo>
                    <a:pt x="24" y="0"/>
                  </a:lnTo>
                  <a:close/>
                  <a:moveTo>
                    <a:pt x="24" y="24"/>
                  </a:moveTo>
                  <a:lnTo>
                    <a:pt x="36" y="24"/>
                  </a:lnTo>
                  <a:lnTo>
                    <a:pt x="36" y="12"/>
                  </a:lnTo>
                  <a:lnTo>
                    <a:pt x="24" y="12"/>
                  </a:lnTo>
                  <a:lnTo>
                    <a:pt x="24" y="24"/>
                  </a:lnTo>
                  <a:close/>
                </a:path>
              </a:pathLst>
            </a:custGeom>
            <a:solidFill>
              <a:srgbClr val="FFE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388" name="Rectangle 124">
              <a:extLst>
                <a:ext uri="{FF2B5EF4-FFF2-40B4-BE49-F238E27FC236}">
                  <a16:creationId xmlns:a16="http://schemas.microsoft.com/office/drawing/2014/main" id="{24C7295B-B4A8-2501-93F0-3C3754E6EF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3937"/>
              <a:ext cx="12" cy="12"/>
            </a:xfrm>
            <a:prstGeom prst="rect">
              <a:avLst/>
            </a:prstGeom>
            <a:solidFill>
              <a:srgbClr val="FFE6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389" name="Line 125">
              <a:extLst>
                <a:ext uri="{FF2B5EF4-FFF2-40B4-BE49-F238E27FC236}">
                  <a16:creationId xmlns:a16="http://schemas.microsoft.com/office/drawing/2014/main" id="{75B38A70-8CED-27DB-79BE-4F07EAACCC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94" y="240"/>
              <a:ext cx="1" cy="3697"/>
            </a:xfrm>
            <a:prstGeom prst="line">
              <a:avLst/>
            </a:prstGeom>
            <a:noFill/>
            <a:ln w="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390" name="Rectangle 126">
              <a:extLst>
                <a:ext uri="{FF2B5EF4-FFF2-40B4-BE49-F238E27FC236}">
                  <a16:creationId xmlns:a16="http://schemas.microsoft.com/office/drawing/2014/main" id="{3E7CFA6B-3FD5-5392-A05D-25AC4678EB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1" y="3859"/>
              <a:ext cx="25" cy="77"/>
            </a:xfrm>
            <a:prstGeom prst="rect">
              <a:avLst/>
            </a:prstGeom>
            <a:solidFill>
              <a:srgbClr val="409D27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391" name="Freeform 127">
              <a:extLst>
                <a:ext uri="{FF2B5EF4-FFF2-40B4-BE49-F238E27FC236}">
                  <a16:creationId xmlns:a16="http://schemas.microsoft.com/office/drawing/2014/main" id="{E9349658-CF6E-C742-89BA-3E7A9A394E3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81" y="3727"/>
              <a:ext cx="25" cy="108"/>
            </a:xfrm>
            <a:custGeom>
              <a:avLst/>
              <a:gdLst/>
              <a:ahLst/>
              <a:cxnLst>
                <a:cxn ang="0">
                  <a:pos x="24" y="108"/>
                </a:cxn>
                <a:cxn ang="0">
                  <a:pos x="24" y="102"/>
                </a:cxn>
                <a:cxn ang="0">
                  <a:pos x="0" y="102"/>
                </a:cxn>
                <a:cxn ang="0">
                  <a:pos x="0" y="108"/>
                </a:cxn>
                <a:cxn ang="0">
                  <a:pos x="24" y="108"/>
                </a:cxn>
                <a:cxn ang="0">
                  <a:pos x="24" y="78"/>
                </a:cxn>
                <a:cxn ang="0">
                  <a:pos x="24" y="0"/>
                </a:cxn>
                <a:cxn ang="0">
                  <a:pos x="0" y="0"/>
                </a:cxn>
                <a:cxn ang="0">
                  <a:pos x="0" y="78"/>
                </a:cxn>
                <a:cxn ang="0">
                  <a:pos x="24" y="78"/>
                </a:cxn>
              </a:cxnLst>
              <a:rect l="0" t="0" r="r" b="b"/>
              <a:pathLst>
                <a:path w="24" h="108">
                  <a:moveTo>
                    <a:pt x="24" y="108"/>
                  </a:moveTo>
                  <a:lnTo>
                    <a:pt x="24" y="102"/>
                  </a:lnTo>
                  <a:lnTo>
                    <a:pt x="0" y="102"/>
                  </a:lnTo>
                  <a:lnTo>
                    <a:pt x="0" y="108"/>
                  </a:lnTo>
                  <a:lnTo>
                    <a:pt x="24" y="108"/>
                  </a:lnTo>
                  <a:close/>
                  <a:moveTo>
                    <a:pt x="24" y="78"/>
                  </a:moveTo>
                  <a:lnTo>
                    <a:pt x="24" y="0"/>
                  </a:lnTo>
                  <a:lnTo>
                    <a:pt x="0" y="0"/>
                  </a:lnTo>
                  <a:lnTo>
                    <a:pt x="0" y="78"/>
                  </a:lnTo>
                  <a:lnTo>
                    <a:pt x="24" y="78"/>
                  </a:lnTo>
                  <a:close/>
                </a:path>
              </a:pathLst>
            </a:custGeom>
            <a:solidFill>
              <a:srgbClr val="409D2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392" name="Freeform 128">
              <a:extLst>
                <a:ext uri="{FF2B5EF4-FFF2-40B4-BE49-F238E27FC236}">
                  <a16:creationId xmlns:a16="http://schemas.microsoft.com/office/drawing/2014/main" id="{5872D832-7E1F-C8F2-CFD1-94D0263D6D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81" y="3596"/>
              <a:ext cx="25" cy="108"/>
            </a:xfrm>
            <a:custGeom>
              <a:avLst/>
              <a:gdLst/>
              <a:ahLst/>
              <a:cxnLst>
                <a:cxn ang="0">
                  <a:pos x="24" y="107"/>
                </a:cxn>
                <a:cxn ang="0">
                  <a:pos x="24" y="102"/>
                </a:cxn>
                <a:cxn ang="0">
                  <a:pos x="0" y="102"/>
                </a:cxn>
                <a:cxn ang="0">
                  <a:pos x="0" y="107"/>
                </a:cxn>
                <a:cxn ang="0">
                  <a:pos x="24" y="107"/>
                </a:cxn>
                <a:cxn ang="0">
                  <a:pos x="24" y="78"/>
                </a:cxn>
                <a:cxn ang="0">
                  <a:pos x="24" y="0"/>
                </a:cxn>
                <a:cxn ang="0">
                  <a:pos x="0" y="0"/>
                </a:cxn>
                <a:cxn ang="0">
                  <a:pos x="0" y="78"/>
                </a:cxn>
                <a:cxn ang="0">
                  <a:pos x="24" y="78"/>
                </a:cxn>
              </a:cxnLst>
              <a:rect l="0" t="0" r="r" b="b"/>
              <a:pathLst>
                <a:path w="24" h="107">
                  <a:moveTo>
                    <a:pt x="24" y="107"/>
                  </a:moveTo>
                  <a:lnTo>
                    <a:pt x="24" y="102"/>
                  </a:lnTo>
                  <a:lnTo>
                    <a:pt x="0" y="102"/>
                  </a:lnTo>
                  <a:lnTo>
                    <a:pt x="0" y="107"/>
                  </a:lnTo>
                  <a:lnTo>
                    <a:pt x="24" y="107"/>
                  </a:lnTo>
                  <a:close/>
                  <a:moveTo>
                    <a:pt x="24" y="78"/>
                  </a:moveTo>
                  <a:lnTo>
                    <a:pt x="24" y="0"/>
                  </a:lnTo>
                  <a:lnTo>
                    <a:pt x="0" y="0"/>
                  </a:lnTo>
                  <a:lnTo>
                    <a:pt x="0" y="78"/>
                  </a:lnTo>
                  <a:lnTo>
                    <a:pt x="24" y="78"/>
                  </a:lnTo>
                  <a:close/>
                </a:path>
              </a:pathLst>
            </a:custGeom>
            <a:solidFill>
              <a:srgbClr val="409D2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393" name="Freeform 129">
              <a:extLst>
                <a:ext uri="{FF2B5EF4-FFF2-40B4-BE49-F238E27FC236}">
                  <a16:creationId xmlns:a16="http://schemas.microsoft.com/office/drawing/2014/main" id="{A3E3AA29-CDBA-3BB1-3D15-731DF1805D4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81" y="3459"/>
              <a:ext cx="25" cy="114"/>
            </a:xfrm>
            <a:custGeom>
              <a:avLst/>
              <a:gdLst/>
              <a:ahLst/>
              <a:cxnLst>
                <a:cxn ang="0">
                  <a:pos x="24" y="113"/>
                </a:cxn>
                <a:cxn ang="0">
                  <a:pos x="24" y="101"/>
                </a:cxn>
                <a:cxn ang="0">
                  <a:pos x="0" y="101"/>
                </a:cxn>
                <a:cxn ang="0">
                  <a:pos x="0" y="113"/>
                </a:cxn>
                <a:cxn ang="0">
                  <a:pos x="24" y="113"/>
                </a:cxn>
                <a:cxn ang="0">
                  <a:pos x="24" y="83"/>
                </a:cxn>
                <a:cxn ang="0">
                  <a:pos x="24" y="0"/>
                </a:cxn>
                <a:cxn ang="0">
                  <a:pos x="0" y="0"/>
                </a:cxn>
                <a:cxn ang="0">
                  <a:pos x="0" y="83"/>
                </a:cxn>
                <a:cxn ang="0">
                  <a:pos x="24" y="83"/>
                </a:cxn>
              </a:cxnLst>
              <a:rect l="0" t="0" r="r" b="b"/>
              <a:pathLst>
                <a:path w="24" h="113">
                  <a:moveTo>
                    <a:pt x="24" y="113"/>
                  </a:moveTo>
                  <a:lnTo>
                    <a:pt x="24" y="101"/>
                  </a:lnTo>
                  <a:lnTo>
                    <a:pt x="0" y="101"/>
                  </a:lnTo>
                  <a:lnTo>
                    <a:pt x="0" y="113"/>
                  </a:lnTo>
                  <a:lnTo>
                    <a:pt x="24" y="113"/>
                  </a:lnTo>
                  <a:close/>
                  <a:moveTo>
                    <a:pt x="24" y="83"/>
                  </a:moveTo>
                  <a:lnTo>
                    <a:pt x="24" y="0"/>
                  </a:lnTo>
                  <a:lnTo>
                    <a:pt x="0" y="0"/>
                  </a:lnTo>
                  <a:lnTo>
                    <a:pt x="0" y="83"/>
                  </a:lnTo>
                  <a:lnTo>
                    <a:pt x="24" y="83"/>
                  </a:lnTo>
                  <a:close/>
                </a:path>
              </a:pathLst>
            </a:custGeom>
            <a:solidFill>
              <a:srgbClr val="409D2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394" name="Freeform 130">
              <a:extLst>
                <a:ext uri="{FF2B5EF4-FFF2-40B4-BE49-F238E27FC236}">
                  <a16:creationId xmlns:a16="http://schemas.microsoft.com/office/drawing/2014/main" id="{A0B75E34-EAFC-0C72-0284-472B0A027E1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81" y="3326"/>
              <a:ext cx="25" cy="115"/>
            </a:xfrm>
            <a:custGeom>
              <a:avLst/>
              <a:gdLst/>
              <a:ahLst/>
              <a:cxnLst>
                <a:cxn ang="0">
                  <a:pos x="24" y="114"/>
                </a:cxn>
                <a:cxn ang="0">
                  <a:pos x="24" y="102"/>
                </a:cxn>
                <a:cxn ang="0">
                  <a:pos x="0" y="102"/>
                </a:cxn>
                <a:cxn ang="0">
                  <a:pos x="0" y="114"/>
                </a:cxn>
                <a:cxn ang="0">
                  <a:pos x="24" y="114"/>
                </a:cxn>
                <a:cxn ang="0">
                  <a:pos x="24" y="78"/>
                </a:cxn>
                <a:cxn ang="0">
                  <a:pos x="24" y="0"/>
                </a:cxn>
                <a:cxn ang="0">
                  <a:pos x="0" y="0"/>
                </a:cxn>
                <a:cxn ang="0">
                  <a:pos x="0" y="78"/>
                </a:cxn>
                <a:cxn ang="0">
                  <a:pos x="24" y="78"/>
                </a:cxn>
              </a:cxnLst>
              <a:rect l="0" t="0" r="r" b="b"/>
              <a:pathLst>
                <a:path w="24" h="114">
                  <a:moveTo>
                    <a:pt x="24" y="114"/>
                  </a:moveTo>
                  <a:lnTo>
                    <a:pt x="24" y="102"/>
                  </a:lnTo>
                  <a:lnTo>
                    <a:pt x="0" y="102"/>
                  </a:lnTo>
                  <a:lnTo>
                    <a:pt x="0" y="114"/>
                  </a:lnTo>
                  <a:lnTo>
                    <a:pt x="24" y="114"/>
                  </a:lnTo>
                  <a:close/>
                  <a:moveTo>
                    <a:pt x="24" y="78"/>
                  </a:moveTo>
                  <a:lnTo>
                    <a:pt x="24" y="0"/>
                  </a:lnTo>
                  <a:lnTo>
                    <a:pt x="0" y="0"/>
                  </a:lnTo>
                  <a:lnTo>
                    <a:pt x="0" y="78"/>
                  </a:lnTo>
                  <a:lnTo>
                    <a:pt x="24" y="78"/>
                  </a:lnTo>
                  <a:close/>
                </a:path>
              </a:pathLst>
            </a:custGeom>
            <a:solidFill>
              <a:srgbClr val="409D2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395" name="Freeform 131">
              <a:extLst>
                <a:ext uri="{FF2B5EF4-FFF2-40B4-BE49-F238E27FC236}">
                  <a16:creationId xmlns:a16="http://schemas.microsoft.com/office/drawing/2014/main" id="{C45AF421-B9EA-D43E-87DC-44B7AEF0A3D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81" y="3197"/>
              <a:ext cx="25" cy="106"/>
            </a:xfrm>
            <a:custGeom>
              <a:avLst/>
              <a:gdLst/>
              <a:ahLst/>
              <a:cxnLst>
                <a:cxn ang="0">
                  <a:pos x="24" y="107"/>
                </a:cxn>
                <a:cxn ang="0">
                  <a:pos x="24" y="101"/>
                </a:cxn>
                <a:cxn ang="0">
                  <a:pos x="0" y="101"/>
                </a:cxn>
                <a:cxn ang="0">
                  <a:pos x="0" y="107"/>
                </a:cxn>
                <a:cxn ang="0">
                  <a:pos x="24" y="107"/>
                </a:cxn>
                <a:cxn ang="0">
                  <a:pos x="24" y="78"/>
                </a:cxn>
                <a:cxn ang="0">
                  <a:pos x="24" y="0"/>
                </a:cxn>
                <a:cxn ang="0">
                  <a:pos x="0" y="0"/>
                </a:cxn>
                <a:cxn ang="0">
                  <a:pos x="0" y="78"/>
                </a:cxn>
                <a:cxn ang="0">
                  <a:pos x="24" y="78"/>
                </a:cxn>
              </a:cxnLst>
              <a:rect l="0" t="0" r="r" b="b"/>
              <a:pathLst>
                <a:path w="24" h="107">
                  <a:moveTo>
                    <a:pt x="24" y="107"/>
                  </a:moveTo>
                  <a:lnTo>
                    <a:pt x="24" y="101"/>
                  </a:lnTo>
                  <a:lnTo>
                    <a:pt x="0" y="101"/>
                  </a:lnTo>
                  <a:lnTo>
                    <a:pt x="0" y="107"/>
                  </a:lnTo>
                  <a:lnTo>
                    <a:pt x="24" y="107"/>
                  </a:lnTo>
                  <a:close/>
                  <a:moveTo>
                    <a:pt x="24" y="78"/>
                  </a:moveTo>
                  <a:lnTo>
                    <a:pt x="24" y="0"/>
                  </a:lnTo>
                  <a:lnTo>
                    <a:pt x="0" y="0"/>
                  </a:lnTo>
                  <a:lnTo>
                    <a:pt x="0" y="78"/>
                  </a:lnTo>
                  <a:lnTo>
                    <a:pt x="24" y="78"/>
                  </a:lnTo>
                  <a:close/>
                </a:path>
              </a:pathLst>
            </a:custGeom>
            <a:solidFill>
              <a:srgbClr val="409D2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396" name="Freeform 132">
              <a:extLst>
                <a:ext uri="{FF2B5EF4-FFF2-40B4-BE49-F238E27FC236}">
                  <a16:creationId xmlns:a16="http://schemas.microsoft.com/office/drawing/2014/main" id="{5F663FE6-1F90-2D33-DF4A-30B80540F6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81" y="3066"/>
              <a:ext cx="25" cy="106"/>
            </a:xfrm>
            <a:custGeom>
              <a:avLst/>
              <a:gdLst/>
              <a:ahLst/>
              <a:cxnLst>
                <a:cxn ang="0">
                  <a:pos x="24" y="107"/>
                </a:cxn>
                <a:cxn ang="0">
                  <a:pos x="24" y="101"/>
                </a:cxn>
                <a:cxn ang="0">
                  <a:pos x="0" y="101"/>
                </a:cxn>
                <a:cxn ang="0">
                  <a:pos x="0" y="107"/>
                </a:cxn>
                <a:cxn ang="0">
                  <a:pos x="24" y="107"/>
                </a:cxn>
                <a:cxn ang="0">
                  <a:pos x="24" y="77"/>
                </a:cxn>
                <a:cxn ang="0">
                  <a:pos x="24" y="0"/>
                </a:cxn>
                <a:cxn ang="0">
                  <a:pos x="0" y="0"/>
                </a:cxn>
                <a:cxn ang="0">
                  <a:pos x="0" y="77"/>
                </a:cxn>
                <a:cxn ang="0">
                  <a:pos x="24" y="77"/>
                </a:cxn>
              </a:cxnLst>
              <a:rect l="0" t="0" r="r" b="b"/>
              <a:pathLst>
                <a:path w="24" h="107">
                  <a:moveTo>
                    <a:pt x="24" y="107"/>
                  </a:moveTo>
                  <a:lnTo>
                    <a:pt x="24" y="101"/>
                  </a:lnTo>
                  <a:lnTo>
                    <a:pt x="0" y="101"/>
                  </a:lnTo>
                  <a:lnTo>
                    <a:pt x="0" y="107"/>
                  </a:lnTo>
                  <a:lnTo>
                    <a:pt x="24" y="107"/>
                  </a:lnTo>
                  <a:close/>
                  <a:moveTo>
                    <a:pt x="24" y="77"/>
                  </a:moveTo>
                  <a:lnTo>
                    <a:pt x="24" y="0"/>
                  </a:lnTo>
                  <a:lnTo>
                    <a:pt x="0" y="0"/>
                  </a:lnTo>
                  <a:lnTo>
                    <a:pt x="0" y="77"/>
                  </a:lnTo>
                  <a:lnTo>
                    <a:pt x="24" y="77"/>
                  </a:lnTo>
                  <a:close/>
                </a:path>
              </a:pathLst>
            </a:custGeom>
            <a:solidFill>
              <a:srgbClr val="409D2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397" name="Freeform 133">
              <a:extLst>
                <a:ext uri="{FF2B5EF4-FFF2-40B4-BE49-F238E27FC236}">
                  <a16:creationId xmlns:a16="http://schemas.microsoft.com/office/drawing/2014/main" id="{4461393F-DC3B-B8CA-5A9A-424971D863E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81" y="2933"/>
              <a:ext cx="25" cy="108"/>
            </a:xfrm>
            <a:custGeom>
              <a:avLst/>
              <a:gdLst/>
              <a:ahLst/>
              <a:cxnLst>
                <a:cxn ang="0">
                  <a:pos x="24" y="108"/>
                </a:cxn>
                <a:cxn ang="0">
                  <a:pos x="24" y="102"/>
                </a:cxn>
                <a:cxn ang="0">
                  <a:pos x="0" y="102"/>
                </a:cxn>
                <a:cxn ang="0">
                  <a:pos x="0" y="108"/>
                </a:cxn>
                <a:cxn ang="0">
                  <a:pos x="24" y="108"/>
                </a:cxn>
                <a:cxn ang="0">
                  <a:pos x="24" y="78"/>
                </a:cxn>
                <a:cxn ang="0">
                  <a:pos x="24" y="0"/>
                </a:cxn>
                <a:cxn ang="0">
                  <a:pos x="0" y="0"/>
                </a:cxn>
                <a:cxn ang="0">
                  <a:pos x="0" y="78"/>
                </a:cxn>
                <a:cxn ang="0">
                  <a:pos x="24" y="78"/>
                </a:cxn>
              </a:cxnLst>
              <a:rect l="0" t="0" r="r" b="b"/>
              <a:pathLst>
                <a:path w="24" h="108">
                  <a:moveTo>
                    <a:pt x="24" y="108"/>
                  </a:moveTo>
                  <a:lnTo>
                    <a:pt x="24" y="102"/>
                  </a:lnTo>
                  <a:lnTo>
                    <a:pt x="0" y="102"/>
                  </a:lnTo>
                  <a:lnTo>
                    <a:pt x="0" y="108"/>
                  </a:lnTo>
                  <a:lnTo>
                    <a:pt x="24" y="108"/>
                  </a:lnTo>
                  <a:close/>
                  <a:moveTo>
                    <a:pt x="24" y="78"/>
                  </a:moveTo>
                  <a:lnTo>
                    <a:pt x="24" y="0"/>
                  </a:lnTo>
                  <a:lnTo>
                    <a:pt x="0" y="0"/>
                  </a:lnTo>
                  <a:lnTo>
                    <a:pt x="0" y="78"/>
                  </a:lnTo>
                  <a:lnTo>
                    <a:pt x="24" y="78"/>
                  </a:lnTo>
                  <a:close/>
                </a:path>
              </a:pathLst>
            </a:custGeom>
            <a:solidFill>
              <a:srgbClr val="409D2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398" name="Freeform 134">
              <a:extLst>
                <a:ext uri="{FF2B5EF4-FFF2-40B4-BE49-F238E27FC236}">
                  <a16:creationId xmlns:a16="http://schemas.microsoft.com/office/drawing/2014/main" id="{555EDB3E-C830-0603-94B0-D6407FD4EF4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81" y="2796"/>
              <a:ext cx="25" cy="112"/>
            </a:xfrm>
            <a:custGeom>
              <a:avLst/>
              <a:gdLst/>
              <a:ahLst/>
              <a:cxnLst>
                <a:cxn ang="0">
                  <a:pos x="24" y="113"/>
                </a:cxn>
                <a:cxn ang="0">
                  <a:pos x="24" y="101"/>
                </a:cxn>
                <a:cxn ang="0">
                  <a:pos x="0" y="101"/>
                </a:cxn>
                <a:cxn ang="0">
                  <a:pos x="0" y="113"/>
                </a:cxn>
                <a:cxn ang="0">
                  <a:pos x="24" y="113"/>
                </a:cxn>
                <a:cxn ang="0">
                  <a:pos x="24" y="83"/>
                </a:cxn>
                <a:cxn ang="0">
                  <a:pos x="24" y="0"/>
                </a:cxn>
                <a:cxn ang="0">
                  <a:pos x="0" y="0"/>
                </a:cxn>
                <a:cxn ang="0">
                  <a:pos x="0" y="83"/>
                </a:cxn>
                <a:cxn ang="0">
                  <a:pos x="24" y="83"/>
                </a:cxn>
              </a:cxnLst>
              <a:rect l="0" t="0" r="r" b="b"/>
              <a:pathLst>
                <a:path w="24" h="113">
                  <a:moveTo>
                    <a:pt x="24" y="113"/>
                  </a:moveTo>
                  <a:lnTo>
                    <a:pt x="24" y="101"/>
                  </a:lnTo>
                  <a:lnTo>
                    <a:pt x="0" y="101"/>
                  </a:lnTo>
                  <a:lnTo>
                    <a:pt x="0" y="113"/>
                  </a:lnTo>
                  <a:lnTo>
                    <a:pt x="24" y="113"/>
                  </a:lnTo>
                  <a:close/>
                  <a:moveTo>
                    <a:pt x="24" y="83"/>
                  </a:moveTo>
                  <a:lnTo>
                    <a:pt x="24" y="0"/>
                  </a:lnTo>
                  <a:lnTo>
                    <a:pt x="0" y="0"/>
                  </a:lnTo>
                  <a:lnTo>
                    <a:pt x="0" y="83"/>
                  </a:lnTo>
                  <a:lnTo>
                    <a:pt x="24" y="83"/>
                  </a:lnTo>
                  <a:close/>
                </a:path>
              </a:pathLst>
            </a:custGeom>
            <a:solidFill>
              <a:srgbClr val="409D2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399" name="Freeform 135">
              <a:extLst>
                <a:ext uri="{FF2B5EF4-FFF2-40B4-BE49-F238E27FC236}">
                  <a16:creationId xmlns:a16="http://schemas.microsoft.com/office/drawing/2014/main" id="{EA738CBF-7B6F-7B1C-B37E-B56DF44CD9D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81" y="2664"/>
              <a:ext cx="25" cy="115"/>
            </a:xfrm>
            <a:custGeom>
              <a:avLst/>
              <a:gdLst/>
              <a:ahLst/>
              <a:cxnLst>
                <a:cxn ang="0">
                  <a:pos x="24" y="114"/>
                </a:cxn>
                <a:cxn ang="0">
                  <a:pos x="24" y="102"/>
                </a:cxn>
                <a:cxn ang="0">
                  <a:pos x="0" y="102"/>
                </a:cxn>
                <a:cxn ang="0">
                  <a:pos x="0" y="114"/>
                </a:cxn>
                <a:cxn ang="0">
                  <a:pos x="24" y="114"/>
                </a:cxn>
                <a:cxn ang="0">
                  <a:pos x="24" y="78"/>
                </a:cxn>
                <a:cxn ang="0">
                  <a:pos x="24" y="0"/>
                </a:cxn>
                <a:cxn ang="0">
                  <a:pos x="0" y="0"/>
                </a:cxn>
                <a:cxn ang="0">
                  <a:pos x="0" y="78"/>
                </a:cxn>
                <a:cxn ang="0">
                  <a:pos x="24" y="78"/>
                </a:cxn>
              </a:cxnLst>
              <a:rect l="0" t="0" r="r" b="b"/>
              <a:pathLst>
                <a:path w="24" h="114">
                  <a:moveTo>
                    <a:pt x="24" y="114"/>
                  </a:moveTo>
                  <a:lnTo>
                    <a:pt x="24" y="102"/>
                  </a:lnTo>
                  <a:lnTo>
                    <a:pt x="0" y="102"/>
                  </a:lnTo>
                  <a:lnTo>
                    <a:pt x="0" y="114"/>
                  </a:lnTo>
                  <a:lnTo>
                    <a:pt x="24" y="114"/>
                  </a:lnTo>
                  <a:close/>
                  <a:moveTo>
                    <a:pt x="24" y="78"/>
                  </a:moveTo>
                  <a:lnTo>
                    <a:pt x="24" y="0"/>
                  </a:lnTo>
                  <a:lnTo>
                    <a:pt x="0" y="0"/>
                  </a:lnTo>
                  <a:lnTo>
                    <a:pt x="0" y="78"/>
                  </a:lnTo>
                  <a:lnTo>
                    <a:pt x="24" y="78"/>
                  </a:lnTo>
                  <a:close/>
                </a:path>
              </a:pathLst>
            </a:custGeom>
            <a:solidFill>
              <a:srgbClr val="409D2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00" name="Freeform 136">
              <a:extLst>
                <a:ext uri="{FF2B5EF4-FFF2-40B4-BE49-F238E27FC236}">
                  <a16:creationId xmlns:a16="http://schemas.microsoft.com/office/drawing/2014/main" id="{F484B0BB-FB04-4A8F-C769-C6422673C00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81" y="2533"/>
              <a:ext cx="25" cy="108"/>
            </a:xfrm>
            <a:custGeom>
              <a:avLst/>
              <a:gdLst/>
              <a:ahLst/>
              <a:cxnLst>
                <a:cxn ang="0">
                  <a:pos x="24" y="108"/>
                </a:cxn>
                <a:cxn ang="0">
                  <a:pos x="24" y="102"/>
                </a:cxn>
                <a:cxn ang="0">
                  <a:pos x="0" y="102"/>
                </a:cxn>
                <a:cxn ang="0">
                  <a:pos x="0" y="108"/>
                </a:cxn>
                <a:cxn ang="0">
                  <a:pos x="24" y="108"/>
                </a:cxn>
                <a:cxn ang="0">
                  <a:pos x="24" y="78"/>
                </a:cxn>
                <a:cxn ang="0">
                  <a:pos x="24" y="0"/>
                </a:cxn>
                <a:cxn ang="0">
                  <a:pos x="0" y="0"/>
                </a:cxn>
                <a:cxn ang="0">
                  <a:pos x="0" y="78"/>
                </a:cxn>
                <a:cxn ang="0">
                  <a:pos x="24" y="78"/>
                </a:cxn>
              </a:cxnLst>
              <a:rect l="0" t="0" r="r" b="b"/>
              <a:pathLst>
                <a:path w="24" h="108">
                  <a:moveTo>
                    <a:pt x="24" y="108"/>
                  </a:moveTo>
                  <a:lnTo>
                    <a:pt x="24" y="102"/>
                  </a:lnTo>
                  <a:lnTo>
                    <a:pt x="0" y="102"/>
                  </a:lnTo>
                  <a:lnTo>
                    <a:pt x="0" y="108"/>
                  </a:lnTo>
                  <a:lnTo>
                    <a:pt x="24" y="108"/>
                  </a:lnTo>
                  <a:close/>
                  <a:moveTo>
                    <a:pt x="24" y="78"/>
                  </a:moveTo>
                  <a:lnTo>
                    <a:pt x="24" y="0"/>
                  </a:lnTo>
                  <a:lnTo>
                    <a:pt x="0" y="0"/>
                  </a:lnTo>
                  <a:lnTo>
                    <a:pt x="0" y="78"/>
                  </a:lnTo>
                  <a:lnTo>
                    <a:pt x="24" y="78"/>
                  </a:lnTo>
                  <a:close/>
                </a:path>
              </a:pathLst>
            </a:custGeom>
            <a:solidFill>
              <a:srgbClr val="409D2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01" name="Freeform 137">
              <a:extLst>
                <a:ext uri="{FF2B5EF4-FFF2-40B4-BE49-F238E27FC236}">
                  <a16:creationId xmlns:a16="http://schemas.microsoft.com/office/drawing/2014/main" id="{91426700-5BBA-B934-00C1-001CB269886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81" y="2401"/>
              <a:ext cx="25" cy="108"/>
            </a:xfrm>
            <a:custGeom>
              <a:avLst/>
              <a:gdLst/>
              <a:ahLst/>
              <a:cxnLst>
                <a:cxn ang="0">
                  <a:pos x="24" y="107"/>
                </a:cxn>
                <a:cxn ang="0">
                  <a:pos x="24" y="101"/>
                </a:cxn>
                <a:cxn ang="0">
                  <a:pos x="0" y="101"/>
                </a:cxn>
                <a:cxn ang="0">
                  <a:pos x="0" y="107"/>
                </a:cxn>
                <a:cxn ang="0">
                  <a:pos x="24" y="107"/>
                </a:cxn>
                <a:cxn ang="0">
                  <a:pos x="24" y="77"/>
                </a:cxn>
                <a:cxn ang="0">
                  <a:pos x="24" y="0"/>
                </a:cxn>
                <a:cxn ang="0">
                  <a:pos x="0" y="0"/>
                </a:cxn>
                <a:cxn ang="0">
                  <a:pos x="0" y="77"/>
                </a:cxn>
                <a:cxn ang="0">
                  <a:pos x="24" y="77"/>
                </a:cxn>
              </a:cxnLst>
              <a:rect l="0" t="0" r="r" b="b"/>
              <a:pathLst>
                <a:path w="24" h="107">
                  <a:moveTo>
                    <a:pt x="24" y="107"/>
                  </a:moveTo>
                  <a:lnTo>
                    <a:pt x="24" y="101"/>
                  </a:lnTo>
                  <a:lnTo>
                    <a:pt x="0" y="101"/>
                  </a:lnTo>
                  <a:lnTo>
                    <a:pt x="0" y="107"/>
                  </a:lnTo>
                  <a:lnTo>
                    <a:pt x="24" y="107"/>
                  </a:lnTo>
                  <a:close/>
                  <a:moveTo>
                    <a:pt x="24" y="77"/>
                  </a:moveTo>
                  <a:lnTo>
                    <a:pt x="24" y="0"/>
                  </a:lnTo>
                  <a:lnTo>
                    <a:pt x="0" y="0"/>
                  </a:lnTo>
                  <a:lnTo>
                    <a:pt x="0" y="77"/>
                  </a:lnTo>
                  <a:lnTo>
                    <a:pt x="24" y="77"/>
                  </a:lnTo>
                  <a:close/>
                </a:path>
              </a:pathLst>
            </a:custGeom>
            <a:solidFill>
              <a:srgbClr val="409D2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02" name="Freeform 138">
              <a:extLst>
                <a:ext uri="{FF2B5EF4-FFF2-40B4-BE49-F238E27FC236}">
                  <a16:creationId xmlns:a16="http://schemas.microsoft.com/office/drawing/2014/main" id="{1C810475-49F3-215C-DF10-8BEC169F0D3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81" y="2265"/>
              <a:ext cx="25" cy="115"/>
            </a:xfrm>
            <a:custGeom>
              <a:avLst/>
              <a:gdLst/>
              <a:ahLst/>
              <a:cxnLst>
                <a:cxn ang="0">
                  <a:pos x="24" y="114"/>
                </a:cxn>
                <a:cxn ang="0">
                  <a:pos x="24" y="108"/>
                </a:cxn>
                <a:cxn ang="0">
                  <a:pos x="0" y="108"/>
                </a:cxn>
                <a:cxn ang="0">
                  <a:pos x="0" y="114"/>
                </a:cxn>
                <a:cxn ang="0">
                  <a:pos x="24" y="114"/>
                </a:cxn>
                <a:cxn ang="0">
                  <a:pos x="24" y="84"/>
                </a:cxn>
                <a:cxn ang="0">
                  <a:pos x="24" y="0"/>
                </a:cxn>
                <a:cxn ang="0">
                  <a:pos x="0" y="0"/>
                </a:cxn>
                <a:cxn ang="0">
                  <a:pos x="0" y="84"/>
                </a:cxn>
                <a:cxn ang="0">
                  <a:pos x="24" y="84"/>
                </a:cxn>
              </a:cxnLst>
              <a:rect l="0" t="0" r="r" b="b"/>
              <a:pathLst>
                <a:path w="24" h="114">
                  <a:moveTo>
                    <a:pt x="24" y="114"/>
                  </a:moveTo>
                  <a:lnTo>
                    <a:pt x="24" y="108"/>
                  </a:lnTo>
                  <a:lnTo>
                    <a:pt x="0" y="108"/>
                  </a:lnTo>
                  <a:lnTo>
                    <a:pt x="0" y="114"/>
                  </a:lnTo>
                  <a:lnTo>
                    <a:pt x="24" y="114"/>
                  </a:lnTo>
                  <a:close/>
                  <a:moveTo>
                    <a:pt x="24" y="84"/>
                  </a:moveTo>
                  <a:lnTo>
                    <a:pt x="24" y="0"/>
                  </a:lnTo>
                  <a:lnTo>
                    <a:pt x="0" y="0"/>
                  </a:lnTo>
                  <a:lnTo>
                    <a:pt x="0" y="84"/>
                  </a:lnTo>
                  <a:lnTo>
                    <a:pt x="24" y="84"/>
                  </a:lnTo>
                  <a:close/>
                </a:path>
              </a:pathLst>
            </a:custGeom>
            <a:solidFill>
              <a:srgbClr val="409D2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03" name="Freeform 139">
              <a:extLst>
                <a:ext uri="{FF2B5EF4-FFF2-40B4-BE49-F238E27FC236}">
                  <a16:creationId xmlns:a16="http://schemas.microsoft.com/office/drawing/2014/main" id="{7C039E82-F0C6-6758-957D-1713605C9A3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81" y="2133"/>
              <a:ext cx="25" cy="112"/>
            </a:xfrm>
            <a:custGeom>
              <a:avLst/>
              <a:gdLst/>
              <a:ahLst/>
              <a:cxnLst>
                <a:cxn ang="0">
                  <a:pos x="24" y="113"/>
                </a:cxn>
                <a:cxn ang="0">
                  <a:pos x="24" y="101"/>
                </a:cxn>
                <a:cxn ang="0">
                  <a:pos x="0" y="101"/>
                </a:cxn>
                <a:cxn ang="0">
                  <a:pos x="0" y="113"/>
                </a:cxn>
                <a:cxn ang="0">
                  <a:pos x="24" y="113"/>
                </a:cxn>
                <a:cxn ang="0">
                  <a:pos x="24" y="84"/>
                </a:cxn>
                <a:cxn ang="0">
                  <a:pos x="24" y="0"/>
                </a:cxn>
                <a:cxn ang="0">
                  <a:pos x="0" y="0"/>
                </a:cxn>
                <a:cxn ang="0">
                  <a:pos x="0" y="84"/>
                </a:cxn>
                <a:cxn ang="0">
                  <a:pos x="24" y="84"/>
                </a:cxn>
              </a:cxnLst>
              <a:rect l="0" t="0" r="r" b="b"/>
              <a:pathLst>
                <a:path w="24" h="113">
                  <a:moveTo>
                    <a:pt x="24" y="113"/>
                  </a:moveTo>
                  <a:lnTo>
                    <a:pt x="24" y="101"/>
                  </a:lnTo>
                  <a:lnTo>
                    <a:pt x="0" y="101"/>
                  </a:lnTo>
                  <a:lnTo>
                    <a:pt x="0" y="113"/>
                  </a:lnTo>
                  <a:lnTo>
                    <a:pt x="24" y="113"/>
                  </a:lnTo>
                  <a:close/>
                  <a:moveTo>
                    <a:pt x="24" y="84"/>
                  </a:moveTo>
                  <a:lnTo>
                    <a:pt x="24" y="0"/>
                  </a:lnTo>
                  <a:lnTo>
                    <a:pt x="0" y="0"/>
                  </a:lnTo>
                  <a:lnTo>
                    <a:pt x="0" y="84"/>
                  </a:lnTo>
                  <a:lnTo>
                    <a:pt x="24" y="84"/>
                  </a:lnTo>
                  <a:close/>
                </a:path>
              </a:pathLst>
            </a:custGeom>
            <a:solidFill>
              <a:srgbClr val="409D2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04" name="Freeform 140">
              <a:extLst>
                <a:ext uri="{FF2B5EF4-FFF2-40B4-BE49-F238E27FC236}">
                  <a16:creationId xmlns:a16="http://schemas.microsoft.com/office/drawing/2014/main" id="{BC91C520-9EF8-E06F-FF11-4F74A38D5B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81" y="2002"/>
              <a:ext cx="25" cy="106"/>
            </a:xfrm>
            <a:custGeom>
              <a:avLst/>
              <a:gdLst/>
              <a:ahLst/>
              <a:cxnLst>
                <a:cxn ang="0">
                  <a:pos x="24" y="107"/>
                </a:cxn>
                <a:cxn ang="0">
                  <a:pos x="24" y="101"/>
                </a:cxn>
                <a:cxn ang="0">
                  <a:pos x="0" y="101"/>
                </a:cxn>
                <a:cxn ang="0">
                  <a:pos x="0" y="107"/>
                </a:cxn>
                <a:cxn ang="0">
                  <a:pos x="24" y="107"/>
                </a:cxn>
                <a:cxn ang="0">
                  <a:pos x="24" y="77"/>
                </a:cxn>
                <a:cxn ang="0">
                  <a:pos x="24" y="0"/>
                </a:cxn>
                <a:cxn ang="0">
                  <a:pos x="0" y="0"/>
                </a:cxn>
                <a:cxn ang="0">
                  <a:pos x="0" y="77"/>
                </a:cxn>
                <a:cxn ang="0">
                  <a:pos x="24" y="77"/>
                </a:cxn>
              </a:cxnLst>
              <a:rect l="0" t="0" r="r" b="b"/>
              <a:pathLst>
                <a:path w="24" h="107">
                  <a:moveTo>
                    <a:pt x="24" y="107"/>
                  </a:moveTo>
                  <a:lnTo>
                    <a:pt x="24" y="101"/>
                  </a:lnTo>
                  <a:lnTo>
                    <a:pt x="0" y="101"/>
                  </a:lnTo>
                  <a:lnTo>
                    <a:pt x="0" y="107"/>
                  </a:lnTo>
                  <a:lnTo>
                    <a:pt x="24" y="107"/>
                  </a:lnTo>
                  <a:close/>
                  <a:moveTo>
                    <a:pt x="24" y="77"/>
                  </a:moveTo>
                  <a:lnTo>
                    <a:pt x="24" y="0"/>
                  </a:lnTo>
                  <a:lnTo>
                    <a:pt x="0" y="0"/>
                  </a:lnTo>
                  <a:lnTo>
                    <a:pt x="0" y="77"/>
                  </a:lnTo>
                  <a:lnTo>
                    <a:pt x="24" y="77"/>
                  </a:lnTo>
                  <a:close/>
                </a:path>
              </a:pathLst>
            </a:custGeom>
            <a:solidFill>
              <a:srgbClr val="409D2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05" name="Freeform 141">
              <a:extLst>
                <a:ext uri="{FF2B5EF4-FFF2-40B4-BE49-F238E27FC236}">
                  <a16:creationId xmlns:a16="http://schemas.microsoft.com/office/drawing/2014/main" id="{2C6334BF-CD8E-3B60-0B58-C78911EB724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81" y="1870"/>
              <a:ext cx="25" cy="108"/>
            </a:xfrm>
            <a:custGeom>
              <a:avLst/>
              <a:gdLst/>
              <a:ahLst/>
              <a:cxnLst>
                <a:cxn ang="0">
                  <a:pos x="24" y="108"/>
                </a:cxn>
                <a:cxn ang="0">
                  <a:pos x="24" y="102"/>
                </a:cxn>
                <a:cxn ang="0">
                  <a:pos x="0" y="102"/>
                </a:cxn>
                <a:cxn ang="0">
                  <a:pos x="0" y="108"/>
                </a:cxn>
                <a:cxn ang="0">
                  <a:pos x="24" y="108"/>
                </a:cxn>
                <a:cxn ang="0">
                  <a:pos x="24" y="78"/>
                </a:cxn>
                <a:cxn ang="0">
                  <a:pos x="24" y="0"/>
                </a:cxn>
                <a:cxn ang="0">
                  <a:pos x="0" y="0"/>
                </a:cxn>
                <a:cxn ang="0">
                  <a:pos x="0" y="78"/>
                </a:cxn>
                <a:cxn ang="0">
                  <a:pos x="24" y="78"/>
                </a:cxn>
              </a:cxnLst>
              <a:rect l="0" t="0" r="r" b="b"/>
              <a:pathLst>
                <a:path w="24" h="108">
                  <a:moveTo>
                    <a:pt x="24" y="108"/>
                  </a:moveTo>
                  <a:lnTo>
                    <a:pt x="24" y="102"/>
                  </a:lnTo>
                  <a:lnTo>
                    <a:pt x="0" y="102"/>
                  </a:lnTo>
                  <a:lnTo>
                    <a:pt x="0" y="108"/>
                  </a:lnTo>
                  <a:lnTo>
                    <a:pt x="24" y="108"/>
                  </a:lnTo>
                  <a:close/>
                  <a:moveTo>
                    <a:pt x="24" y="78"/>
                  </a:moveTo>
                  <a:lnTo>
                    <a:pt x="24" y="0"/>
                  </a:lnTo>
                  <a:lnTo>
                    <a:pt x="0" y="0"/>
                  </a:lnTo>
                  <a:lnTo>
                    <a:pt x="0" y="78"/>
                  </a:lnTo>
                  <a:lnTo>
                    <a:pt x="24" y="78"/>
                  </a:lnTo>
                  <a:close/>
                </a:path>
              </a:pathLst>
            </a:custGeom>
            <a:solidFill>
              <a:srgbClr val="409D2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06" name="Freeform 142">
              <a:extLst>
                <a:ext uri="{FF2B5EF4-FFF2-40B4-BE49-F238E27FC236}">
                  <a16:creationId xmlns:a16="http://schemas.microsoft.com/office/drawing/2014/main" id="{A1B1D5A1-6DD0-05F5-0B2F-20EB17BA15D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81" y="1739"/>
              <a:ext cx="25" cy="108"/>
            </a:xfrm>
            <a:custGeom>
              <a:avLst/>
              <a:gdLst/>
              <a:ahLst/>
              <a:cxnLst>
                <a:cxn ang="0">
                  <a:pos x="24" y="107"/>
                </a:cxn>
                <a:cxn ang="0">
                  <a:pos x="24" y="101"/>
                </a:cxn>
                <a:cxn ang="0">
                  <a:pos x="0" y="101"/>
                </a:cxn>
                <a:cxn ang="0">
                  <a:pos x="0" y="107"/>
                </a:cxn>
                <a:cxn ang="0">
                  <a:pos x="24" y="107"/>
                </a:cxn>
                <a:cxn ang="0">
                  <a:pos x="24" y="77"/>
                </a:cxn>
                <a:cxn ang="0">
                  <a:pos x="24" y="0"/>
                </a:cxn>
                <a:cxn ang="0">
                  <a:pos x="0" y="0"/>
                </a:cxn>
                <a:cxn ang="0">
                  <a:pos x="0" y="77"/>
                </a:cxn>
                <a:cxn ang="0">
                  <a:pos x="24" y="77"/>
                </a:cxn>
              </a:cxnLst>
              <a:rect l="0" t="0" r="r" b="b"/>
              <a:pathLst>
                <a:path w="24" h="107">
                  <a:moveTo>
                    <a:pt x="24" y="107"/>
                  </a:moveTo>
                  <a:lnTo>
                    <a:pt x="24" y="101"/>
                  </a:lnTo>
                  <a:lnTo>
                    <a:pt x="0" y="101"/>
                  </a:lnTo>
                  <a:lnTo>
                    <a:pt x="0" y="107"/>
                  </a:lnTo>
                  <a:lnTo>
                    <a:pt x="24" y="107"/>
                  </a:lnTo>
                  <a:close/>
                  <a:moveTo>
                    <a:pt x="24" y="77"/>
                  </a:moveTo>
                  <a:lnTo>
                    <a:pt x="24" y="0"/>
                  </a:lnTo>
                  <a:lnTo>
                    <a:pt x="0" y="0"/>
                  </a:lnTo>
                  <a:lnTo>
                    <a:pt x="0" y="77"/>
                  </a:lnTo>
                  <a:lnTo>
                    <a:pt x="24" y="77"/>
                  </a:lnTo>
                  <a:close/>
                </a:path>
              </a:pathLst>
            </a:custGeom>
            <a:solidFill>
              <a:srgbClr val="409D2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07" name="Freeform 143">
              <a:extLst>
                <a:ext uri="{FF2B5EF4-FFF2-40B4-BE49-F238E27FC236}">
                  <a16:creationId xmlns:a16="http://schemas.microsoft.com/office/drawing/2014/main" id="{08D9DBB1-79F5-40FD-DC74-663E324CB4B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81" y="1602"/>
              <a:ext cx="25" cy="114"/>
            </a:xfrm>
            <a:custGeom>
              <a:avLst/>
              <a:gdLst/>
              <a:ahLst/>
              <a:cxnLst>
                <a:cxn ang="0">
                  <a:pos x="24" y="113"/>
                </a:cxn>
                <a:cxn ang="0">
                  <a:pos x="24" y="101"/>
                </a:cxn>
                <a:cxn ang="0">
                  <a:pos x="0" y="101"/>
                </a:cxn>
                <a:cxn ang="0">
                  <a:pos x="0" y="113"/>
                </a:cxn>
                <a:cxn ang="0">
                  <a:pos x="24" y="113"/>
                </a:cxn>
                <a:cxn ang="0">
                  <a:pos x="24" y="83"/>
                </a:cxn>
                <a:cxn ang="0">
                  <a:pos x="24" y="0"/>
                </a:cxn>
                <a:cxn ang="0">
                  <a:pos x="0" y="0"/>
                </a:cxn>
                <a:cxn ang="0">
                  <a:pos x="0" y="83"/>
                </a:cxn>
                <a:cxn ang="0">
                  <a:pos x="24" y="83"/>
                </a:cxn>
              </a:cxnLst>
              <a:rect l="0" t="0" r="r" b="b"/>
              <a:pathLst>
                <a:path w="24" h="113">
                  <a:moveTo>
                    <a:pt x="24" y="113"/>
                  </a:moveTo>
                  <a:lnTo>
                    <a:pt x="24" y="101"/>
                  </a:lnTo>
                  <a:lnTo>
                    <a:pt x="0" y="101"/>
                  </a:lnTo>
                  <a:lnTo>
                    <a:pt x="0" y="113"/>
                  </a:lnTo>
                  <a:lnTo>
                    <a:pt x="24" y="113"/>
                  </a:lnTo>
                  <a:close/>
                  <a:moveTo>
                    <a:pt x="24" y="83"/>
                  </a:moveTo>
                  <a:lnTo>
                    <a:pt x="24" y="0"/>
                  </a:lnTo>
                  <a:lnTo>
                    <a:pt x="0" y="0"/>
                  </a:lnTo>
                  <a:lnTo>
                    <a:pt x="0" y="83"/>
                  </a:lnTo>
                  <a:lnTo>
                    <a:pt x="24" y="83"/>
                  </a:lnTo>
                  <a:close/>
                </a:path>
              </a:pathLst>
            </a:custGeom>
            <a:solidFill>
              <a:srgbClr val="409D2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08" name="Freeform 144">
              <a:extLst>
                <a:ext uri="{FF2B5EF4-FFF2-40B4-BE49-F238E27FC236}">
                  <a16:creationId xmlns:a16="http://schemas.microsoft.com/office/drawing/2014/main" id="{7515570C-67A8-256E-4766-D331A767A5B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81" y="1469"/>
              <a:ext cx="25" cy="115"/>
            </a:xfrm>
            <a:custGeom>
              <a:avLst/>
              <a:gdLst/>
              <a:ahLst/>
              <a:cxnLst>
                <a:cxn ang="0">
                  <a:pos x="24" y="114"/>
                </a:cxn>
                <a:cxn ang="0">
                  <a:pos x="24" y="102"/>
                </a:cxn>
                <a:cxn ang="0">
                  <a:pos x="0" y="102"/>
                </a:cxn>
                <a:cxn ang="0">
                  <a:pos x="0" y="114"/>
                </a:cxn>
                <a:cxn ang="0">
                  <a:pos x="24" y="114"/>
                </a:cxn>
                <a:cxn ang="0">
                  <a:pos x="24" y="78"/>
                </a:cxn>
                <a:cxn ang="0">
                  <a:pos x="24" y="0"/>
                </a:cxn>
                <a:cxn ang="0">
                  <a:pos x="0" y="0"/>
                </a:cxn>
                <a:cxn ang="0">
                  <a:pos x="0" y="78"/>
                </a:cxn>
                <a:cxn ang="0">
                  <a:pos x="24" y="78"/>
                </a:cxn>
              </a:cxnLst>
              <a:rect l="0" t="0" r="r" b="b"/>
              <a:pathLst>
                <a:path w="24" h="114">
                  <a:moveTo>
                    <a:pt x="24" y="114"/>
                  </a:moveTo>
                  <a:lnTo>
                    <a:pt x="24" y="102"/>
                  </a:lnTo>
                  <a:lnTo>
                    <a:pt x="0" y="102"/>
                  </a:lnTo>
                  <a:lnTo>
                    <a:pt x="0" y="114"/>
                  </a:lnTo>
                  <a:lnTo>
                    <a:pt x="24" y="114"/>
                  </a:lnTo>
                  <a:close/>
                  <a:moveTo>
                    <a:pt x="24" y="78"/>
                  </a:moveTo>
                  <a:lnTo>
                    <a:pt x="24" y="0"/>
                  </a:lnTo>
                  <a:lnTo>
                    <a:pt x="0" y="0"/>
                  </a:lnTo>
                  <a:lnTo>
                    <a:pt x="0" y="78"/>
                  </a:lnTo>
                  <a:lnTo>
                    <a:pt x="24" y="78"/>
                  </a:lnTo>
                  <a:close/>
                </a:path>
              </a:pathLst>
            </a:custGeom>
            <a:solidFill>
              <a:srgbClr val="409D2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09" name="Freeform 145">
              <a:extLst>
                <a:ext uri="{FF2B5EF4-FFF2-40B4-BE49-F238E27FC236}">
                  <a16:creationId xmlns:a16="http://schemas.microsoft.com/office/drawing/2014/main" id="{006C3490-A781-9446-F6B8-D8F777F22AA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81" y="1340"/>
              <a:ext cx="25" cy="106"/>
            </a:xfrm>
            <a:custGeom>
              <a:avLst/>
              <a:gdLst/>
              <a:ahLst/>
              <a:cxnLst>
                <a:cxn ang="0">
                  <a:pos x="24" y="107"/>
                </a:cxn>
                <a:cxn ang="0">
                  <a:pos x="24" y="101"/>
                </a:cxn>
                <a:cxn ang="0">
                  <a:pos x="0" y="101"/>
                </a:cxn>
                <a:cxn ang="0">
                  <a:pos x="0" y="107"/>
                </a:cxn>
                <a:cxn ang="0">
                  <a:pos x="24" y="107"/>
                </a:cxn>
                <a:cxn ang="0">
                  <a:pos x="24" y="77"/>
                </a:cxn>
                <a:cxn ang="0">
                  <a:pos x="24" y="0"/>
                </a:cxn>
                <a:cxn ang="0">
                  <a:pos x="0" y="0"/>
                </a:cxn>
                <a:cxn ang="0">
                  <a:pos x="0" y="77"/>
                </a:cxn>
                <a:cxn ang="0">
                  <a:pos x="24" y="77"/>
                </a:cxn>
              </a:cxnLst>
              <a:rect l="0" t="0" r="r" b="b"/>
              <a:pathLst>
                <a:path w="24" h="107">
                  <a:moveTo>
                    <a:pt x="24" y="107"/>
                  </a:moveTo>
                  <a:lnTo>
                    <a:pt x="24" y="101"/>
                  </a:lnTo>
                  <a:lnTo>
                    <a:pt x="0" y="101"/>
                  </a:lnTo>
                  <a:lnTo>
                    <a:pt x="0" y="107"/>
                  </a:lnTo>
                  <a:lnTo>
                    <a:pt x="24" y="107"/>
                  </a:lnTo>
                  <a:close/>
                  <a:moveTo>
                    <a:pt x="24" y="77"/>
                  </a:moveTo>
                  <a:lnTo>
                    <a:pt x="24" y="0"/>
                  </a:lnTo>
                  <a:lnTo>
                    <a:pt x="0" y="0"/>
                  </a:lnTo>
                  <a:lnTo>
                    <a:pt x="0" y="77"/>
                  </a:lnTo>
                  <a:lnTo>
                    <a:pt x="24" y="77"/>
                  </a:lnTo>
                  <a:close/>
                </a:path>
              </a:pathLst>
            </a:custGeom>
            <a:solidFill>
              <a:srgbClr val="409D2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10" name="Freeform 146">
              <a:extLst>
                <a:ext uri="{FF2B5EF4-FFF2-40B4-BE49-F238E27FC236}">
                  <a16:creationId xmlns:a16="http://schemas.microsoft.com/office/drawing/2014/main" id="{6AC9D570-D72C-04E3-73BC-4E39570AE9E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81" y="1207"/>
              <a:ext cx="25" cy="108"/>
            </a:xfrm>
            <a:custGeom>
              <a:avLst/>
              <a:gdLst/>
              <a:ahLst/>
              <a:cxnLst>
                <a:cxn ang="0">
                  <a:pos x="24" y="108"/>
                </a:cxn>
                <a:cxn ang="0">
                  <a:pos x="24" y="102"/>
                </a:cxn>
                <a:cxn ang="0">
                  <a:pos x="0" y="102"/>
                </a:cxn>
                <a:cxn ang="0">
                  <a:pos x="0" y="108"/>
                </a:cxn>
                <a:cxn ang="0">
                  <a:pos x="24" y="108"/>
                </a:cxn>
                <a:cxn ang="0">
                  <a:pos x="24" y="78"/>
                </a:cxn>
                <a:cxn ang="0">
                  <a:pos x="24" y="0"/>
                </a:cxn>
                <a:cxn ang="0">
                  <a:pos x="0" y="0"/>
                </a:cxn>
                <a:cxn ang="0">
                  <a:pos x="0" y="78"/>
                </a:cxn>
                <a:cxn ang="0">
                  <a:pos x="24" y="78"/>
                </a:cxn>
              </a:cxnLst>
              <a:rect l="0" t="0" r="r" b="b"/>
              <a:pathLst>
                <a:path w="24" h="108">
                  <a:moveTo>
                    <a:pt x="24" y="108"/>
                  </a:moveTo>
                  <a:lnTo>
                    <a:pt x="24" y="102"/>
                  </a:lnTo>
                  <a:lnTo>
                    <a:pt x="0" y="102"/>
                  </a:lnTo>
                  <a:lnTo>
                    <a:pt x="0" y="108"/>
                  </a:lnTo>
                  <a:lnTo>
                    <a:pt x="24" y="108"/>
                  </a:lnTo>
                  <a:close/>
                  <a:moveTo>
                    <a:pt x="24" y="78"/>
                  </a:moveTo>
                  <a:lnTo>
                    <a:pt x="24" y="0"/>
                  </a:lnTo>
                  <a:lnTo>
                    <a:pt x="0" y="0"/>
                  </a:lnTo>
                  <a:lnTo>
                    <a:pt x="0" y="78"/>
                  </a:lnTo>
                  <a:lnTo>
                    <a:pt x="24" y="78"/>
                  </a:lnTo>
                  <a:close/>
                </a:path>
              </a:pathLst>
            </a:custGeom>
            <a:solidFill>
              <a:srgbClr val="409D2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11" name="Freeform 147">
              <a:extLst>
                <a:ext uri="{FF2B5EF4-FFF2-40B4-BE49-F238E27FC236}">
                  <a16:creationId xmlns:a16="http://schemas.microsoft.com/office/drawing/2014/main" id="{9D017596-8464-8E55-7E17-24F3A69ECF0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81" y="1070"/>
              <a:ext cx="25" cy="114"/>
            </a:xfrm>
            <a:custGeom>
              <a:avLst/>
              <a:gdLst/>
              <a:ahLst/>
              <a:cxnLst>
                <a:cxn ang="0">
                  <a:pos x="24" y="114"/>
                </a:cxn>
                <a:cxn ang="0">
                  <a:pos x="24" y="102"/>
                </a:cxn>
                <a:cxn ang="0">
                  <a:pos x="0" y="102"/>
                </a:cxn>
                <a:cxn ang="0">
                  <a:pos x="0" y="114"/>
                </a:cxn>
                <a:cxn ang="0">
                  <a:pos x="24" y="114"/>
                </a:cxn>
                <a:cxn ang="0">
                  <a:pos x="24" y="84"/>
                </a:cxn>
                <a:cxn ang="0">
                  <a:pos x="24" y="0"/>
                </a:cxn>
                <a:cxn ang="0">
                  <a:pos x="0" y="0"/>
                </a:cxn>
                <a:cxn ang="0">
                  <a:pos x="0" y="84"/>
                </a:cxn>
                <a:cxn ang="0">
                  <a:pos x="24" y="84"/>
                </a:cxn>
              </a:cxnLst>
              <a:rect l="0" t="0" r="r" b="b"/>
              <a:pathLst>
                <a:path w="24" h="114">
                  <a:moveTo>
                    <a:pt x="24" y="114"/>
                  </a:moveTo>
                  <a:lnTo>
                    <a:pt x="24" y="102"/>
                  </a:lnTo>
                  <a:lnTo>
                    <a:pt x="0" y="102"/>
                  </a:lnTo>
                  <a:lnTo>
                    <a:pt x="0" y="114"/>
                  </a:lnTo>
                  <a:lnTo>
                    <a:pt x="24" y="114"/>
                  </a:lnTo>
                  <a:close/>
                  <a:moveTo>
                    <a:pt x="24" y="84"/>
                  </a:moveTo>
                  <a:lnTo>
                    <a:pt x="24" y="0"/>
                  </a:lnTo>
                  <a:lnTo>
                    <a:pt x="0" y="0"/>
                  </a:lnTo>
                  <a:lnTo>
                    <a:pt x="0" y="84"/>
                  </a:lnTo>
                  <a:lnTo>
                    <a:pt x="24" y="84"/>
                  </a:lnTo>
                  <a:close/>
                </a:path>
              </a:pathLst>
            </a:custGeom>
            <a:solidFill>
              <a:srgbClr val="409D2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12" name="Freeform 148">
              <a:extLst>
                <a:ext uri="{FF2B5EF4-FFF2-40B4-BE49-F238E27FC236}">
                  <a16:creationId xmlns:a16="http://schemas.microsoft.com/office/drawing/2014/main" id="{B3503CD9-6D23-52C4-FB02-243C2F0E555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81" y="939"/>
              <a:ext cx="25" cy="112"/>
            </a:xfrm>
            <a:custGeom>
              <a:avLst/>
              <a:gdLst/>
              <a:ahLst/>
              <a:cxnLst>
                <a:cxn ang="0">
                  <a:pos x="24" y="113"/>
                </a:cxn>
                <a:cxn ang="0">
                  <a:pos x="24" y="101"/>
                </a:cxn>
                <a:cxn ang="0">
                  <a:pos x="0" y="101"/>
                </a:cxn>
                <a:cxn ang="0">
                  <a:pos x="0" y="113"/>
                </a:cxn>
                <a:cxn ang="0">
                  <a:pos x="24" y="113"/>
                </a:cxn>
                <a:cxn ang="0">
                  <a:pos x="24" y="77"/>
                </a:cxn>
                <a:cxn ang="0">
                  <a:pos x="24" y="0"/>
                </a:cxn>
                <a:cxn ang="0">
                  <a:pos x="0" y="0"/>
                </a:cxn>
                <a:cxn ang="0">
                  <a:pos x="0" y="77"/>
                </a:cxn>
                <a:cxn ang="0">
                  <a:pos x="24" y="77"/>
                </a:cxn>
              </a:cxnLst>
              <a:rect l="0" t="0" r="r" b="b"/>
              <a:pathLst>
                <a:path w="24" h="113">
                  <a:moveTo>
                    <a:pt x="24" y="113"/>
                  </a:moveTo>
                  <a:lnTo>
                    <a:pt x="24" y="101"/>
                  </a:lnTo>
                  <a:lnTo>
                    <a:pt x="0" y="101"/>
                  </a:lnTo>
                  <a:lnTo>
                    <a:pt x="0" y="113"/>
                  </a:lnTo>
                  <a:lnTo>
                    <a:pt x="24" y="113"/>
                  </a:lnTo>
                  <a:close/>
                  <a:moveTo>
                    <a:pt x="24" y="77"/>
                  </a:moveTo>
                  <a:lnTo>
                    <a:pt x="24" y="0"/>
                  </a:lnTo>
                  <a:lnTo>
                    <a:pt x="0" y="0"/>
                  </a:lnTo>
                  <a:lnTo>
                    <a:pt x="0" y="77"/>
                  </a:lnTo>
                  <a:lnTo>
                    <a:pt x="24" y="77"/>
                  </a:lnTo>
                  <a:close/>
                </a:path>
              </a:pathLst>
            </a:custGeom>
            <a:solidFill>
              <a:srgbClr val="409D2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13" name="Freeform 149">
              <a:extLst>
                <a:ext uri="{FF2B5EF4-FFF2-40B4-BE49-F238E27FC236}">
                  <a16:creationId xmlns:a16="http://schemas.microsoft.com/office/drawing/2014/main" id="{0E32FEA0-94A8-22A7-5436-18AB61013F9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81" y="807"/>
              <a:ext cx="25" cy="108"/>
            </a:xfrm>
            <a:custGeom>
              <a:avLst/>
              <a:gdLst/>
              <a:ahLst/>
              <a:cxnLst>
                <a:cxn ang="0">
                  <a:pos x="24" y="108"/>
                </a:cxn>
                <a:cxn ang="0">
                  <a:pos x="24" y="102"/>
                </a:cxn>
                <a:cxn ang="0">
                  <a:pos x="0" y="102"/>
                </a:cxn>
                <a:cxn ang="0">
                  <a:pos x="0" y="108"/>
                </a:cxn>
                <a:cxn ang="0">
                  <a:pos x="24" y="108"/>
                </a:cxn>
                <a:cxn ang="0">
                  <a:pos x="24" y="78"/>
                </a:cxn>
                <a:cxn ang="0">
                  <a:pos x="24" y="0"/>
                </a:cxn>
                <a:cxn ang="0">
                  <a:pos x="0" y="0"/>
                </a:cxn>
                <a:cxn ang="0">
                  <a:pos x="0" y="78"/>
                </a:cxn>
                <a:cxn ang="0">
                  <a:pos x="24" y="78"/>
                </a:cxn>
              </a:cxnLst>
              <a:rect l="0" t="0" r="r" b="b"/>
              <a:pathLst>
                <a:path w="24" h="108">
                  <a:moveTo>
                    <a:pt x="24" y="108"/>
                  </a:moveTo>
                  <a:lnTo>
                    <a:pt x="24" y="102"/>
                  </a:lnTo>
                  <a:lnTo>
                    <a:pt x="0" y="102"/>
                  </a:lnTo>
                  <a:lnTo>
                    <a:pt x="0" y="108"/>
                  </a:lnTo>
                  <a:lnTo>
                    <a:pt x="24" y="108"/>
                  </a:lnTo>
                  <a:close/>
                  <a:moveTo>
                    <a:pt x="24" y="78"/>
                  </a:moveTo>
                  <a:lnTo>
                    <a:pt x="24" y="0"/>
                  </a:lnTo>
                  <a:lnTo>
                    <a:pt x="0" y="0"/>
                  </a:lnTo>
                  <a:lnTo>
                    <a:pt x="0" y="78"/>
                  </a:lnTo>
                  <a:lnTo>
                    <a:pt x="24" y="78"/>
                  </a:lnTo>
                  <a:close/>
                </a:path>
              </a:pathLst>
            </a:custGeom>
            <a:solidFill>
              <a:srgbClr val="409D2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14" name="Freeform 150">
              <a:extLst>
                <a:ext uri="{FF2B5EF4-FFF2-40B4-BE49-F238E27FC236}">
                  <a16:creationId xmlns:a16="http://schemas.microsoft.com/office/drawing/2014/main" id="{AF4E8B0E-E3AD-5366-AA96-AF2784E92C5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81" y="675"/>
              <a:ext cx="25" cy="108"/>
            </a:xfrm>
            <a:custGeom>
              <a:avLst/>
              <a:gdLst/>
              <a:ahLst/>
              <a:cxnLst>
                <a:cxn ang="0">
                  <a:pos x="24" y="107"/>
                </a:cxn>
                <a:cxn ang="0">
                  <a:pos x="24" y="101"/>
                </a:cxn>
                <a:cxn ang="0">
                  <a:pos x="0" y="101"/>
                </a:cxn>
                <a:cxn ang="0">
                  <a:pos x="0" y="107"/>
                </a:cxn>
                <a:cxn ang="0">
                  <a:pos x="24" y="107"/>
                </a:cxn>
                <a:cxn ang="0">
                  <a:pos x="24" y="78"/>
                </a:cxn>
                <a:cxn ang="0">
                  <a:pos x="24" y="0"/>
                </a:cxn>
                <a:cxn ang="0">
                  <a:pos x="0" y="0"/>
                </a:cxn>
                <a:cxn ang="0">
                  <a:pos x="0" y="78"/>
                </a:cxn>
                <a:cxn ang="0">
                  <a:pos x="24" y="78"/>
                </a:cxn>
              </a:cxnLst>
              <a:rect l="0" t="0" r="r" b="b"/>
              <a:pathLst>
                <a:path w="24" h="107">
                  <a:moveTo>
                    <a:pt x="24" y="107"/>
                  </a:moveTo>
                  <a:lnTo>
                    <a:pt x="24" y="101"/>
                  </a:lnTo>
                  <a:lnTo>
                    <a:pt x="0" y="101"/>
                  </a:lnTo>
                  <a:lnTo>
                    <a:pt x="0" y="107"/>
                  </a:lnTo>
                  <a:lnTo>
                    <a:pt x="24" y="107"/>
                  </a:lnTo>
                  <a:close/>
                  <a:moveTo>
                    <a:pt x="24" y="78"/>
                  </a:moveTo>
                  <a:lnTo>
                    <a:pt x="24" y="0"/>
                  </a:lnTo>
                  <a:lnTo>
                    <a:pt x="0" y="0"/>
                  </a:lnTo>
                  <a:lnTo>
                    <a:pt x="0" y="78"/>
                  </a:lnTo>
                  <a:lnTo>
                    <a:pt x="24" y="78"/>
                  </a:lnTo>
                  <a:close/>
                </a:path>
              </a:pathLst>
            </a:custGeom>
            <a:solidFill>
              <a:srgbClr val="409D2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15" name="Freeform 151">
              <a:extLst>
                <a:ext uri="{FF2B5EF4-FFF2-40B4-BE49-F238E27FC236}">
                  <a16:creationId xmlns:a16="http://schemas.microsoft.com/office/drawing/2014/main" id="{CC97B0ED-F193-6FF1-D245-F234CF95CC1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81" y="539"/>
              <a:ext cx="25" cy="115"/>
            </a:xfrm>
            <a:custGeom>
              <a:avLst/>
              <a:gdLst/>
              <a:ahLst/>
              <a:cxnLst>
                <a:cxn ang="0">
                  <a:pos x="24" y="113"/>
                </a:cxn>
                <a:cxn ang="0">
                  <a:pos x="24" y="107"/>
                </a:cxn>
                <a:cxn ang="0">
                  <a:pos x="0" y="107"/>
                </a:cxn>
                <a:cxn ang="0">
                  <a:pos x="0" y="113"/>
                </a:cxn>
                <a:cxn ang="0">
                  <a:pos x="24" y="113"/>
                </a:cxn>
                <a:cxn ang="0">
                  <a:pos x="24" y="83"/>
                </a:cxn>
                <a:cxn ang="0">
                  <a:pos x="24" y="0"/>
                </a:cxn>
                <a:cxn ang="0">
                  <a:pos x="0" y="0"/>
                </a:cxn>
                <a:cxn ang="0">
                  <a:pos x="0" y="83"/>
                </a:cxn>
                <a:cxn ang="0">
                  <a:pos x="24" y="83"/>
                </a:cxn>
              </a:cxnLst>
              <a:rect l="0" t="0" r="r" b="b"/>
              <a:pathLst>
                <a:path w="24" h="113">
                  <a:moveTo>
                    <a:pt x="24" y="113"/>
                  </a:moveTo>
                  <a:lnTo>
                    <a:pt x="24" y="107"/>
                  </a:lnTo>
                  <a:lnTo>
                    <a:pt x="0" y="107"/>
                  </a:lnTo>
                  <a:lnTo>
                    <a:pt x="0" y="113"/>
                  </a:lnTo>
                  <a:lnTo>
                    <a:pt x="24" y="113"/>
                  </a:lnTo>
                  <a:close/>
                  <a:moveTo>
                    <a:pt x="24" y="83"/>
                  </a:moveTo>
                  <a:lnTo>
                    <a:pt x="24" y="0"/>
                  </a:lnTo>
                  <a:lnTo>
                    <a:pt x="0" y="0"/>
                  </a:lnTo>
                  <a:lnTo>
                    <a:pt x="0" y="83"/>
                  </a:lnTo>
                  <a:lnTo>
                    <a:pt x="24" y="83"/>
                  </a:lnTo>
                  <a:close/>
                </a:path>
              </a:pathLst>
            </a:custGeom>
            <a:solidFill>
              <a:srgbClr val="409D2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16" name="Freeform 152">
              <a:extLst>
                <a:ext uri="{FF2B5EF4-FFF2-40B4-BE49-F238E27FC236}">
                  <a16:creationId xmlns:a16="http://schemas.microsoft.com/office/drawing/2014/main" id="{926618E0-C26B-3048-A159-634BCE6D57A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81" y="407"/>
              <a:ext cx="25" cy="114"/>
            </a:xfrm>
            <a:custGeom>
              <a:avLst/>
              <a:gdLst/>
              <a:ahLst/>
              <a:cxnLst>
                <a:cxn ang="0">
                  <a:pos x="24" y="114"/>
                </a:cxn>
                <a:cxn ang="0">
                  <a:pos x="24" y="102"/>
                </a:cxn>
                <a:cxn ang="0">
                  <a:pos x="0" y="102"/>
                </a:cxn>
                <a:cxn ang="0">
                  <a:pos x="0" y="114"/>
                </a:cxn>
                <a:cxn ang="0">
                  <a:pos x="24" y="114"/>
                </a:cxn>
                <a:cxn ang="0">
                  <a:pos x="24" y="84"/>
                </a:cxn>
                <a:cxn ang="0">
                  <a:pos x="24" y="0"/>
                </a:cxn>
                <a:cxn ang="0">
                  <a:pos x="0" y="0"/>
                </a:cxn>
                <a:cxn ang="0">
                  <a:pos x="0" y="84"/>
                </a:cxn>
                <a:cxn ang="0">
                  <a:pos x="24" y="84"/>
                </a:cxn>
              </a:cxnLst>
              <a:rect l="0" t="0" r="r" b="b"/>
              <a:pathLst>
                <a:path w="24" h="114">
                  <a:moveTo>
                    <a:pt x="24" y="114"/>
                  </a:moveTo>
                  <a:lnTo>
                    <a:pt x="24" y="102"/>
                  </a:lnTo>
                  <a:lnTo>
                    <a:pt x="0" y="102"/>
                  </a:lnTo>
                  <a:lnTo>
                    <a:pt x="0" y="114"/>
                  </a:lnTo>
                  <a:lnTo>
                    <a:pt x="24" y="114"/>
                  </a:lnTo>
                  <a:close/>
                  <a:moveTo>
                    <a:pt x="24" y="84"/>
                  </a:moveTo>
                  <a:lnTo>
                    <a:pt x="24" y="0"/>
                  </a:lnTo>
                  <a:lnTo>
                    <a:pt x="0" y="0"/>
                  </a:lnTo>
                  <a:lnTo>
                    <a:pt x="0" y="84"/>
                  </a:lnTo>
                  <a:lnTo>
                    <a:pt x="24" y="84"/>
                  </a:lnTo>
                  <a:close/>
                </a:path>
              </a:pathLst>
            </a:custGeom>
            <a:solidFill>
              <a:srgbClr val="409D2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17" name="Freeform 153">
              <a:extLst>
                <a:ext uri="{FF2B5EF4-FFF2-40B4-BE49-F238E27FC236}">
                  <a16:creationId xmlns:a16="http://schemas.microsoft.com/office/drawing/2014/main" id="{CFC5348F-BED0-89E0-9523-5B2C1D54EED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81" y="276"/>
              <a:ext cx="25" cy="105"/>
            </a:xfrm>
            <a:custGeom>
              <a:avLst/>
              <a:gdLst/>
              <a:ahLst/>
              <a:cxnLst>
                <a:cxn ang="0">
                  <a:pos x="24" y="107"/>
                </a:cxn>
                <a:cxn ang="0">
                  <a:pos x="24" y="101"/>
                </a:cxn>
                <a:cxn ang="0">
                  <a:pos x="0" y="101"/>
                </a:cxn>
                <a:cxn ang="0">
                  <a:pos x="0" y="107"/>
                </a:cxn>
                <a:cxn ang="0">
                  <a:pos x="24" y="107"/>
                </a:cxn>
                <a:cxn ang="0">
                  <a:pos x="24" y="77"/>
                </a:cxn>
                <a:cxn ang="0">
                  <a:pos x="24" y="0"/>
                </a:cxn>
                <a:cxn ang="0">
                  <a:pos x="0" y="0"/>
                </a:cxn>
                <a:cxn ang="0">
                  <a:pos x="0" y="77"/>
                </a:cxn>
                <a:cxn ang="0">
                  <a:pos x="24" y="77"/>
                </a:cxn>
              </a:cxnLst>
              <a:rect l="0" t="0" r="r" b="b"/>
              <a:pathLst>
                <a:path w="24" h="107">
                  <a:moveTo>
                    <a:pt x="24" y="107"/>
                  </a:moveTo>
                  <a:lnTo>
                    <a:pt x="24" y="101"/>
                  </a:lnTo>
                  <a:lnTo>
                    <a:pt x="0" y="101"/>
                  </a:lnTo>
                  <a:lnTo>
                    <a:pt x="0" y="107"/>
                  </a:lnTo>
                  <a:lnTo>
                    <a:pt x="24" y="107"/>
                  </a:lnTo>
                  <a:close/>
                  <a:moveTo>
                    <a:pt x="24" y="77"/>
                  </a:moveTo>
                  <a:lnTo>
                    <a:pt x="24" y="0"/>
                  </a:lnTo>
                  <a:lnTo>
                    <a:pt x="0" y="0"/>
                  </a:lnTo>
                  <a:lnTo>
                    <a:pt x="0" y="77"/>
                  </a:lnTo>
                  <a:lnTo>
                    <a:pt x="24" y="77"/>
                  </a:lnTo>
                  <a:close/>
                </a:path>
              </a:pathLst>
            </a:custGeom>
            <a:solidFill>
              <a:srgbClr val="409D2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18" name="Rectangle 154">
              <a:extLst>
                <a:ext uri="{FF2B5EF4-FFF2-40B4-BE49-F238E27FC236}">
                  <a16:creationId xmlns:a16="http://schemas.microsoft.com/office/drawing/2014/main" id="{CBBC31A0-9A58-29A3-9091-B641CCDB52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1" y="246"/>
              <a:ext cx="25" cy="6"/>
            </a:xfrm>
            <a:prstGeom prst="rect">
              <a:avLst/>
            </a:prstGeom>
            <a:solidFill>
              <a:srgbClr val="409D27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19" name="Freeform 155">
              <a:extLst>
                <a:ext uri="{FF2B5EF4-FFF2-40B4-BE49-F238E27FC236}">
                  <a16:creationId xmlns:a16="http://schemas.microsoft.com/office/drawing/2014/main" id="{B7915B1B-CA08-D252-DEFC-00DC71B2E9A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8" y="3942"/>
              <a:ext cx="60" cy="66"/>
            </a:xfrm>
            <a:custGeom>
              <a:avLst/>
              <a:gdLst/>
              <a:ahLst/>
              <a:cxnLst>
                <a:cxn ang="0">
                  <a:pos x="0" y="66"/>
                </a:cxn>
                <a:cxn ang="0">
                  <a:pos x="60" y="0"/>
                </a:cxn>
                <a:cxn ang="0">
                  <a:pos x="0" y="66"/>
                </a:cxn>
                <a:cxn ang="0">
                  <a:pos x="0" y="66"/>
                </a:cxn>
              </a:cxnLst>
              <a:rect l="0" t="0" r="r" b="b"/>
              <a:pathLst>
                <a:path w="60" h="66">
                  <a:moveTo>
                    <a:pt x="0" y="66"/>
                  </a:moveTo>
                  <a:lnTo>
                    <a:pt x="60" y="0"/>
                  </a:lnTo>
                  <a:lnTo>
                    <a:pt x="0" y="66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20" name="Freeform 156">
              <a:extLst>
                <a:ext uri="{FF2B5EF4-FFF2-40B4-BE49-F238E27FC236}">
                  <a16:creationId xmlns:a16="http://schemas.microsoft.com/office/drawing/2014/main" id="{C15ACE6B-BE14-AA4B-2B8A-7502D6EE75E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2" y="3942"/>
              <a:ext cx="60" cy="66"/>
            </a:xfrm>
            <a:custGeom>
              <a:avLst/>
              <a:gdLst/>
              <a:ahLst/>
              <a:cxnLst>
                <a:cxn ang="0">
                  <a:pos x="0" y="66"/>
                </a:cxn>
                <a:cxn ang="0">
                  <a:pos x="60" y="0"/>
                </a:cxn>
                <a:cxn ang="0">
                  <a:pos x="0" y="66"/>
                </a:cxn>
                <a:cxn ang="0">
                  <a:pos x="0" y="66"/>
                </a:cxn>
              </a:cxnLst>
              <a:rect l="0" t="0" r="r" b="b"/>
              <a:pathLst>
                <a:path w="60" h="66">
                  <a:moveTo>
                    <a:pt x="0" y="66"/>
                  </a:moveTo>
                  <a:lnTo>
                    <a:pt x="60" y="0"/>
                  </a:lnTo>
                  <a:lnTo>
                    <a:pt x="0" y="66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21" name="Freeform 157">
              <a:extLst>
                <a:ext uri="{FF2B5EF4-FFF2-40B4-BE49-F238E27FC236}">
                  <a16:creationId xmlns:a16="http://schemas.microsoft.com/office/drawing/2014/main" id="{689F0542-7B98-8B5A-3215-2493AA1ACBC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6" y="3942"/>
              <a:ext cx="65" cy="66"/>
            </a:xfrm>
            <a:custGeom>
              <a:avLst/>
              <a:gdLst/>
              <a:ahLst/>
              <a:cxnLst>
                <a:cxn ang="0">
                  <a:pos x="0" y="66"/>
                </a:cxn>
                <a:cxn ang="0">
                  <a:pos x="66" y="0"/>
                </a:cxn>
                <a:cxn ang="0">
                  <a:pos x="0" y="66"/>
                </a:cxn>
                <a:cxn ang="0">
                  <a:pos x="0" y="66"/>
                </a:cxn>
              </a:cxnLst>
              <a:rect l="0" t="0" r="r" b="b"/>
              <a:pathLst>
                <a:path w="66" h="66">
                  <a:moveTo>
                    <a:pt x="0" y="66"/>
                  </a:moveTo>
                  <a:lnTo>
                    <a:pt x="66" y="0"/>
                  </a:lnTo>
                  <a:lnTo>
                    <a:pt x="0" y="66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22" name="Freeform 158">
              <a:extLst>
                <a:ext uri="{FF2B5EF4-FFF2-40B4-BE49-F238E27FC236}">
                  <a16:creationId xmlns:a16="http://schemas.microsoft.com/office/drawing/2014/main" id="{9248DC7E-9C44-F948-B9C0-F322D0AF29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6" y="3942"/>
              <a:ext cx="60" cy="66"/>
            </a:xfrm>
            <a:custGeom>
              <a:avLst/>
              <a:gdLst/>
              <a:ahLst/>
              <a:cxnLst>
                <a:cxn ang="0">
                  <a:pos x="0" y="66"/>
                </a:cxn>
                <a:cxn ang="0">
                  <a:pos x="60" y="0"/>
                </a:cxn>
                <a:cxn ang="0">
                  <a:pos x="0" y="66"/>
                </a:cxn>
                <a:cxn ang="0">
                  <a:pos x="0" y="66"/>
                </a:cxn>
              </a:cxnLst>
              <a:rect l="0" t="0" r="r" b="b"/>
              <a:pathLst>
                <a:path w="60" h="66">
                  <a:moveTo>
                    <a:pt x="0" y="66"/>
                  </a:moveTo>
                  <a:lnTo>
                    <a:pt x="60" y="0"/>
                  </a:lnTo>
                  <a:lnTo>
                    <a:pt x="0" y="66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23" name="Freeform 159">
              <a:extLst>
                <a:ext uri="{FF2B5EF4-FFF2-40B4-BE49-F238E27FC236}">
                  <a16:creationId xmlns:a16="http://schemas.microsoft.com/office/drawing/2014/main" id="{EE03240A-793F-4013-A2E0-F89AA62BE4E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0" y="3942"/>
              <a:ext cx="59" cy="66"/>
            </a:xfrm>
            <a:custGeom>
              <a:avLst/>
              <a:gdLst/>
              <a:ahLst/>
              <a:cxnLst>
                <a:cxn ang="0">
                  <a:pos x="0" y="66"/>
                </a:cxn>
                <a:cxn ang="0">
                  <a:pos x="60" y="0"/>
                </a:cxn>
                <a:cxn ang="0">
                  <a:pos x="0" y="66"/>
                </a:cxn>
                <a:cxn ang="0">
                  <a:pos x="0" y="66"/>
                </a:cxn>
              </a:cxnLst>
              <a:rect l="0" t="0" r="r" b="b"/>
              <a:pathLst>
                <a:path w="60" h="66">
                  <a:moveTo>
                    <a:pt x="0" y="66"/>
                  </a:moveTo>
                  <a:lnTo>
                    <a:pt x="60" y="0"/>
                  </a:lnTo>
                  <a:lnTo>
                    <a:pt x="0" y="66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24" name="Freeform 160">
              <a:extLst>
                <a:ext uri="{FF2B5EF4-FFF2-40B4-BE49-F238E27FC236}">
                  <a16:creationId xmlns:a16="http://schemas.microsoft.com/office/drawing/2014/main" id="{0410814A-F194-F150-C3D3-43FC157AAE8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5" y="3942"/>
              <a:ext cx="59" cy="66"/>
            </a:xfrm>
            <a:custGeom>
              <a:avLst/>
              <a:gdLst/>
              <a:ahLst/>
              <a:cxnLst>
                <a:cxn ang="0">
                  <a:pos x="0" y="66"/>
                </a:cxn>
                <a:cxn ang="0">
                  <a:pos x="60" y="0"/>
                </a:cxn>
                <a:cxn ang="0">
                  <a:pos x="0" y="66"/>
                </a:cxn>
                <a:cxn ang="0">
                  <a:pos x="0" y="66"/>
                </a:cxn>
              </a:cxnLst>
              <a:rect l="0" t="0" r="r" b="b"/>
              <a:pathLst>
                <a:path w="60" h="66">
                  <a:moveTo>
                    <a:pt x="0" y="66"/>
                  </a:moveTo>
                  <a:lnTo>
                    <a:pt x="60" y="0"/>
                  </a:lnTo>
                  <a:lnTo>
                    <a:pt x="0" y="66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25" name="Freeform 161">
              <a:extLst>
                <a:ext uri="{FF2B5EF4-FFF2-40B4-BE49-F238E27FC236}">
                  <a16:creationId xmlns:a16="http://schemas.microsoft.com/office/drawing/2014/main" id="{B6CA240A-2E7E-BFFC-83B4-76AF4CEC1E3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4" y="3942"/>
              <a:ext cx="66" cy="66"/>
            </a:xfrm>
            <a:custGeom>
              <a:avLst/>
              <a:gdLst/>
              <a:ahLst/>
              <a:cxnLst>
                <a:cxn ang="0">
                  <a:pos x="0" y="66"/>
                </a:cxn>
                <a:cxn ang="0">
                  <a:pos x="66" y="0"/>
                </a:cxn>
                <a:cxn ang="0">
                  <a:pos x="0" y="66"/>
                </a:cxn>
                <a:cxn ang="0">
                  <a:pos x="0" y="66"/>
                </a:cxn>
              </a:cxnLst>
              <a:rect l="0" t="0" r="r" b="b"/>
              <a:pathLst>
                <a:path w="66" h="66">
                  <a:moveTo>
                    <a:pt x="0" y="66"/>
                  </a:moveTo>
                  <a:lnTo>
                    <a:pt x="66" y="0"/>
                  </a:lnTo>
                  <a:lnTo>
                    <a:pt x="0" y="66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26" name="Freeform 162">
              <a:extLst>
                <a:ext uri="{FF2B5EF4-FFF2-40B4-BE49-F238E27FC236}">
                  <a16:creationId xmlns:a16="http://schemas.microsoft.com/office/drawing/2014/main" id="{C2CB3DA8-5926-8D94-BB8C-5F2D1FEACCB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8" y="3942"/>
              <a:ext cx="60" cy="66"/>
            </a:xfrm>
            <a:custGeom>
              <a:avLst/>
              <a:gdLst/>
              <a:ahLst/>
              <a:cxnLst>
                <a:cxn ang="0">
                  <a:pos x="0" y="66"/>
                </a:cxn>
                <a:cxn ang="0">
                  <a:pos x="60" y="0"/>
                </a:cxn>
                <a:cxn ang="0">
                  <a:pos x="0" y="66"/>
                </a:cxn>
                <a:cxn ang="0">
                  <a:pos x="0" y="66"/>
                </a:cxn>
              </a:cxnLst>
              <a:rect l="0" t="0" r="r" b="b"/>
              <a:pathLst>
                <a:path w="60" h="66">
                  <a:moveTo>
                    <a:pt x="0" y="66"/>
                  </a:moveTo>
                  <a:lnTo>
                    <a:pt x="60" y="0"/>
                  </a:lnTo>
                  <a:lnTo>
                    <a:pt x="0" y="66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27" name="Freeform 163">
              <a:extLst>
                <a:ext uri="{FF2B5EF4-FFF2-40B4-BE49-F238E27FC236}">
                  <a16:creationId xmlns:a16="http://schemas.microsoft.com/office/drawing/2014/main" id="{45F8635E-C8D7-66D3-05CB-846CBF99AD0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0" y="240"/>
              <a:ext cx="42" cy="149"/>
            </a:xfrm>
            <a:custGeom>
              <a:avLst/>
              <a:gdLst/>
              <a:ahLst/>
              <a:cxnLst>
                <a:cxn ang="0">
                  <a:pos x="12" y="78"/>
                </a:cxn>
                <a:cxn ang="0">
                  <a:pos x="6" y="113"/>
                </a:cxn>
                <a:cxn ang="0">
                  <a:pos x="0" y="149"/>
                </a:cxn>
                <a:cxn ang="0">
                  <a:pos x="42" y="149"/>
                </a:cxn>
                <a:cxn ang="0">
                  <a:pos x="42" y="137"/>
                </a:cxn>
                <a:cxn ang="0">
                  <a:pos x="36" y="125"/>
                </a:cxn>
                <a:cxn ang="0">
                  <a:pos x="30" y="78"/>
                </a:cxn>
                <a:cxn ang="0">
                  <a:pos x="24" y="36"/>
                </a:cxn>
                <a:cxn ang="0">
                  <a:pos x="24" y="0"/>
                </a:cxn>
                <a:cxn ang="0">
                  <a:pos x="18" y="36"/>
                </a:cxn>
                <a:cxn ang="0">
                  <a:pos x="12" y="78"/>
                </a:cxn>
                <a:cxn ang="0">
                  <a:pos x="12" y="78"/>
                </a:cxn>
              </a:cxnLst>
              <a:rect l="0" t="0" r="r" b="b"/>
              <a:pathLst>
                <a:path w="42" h="149">
                  <a:moveTo>
                    <a:pt x="12" y="78"/>
                  </a:moveTo>
                  <a:lnTo>
                    <a:pt x="6" y="113"/>
                  </a:lnTo>
                  <a:lnTo>
                    <a:pt x="0" y="149"/>
                  </a:lnTo>
                  <a:lnTo>
                    <a:pt x="42" y="149"/>
                  </a:lnTo>
                  <a:lnTo>
                    <a:pt x="42" y="137"/>
                  </a:lnTo>
                  <a:lnTo>
                    <a:pt x="36" y="125"/>
                  </a:lnTo>
                  <a:lnTo>
                    <a:pt x="30" y="78"/>
                  </a:lnTo>
                  <a:lnTo>
                    <a:pt x="24" y="36"/>
                  </a:lnTo>
                  <a:lnTo>
                    <a:pt x="24" y="0"/>
                  </a:lnTo>
                  <a:lnTo>
                    <a:pt x="18" y="36"/>
                  </a:lnTo>
                  <a:lnTo>
                    <a:pt x="12" y="78"/>
                  </a:lnTo>
                  <a:lnTo>
                    <a:pt x="12" y="7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28" name="Freeform 164">
              <a:extLst>
                <a:ext uri="{FF2B5EF4-FFF2-40B4-BE49-F238E27FC236}">
                  <a16:creationId xmlns:a16="http://schemas.microsoft.com/office/drawing/2014/main" id="{0458B222-74F0-D37C-75EF-2BCF6A59A77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8" y="319"/>
              <a:ext cx="36" cy="76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6" y="35"/>
                </a:cxn>
                <a:cxn ang="0">
                  <a:pos x="0" y="71"/>
                </a:cxn>
                <a:cxn ang="0">
                  <a:pos x="24" y="77"/>
                </a:cxn>
                <a:cxn ang="0">
                  <a:pos x="30" y="41"/>
                </a:cxn>
                <a:cxn ang="0">
                  <a:pos x="36" y="0"/>
                </a:cxn>
                <a:cxn ang="0">
                  <a:pos x="12" y="0"/>
                </a:cxn>
              </a:cxnLst>
              <a:rect l="0" t="0" r="r" b="b"/>
              <a:pathLst>
                <a:path w="36" h="77">
                  <a:moveTo>
                    <a:pt x="12" y="0"/>
                  </a:moveTo>
                  <a:lnTo>
                    <a:pt x="6" y="35"/>
                  </a:lnTo>
                  <a:lnTo>
                    <a:pt x="0" y="71"/>
                  </a:lnTo>
                  <a:lnTo>
                    <a:pt x="24" y="77"/>
                  </a:lnTo>
                  <a:lnTo>
                    <a:pt x="30" y="41"/>
                  </a:lnTo>
                  <a:lnTo>
                    <a:pt x="36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409D2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29" name="Freeform 165">
              <a:extLst>
                <a:ext uri="{FF2B5EF4-FFF2-40B4-BE49-F238E27FC236}">
                  <a16:creationId xmlns:a16="http://schemas.microsoft.com/office/drawing/2014/main" id="{D1D02038-97CF-4726-4C83-EF954B567E3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58" y="377"/>
              <a:ext cx="54" cy="25"/>
            </a:xfrm>
            <a:custGeom>
              <a:avLst/>
              <a:gdLst/>
              <a:ahLst/>
              <a:cxnLst>
                <a:cxn ang="0">
                  <a:pos x="12" y="24"/>
                </a:cxn>
                <a:cxn ang="0">
                  <a:pos x="54" y="24"/>
                </a:cxn>
                <a:cxn ang="0">
                  <a:pos x="54" y="0"/>
                </a:cxn>
                <a:cxn ang="0">
                  <a:pos x="12" y="0"/>
                </a:cxn>
                <a:cxn ang="0">
                  <a:pos x="12" y="24"/>
                </a:cxn>
                <a:cxn ang="0">
                  <a:pos x="0" y="12"/>
                </a:cxn>
                <a:cxn ang="0">
                  <a:pos x="0" y="24"/>
                </a:cxn>
                <a:cxn ang="0">
                  <a:pos x="12" y="24"/>
                </a:cxn>
                <a:cxn ang="0">
                  <a:pos x="12" y="12"/>
                </a:cxn>
                <a:cxn ang="0">
                  <a:pos x="0" y="12"/>
                </a:cxn>
              </a:cxnLst>
              <a:rect l="0" t="0" r="r" b="b"/>
              <a:pathLst>
                <a:path w="54" h="24">
                  <a:moveTo>
                    <a:pt x="12" y="24"/>
                  </a:moveTo>
                  <a:lnTo>
                    <a:pt x="54" y="24"/>
                  </a:lnTo>
                  <a:lnTo>
                    <a:pt x="54" y="0"/>
                  </a:lnTo>
                  <a:lnTo>
                    <a:pt x="12" y="0"/>
                  </a:lnTo>
                  <a:lnTo>
                    <a:pt x="12" y="24"/>
                  </a:lnTo>
                  <a:close/>
                  <a:moveTo>
                    <a:pt x="0" y="12"/>
                  </a:moveTo>
                  <a:lnTo>
                    <a:pt x="0" y="24"/>
                  </a:lnTo>
                  <a:lnTo>
                    <a:pt x="12" y="24"/>
                  </a:lnTo>
                  <a:lnTo>
                    <a:pt x="12" y="12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409D2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30" name="Freeform 166">
              <a:extLst>
                <a:ext uri="{FF2B5EF4-FFF2-40B4-BE49-F238E27FC236}">
                  <a16:creationId xmlns:a16="http://schemas.microsoft.com/office/drawing/2014/main" id="{A5CAA0DD-BE1C-1EE1-82C1-C9F66EE87E9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88" y="319"/>
              <a:ext cx="42" cy="83"/>
            </a:xfrm>
            <a:custGeom>
              <a:avLst/>
              <a:gdLst/>
              <a:ahLst/>
              <a:cxnLst>
                <a:cxn ang="0">
                  <a:pos x="36" y="71"/>
                </a:cxn>
                <a:cxn ang="0">
                  <a:pos x="36" y="59"/>
                </a:cxn>
                <a:cxn ang="0">
                  <a:pos x="30" y="41"/>
                </a:cxn>
                <a:cxn ang="0">
                  <a:pos x="24" y="0"/>
                </a:cxn>
                <a:cxn ang="0">
                  <a:pos x="0" y="0"/>
                </a:cxn>
                <a:cxn ang="0">
                  <a:pos x="6" y="47"/>
                </a:cxn>
                <a:cxn ang="0">
                  <a:pos x="12" y="65"/>
                </a:cxn>
                <a:cxn ang="0">
                  <a:pos x="12" y="77"/>
                </a:cxn>
                <a:cxn ang="0">
                  <a:pos x="36" y="71"/>
                </a:cxn>
                <a:cxn ang="0">
                  <a:pos x="24" y="83"/>
                </a:cxn>
                <a:cxn ang="0">
                  <a:pos x="42" y="83"/>
                </a:cxn>
                <a:cxn ang="0">
                  <a:pos x="36" y="71"/>
                </a:cxn>
                <a:cxn ang="0">
                  <a:pos x="24" y="71"/>
                </a:cxn>
                <a:cxn ang="0">
                  <a:pos x="24" y="83"/>
                </a:cxn>
              </a:cxnLst>
              <a:rect l="0" t="0" r="r" b="b"/>
              <a:pathLst>
                <a:path w="42" h="83">
                  <a:moveTo>
                    <a:pt x="36" y="71"/>
                  </a:moveTo>
                  <a:lnTo>
                    <a:pt x="36" y="59"/>
                  </a:lnTo>
                  <a:lnTo>
                    <a:pt x="30" y="41"/>
                  </a:lnTo>
                  <a:lnTo>
                    <a:pt x="24" y="0"/>
                  </a:lnTo>
                  <a:lnTo>
                    <a:pt x="0" y="0"/>
                  </a:lnTo>
                  <a:lnTo>
                    <a:pt x="6" y="47"/>
                  </a:lnTo>
                  <a:lnTo>
                    <a:pt x="12" y="65"/>
                  </a:lnTo>
                  <a:lnTo>
                    <a:pt x="12" y="77"/>
                  </a:lnTo>
                  <a:lnTo>
                    <a:pt x="36" y="71"/>
                  </a:lnTo>
                  <a:close/>
                  <a:moveTo>
                    <a:pt x="24" y="83"/>
                  </a:moveTo>
                  <a:lnTo>
                    <a:pt x="42" y="83"/>
                  </a:lnTo>
                  <a:lnTo>
                    <a:pt x="36" y="71"/>
                  </a:lnTo>
                  <a:lnTo>
                    <a:pt x="24" y="71"/>
                  </a:lnTo>
                  <a:lnTo>
                    <a:pt x="24" y="83"/>
                  </a:lnTo>
                  <a:close/>
                </a:path>
              </a:pathLst>
            </a:custGeom>
            <a:solidFill>
              <a:srgbClr val="409D2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31" name="Freeform 167">
              <a:extLst>
                <a:ext uri="{FF2B5EF4-FFF2-40B4-BE49-F238E27FC236}">
                  <a16:creationId xmlns:a16="http://schemas.microsoft.com/office/drawing/2014/main" id="{72853468-6849-5ED1-C7C4-4EC4B9C9CC9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81" y="240"/>
              <a:ext cx="31" cy="79"/>
            </a:xfrm>
            <a:custGeom>
              <a:avLst/>
              <a:gdLst/>
              <a:ahLst/>
              <a:cxnLst>
                <a:cxn ang="0">
                  <a:pos x="30" y="78"/>
                </a:cxn>
                <a:cxn ang="0">
                  <a:pos x="24" y="30"/>
                </a:cxn>
                <a:cxn ang="0">
                  <a:pos x="24" y="0"/>
                </a:cxn>
                <a:cxn ang="0">
                  <a:pos x="0" y="0"/>
                </a:cxn>
                <a:cxn ang="0">
                  <a:pos x="0" y="36"/>
                </a:cxn>
                <a:cxn ang="0">
                  <a:pos x="6" y="78"/>
                </a:cxn>
                <a:cxn ang="0">
                  <a:pos x="30" y="78"/>
                </a:cxn>
                <a:cxn ang="0">
                  <a:pos x="30" y="78"/>
                </a:cxn>
                <a:cxn ang="0">
                  <a:pos x="30" y="78"/>
                </a:cxn>
                <a:cxn ang="0">
                  <a:pos x="30" y="78"/>
                </a:cxn>
                <a:cxn ang="0">
                  <a:pos x="18" y="78"/>
                </a:cxn>
                <a:cxn ang="0">
                  <a:pos x="30" y="78"/>
                </a:cxn>
              </a:cxnLst>
              <a:rect l="0" t="0" r="r" b="b"/>
              <a:pathLst>
                <a:path w="30" h="78">
                  <a:moveTo>
                    <a:pt x="30" y="78"/>
                  </a:moveTo>
                  <a:lnTo>
                    <a:pt x="24" y="30"/>
                  </a:lnTo>
                  <a:lnTo>
                    <a:pt x="24" y="0"/>
                  </a:lnTo>
                  <a:lnTo>
                    <a:pt x="0" y="0"/>
                  </a:lnTo>
                  <a:lnTo>
                    <a:pt x="0" y="36"/>
                  </a:lnTo>
                  <a:lnTo>
                    <a:pt x="6" y="78"/>
                  </a:lnTo>
                  <a:lnTo>
                    <a:pt x="30" y="78"/>
                  </a:lnTo>
                  <a:close/>
                  <a:moveTo>
                    <a:pt x="30" y="78"/>
                  </a:moveTo>
                  <a:lnTo>
                    <a:pt x="30" y="78"/>
                  </a:lnTo>
                  <a:lnTo>
                    <a:pt x="30" y="78"/>
                  </a:lnTo>
                  <a:lnTo>
                    <a:pt x="18" y="78"/>
                  </a:lnTo>
                  <a:lnTo>
                    <a:pt x="30" y="78"/>
                  </a:lnTo>
                  <a:close/>
                </a:path>
              </a:pathLst>
            </a:custGeom>
            <a:solidFill>
              <a:srgbClr val="409D2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32" name="Freeform 168">
              <a:extLst>
                <a:ext uri="{FF2B5EF4-FFF2-40B4-BE49-F238E27FC236}">
                  <a16:creationId xmlns:a16="http://schemas.microsoft.com/office/drawing/2014/main" id="{4485A678-FC03-CC8B-B231-FD91CC6950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70" y="240"/>
              <a:ext cx="36" cy="79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6" y="30"/>
                </a:cxn>
                <a:cxn ang="0">
                  <a:pos x="0" y="78"/>
                </a:cxn>
                <a:cxn ang="0">
                  <a:pos x="24" y="78"/>
                </a:cxn>
                <a:cxn ang="0">
                  <a:pos x="30" y="36"/>
                </a:cxn>
                <a:cxn ang="0">
                  <a:pos x="36" y="0"/>
                </a:cxn>
                <a:cxn ang="0">
                  <a:pos x="12" y="0"/>
                </a:cxn>
                <a:cxn ang="0">
                  <a:pos x="36" y="0"/>
                </a:cxn>
                <a:cxn ang="0">
                  <a:pos x="12" y="0"/>
                </a:cxn>
                <a:cxn ang="0">
                  <a:pos x="36" y="0"/>
                </a:cxn>
                <a:cxn ang="0">
                  <a:pos x="12" y="0"/>
                </a:cxn>
                <a:cxn ang="0">
                  <a:pos x="36" y="0"/>
                </a:cxn>
              </a:cxnLst>
              <a:rect l="0" t="0" r="r" b="b"/>
              <a:pathLst>
                <a:path w="36" h="78">
                  <a:moveTo>
                    <a:pt x="12" y="0"/>
                  </a:moveTo>
                  <a:lnTo>
                    <a:pt x="6" y="30"/>
                  </a:lnTo>
                  <a:lnTo>
                    <a:pt x="0" y="78"/>
                  </a:lnTo>
                  <a:lnTo>
                    <a:pt x="24" y="78"/>
                  </a:lnTo>
                  <a:lnTo>
                    <a:pt x="30" y="36"/>
                  </a:lnTo>
                  <a:lnTo>
                    <a:pt x="36" y="0"/>
                  </a:lnTo>
                  <a:lnTo>
                    <a:pt x="12" y="0"/>
                  </a:lnTo>
                  <a:close/>
                  <a:moveTo>
                    <a:pt x="36" y="0"/>
                  </a:moveTo>
                  <a:lnTo>
                    <a:pt x="12" y="0"/>
                  </a:lnTo>
                  <a:lnTo>
                    <a:pt x="36" y="0"/>
                  </a:lnTo>
                  <a:lnTo>
                    <a:pt x="12" y="0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409D2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33" name="Freeform 169">
              <a:extLst>
                <a:ext uri="{FF2B5EF4-FFF2-40B4-BE49-F238E27FC236}">
                  <a16:creationId xmlns:a16="http://schemas.microsoft.com/office/drawing/2014/main" id="{711449A7-3712-CC69-0922-E7A72769830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1" y="319"/>
              <a:ext cx="11" cy="0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12" y="0"/>
                </a:cxn>
              </a:cxnLst>
              <a:rect l="0" t="0" r="r" b="b"/>
              <a:pathLst>
                <a:path w="12">
                  <a:moveTo>
                    <a:pt x="12" y="0"/>
                  </a:moveTo>
                  <a:lnTo>
                    <a:pt x="12" y="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409D2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34" name="Freeform 170">
              <a:extLst>
                <a:ext uri="{FF2B5EF4-FFF2-40B4-BE49-F238E27FC236}">
                  <a16:creationId xmlns:a16="http://schemas.microsoft.com/office/drawing/2014/main" id="{AFFDE055-F8C2-5494-A542-366E84F8CCB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5" y="2182"/>
              <a:ext cx="30" cy="29"/>
            </a:xfrm>
            <a:custGeom>
              <a:avLst/>
              <a:gdLst/>
              <a:ahLst/>
              <a:cxnLst>
                <a:cxn ang="0">
                  <a:pos x="30" y="6"/>
                </a:cxn>
                <a:cxn ang="0">
                  <a:pos x="18" y="0"/>
                </a:cxn>
                <a:cxn ang="0">
                  <a:pos x="6" y="0"/>
                </a:cxn>
                <a:cxn ang="0">
                  <a:pos x="0" y="18"/>
                </a:cxn>
                <a:cxn ang="0">
                  <a:pos x="12" y="24"/>
                </a:cxn>
                <a:cxn ang="0">
                  <a:pos x="18" y="30"/>
                </a:cxn>
                <a:cxn ang="0">
                  <a:pos x="30" y="6"/>
                </a:cxn>
              </a:cxnLst>
              <a:rect l="0" t="0" r="r" b="b"/>
              <a:pathLst>
                <a:path w="30" h="30">
                  <a:moveTo>
                    <a:pt x="30" y="6"/>
                  </a:moveTo>
                  <a:lnTo>
                    <a:pt x="18" y="0"/>
                  </a:lnTo>
                  <a:lnTo>
                    <a:pt x="6" y="0"/>
                  </a:lnTo>
                  <a:lnTo>
                    <a:pt x="0" y="18"/>
                  </a:lnTo>
                  <a:lnTo>
                    <a:pt x="12" y="24"/>
                  </a:lnTo>
                  <a:lnTo>
                    <a:pt x="18" y="30"/>
                  </a:lnTo>
                  <a:lnTo>
                    <a:pt x="30" y="6"/>
                  </a:lnTo>
                  <a:close/>
                </a:path>
              </a:pathLst>
            </a:custGeom>
            <a:solidFill>
              <a:srgbClr val="34AACD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35" name="Freeform 171">
              <a:extLst>
                <a:ext uri="{FF2B5EF4-FFF2-40B4-BE49-F238E27FC236}">
                  <a16:creationId xmlns:a16="http://schemas.microsoft.com/office/drawing/2014/main" id="{F28AFCB0-A411-CC95-4F4C-38542E491F8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28" y="2151"/>
              <a:ext cx="64" cy="48"/>
            </a:xfrm>
            <a:custGeom>
              <a:avLst/>
              <a:gdLst/>
              <a:ahLst/>
              <a:cxnLst>
                <a:cxn ang="0">
                  <a:pos x="66" y="24"/>
                </a:cxn>
                <a:cxn ang="0">
                  <a:pos x="54" y="18"/>
                </a:cxn>
                <a:cxn ang="0">
                  <a:pos x="42" y="12"/>
                </a:cxn>
                <a:cxn ang="0">
                  <a:pos x="36" y="36"/>
                </a:cxn>
                <a:cxn ang="0">
                  <a:pos x="48" y="42"/>
                </a:cxn>
                <a:cxn ang="0">
                  <a:pos x="54" y="48"/>
                </a:cxn>
                <a:cxn ang="0">
                  <a:pos x="66" y="24"/>
                </a:cxn>
                <a:cxn ang="0">
                  <a:pos x="30" y="12"/>
                </a:cxn>
                <a:cxn ang="0">
                  <a:pos x="24" y="6"/>
                </a:cxn>
                <a:cxn ang="0">
                  <a:pos x="12" y="0"/>
                </a:cxn>
                <a:cxn ang="0">
                  <a:pos x="0" y="24"/>
                </a:cxn>
                <a:cxn ang="0">
                  <a:pos x="12" y="30"/>
                </a:cxn>
                <a:cxn ang="0">
                  <a:pos x="24" y="30"/>
                </a:cxn>
                <a:cxn ang="0">
                  <a:pos x="30" y="12"/>
                </a:cxn>
              </a:cxnLst>
              <a:rect l="0" t="0" r="r" b="b"/>
              <a:pathLst>
                <a:path w="66" h="48">
                  <a:moveTo>
                    <a:pt x="66" y="24"/>
                  </a:moveTo>
                  <a:lnTo>
                    <a:pt x="54" y="18"/>
                  </a:lnTo>
                  <a:lnTo>
                    <a:pt x="42" y="12"/>
                  </a:lnTo>
                  <a:lnTo>
                    <a:pt x="36" y="36"/>
                  </a:lnTo>
                  <a:lnTo>
                    <a:pt x="48" y="42"/>
                  </a:lnTo>
                  <a:lnTo>
                    <a:pt x="54" y="48"/>
                  </a:lnTo>
                  <a:lnTo>
                    <a:pt x="66" y="24"/>
                  </a:lnTo>
                  <a:close/>
                  <a:moveTo>
                    <a:pt x="30" y="12"/>
                  </a:moveTo>
                  <a:lnTo>
                    <a:pt x="24" y="6"/>
                  </a:lnTo>
                  <a:lnTo>
                    <a:pt x="12" y="0"/>
                  </a:lnTo>
                  <a:lnTo>
                    <a:pt x="0" y="24"/>
                  </a:lnTo>
                  <a:lnTo>
                    <a:pt x="12" y="30"/>
                  </a:lnTo>
                  <a:lnTo>
                    <a:pt x="24" y="30"/>
                  </a:lnTo>
                  <a:lnTo>
                    <a:pt x="30" y="12"/>
                  </a:lnTo>
                  <a:close/>
                </a:path>
              </a:pathLst>
            </a:custGeom>
            <a:solidFill>
              <a:srgbClr val="34AACD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36" name="Freeform 172">
              <a:extLst>
                <a:ext uri="{FF2B5EF4-FFF2-40B4-BE49-F238E27FC236}">
                  <a16:creationId xmlns:a16="http://schemas.microsoft.com/office/drawing/2014/main" id="{AFCF248F-E816-D795-C7F8-290F66F8C56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69" y="2115"/>
              <a:ext cx="65" cy="54"/>
            </a:xfrm>
            <a:custGeom>
              <a:avLst/>
              <a:gdLst/>
              <a:ahLst/>
              <a:cxnLst>
                <a:cxn ang="0">
                  <a:pos x="66" y="30"/>
                </a:cxn>
                <a:cxn ang="0">
                  <a:pos x="54" y="24"/>
                </a:cxn>
                <a:cxn ang="0">
                  <a:pos x="42" y="18"/>
                </a:cxn>
                <a:cxn ang="0">
                  <a:pos x="30" y="42"/>
                </a:cxn>
                <a:cxn ang="0">
                  <a:pos x="42" y="48"/>
                </a:cxn>
                <a:cxn ang="0">
                  <a:pos x="54" y="54"/>
                </a:cxn>
                <a:cxn ang="0">
                  <a:pos x="66" y="30"/>
                </a:cxn>
                <a:cxn ang="0">
                  <a:pos x="36" y="12"/>
                </a:cxn>
                <a:cxn ang="0">
                  <a:pos x="30" y="6"/>
                </a:cxn>
                <a:cxn ang="0">
                  <a:pos x="18" y="0"/>
                </a:cxn>
                <a:cxn ang="0">
                  <a:pos x="0" y="24"/>
                </a:cxn>
                <a:cxn ang="0">
                  <a:pos x="12" y="30"/>
                </a:cxn>
                <a:cxn ang="0">
                  <a:pos x="24" y="36"/>
                </a:cxn>
                <a:cxn ang="0">
                  <a:pos x="36" y="12"/>
                </a:cxn>
              </a:cxnLst>
              <a:rect l="0" t="0" r="r" b="b"/>
              <a:pathLst>
                <a:path w="66" h="54">
                  <a:moveTo>
                    <a:pt x="66" y="30"/>
                  </a:moveTo>
                  <a:lnTo>
                    <a:pt x="54" y="24"/>
                  </a:lnTo>
                  <a:lnTo>
                    <a:pt x="42" y="18"/>
                  </a:lnTo>
                  <a:lnTo>
                    <a:pt x="30" y="42"/>
                  </a:lnTo>
                  <a:lnTo>
                    <a:pt x="42" y="48"/>
                  </a:lnTo>
                  <a:lnTo>
                    <a:pt x="54" y="54"/>
                  </a:lnTo>
                  <a:lnTo>
                    <a:pt x="66" y="30"/>
                  </a:lnTo>
                  <a:close/>
                  <a:moveTo>
                    <a:pt x="36" y="12"/>
                  </a:moveTo>
                  <a:lnTo>
                    <a:pt x="30" y="6"/>
                  </a:lnTo>
                  <a:lnTo>
                    <a:pt x="18" y="0"/>
                  </a:lnTo>
                  <a:lnTo>
                    <a:pt x="0" y="24"/>
                  </a:lnTo>
                  <a:lnTo>
                    <a:pt x="12" y="30"/>
                  </a:lnTo>
                  <a:lnTo>
                    <a:pt x="24" y="36"/>
                  </a:lnTo>
                  <a:lnTo>
                    <a:pt x="36" y="12"/>
                  </a:lnTo>
                  <a:close/>
                </a:path>
              </a:pathLst>
            </a:custGeom>
            <a:solidFill>
              <a:srgbClr val="34AACD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37" name="Freeform 173">
              <a:extLst>
                <a:ext uri="{FF2B5EF4-FFF2-40B4-BE49-F238E27FC236}">
                  <a16:creationId xmlns:a16="http://schemas.microsoft.com/office/drawing/2014/main" id="{7A79933A-AD89-B324-164B-ADFC22B7E04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21" y="2072"/>
              <a:ext cx="54" cy="61"/>
            </a:xfrm>
            <a:custGeom>
              <a:avLst/>
              <a:gdLst/>
              <a:ahLst/>
              <a:cxnLst>
                <a:cxn ang="0">
                  <a:pos x="54" y="36"/>
                </a:cxn>
                <a:cxn ang="0">
                  <a:pos x="48" y="30"/>
                </a:cxn>
                <a:cxn ang="0">
                  <a:pos x="36" y="24"/>
                </a:cxn>
                <a:cxn ang="0">
                  <a:pos x="24" y="42"/>
                </a:cxn>
                <a:cxn ang="0">
                  <a:pos x="42" y="60"/>
                </a:cxn>
                <a:cxn ang="0">
                  <a:pos x="54" y="36"/>
                </a:cxn>
                <a:cxn ang="0">
                  <a:pos x="30" y="18"/>
                </a:cxn>
                <a:cxn ang="0">
                  <a:pos x="12" y="0"/>
                </a:cxn>
                <a:cxn ang="0">
                  <a:pos x="0" y="18"/>
                </a:cxn>
                <a:cxn ang="0">
                  <a:pos x="12" y="36"/>
                </a:cxn>
                <a:cxn ang="0">
                  <a:pos x="30" y="18"/>
                </a:cxn>
              </a:cxnLst>
              <a:rect l="0" t="0" r="r" b="b"/>
              <a:pathLst>
                <a:path w="54" h="60">
                  <a:moveTo>
                    <a:pt x="54" y="36"/>
                  </a:moveTo>
                  <a:lnTo>
                    <a:pt x="48" y="30"/>
                  </a:lnTo>
                  <a:lnTo>
                    <a:pt x="36" y="24"/>
                  </a:lnTo>
                  <a:lnTo>
                    <a:pt x="24" y="42"/>
                  </a:lnTo>
                  <a:lnTo>
                    <a:pt x="42" y="60"/>
                  </a:lnTo>
                  <a:lnTo>
                    <a:pt x="54" y="36"/>
                  </a:lnTo>
                  <a:close/>
                  <a:moveTo>
                    <a:pt x="30" y="18"/>
                  </a:moveTo>
                  <a:lnTo>
                    <a:pt x="12" y="0"/>
                  </a:lnTo>
                  <a:lnTo>
                    <a:pt x="0" y="18"/>
                  </a:lnTo>
                  <a:lnTo>
                    <a:pt x="12" y="36"/>
                  </a:lnTo>
                  <a:lnTo>
                    <a:pt x="30" y="18"/>
                  </a:lnTo>
                  <a:close/>
                </a:path>
              </a:pathLst>
            </a:custGeom>
            <a:solidFill>
              <a:srgbClr val="34AACD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38" name="Freeform 174">
              <a:extLst>
                <a:ext uri="{FF2B5EF4-FFF2-40B4-BE49-F238E27FC236}">
                  <a16:creationId xmlns:a16="http://schemas.microsoft.com/office/drawing/2014/main" id="{24CAD72E-F9D8-9EF4-0908-5CEAD96D6E6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80" y="2026"/>
              <a:ext cx="48" cy="60"/>
            </a:xfrm>
            <a:custGeom>
              <a:avLst/>
              <a:gdLst/>
              <a:ahLst/>
              <a:cxnLst>
                <a:cxn ang="0">
                  <a:pos x="47" y="42"/>
                </a:cxn>
                <a:cxn ang="0">
                  <a:pos x="35" y="24"/>
                </a:cxn>
                <a:cxn ang="0">
                  <a:pos x="18" y="42"/>
                </a:cxn>
                <a:cxn ang="0">
                  <a:pos x="29" y="60"/>
                </a:cxn>
                <a:cxn ang="0">
                  <a:pos x="47" y="42"/>
                </a:cxn>
                <a:cxn ang="0">
                  <a:pos x="29" y="18"/>
                </a:cxn>
                <a:cxn ang="0">
                  <a:pos x="24" y="12"/>
                </a:cxn>
                <a:cxn ang="0">
                  <a:pos x="18" y="0"/>
                </a:cxn>
                <a:cxn ang="0">
                  <a:pos x="0" y="12"/>
                </a:cxn>
                <a:cxn ang="0">
                  <a:pos x="6" y="24"/>
                </a:cxn>
                <a:cxn ang="0">
                  <a:pos x="12" y="30"/>
                </a:cxn>
                <a:cxn ang="0">
                  <a:pos x="29" y="18"/>
                </a:cxn>
              </a:cxnLst>
              <a:rect l="0" t="0" r="r" b="b"/>
              <a:pathLst>
                <a:path w="47" h="60">
                  <a:moveTo>
                    <a:pt x="47" y="42"/>
                  </a:moveTo>
                  <a:lnTo>
                    <a:pt x="35" y="24"/>
                  </a:lnTo>
                  <a:lnTo>
                    <a:pt x="18" y="42"/>
                  </a:lnTo>
                  <a:lnTo>
                    <a:pt x="29" y="60"/>
                  </a:lnTo>
                  <a:lnTo>
                    <a:pt x="47" y="42"/>
                  </a:lnTo>
                  <a:close/>
                  <a:moveTo>
                    <a:pt x="29" y="18"/>
                  </a:moveTo>
                  <a:lnTo>
                    <a:pt x="24" y="12"/>
                  </a:lnTo>
                  <a:lnTo>
                    <a:pt x="18" y="0"/>
                  </a:lnTo>
                  <a:lnTo>
                    <a:pt x="0" y="12"/>
                  </a:lnTo>
                  <a:lnTo>
                    <a:pt x="6" y="24"/>
                  </a:lnTo>
                  <a:lnTo>
                    <a:pt x="12" y="30"/>
                  </a:lnTo>
                  <a:lnTo>
                    <a:pt x="29" y="18"/>
                  </a:lnTo>
                  <a:close/>
                </a:path>
              </a:pathLst>
            </a:custGeom>
            <a:solidFill>
              <a:srgbClr val="34AACD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39" name="Freeform 175">
              <a:extLst>
                <a:ext uri="{FF2B5EF4-FFF2-40B4-BE49-F238E27FC236}">
                  <a16:creationId xmlns:a16="http://schemas.microsoft.com/office/drawing/2014/main" id="{E749278F-CF26-2BB5-A2BE-318BF07A1D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62" y="1972"/>
              <a:ext cx="30" cy="54"/>
            </a:xfrm>
            <a:custGeom>
              <a:avLst/>
              <a:gdLst/>
              <a:ahLst/>
              <a:cxnLst>
                <a:cxn ang="0">
                  <a:pos x="30" y="42"/>
                </a:cxn>
                <a:cxn ang="0">
                  <a:pos x="30" y="36"/>
                </a:cxn>
                <a:cxn ang="0">
                  <a:pos x="24" y="24"/>
                </a:cxn>
                <a:cxn ang="0">
                  <a:pos x="6" y="30"/>
                </a:cxn>
                <a:cxn ang="0">
                  <a:pos x="6" y="42"/>
                </a:cxn>
                <a:cxn ang="0">
                  <a:pos x="12" y="53"/>
                </a:cxn>
                <a:cxn ang="0">
                  <a:pos x="30" y="42"/>
                </a:cxn>
                <a:cxn ang="0">
                  <a:pos x="24" y="12"/>
                </a:cxn>
                <a:cxn ang="0">
                  <a:pos x="24" y="0"/>
                </a:cxn>
                <a:cxn ang="0">
                  <a:pos x="0" y="0"/>
                </a:cxn>
                <a:cxn ang="0">
                  <a:pos x="0" y="18"/>
                </a:cxn>
                <a:cxn ang="0">
                  <a:pos x="24" y="12"/>
                </a:cxn>
              </a:cxnLst>
              <a:rect l="0" t="0" r="r" b="b"/>
              <a:pathLst>
                <a:path w="30" h="53">
                  <a:moveTo>
                    <a:pt x="30" y="42"/>
                  </a:moveTo>
                  <a:lnTo>
                    <a:pt x="30" y="36"/>
                  </a:lnTo>
                  <a:lnTo>
                    <a:pt x="24" y="24"/>
                  </a:lnTo>
                  <a:lnTo>
                    <a:pt x="6" y="30"/>
                  </a:lnTo>
                  <a:lnTo>
                    <a:pt x="6" y="42"/>
                  </a:lnTo>
                  <a:lnTo>
                    <a:pt x="12" y="53"/>
                  </a:lnTo>
                  <a:lnTo>
                    <a:pt x="30" y="42"/>
                  </a:lnTo>
                  <a:close/>
                  <a:moveTo>
                    <a:pt x="24" y="12"/>
                  </a:moveTo>
                  <a:lnTo>
                    <a:pt x="24" y="0"/>
                  </a:lnTo>
                  <a:lnTo>
                    <a:pt x="0" y="0"/>
                  </a:lnTo>
                  <a:lnTo>
                    <a:pt x="0" y="18"/>
                  </a:lnTo>
                  <a:lnTo>
                    <a:pt x="24" y="12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40" name="Freeform 176">
              <a:extLst>
                <a:ext uri="{FF2B5EF4-FFF2-40B4-BE49-F238E27FC236}">
                  <a16:creationId xmlns:a16="http://schemas.microsoft.com/office/drawing/2014/main" id="{945DEF87-65C8-294F-5DDC-50CEDBCB243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62" y="1966"/>
              <a:ext cx="22" cy="6"/>
            </a:xfrm>
            <a:custGeom>
              <a:avLst/>
              <a:gdLst/>
              <a:ahLst/>
              <a:cxnLst>
                <a:cxn ang="0">
                  <a:pos x="24" y="6"/>
                </a:cxn>
                <a:cxn ang="0">
                  <a:pos x="24" y="0"/>
                </a:cxn>
                <a:cxn ang="0">
                  <a:pos x="0" y="0"/>
                </a:cxn>
                <a:cxn ang="0">
                  <a:pos x="0" y="6"/>
                </a:cxn>
                <a:cxn ang="0">
                  <a:pos x="24" y="6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12" y="6"/>
                </a:cxn>
                <a:cxn ang="0">
                  <a:pos x="0" y="6"/>
                </a:cxn>
              </a:cxnLst>
              <a:rect l="0" t="0" r="r" b="b"/>
              <a:pathLst>
                <a:path w="24" h="6">
                  <a:moveTo>
                    <a:pt x="24" y="6"/>
                  </a:moveTo>
                  <a:lnTo>
                    <a:pt x="24" y="0"/>
                  </a:lnTo>
                  <a:lnTo>
                    <a:pt x="0" y="0"/>
                  </a:lnTo>
                  <a:lnTo>
                    <a:pt x="0" y="6"/>
                  </a:lnTo>
                  <a:lnTo>
                    <a:pt x="24" y="6"/>
                  </a:lnTo>
                  <a:close/>
                  <a:moveTo>
                    <a:pt x="0" y="6"/>
                  </a:moveTo>
                  <a:lnTo>
                    <a:pt x="0" y="6"/>
                  </a:lnTo>
                  <a:lnTo>
                    <a:pt x="0" y="6"/>
                  </a:lnTo>
                  <a:lnTo>
                    <a:pt x="12" y="6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34AACD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41" name="Freeform 177">
              <a:extLst>
                <a:ext uri="{FF2B5EF4-FFF2-40B4-BE49-F238E27FC236}">
                  <a16:creationId xmlns:a16="http://schemas.microsoft.com/office/drawing/2014/main" id="{E4650668-E3CA-65E6-0EAB-AC4E2FD7196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62" y="1895"/>
              <a:ext cx="42" cy="60"/>
            </a:xfrm>
            <a:custGeom>
              <a:avLst/>
              <a:gdLst/>
              <a:ahLst/>
              <a:cxnLst>
                <a:cxn ang="0">
                  <a:pos x="24" y="60"/>
                </a:cxn>
                <a:cxn ang="0">
                  <a:pos x="30" y="54"/>
                </a:cxn>
                <a:cxn ang="0">
                  <a:pos x="30" y="42"/>
                </a:cxn>
                <a:cxn ang="0">
                  <a:pos x="6" y="36"/>
                </a:cxn>
                <a:cxn ang="0">
                  <a:pos x="6" y="48"/>
                </a:cxn>
                <a:cxn ang="0">
                  <a:pos x="0" y="60"/>
                </a:cxn>
                <a:cxn ang="0">
                  <a:pos x="24" y="60"/>
                </a:cxn>
                <a:cxn ang="0">
                  <a:pos x="36" y="30"/>
                </a:cxn>
                <a:cxn ang="0">
                  <a:pos x="42" y="24"/>
                </a:cxn>
                <a:cxn ang="0">
                  <a:pos x="42" y="12"/>
                </a:cxn>
                <a:cxn ang="0">
                  <a:pos x="24" y="0"/>
                </a:cxn>
                <a:cxn ang="0">
                  <a:pos x="18" y="12"/>
                </a:cxn>
                <a:cxn ang="0">
                  <a:pos x="12" y="24"/>
                </a:cxn>
                <a:cxn ang="0">
                  <a:pos x="36" y="30"/>
                </a:cxn>
              </a:cxnLst>
              <a:rect l="0" t="0" r="r" b="b"/>
              <a:pathLst>
                <a:path w="42" h="60">
                  <a:moveTo>
                    <a:pt x="24" y="60"/>
                  </a:moveTo>
                  <a:lnTo>
                    <a:pt x="30" y="54"/>
                  </a:lnTo>
                  <a:lnTo>
                    <a:pt x="30" y="42"/>
                  </a:lnTo>
                  <a:lnTo>
                    <a:pt x="6" y="36"/>
                  </a:lnTo>
                  <a:lnTo>
                    <a:pt x="6" y="48"/>
                  </a:lnTo>
                  <a:lnTo>
                    <a:pt x="0" y="60"/>
                  </a:lnTo>
                  <a:lnTo>
                    <a:pt x="24" y="60"/>
                  </a:lnTo>
                  <a:close/>
                  <a:moveTo>
                    <a:pt x="36" y="30"/>
                  </a:moveTo>
                  <a:lnTo>
                    <a:pt x="42" y="24"/>
                  </a:lnTo>
                  <a:lnTo>
                    <a:pt x="42" y="12"/>
                  </a:lnTo>
                  <a:lnTo>
                    <a:pt x="24" y="0"/>
                  </a:lnTo>
                  <a:lnTo>
                    <a:pt x="18" y="12"/>
                  </a:lnTo>
                  <a:lnTo>
                    <a:pt x="12" y="24"/>
                  </a:lnTo>
                  <a:lnTo>
                    <a:pt x="36" y="30"/>
                  </a:lnTo>
                  <a:close/>
                </a:path>
              </a:pathLst>
            </a:custGeom>
            <a:solidFill>
              <a:srgbClr val="34AACD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42" name="Freeform 178">
              <a:extLst>
                <a:ext uri="{FF2B5EF4-FFF2-40B4-BE49-F238E27FC236}">
                  <a16:creationId xmlns:a16="http://schemas.microsoft.com/office/drawing/2014/main" id="{66834727-782E-A910-F260-48C108F18CA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92" y="1841"/>
              <a:ext cx="59" cy="60"/>
            </a:xfrm>
            <a:custGeom>
              <a:avLst/>
              <a:gdLst/>
              <a:ahLst/>
              <a:cxnLst>
                <a:cxn ang="0">
                  <a:pos x="17" y="60"/>
                </a:cxn>
                <a:cxn ang="0">
                  <a:pos x="35" y="42"/>
                </a:cxn>
                <a:cxn ang="0">
                  <a:pos x="17" y="24"/>
                </a:cxn>
                <a:cxn ang="0">
                  <a:pos x="0" y="42"/>
                </a:cxn>
                <a:cxn ang="0">
                  <a:pos x="17" y="60"/>
                </a:cxn>
                <a:cxn ang="0">
                  <a:pos x="41" y="36"/>
                </a:cxn>
                <a:cxn ang="0">
                  <a:pos x="59" y="18"/>
                </a:cxn>
                <a:cxn ang="0">
                  <a:pos x="41" y="0"/>
                </a:cxn>
                <a:cxn ang="0">
                  <a:pos x="23" y="18"/>
                </a:cxn>
                <a:cxn ang="0">
                  <a:pos x="41" y="36"/>
                </a:cxn>
              </a:cxnLst>
              <a:rect l="0" t="0" r="r" b="b"/>
              <a:pathLst>
                <a:path w="59" h="60">
                  <a:moveTo>
                    <a:pt x="17" y="60"/>
                  </a:moveTo>
                  <a:lnTo>
                    <a:pt x="35" y="42"/>
                  </a:lnTo>
                  <a:lnTo>
                    <a:pt x="17" y="24"/>
                  </a:lnTo>
                  <a:lnTo>
                    <a:pt x="0" y="42"/>
                  </a:lnTo>
                  <a:lnTo>
                    <a:pt x="17" y="60"/>
                  </a:lnTo>
                  <a:close/>
                  <a:moveTo>
                    <a:pt x="41" y="36"/>
                  </a:moveTo>
                  <a:lnTo>
                    <a:pt x="59" y="18"/>
                  </a:lnTo>
                  <a:lnTo>
                    <a:pt x="41" y="0"/>
                  </a:lnTo>
                  <a:lnTo>
                    <a:pt x="23" y="18"/>
                  </a:lnTo>
                  <a:lnTo>
                    <a:pt x="41" y="36"/>
                  </a:lnTo>
                  <a:close/>
                </a:path>
              </a:pathLst>
            </a:custGeom>
            <a:solidFill>
              <a:srgbClr val="34AACD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43" name="Freeform 179">
              <a:extLst>
                <a:ext uri="{FF2B5EF4-FFF2-40B4-BE49-F238E27FC236}">
                  <a16:creationId xmlns:a16="http://schemas.microsoft.com/office/drawing/2014/main" id="{BBEB5D11-9D1F-986A-44C9-EF6F49F6FB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5" y="1804"/>
              <a:ext cx="60" cy="48"/>
            </a:xfrm>
            <a:custGeom>
              <a:avLst/>
              <a:gdLst/>
              <a:ahLst/>
              <a:cxnLst>
                <a:cxn ang="0">
                  <a:pos x="12" y="47"/>
                </a:cxn>
                <a:cxn ang="0">
                  <a:pos x="24" y="41"/>
                </a:cxn>
                <a:cxn ang="0">
                  <a:pos x="30" y="35"/>
                </a:cxn>
                <a:cxn ang="0">
                  <a:pos x="18" y="17"/>
                </a:cxn>
                <a:cxn ang="0">
                  <a:pos x="12" y="23"/>
                </a:cxn>
                <a:cxn ang="0">
                  <a:pos x="0" y="29"/>
                </a:cxn>
                <a:cxn ang="0">
                  <a:pos x="12" y="47"/>
                </a:cxn>
                <a:cxn ang="0">
                  <a:pos x="42" y="29"/>
                </a:cxn>
                <a:cxn ang="0">
                  <a:pos x="54" y="23"/>
                </a:cxn>
                <a:cxn ang="0">
                  <a:pos x="60" y="17"/>
                </a:cxn>
                <a:cxn ang="0">
                  <a:pos x="48" y="0"/>
                </a:cxn>
                <a:cxn ang="0">
                  <a:pos x="42" y="6"/>
                </a:cxn>
                <a:cxn ang="0">
                  <a:pos x="30" y="11"/>
                </a:cxn>
                <a:cxn ang="0">
                  <a:pos x="42" y="29"/>
                </a:cxn>
              </a:cxnLst>
              <a:rect l="0" t="0" r="r" b="b"/>
              <a:pathLst>
                <a:path w="60" h="47">
                  <a:moveTo>
                    <a:pt x="12" y="47"/>
                  </a:moveTo>
                  <a:lnTo>
                    <a:pt x="24" y="41"/>
                  </a:lnTo>
                  <a:lnTo>
                    <a:pt x="30" y="35"/>
                  </a:lnTo>
                  <a:lnTo>
                    <a:pt x="18" y="17"/>
                  </a:lnTo>
                  <a:lnTo>
                    <a:pt x="12" y="23"/>
                  </a:lnTo>
                  <a:lnTo>
                    <a:pt x="0" y="29"/>
                  </a:lnTo>
                  <a:lnTo>
                    <a:pt x="12" y="47"/>
                  </a:lnTo>
                  <a:close/>
                  <a:moveTo>
                    <a:pt x="42" y="29"/>
                  </a:moveTo>
                  <a:lnTo>
                    <a:pt x="54" y="23"/>
                  </a:lnTo>
                  <a:lnTo>
                    <a:pt x="60" y="17"/>
                  </a:lnTo>
                  <a:lnTo>
                    <a:pt x="48" y="0"/>
                  </a:lnTo>
                  <a:lnTo>
                    <a:pt x="42" y="6"/>
                  </a:lnTo>
                  <a:lnTo>
                    <a:pt x="30" y="11"/>
                  </a:lnTo>
                  <a:lnTo>
                    <a:pt x="42" y="29"/>
                  </a:lnTo>
                  <a:close/>
                </a:path>
              </a:pathLst>
            </a:custGeom>
            <a:solidFill>
              <a:srgbClr val="34AACD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44" name="Freeform 180">
              <a:extLst>
                <a:ext uri="{FF2B5EF4-FFF2-40B4-BE49-F238E27FC236}">
                  <a16:creationId xmlns:a16="http://schemas.microsoft.com/office/drawing/2014/main" id="{6AAFC225-8A8F-3709-36C6-B3017CF84DA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05" y="1775"/>
              <a:ext cx="60" cy="47"/>
            </a:xfrm>
            <a:custGeom>
              <a:avLst/>
              <a:gdLst/>
              <a:ahLst/>
              <a:cxnLst>
                <a:cxn ang="0">
                  <a:pos x="12" y="47"/>
                </a:cxn>
                <a:cxn ang="0">
                  <a:pos x="24" y="41"/>
                </a:cxn>
                <a:cxn ang="0">
                  <a:pos x="30" y="36"/>
                </a:cxn>
                <a:cxn ang="0">
                  <a:pos x="18" y="12"/>
                </a:cxn>
                <a:cxn ang="0">
                  <a:pos x="12" y="18"/>
                </a:cxn>
                <a:cxn ang="0">
                  <a:pos x="0" y="24"/>
                </a:cxn>
                <a:cxn ang="0">
                  <a:pos x="12" y="47"/>
                </a:cxn>
                <a:cxn ang="0">
                  <a:pos x="42" y="30"/>
                </a:cxn>
                <a:cxn ang="0">
                  <a:pos x="54" y="30"/>
                </a:cxn>
                <a:cxn ang="0">
                  <a:pos x="60" y="24"/>
                </a:cxn>
                <a:cxn ang="0">
                  <a:pos x="54" y="0"/>
                </a:cxn>
                <a:cxn ang="0">
                  <a:pos x="42" y="6"/>
                </a:cxn>
                <a:cxn ang="0">
                  <a:pos x="30" y="12"/>
                </a:cxn>
                <a:cxn ang="0">
                  <a:pos x="42" y="30"/>
                </a:cxn>
              </a:cxnLst>
              <a:rect l="0" t="0" r="r" b="b"/>
              <a:pathLst>
                <a:path w="60" h="47">
                  <a:moveTo>
                    <a:pt x="12" y="47"/>
                  </a:moveTo>
                  <a:lnTo>
                    <a:pt x="24" y="41"/>
                  </a:lnTo>
                  <a:lnTo>
                    <a:pt x="30" y="36"/>
                  </a:lnTo>
                  <a:lnTo>
                    <a:pt x="18" y="12"/>
                  </a:lnTo>
                  <a:lnTo>
                    <a:pt x="12" y="18"/>
                  </a:lnTo>
                  <a:lnTo>
                    <a:pt x="0" y="24"/>
                  </a:lnTo>
                  <a:lnTo>
                    <a:pt x="12" y="47"/>
                  </a:lnTo>
                  <a:close/>
                  <a:moveTo>
                    <a:pt x="42" y="30"/>
                  </a:moveTo>
                  <a:lnTo>
                    <a:pt x="54" y="30"/>
                  </a:lnTo>
                  <a:lnTo>
                    <a:pt x="60" y="24"/>
                  </a:lnTo>
                  <a:lnTo>
                    <a:pt x="54" y="0"/>
                  </a:lnTo>
                  <a:lnTo>
                    <a:pt x="42" y="6"/>
                  </a:lnTo>
                  <a:lnTo>
                    <a:pt x="30" y="12"/>
                  </a:lnTo>
                  <a:lnTo>
                    <a:pt x="42" y="30"/>
                  </a:lnTo>
                  <a:close/>
                </a:path>
              </a:pathLst>
            </a:custGeom>
            <a:solidFill>
              <a:srgbClr val="34AACD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45" name="Freeform 181">
              <a:extLst>
                <a:ext uri="{FF2B5EF4-FFF2-40B4-BE49-F238E27FC236}">
                  <a16:creationId xmlns:a16="http://schemas.microsoft.com/office/drawing/2014/main" id="{6AD6DE3D-7787-51A8-48A5-96A028D3958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5" y="1750"/>
              <a:ext cx="65" cy="42"/>
            </a:xfrm>
            <a:custGeom>
              <a:avLst/>
              <a:gdLst/>
              <a:ahLst/>
              <a:cxnLst>
                <a:cxn ang="0">
                  <a:pos x="12" y="42"/>
                </a:cxn>
                <a:cxn ang="0">
                  <a:pos x="24" y="42"/>
                </a:cxn>
                <a:cxn ang="0">
                  <a:pos x="30" y="36"/>
                </a:cxn>
                <a:cxn ang="0">
                  <a:pos x="24" y="12"/>
                </a:cxn>
                <a:cxn ang="0">
                  <a:pos x="12" y="18"/>
                </a:cxn>
                <a:cxn ang="0">
                  <a:pos x="0" y="18"/>
                </a:cxn>
                <a:cxn ang="0">
                  <a:pos x="12" y="42"/>
                </a:cxn>
                <a:cxn ang="0">
                  <a:pos x="42" y="30"/>
                </a:cxn>
                <a:cxn ang="0">
                  <a:pos x="54" y="30"/>
                </a:cxn>
                <a:cxn ang="0">
                  <a:pos x="66" y="24"/>
                </a:cxn>
                <a:cxn ang="0">
                  <a:pos x="60" y="0"/>
                </a:cxn>
                <a:cxn ang="0">
                  <a:pos x="48" y="6"/>
                </a:cxn>
                <a:cxn ang="0">
                  <a:pos x="36" y="12"/>
                </a:cxn>
                <a:cxn ang="0">
                  <a:pos x="42" y="30"/>
                </a:cxn>
              </a:cxnLst>
              <a:rect l="0" t="0" r="r" b="b"/>
              <a:pathLst>
                <a:path w="66" h="42">
                  <a:moveTo>
                    <a:pt x="12" y="42"/>
                  </a:moveTo>
                  <a:lnTo>
                    <a:pt x="24" y="42"/>
                  </a:lnTo>
                  <a:lnTo>
                    <a:pt x="30" y="36"/>
                  </a:lnTo>
                  <a:lnTo>
                    <a:pt x="24" y="12"/>
                  </a:lnTo>
                  <a:lnTo>
                    <a:pt x="12" y="18"/>
                  </a:lnTo>
                  <a:lnTo>
                    <a:pt x="0" y="18"/>
                  </a:lnTo>
                  <a:lnTo>
                    <a:pt x="12" y="42"/>
                  </a:lnTo>
                  <a:close/>
                  <a:moveTo>
                    <a:pt x="42" y="30"/>
                  </a:moveTo>
                  <a:lnTo>
                    <a:pt x="54" y="30"/>
                  </a:lnTo>
                  <a:lnTo>
                    <a:pt x="66" y="24"/>
                  </a:lnTo>
                  <a:lnTo>
                    <a:pt x="60" y="0"/>
                  </a:lnTo>
                  <a:lnTo>
                    <a:pt x="48" y="6"/>
                  </a:lnTo>
                  <a:lnTo>
                    <a:pt x="36" y="12"/>
                  </a:lnTo>
                  <a:lnTo>
                    <a:pt x="42" y="30"/>
                  </a:lnTo>
                  <a:close/>
                </a:path>
              </a:pathLst>
            </a:custGeom>
            <a:solidFill>
              <a:srgbClr val="34AACD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46" name="Freeform 182">
              <a:extLst>
                <a:ext uri="{FF2B5EF4-FFF2-40B4-BE49-F238E27FC236}">
                  <a16:creationId xmlns:a16="http://schemas.microsoft.com/office/drawing/2014/main" id="{FEE90597-8E62-0EC7-949C-AE82C0FE5E8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37" y="1739"/>
              <a:ext cx="60" cy="36"/>
            </a:xfrm>
            <a:custGeom>
              <a:avLst/>
              <a:gdLst/>
              <a:ahLst/>
              <a:cxnLst>
                <a:cxn ang="0">
                  <a:pos x="6" y="36"/>
                </a:cxn>
                <a:cxn ang="0">
                  <a:pos x="18" y="36"/>
                </a:cxn>
                <a:cxn ang="0">
                  <a:pos x="24" y="30"/>
                </a:cxn>
                <a:cxn ang="0">
                  <a:pos x="18" y="6"/>
                </a:cxn>
                <a:cxn ang="0">
                  <a:pos x="12" y="12"/>
                </a:cxn>
                <a:cxn ang="0">
                  <a:pos x="0" y="12"/>
                </a:cxn>
                <a:cxn ang="0">
                  <a:pos x="6" y="36"/>
                </a:cxn>
                <a:cxn ang="0">
                  <a:pos x="36" y="30"/>
                </a:cxn>
                <a:cxn ang="0">
                  <a:pos x="48" y="24"/>
                </a:cxn>
                <a:cxn ang="0">
                  <a:pos x="60" y="24"/>
                </a:cxn>
                <a:cxn ang="0">
                  <a:pos x="54" y="0"/>
                </a:cxn>
                <a:cxn ang="0">
                  <a:pos x="42" y="0"/>
                </a:cxn>
                <a:cxn ang="0">
                  <a:pos x="30" y="6"/>
                </a:cxn>
                <a:cxn ang="0">
                  <a:pos x="36" y="30"/>
                </a:cxn>
              </a:cxnLst>
              <a:rect l="0" t="0" r="r" b="b"/>
              <a:pathLst>
                <a:path w="60" h="36">
                  <a:moveTo>
                    <a:pt x="6" y="36"/>
                  </a:moveTo>
                  <a:lnTo>
                    <a:pt x="18" y="36"/>
                  </a:lnTo>
                  <a:lnTo>
                    <a:pt x="24" y="30"/>
                  </a:lnTo>
                  <a:lnTo>
                    <a:pt x="18" y="6"/>
                  </a:lnTo>
                  <a:lnTo>
                    <a:pt x="12" y="12"/>
                  </a:lnTo>
                  <a:lnTo>
                    <a:pt x="0" y="12"/>
                  </a:lnTo>
                  <a:lnTo>
                    <a:pt x="6" y="36"/>
                  </a:lnTo>
                  <a:close/>
                  <a:moveTo>
                    <a:pt x="36" y="30"/>
                  </a:moveTo>
                  <a:lnTo>
                    <a:pt x="48" y="24"/>
                  </a:lnTo>
                  <a:lnTo>
                    <a:pt x="60" y="24"/>
                  </a:lnTo>
                  <a:lnTo>
                    <a:pt x="54" y="0"/>
                  </a:lnTo>
                  <a:lnTo>
                    <a:pt x="42" y="0"/>
                  </a:lnTo>
                  <a:lnTo>
                    <a:pt x="30" y="6"/>
                  </a:lnTo>
                  <a:lnTo>
                    <a:pt x="36" y="30"/>
                  </a:lnTo>
                  <a:close/>
                </a:path>
              </a:pathLst>
            </a:custGeom>
            <a:solidFill>
              <a:srgbClr val="34AACD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47" name="Freeform 183">
              <a:extLst>
                <a:ext uri="{FF2B5EF4-FFF2-40B4-BE49-F238E27FC236}">
                  <a16:creationId xmlns:a16="http://schemas.microsoft.com/office/drawing/2014/main" id="{BC2FB2DC-96A7-DB8E-C283-48B2D8A5807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03" y="1727"/>
              <a:ext cx="59" cy="31"/>
            </a:xfrm>
            <a:custGeom>
              <a:avLst/>
              <a:gdLst/>
              <a:ahLst/>
              <a:cxnLst>
                <a:cxn ang="0">
                  <a:pos x="0" y="30"/>
                </a:cxn>
                <a:cxn ang="0">
                  <a:pos x="12" y="30"/>
                </a:cxn>
                <a:cxn ang="0">
                  <a:pos x="23" y="30"/>
                </a:cxn>
                <a:cxn ang="0">
                  <a:pos x="23" y="6"/>
                </a:cxn>
                <a:cxn ang="0">
                  <a:pos x="12" y="6"/>
                </a:cxn>
                <a:cxn ang="0">
                  <a:pos x="0" y="6"/>
                </a:cxn>
                <a:cxn ang="0">
                  <a:pos x="0" y="30"/>
                </a:cxn>
                <a:cxn ang="0">
                  <a:pos x="35" y="24"/>
                </a:cxn>
                <a:cxn ang="0">
                  <a:pos x="47" y="24"/>
                </a:cxn>
                <a:cxn ang="0">
                  <a:pos x="59" y="24"/>
                </a:cxn>
                <a:cxn ang="0">
                  <a:pos x="53" y="0"/>
                </a:cxn>
                <a:cxn ang="0">
                  <a:pos x="41" y="0"/>
                </a:cxn>
                <a:cxn ang="0">
                  <a:pos x="29" y="0"/>
                </a:cxn>
                <a:cxn ang="0">
                  <a:pos x="35" y="24"/>
                </a:cxn>
              </a:cxnLst>
              <a:rect l="0" t="0" r="r" b="b"/>
              <a:pathLst>
                <a:path w="59" h="30">
                  <a:moveTo>
                    <a:pt x="0" y="30"/>
                  </a:moveTo>
                  <a:lnTo>
                    <a:pt x="12" y="30"/>
                  </a:lnTo>
                  <a:lnTo>
                    <a:pt x="23" y="30"/>
                  </a:lnTo>
                  <a:lnTo>
                    <a:pt x="23" y="6"/>
                  </a:lnTo>
                  <a:lnTo>
                    <a:pt x="12" y="6"/>
                  </a:lnTo>
                  <a:lnTo>
                    <a:pt x="0" y="6"/>
                  </a:lnTo>
                  <a:lnTo>
                    <a:pt x="0" y="30"/>
                  </a:lnTo>
                  <a:close/>
                  <a:moveTo>
                    <a:pt x="35" y="24"/>
                  </a:moveTo>
                  <a:lnTo>
                    <a:pt x="47" y="24"/>
                  </a:lnTo>
                  <a:lnTo>
                    <a:pt x="59" y="24"/>
                  </a:lnTo>
                  <a:lnTo>
                    <a:pt x="53" y="0"/>
                  </a:lnTo>
                  <a:lnTo>
                    <a:pt x="41" y="0"/>
                  </a:lnTo>
                  <a:lnTo>
                    <a:pt x="29" y="0"/>
                  </a:lnTo>
                  <a:lnTo>
                    <a:pt x="35" y="24"/>
                  </a:lnTo>
                  <a:close/>
                </a:path>
              </a:pathLst>
            </a:custGeom>
            <a:solidFill>
              <a:srgbClr val="34AACD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48" name="Freeform 184">
              <a:extLst>
                <a:ext uri="{FF2B5EF4-FFF2-40B4-BE49-F238E27FC236}">
                  <a16:creationId xmlns:a16="http://schemas.microsoft.com/office/drawing/2014/main" id="{FCB45051-8C65-AF3B-E6B7-11F8A150B08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68" y="1721"/>
              <a:ext cx="60" cy="29"/>
            </a:xfrm>
            <a:custGeom>
              <a:avLst/>
              <a:gdLst/>
              <a:ahLst/>
              <a:cxnLst>
                <a:cxn ang="0">
                  <a:pos x="6" y="30"/>
                </a:cxn>
                <a:cxn ang="0">
                  <a:pos x="18" y="24"/>
                </a:cxn>
                <a:cxn ang="0">
                  <a:pos x="24" y="24"/>
                </a:cxn>
                <a:cxn ang="0">
                  <a:pos x="24" y="0"/>
                </a:cxn>
                <a:cxn ang="0">
                  <a:pos x="12" y="6"/>
                </a:cxn>
                <a:cxn ang="0">
                  <a:pos x="0" y="6"/>
                </a:cxn>
                <a:cxn ang="0">
                  <a:pos x="6" y="30"/>
                </a:cxn>
                <a:cxn ang="0">
                  <a:pos x="36" y="24"/>
                </a:cxn>
                <a:cxn ang="0">
                  <a:pos x="48" y="24"/>
                </a:cxn>
                <a:cxn ang="0">
                  <a:pos x="60" y="24"/>
                </a:cxn>
                <a:cxn ang="0">
                  <a:pos x="60" y="0"/>
                </a:cxn>
                <a:cxn ang="0">
                  <a:pos x="48" y="0"/>
                </a:cxn>
                <a:cxn ang="0">
                  <a:pos x="36" y="0"/>
                </a:cxn>
                <a:cxn ang="0">
                  <a:pos x="36" y="24"/>
                </a:cxn>
              </a:cxnLst>
              <a:rect l="0" t="0" r="r" b="b"/>
              <a:pathLst>
                <a:path w="60" h="30">
                  <a:moveTo>
                    <a:pt x="6" y="30"/>
                  </a:moveTo>
                  <a:lnTo>
                    <a:pt x="18" y="24"/>
                  </a:lnTo>
                  <a:lnTo>
                    <a:pt x="24" y="24"/>
                  </a:lnTo>
                  <a:lnTo>
                    <a:pt x="24" y="0"/>
                  </a:lnTo>
                  <a:lnTo>
                    <a:pt x="12" y="6"/>
                  </a:lnTo>
                  <a:lnTo>
                    <a:pt x="0" y="6"/>
                  </a:lnTo>
                  <a:lnTo>
                    <a:pt x="6" y="30"/>
                  </a:lnTo>
                  <a:close/>
                  <a:moveTo>
                    <a:pt x="36" y="24"/>
                  </a:moveTo>
                  <a:lnTo>
                    <a:pt x="48" y="24"/>
                  </a:lnTo>
                  <a:lnTo>
                    <a:pt x="60" y="24"/>
                  </a:lnTo>
                  <a:lnTo>
                    <a:pt x="60" y="0"/>
                  </a:lnTo>
                  <a:lnTo>
                    <a:pt x="48" y="0"/>
                  </a:lnTo>
                  <a:lnTo>
                    <a:pt x="36" y="0"/>
                  </a:lnTo>
                  <a:lnTo>
                    <a:pt x="36" y="24"/>
                  </a:lnTo>
                  <a:close/>
                </a:path>
              </a:pathLst>
            </a:custGeom>
            <a:solidFill>
              <a:srgbClr val="34AACD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49" name="Freeform 185">
              <a:extLst>
                <a:ext uri="{FF2B5EF4-FFF2-40B4-BE49-F238E27FC236}">
                  <a16:creationId xmlns:a16="http://schemas.microsoft.com/office/drawing/2014/main" id="{EE9AADDF-5894-71AF-AA6A-F899547E8F5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40" y="1715"/>
              <a:ext cx="54" cy="29"/>
            </a:xfrm>
            <a:custGeom>
              <a:avLst/>
              <a:gdLst/>
              <a:ahLst/>
              <a:cxnLst>
                <a:cxn ang="0">
                  <a:pos x="0" y="30"/>
                </a:cxn>
                <a:cxn ang="0">
                  <a:pos x="12" y="24"/>
                </a:cxn>
                <a:cxn ang="0">
                  <a:pos x="24" y="24"/>
                </a:cxn>
                <a:cxn ang="0">
                  <a:pos x="18" y="0"/>
                </a:cxn>
                <a:cxn ang="0">
                  <a:pos x="12" y="0"/>
                </a:cxn>
                <a:cxn ang="0">
                  <a:pos x="0" y="6"/>
                </a:cxn>
                <a:cxn ang="0">
                  <a:pos x="0" y="30"/>
                </a:cxn>
                <a:cxn ang="0">
                  <a:pos x="30" y="24"/>
                </a:cxn>
                <a:cxn ang="0">
                  <a:pos x="42" y="24"/>
                </a:cxn>
                <a:cxn ang="0">
                  <a:pos x="54" y="24"/>
                </a:cxn>
                <a:cxn ang="0">
                  <a:pos x="54" y="0"/>
                </a:cxn>
                <a:cxn ang="0">
                  <a:pos x="42" y="0"/>
                </a:cxn>
                <a:cxn ang="0">
                  <a:pos x="30" y="0"/>
                </a:cxn>
                <a:cxn ang="0">
                  <a:pos x="30" y="24"/>
                </a:cxn>
              </a:cxnLst>
              <a:rect l="0" t="0" r="r" b="b"/>
              <a:pathLst>
                <a:path w="54" h="30">
                  <a:moveTo>
                    <a:pt x="0" y="30"/>
                  </a:moveTo>
                  <a:lnTo>
                    <a:pt x="12" y="24"/>
                  </a:lnTo>
                  <a:lnTo>
                    <a:pt x="24" y="24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0" y="30"/>
                  </a:lnTo>
                  <a:close/>
                  <a:moveTo>
                    <a:pt x="30" y="24"/>
                  </a:moveTo>
                  <a:lnTo>
                    <a:pt x="42" y="24"/>
                  </a:lnTo>
                  <a:lnTo>
                    <a:pt x="54" y="24"/>
                  </a:lnTo>
                  <a:lnTo>
                    <a:pt x="54" y="0"/>
                  </a:lnTo>
                  <a:lnTo>
                    <a:pt x="42" y="0"/>
                  </a:lnTo>
                  <a:lnTo>
                    <a:pt x="30" y="0"/>
                  </a:lnTo>
                  <a:lnTo>
                    <a:pt x="30" y="24"/>
                  </a:lnTo>
                  <a:close/>
                </a:path>
              </a:pathLst>
            </a:custGeom>
            <a:solidFill>
              <a:srgbClr val="34AACD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50" name="Freeform 186">
              <a:extLst>
                <a:ext uri="{FF2B5EF4-FFF2-40B4-BE49-F238E27FC236}">
                  <a16:creationId xmlns:a16="http://schemas.microsoft.com/office/drawing/2014/main" id="{7CB0BFE2-EF5B-5E2F-5758-69223BA65D0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06" y="1715"/>
              <a:ext cx="23" cy="22"/>
            </a:xfrm>
            <a:custGeom>
              <a:avLst/>
              <a:gdLst/>
              <a:ahLst/>
              <a:cxnLst>
                <a:cxn ang="0">
                  <a:pos x="0" y="24"/>
                </a:cxn>
                <a:cxn ang="0">
                  <a:pos x="18" y="24"/>
                </a:cxn>
                <a:cxn ang="0">
                  <a:pos x="18" y="0"/>
                </a:cxn>
                <a:cxn ang="0">
                  <a:pos x="0" y="0"/>
                </a:cxn>
                <a:cxn ang="0">
                  <a:pos x="0" y="24"/>
                </a:cxn>
                <a:cxn ang="0">
                  <a:pos x="18" y="24"/>
                </a:cxn>
                <a:cxn ang="0">
                  <a:pos x="24" y="24"/>
                </a:cxn>
                <a:cxn ang="0">
                  <a:pos x="24" y="0"/>
                </a:cxn>
                <a:cxn ang="0">
                  <a:pos x="18" y="0"/>
                </a:cxn>
                <a:cxn ang="0">
                  <a:pos x="18" y="24"/>
                </a:cxn>
              </a:cxnLst>
              <a:rect l="0" t="0" r="r" b="b"/>
              <a:pathLst>
                <a:path w="24" h="24">
                  <a:moveTo>
                    <a:pt x="0" y="24"/>
                  </a:moveTo>
                  <a:lnTo>
                    <a:pt x="18" y="24"/>
                  </a:lnTo>
                  <a:lnTo>
                    <a:pt x="18" y="0"/>
                  </a:lnTo>
                  <a:lnTo>
                    <a:pt x="0" y="0"/>
                  </a:lnTo>
                  <a:lnTo>
                    <a:pt x="0" y="24"/>
                  </a:lnTo>
                  <a:close/>
                  <a:moveTo>
                    <a:pt x="18" y="24"/>
                  </a:moveTo>
                  <a:lnTo>
                    <a:pt x="24" y="24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18" y="24"/>
                  </a:lnTo>
                  <a:close/>
                </a:path>
              </a:pathLst>
            </a:custGeom>
            <a:solidFill>
              <a:srgbClr val="34AACD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51" name="Freeform 187">
              <a:extLst>
                <a:ext uri="{FF2B5EF4-FFF2-40B4-BE49-F238E27FC236}">
                  <a16:creationId xmlns:a16="http://schemas.microsoft.com/office/drawing/2014/main" id="{A5FDED54-894A-7021-421D-E127E66D171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25" y="1715"/>
              <a:ext cx="43" cy="2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2"/>
                </a:cxn>
                <a:cxn ang="0">
                  <a:pos x="0" y="0"/>
                </a:cxn>
                <a:cxn ang="0">
                  <a:pos x="18" y="24"/>
                </a:cxn>
                <a:cxn ang="0">
                  <a:pos x="36" y="24"/>
                </a:cxn>
                <a:cxn ang="0">
                  <a:pos x="42" y="0"/>
                </a:cxn>
                <a:cxn ang="0">
                  <a:pos x="30" y="0"/>
                </a:cxn>
                <a:cxn ang="0">
                  <a:pos x="18" y="0"/>
                </a:cxn>
                <a:cxn ang="0">
                  <a:pos x="18" y="24"/>
                </a:cxn>
              </a:cxnLst>
              <a:rect l="0" t="0" r="r" b="b"/>
              <a:pathLst>
                <a:path w="42" h="24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12"/>
                  </a:lnTo>
                  <a:lnTo>
                    <a:pt x="0" y="0"/>
                  </a:lnTo>
                  <a:close/>
                  <a:moveTo>
                    <a:pt x="18" y="24"/>
                  </a:moveTo>
                  <a:lnTo>
                    <a:pt x="36" y="24"/>
                  </a:lnTo>
                  <a:lnTo>
                    <a:pt x="42" y="0"/>
                  </a:lnTo>
                  <a:lnTo>
                    <a:pt x="30" y="0"/>
                  </a:lnTo>
                  <a:lnTo>
                    <a:pt x="18" y="0"/>
                  </a:lnTo>
                  <a:lnTo>
                    <a:pt x="18" y="24"/>
                  </a:lnTo>
                  <a:close/>
                </a:path>
              </a:pathLst>
            </a:custGeom>
            <a:solidFill>
              <a:srgbClr val="34AACD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52" name="Freeform 188">
              <a:extLst>
                <a:ext uri="{FF2B5EF4-FFF2-40B4-BE49-F238E27FC236}">
                  <a16:creationId xmlns:a16="http://schemas.microsoft.com/office/drawing/2014/main" id="{8B232186-D52A-29FE-91BD-4A2836A002B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72" y="1715"/>
              <a:ext cx="59" cy="29"/>
            </a:xfrm>
            <a:custGeom>
              <a:avLst/>
              <a:gdLst/>
              <a:ahLst/>
              <a:cxnLst>
                <a:cxn ang="0">
                  <a:pos x="0" y="24"/>
                </a:cxn>
                <a:cxn ang="0">
                  <a:pos x="12" y="24"/>
                </a:cxn>
                <a:cxn ang="0">
                  <a:pos x="24" y="30"/>
                </a:cxn>
                <a:cxn ang="0">
                  <a:pos x="24" y="0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0" y="24"/>
                </a:cxn>
                <a:cxn ang="0">
                  <a:pos x="36" y="30"/>
                </a:cxn>
                <a:cxn ang="0">
                  <a:pos x="48" y="30"/>
                </a:cxn>
                <a:cxn ang="0">
                  <a:pos x="60" y="30"/>
                </a:cxn>
                <a:cxn ang="0">
                  <a:pos x="60" y="6"/>
                </a:cxn>
                <a:cxn ang="0">
                  <a:pos x="48" y="6"/>
                </a:cxn>
                <a:cxn ang="0">
                  <a:pos x="36" y="6"/>
                </a:cxn>
                <a:cxn ang="0">
                  <a:pos x="36" y="30"/>
                </a:cxn>
              </a:cxnLst>
              <a:rect l="0" t="0" r="r" b="b"/>
              <a:pathLst>
                <a:path w="60" h="30">
                  <a:moveTo>
                    <a:pt x="0" y="24"/>
                  </a:moveTo>
                  <a:lnTo>
                    <a:pt x="12" y="24"/>
                  </a:lnTo>
                  <a:lnTo>
                    <a:pt x="24" y="30"/>
                  </a:lnTo>
                  <a:lnTo>
                    <a:pt x="24" y="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0" y="24"/>
                  </a:lnTo>
                  <a:close/>
                  <a:moveTo>
                    <a:pt x="36" y="30"/>
                  </a:moveTo>
                  <a:lnTo>
                    <a:pt x="48" y="30"/>
                  </a:lnTo>
                  <a:lnTo>
                    <a:pt x="60" y="30"/>
                  </a:lnTo>
                  <a:lnTo>
                    <a:pt x="60" y="6"/>
                  </a:lnTo>
                  <a:lnTo>
                    <a:pt x="48" y="6"/>
                  </a:lnTo>
                  <a:lnTo>
                    <a:pt x="36" y="6"/>
                  </a:lnTo>
                  <a:lnTo>
                    <a:pt x="36" y="30"/>
                  </a:lnTo>
                  <a:close/>
                </a:path>
              </a:pathLst>
            </a:custGeom>
            <a:solidFill>
              <a:srgbClr val="34AACD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53" name="Freeform 189">
              <a:extLst>
                <a:ext uri="{FF2B5EF4-FFF2-40B4-BE49-F238E27FC236}">
                  <a16:creationId xmlns:a16="http://schemas.microsoft.com/office/drawing/2014/main" id="{2C8DBEDD-2BC3-33F6-B2A9-D83C130776E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36" y="1721"/>
              <a:ext cx="59" cy="29"/>
            </a:xfrm>
            <a:custGeom>
              <a:avLst/>
              <a:gdLst/>
              <a:ahLst/>
              <a:cxnLst>
                <a:cxn ang="0">
                  <a:pos x="0" y="24"/>
                </a:cxn>
                <a:cxn ang="0">
                  <a:pos x="12" y="24"/>
                </a:cxn>
                <a:cxn ang="0">
                  <a:pos x="24" y="30"/>
                </a:cxn>
                <a:cxn ang="0">
                  <a:pos x="30" y="6"/>
                </a:cxn>
                <a:cxn ang="0">
                  <a:pos x="18" y="0"/>
                </a:cxn>
                <a:cxn ang="0">
                  <a:pos x="6" y="0"/>
                </a:cxn>
                <a:cxn ang="0">
                  <a:pos x="0" y="24"/>
                </a:cxn>
                <a:cxn ang="0">
                  <a:pos x="36" y="30"/>
                </a:cxn>
                <a:cxn ang="0">
                  <a:pos x="48" y="30"/>
                </a:cxn>
                <a:cxn ang="0">
                  <a:pos x="60" y="30"/>
                </a:cxn>
                <a:cxn ang="0">
                  <a:pos x="60" y="6"/>
                </a:cxn>
                <a:cxn ang="0">
                  <a:pos x="42" y="6"/>
                </a:cxn>
                <a:cxn ang="0">
                  <a:pos x="36" y="30"/>
                </a:cxn>
              </a:cxnLst>
              <a:rect l="0" t="0" r="r" b="b"/>
              <a:pathLst>
                <a:path w="60" h="30">
                  <a:moveTo>
                    <a:pt x="0" y="24"/>
                  </a:moveTo>
                  <a:lnTo>
                    <a:pt x="12" y="24"/>
                  </a:lnTo>
                  <a:lnTo>
                    <a:pt x="24" y="30"/>
                  </a:lnTo>
                  <a:lnTo>
                    <a:pt x="30" y="6"/>
                  </a:lnTo>
                  <a:lnTo>
                    <a:pt x="18" y="0"/>
                  </a:lnTo>
                  <a:lnTo>
                    <a:pt x="6" y="0"/>
                  </a:lnTo>
                  <a:lnTo>
                    <a:pt x="0" y="24"/>
                  </a:lnTo>
                  <a:close/>
                  <a:moveTo>
                    <a:pt x="36" y="30"/>
                  </a:moveTo>
                  <a:lnTo>
                    <a:pt x="48" y="30"/>
                  </a:lnTo>
                  <a:lnTo>
                    <a:pt x="60" y="30"/>
                  </a:lnTo>
                  <a:lnTo>
                    <a:pt x="60" y="6"/>
                  </a:lnTo>
                  <a:lnTo>
                    <a:pt x="42" y="6"/>
                  </a:lnTo>
                  <a:lnTo>
                    <a:pt x="36" y="30"/>
                  </a:lnTo>
                  <a:close/>
                </a:path>
              </a:pathLst>
            </a:custGeom>
            <a:solidFill>
              <a:srgbClr val="34AACD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54" name="Freeform 190">
              <a:extLst>
                <a:ext uri="{FF2B5EF4-FFF2-40B4-BE49-F238E27FC236}">
                  <a16:creationId xmlns:a16="http://schemas.microsoft.com/office/drawing/2014/main" id="{4D63E282-CC90-2313-5815-93FE4491340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03" y="1733"/>
              <a:ext cx="66" cy="36"/>
            </a:xfrm>
            <a:custGeom>
              <a:avLst/>
              <a:gdLst/>
              <a:ahLst/>
              <a:cxnLst>
                <a:cxn ang="0">
                  <a:pos x="0" y="24"/>
                </a:cxn>
                <a:cxn ang="0">
                  <a:pos x="12" y="24"/>
                </a:cxn>
                <a:cxn ang="0">
                  <a:pos x="24" y="24"/>
                </a:cxn>
                <a:cxn ang="0">
                  <a:pos x="30" y="6"/>
                </a:cxn>
                <a:cxn ang="0">
                  <a:pos x="18" y="0"/>
                </a:cxn>
                <a:cxn ang="0">
                  <a:pos x="6" y="0"/>
                </a:cxn>
                <a:cxn ang="0">
                  <a:pos x="0" y="24"/>
                </a:cxn>
                <a:cxn ang="0">
                  <a:pos x="36" y="30"/>
                </a:cxn>
                <a:cxn ang="0">
                  <a:pos x="48" y="30"/>
                </a:cxn>
                <a:cxn ang="0">
                  <a:pos x="60" y="36"/>
                </a:cxn>
                <a:cxn ang="0">
                  <a:pos x="66" y="12"/>
                </a:cxn>
                <a:cxn ang="0">
                  <a:pos x="54" y="6"/>
                </a:cxn>
                <a:cxn ang="0">
                  <a:pos x="42" y="6"/>
                </a:cxn>
                <a:cxn ang="0">
                  <a:pos x="36" y="30"/>
                </a:cxn>
              </a:cxnLst>
              <a:rect l="0" t="0" r="r" b="b"/>
              <a:pathLst>
                <a:path w="66" h="36">
                  <a:moveTo>
                    <a:pt x="0" y="24"/>
                  </a:moveTo>
                  <a:lnTo>
                    <a:pt x="12" y="24"/>
                  </a:lnTo>
                  <a:lnTo>
                    <a:pt x="24" y="24"/>
                  </a:lnTo>
                  <a:lnTo>
                    <a:pt x="30" y="6"/>
                  </a:lnTo>
                  <a:lnTo>
                    <a:pt x="18" y="0"/>
                  </a:lnTo>
                  <a:lnTo>
                    <a:pt x="6" y="0"/>
                  </a:lnTo>
                  <a:lnTo>
                    <a:pt x="0" y="24"/>
                  </a:lnTo>
                  <a:close/>
                  <a:moveTo>
                    <a:pt x="36" y="30"/>
                  </a:moveTo>
                  <a:lnTo>
                    <a:pt x="48" y="30"/>
                  </a:lnTo>
                  <a:lnTo>
                    <a:pt x="60" y="36"/>
                  </a:lnTo>
                  <a:lnTo>
                    <a:pt x="66" y="12"/>
                  </a:lnTo>
                  <a:lnTo>
                    <a:pt x="54" y="6"/>
                  </a:lnTo>
                  <a:lnTo>
                    <a:pt x="42" y="6"/>
                  </a:lnTo>
                  <a:lnTo>
                    <a:pt x="36" y="30"/>
                  </a:lnTo>
                  <a:close/>
                </a:path>
              </a:pathLst>
            </a:custGeom>
            <a:solidFill>
              <a:srgbClr val="34AACD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55" name="Freeform 191">
              <a:extLst>
                <a:ext uri="{FF2B5EF4-FFF2-40B4-BE49-F238E27FC236}">
                  <a16:creationId xmlns:a16="http://schemas.microsoft.com/office/drawing/2014/main" id="{D16E2C82-6076-69BF-D674-5F064354CF7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69" y="1745"/>
              <a:ext cx="65" cy="42"/>
            </a:xfrm>
            <a:custGeom>
              <a:avLst/>
              <a:gdLst/>
              <a:ahLst/>
              <a:cxnLst>
                <a:cxn ang="0">
                  <a:pos x="0" y="24"/>
                </a:cxn>
                <a:cxn ang="0">
                  <a:pos x="12" y="30"/>
                </a:cxn>
                <a:cxn ang="0">
                  <a:pos x="24" y="30"/>
                </a:cxn>
                <a:cxn ang="0">
                  <a:pos x="30" y="6"/>
                </a:cxn>
                <a:cxn ang="0">
                  <a:pos x="18" y="6"/>
                </a:cxn>
                <a:cxn ang="0">
                  <a:pos x="6" y="0"/>
                </a:cxn>
                <a:cxn ang="0">
                  <a:pos x="0" y="24"/>
                </a:cxn>
                <a:cxn ang="0">
                  <a:pos x="36" y="36"/>
                </a:cxn>
                <a:cxn ang="0">
                  <a:pos x="48" y="36"/>
                </a:cxn>
                <a:cxn ang="0">
                  <a:pos x="54" y="42"/>
                </a:cxn>
                <a:cxn ang="0">
                  <a:pos x="66" y="18"/>
                </a:cxn>
                <a:cxn ang="0">
                  <a:pos x="54" y="18"/>
                </a:cxn>
                <a:cxn ang="0">
                  <a:pos x="42" y="12"/>
                </a:cxn>
                <a:cxn ang="0">
                  <a:pos x="36" y="36"/>
                </a:cxn>
              </a:cxnLst>
              <a:rect l="0" t="0" r="r" b="b"/>
              <a:pathLst>
                <a:path w="66" h="42">
                  <a:moveTo>
                    <a:pt x="0" y="24"/>
                  </a:moveTo>
                  <a:lnTo>
                    <a:pt x="12" y="30"/>
                  </a:lnTo>
                  <a:lnTo>
                    <a:pt x="24" y="30"/>
                  </a:lnTo>
                  <a:lnTo>
                    <a:pt x="30" y="6"/>
                  </a:lnTo>
                  <a:lnTo>
                    <a:pt x="18" y="6"/>
                  </a:lnTo>
                  <a:lnTo>
                    <a:pt x="6" y="0"/>
                  </a:lnTo>
                  <a:lnTo>
                    <a:pt x="0" y="24"/>
                  </a:lnTo>
                  <a:close/>
                  <a:moveTo>
                    <a:pt x="36" y="36"/>
                  </a:moveTo>
                  <a:lnTo>
                    <a:pt x="48" y="36"/>
                  </a:lnTo>
                  <a:lnTo>
                    <a:pt x="54" y="42"/>
                  </a:lnTo>
                  <a:lnTo>
                    <a:pt x="66" y="18"/>
                  </a:lnTo>
                  <a:lnTo>
                    <a:pt x="54" y="18"/>
                  </a:lnTo>
                  <a:lnTo>
                    <a:pt x="42" y="12"/>
                  </a:lnTo>
                  <a:lnTo>
                    <a:pt x="36" y="36"/>
                  </a:lnTo>
                  <a:close/>
                </a:path>
              </a:pathLst>
            </a:custGeom>
            <a:solidFill>
              <a:srgbClr val="34AACD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56" name="Freeform 192">
              <a:extLst>
                <a:ext uri="{FF2B5EF4-FFF2-40B4-BE49-F238E27FC236}">
                  <a16:creationId xmlns:a16="http://schemas.microsoft.com/office/drawing/2014/main" id="{598D3D00-5FC1-D5B6-57A2-830F3DAB79D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34" y="1769"/>
              <a:ext cx="59" cy="42"/>
            </a:xfrm>
            <a:custGeom>
              <a:avLst/>
              <a:gdLst/>
              <a:ahLst/>
              <a:cxnLst>
                <a:cxn ang="0">
                  <a:pos x="0" y="18"/>
                </a:cxn>
                <a:cxn ang="0">
                  <a:pos x="12" y="24"/>
                </a:cxn>
                <a:cxn ang="0">
                  <a:pos x="18" y="30"/>
                </a:cxn>
                <a:cxn ang="0">
                  <a:pos x="30" y="6"/>
                </a:cxn>
                <a:cxn ang="0">
                  <a:pos x="18" y="0"/>
                </a:cxn>
                <a:cxn ang="0">
                  <a:pos x="6" y="0"/>
                </a:cxn>
                <a:cxn ang="0">
                  <a:pos x="0" y="18"/>
                </a:cxn>
                <a:cxn ang="0">
                  <a:pos x="30" y="30"/>
                </a:cxn>
                <a:cxn ang="0">
                  <a:pos x="42" y="36"/>
                </a:cxn>
                <a:cxn ang="0">
                  <a:pos x="54" y="42"/>
                </a:cxn>
                <a:cxn ang="0">
                  <a:pos x="60" y="18"/>
                </a:cxn>
                <a:cxn ang="0">
                  <a:pos x="54" y="18"/>
                </a:cxn>
                <a:cxn ang="0">
                  <a:pos x="42" y="12"/>
                </a:cxn>
                <a:cxn ang="0">
                  <a:pos x="30" y="30"/>
                </a:cxn>
              </a:cxnLst>
              <a:rect l="0" t="0" r="r" b="b"/>
              <a:pathLst>
                <a:path w="60" h="42">
                  <a:moveTo>
                    <a:pt x="0" y="18"/>
                  </a:moveTo>
                  <a:lnTo>
                    <a:pt x="12" y="24"/>
                  </a:lnTo>
                  <a:lnTo>
                    <a:pt x="18" y="30"/>
                  </a:lnTo>
                  <a:lnTo>
                    <a:pt x="30" y="6"/>
                  </a:lnTo>
                  <a:lnTo>
                    <a:pt x="18" y="0"/>
                  </a:lnTo>
                  <a:lnTo>
                    <a:pt x="6" y="0"/>
                  </a:lnTo>
                  <a:lnTo>
                    <a:pt x="0" y="18"/>
                  </a:lnTo>
                  <a:close/>
                  <a:moveTo>
                    <a:pt x="30" y="30"/>
                  </a:moveTo>
                  <a:lnTo>
                    <a:pt x="42" y="36"/>
                  </a:lnTo>
                  <a:lnTo>
                    <a:pt x="54" y="42"/>
                  </a:lnTo>
                  <a:lnTo>
                    <a:pt x="60" y="18"/>
                  </a:lnTo>
                  <a:lnTo>
                    <a:pt x="54" y="18"/>
                  </a:lnTo>
                  <a:lnTo>
                    <a:pt x="42" y="12"/>
                  </a:lnTo>
                  <a:lnTo>
                    <a:pt x="30" y="30"/>
                  </a:lnTo>
                  <a:close/>
                </a:path>
              </a:pathLst>
            </a:custGeom>
            <a:solidFill>
              <a:srgbClr val="34AACD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57" name="Freeform 193">
              <a:extLst>
                <a:ext uri="{FF2B5EF4-FFF2-40B4-BE49-F238E27FC236}">
                  <a16:creationId xmlns:a16="http://schemas.microsoft.com/office/drawing/2014/main" id="{C0DAB5AC-9242-FC68-A9B3-75E7BD6A7FB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95" y="1793"/>
              <a:ext cx="59" cy="48"/>
            </a:xfrm>
            <a:custGeom>
              <a:avLst/>
              <a:gdLst/>
              <a:ahLst/>
              <a:cxnLst>
                <a:cxn ang="0">
                  <a:pos x="0" y="23"/>
                </a:cxn>
                <a:cxn ang="0">
                  <a:pos x="12" y="29"/>
                </a:cxn>
                <a:cxn ang="0">
                  <a:pos x="18" y="29"/>
                </a:cxn>
                <a:cxn ang="0">
                  <a:pos x="30" y="12"/>
                </a:cxn>
                <a:cxn ang="0">
                  <a:pos x="24" y="6"/>
                </a:cxn>
                <a:cxn ang="0">
                  <a:pos x="12" y="0"/>
                </a:cxn>
                <a:cxn ang="0">
                  <a:pos x="0" y="23"/>
                </a:cxn>
                <a:cxn ang="0">
                  <a:pos x="30" y="35"/>
                </a:cxn>
                <a:cxn ang="0">
                  <a:pos x="42" y="41"/>
                </a:cxn>
                <a:cxn ang="0">
                  <a:pos x="48" y="47"/>
                </a:cxn>
                <a:cxn ang="0">
                  <a:pos x="59" y="29"/>
                </a:cxn>
                <a:cxn ang="0">
                  <a:pos x="54" y="23"/>
                </a:cxn>
                <a:cxn ang="0">
                  <a:pos x="42" y="18"/>
                </a:cxn>
                <a:cxn ang="0">
                  <a:pos x="30" y="35"/>
                </a:cxn>
              </a:cxnLst>
              <a:rect l="0" t="0" r="r" b="b"/>
              <a:pathLst>
                <a:path w="59" h="47">
                  <a:moveTo>
                    <a:pt x="0" y="23"/>
                  </a:moveTo>
                  <a:lnTo>
                    <a:pt x="12" y="29"/>
                  </a:lnTo>
                  <a:lnTo>
                    <a:pt x="18" y="29"/>
                  </a:lnTo>
                  <a:lnTo>
                    <a:pt x="30" y="12"/>
                  </a:lnTo>
                  <a:lnTo>
                    <a:pt x="24" y="6"/>
                  </a:lnTo>
                  <a:lnTo>
                    <a:pt x="12" y="0"/>
                  </a:lnTo>
                  <a:lnTo>
                    <a:pt x="0" y="23"/>
                  </a:lnTo>
                  <a:close/>
                  <a:moveTo>
                    <a:pt x="30" y="35"/>
                  </a:moveTo>
                  <a:lnTo>
                    <a:pt x="42" y="41"/>
                  </a:lnTo>
                  <a:lnTo>
                    <a:pt x="48" y="47"/>
                  </a:lnTo>
                  <a:lnTo>
                    <a:pt x="59" y="29"/>
                  </a:lnTo>
                  <a:lnTo>
                    <a:pt x="54" y="23"/>
                  </a:lnTo>
                  <a:lnTo>
                    <a:pt x="42" y="18"/>
                  </a:lnTo>
                  <a:lnTo>
                    <a:pt x="30" y="35"/>
                  </a:lnTo>
                  <a:close/>
                </a:path>
              </a:pathLst>
            </a:custGeom>
            <a:solidFill>
              <a:srgbClr val="34AACD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58" name="Freeform 194">
              <a:extLst>
                <a:ext uri="{FF2B5EF4-FFF2-40B4-BE49-F238E27FC236}">
                  <a16:creationId xmlns:a16="http://schemas.microsoft.com/office/drawing/2014/main" id="{A450537E-DEE5-A9F0-9FCD-9AD748DFA67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754" y="1828"/>
              <a:ext cx="54" cy="54"/>
            </a:xfrm>
            <a:custGeom>
              <a:avLst/>
              <a:gdLst/>
              <a:ahLst/>
              <a:cxnLst>
                <a:cxn ang="0">
                  <a:pos x="0" y="18"/>
                </a:cxn>
                <a:cxn ang="0">
                  <a:pos x="12" y="24"/>
                </a:cxn>
                <a:cxn ang="0">
                  <a:pos x="18" y="30"/>
                </a:cxn>
                <a:cxn ang="0">
                  <a:pos x="30" y="12"/>
                </a:cxn>
                <a:cxn ang="0">
                  <a:pos x="24" y="6"/>
                </a:cxn>
                <a:cxn ang="0">
                  <a:pos x="12" y="0"/>
                </a:cxn>
                <a:cxn ang="0">
                  <a:pos x="0" y="18"/>
                </a:cxn>
                <a:cxn ang="0">
                  <a:pos x="24" y="36"/>
                </a:cxn>
                <a:cxn ang="0">
                  <a:pos x="42" y="54"/>
                </a:cxn>
                <a:cxn ang="0">
                  <a:pos x="54" y="36"/>
                </a:cxn>
                <a:cxn ang="0">
                  <a:pos x="42" y="18"/>
                </a:cxn>
                <a:cxn ang="0">
                  <a:pos x="24" y="36"/>
                </a:cxn>
              </a:cxnLst>
              <a:rect l="0" t="0" r="r" b="b"/>
              <a:pathLst>
                <a:path w="54" h="54">
                  <a:moveTo>
                    <a:pt x="0" y="18"/>
                  </a:moveTo>
                  <a:lnTo>
                    <a:pt x="12" y="24"/>
                  </a:lnTo>
                  <a:lnTo>
                    <a:pt x="18" y="30"/>
                  </a:lnTo>
                  <a:lnTo>
                    <a:pt x="30" y="12"/>
                  </a:lnTo>
                  <a:lnTo>
                    <a:pt x="24" y="6"/>
                  </a:lnTo>
                  <a:lnTo>
                    <a:pt x="12" y="0"/>
                  </a:lnTo>
                  <a:lnTo>
                    <a:pt x="0" y="18"/>
                  </a:lnTo>
                  <a:close/>
                  <a:moveTo>
                    <a:pt x="24" y="36"/>
                  </a:moveTo>
                  <a:lnTo>
                    <a:pt x="42" y="54"/>
                  </a:lnTo>
                  <a:lnTo>
                    <a:pt x="54" y="36"/>
                  </a:lnTo>
                  <a:lnTo>
                    <a:pt x="42" y="18"/>
                  </a:lnTo>
                  <a:lnTo>
                    <a:pt x="24" y="36"/>
                  </a:lnTo>
                  <a:close/>
                </a:path>
              </a:pathLst>
            </a:custGeom>
            <a:solidFill>
              <a:srgbClr val="34AACD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59" name="Freeform 195">
              <a:extLst>
                <a:ext uri="{FF2B5EF4-FFF2-40B4-BE49-F238E27FC236}">
                  <a16:creationId xmlns:a16="http://schemas.microsoft.com/office/drawing/2014/main" id="{0418EB30-DE6D-673A-95D0-90458A22C22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02" y="1870"/>
              <a:ext cx="54" cy="60"/>
            </a:xfrm>
            <a:custGeom>
              <a:avLst/>
              <a:gdLst/>
              <a:ahLst/>
              <a:cxnLst>
                <a:cxn ang="0">
                  <a:pos x="0" y="18"/>
                </a:cxn>
                <a:cxn ang="0">
                  <a:pos x="12" y="36"/>
                </a:cxn>
                <a:cxn ang="0">
                  <a:pos x="30" y="18"/>
                </a:cxn>
                <a:cxn ang="0">
                  <a:pos x="18" y="0"/>
                </a:cxn>
                <a:cxn ang="0">
                  <a:pos x="0" y="18"/>
                </a:cxn>
                <a:cxn ang="0">
                  <a:pos x="18" y="42"/>
                </a:cxn>
                <a:cxn ang="0">
                  <a:pos x="24" y="54"/>
                </a:cxn>
                <a:cxn ang="0">
                  <a:pos x="30" y="60"/>
                </a:cxn>
                <a:cxn ang="0">
                  <a:pos x="54" y="54"/>
                </a:cxn>
                <a:cxn ang="0">
                  <a:pos x="48" y="42"/>
                </a:cxn>
                <a:cxn ang="0">
                  <a:pos x="42" y="30"/>
                </a:cxn>
                <a:cxn ang="0">
                  <a:pos x="18" y="42"/>
                </a:cxn>
              </a:cxnLst>
              <a:rect l="0" t="0" r="r" b="b"/>
              <a:pathLst>
                <a:path w="54" h="60">
                  <a:moveTo>
                    <a:pt x="0" y="18"/>
                  </a:moveTo>
                  <a:lnTo>
                    <a:pt x="12" y="36"/>
                  </a:lnTo>
                  <a:lnTo>
                    <a:pt x="30" y="18"/>
                  </a:lnTo>
                  <a:lnTo>
                    <a:pt x="18" y="0"/>
                  </a:lnTo>
                  <a:lnTo>
                    <a:pt x="0" y="18"/>
                  </a:lnTo>
                  <a:close/>
                  <a:moveTo>
                    <a:pt x="18" y="42"/>
                  </a:moveTo>
                  <a:lnTo>
                    <a:pt x="24" y="54"/>
                  </a:lnTo>
                  <a:lnTo>
                    <a:pt x="30" y="60"/>
                  </a:lnTo>
                  <a:lnTo>
                    <a:pt x="54" y="54"/>
                  </a:lnTo>
                  <a:lnTo>
                    <a:pt x="48" y="42"/>
                  </a:lnTo>
                  <a:lnTo>
                    <a:pt x="42" y="30"/>
                  </a:lnTo>
                  <a:lnTo>
                    <a:pt x="18" y="42"/>
                  </a:lnTo>
                  <a:close/>
                </a:path>
              </a:pathLst>
            </a:custGeom>
            <a:solidFill>
              <a:srgbClr val="34AACD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60" name="Freeform 196">
              <a:extLst>
                <a:ext uri="{FF2B5EF4-FFF2-40B4-BE49-F238E27FC236}">
                  <a16:creationId xmlns:a16="http://schemas.microsoft.com/office/drawing/2014/main" id="{0D891143-4A52-3BBB-F9B7-3D7B7D3274B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37" y="1930"/>
              <a:ext cx="31" cy="60"/>
            </a:xfrm>
            <a:custGeom>
              <a:avLst/>
              <a:gdLst/>
              <a:ahLst/>
              <a:cxnLst>
                <a:cxn ang="0">
                  <a:pos x="0" y="12"/>
                </a:cxn>
                <a:cxn ang="0">
                  <a:pos x="0" y="24"/>
                </a:cxn>
                <a:cxn ang="0">
                  <a:pos x="6" y="30"/>
                </a:cxn>
                <a:cxn ang="0">
                  <a:pos x="30" y="24"/>
                </a:cxn>
                <a:cxn ang="0">
                  <a:pos x="24" y="12"/>
                </a:cxn>
                <a:cxn ang="0">
                  <a:pos x="18" y="0"/>
                </a:cxn>
                <a:cxn ang="0">
                  <a:pos x="0" y="12"/>
                </a:cxn>
                <a:cxn ang="0">
                  <a:pos x="6" y="42"/>
                </a:cxn>
                <a:cxn ang="0">
                  <a:pos x="6" y="60"/>
                </a:cxn>
                <a:cxn ang="0">
                  <a:pos x="30" y="54"/>
                </a:cxn>
                <a:cxn ang="0">
                  <a:pos x="30" y="36"/>
                </a:cxn>
                <a:cxn ang="0">
                  <a:pos x="6" y="42"/>
                </a:cxn>
              </a:cxnLst>
              <a:rect l="0" t="0" r="r" b="b"/>
              <a:pathLst>
                <a:path w="30" h="60">
                  <a:moveTo>
                    <a:pt x="0" y="12"/>
                  </a:moveTo>
                  <a:lnTo>
                    <a:pt x="0" y="24"/>
                  </a:lnTo>
                  <a:lnTo>
                    <a:pt x="6" y="30"/>
                  </a:lnTo>
                  <a:lnTo>
                    <a:pt x="30" y="24"/>
                  </a:lnTo>
                  <a:lnTo>
                    <a:pt x="24" y="12"/>
                  </a:lnTo>
                  <a:lnTo>
                    <a:pt x="18" y="0"/>
                  </a:lnTo>
                  <a:lnTo>
                    <a:pt x="0" y="12"/>
                  </a:lnTo>
                  <a:close/>
                  <a:moveTo>
                    <a:pt x="6" y="42"/>
                  </a:moveTo>
                  <a:lnTo>
                    <a:pt x="6" y="60"/>
                  </a:lnTo>
                  <a:lnTo>
                    <a:pt x="30" y="54"/>
                  </a:lnTo>
                  <a:lnTo>
                    <a:pt x="30" y="36"/>
                  </a:lnTo>
                  <a:lnTo>
                    <a:pt x="6" y="42"/>
                  </a:lnTo>
                  <a:close/>
                </a:path>
              </a:pathLst>
            </a:custGeom>
            <a:solidFill>
              <a:srgbClr val="34AACD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61" name="Line 197">
              <a:extLst>
                <a:ext uri="{FF2B5EF4-FFF2-40B4-BE49-F238E27FC236}">
                  <a16:creationId xmlns:a16="http://schemas.microsoft.com/office/drawing/2014/main" id="{14E6BB9B-A82C-642F-421A-77EF659578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73" y="1983"/>
              <a:ext cx="1080" cy="0"/>
            </a:xfrm>
            <a:prstGeom prst="line">
              <a:avLst/>
            </a:prstGeom>
            <a:noFill/>
            <a:ln w="0">
              <a:solidFill>
                <a:srgbClr val="FFFFFF"/>
              </a:solidFill>
              <a:prstDash val="sysDash"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62" name="Rectangle 198">
              <a:extLst>
                <a:ext uri="{FF2B5EF4-FFF2-40B4-BE49-F238E27FC236}">
                  <a16:creationId xmlns:a16="http://schemas.microsoft.com/office/drawing/2014/main" id="{8B0140E6-72CF-F632-0D57-00E9F619F3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3" y="1978"/>
              <a:ext cx="25" cy="19"/>
            </a:xfrm>
            <a:prstGeom prst="rect">
              <a:avLst/>
            </a:prstGeom>
            <a:solidFill>
              <a:srgbClr val="FF7F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63" name="Freeform 199">
              <a:extLst>
                <a:ext uri="{FF2B5EF4-FFF2-40B4-BE49-F238E27FC236}">
                  <a16:creationId xmlns:a16="http://schemas.microsoft.com/office/drawing/2014/main" id="{BAA4FEBE-417A-0FBA-148C-AA6E271C9C6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09" y="1978"/>
              <a:ext cx="54" cy="19"/>
            </a:xfrm>
            <a:custGeom>
              <a:avLst/>
              <a:gdLst/>
              <a:ahLst/>
              <a:cxnLst>
                <a:cxn ang="0">
                  <a:pos x="0" y="18"/>
                </a:cxn>
                <a:cxn ang="0">
                  <a:pos x="18" y="18"/>
                </a:cxn>
                <a:cxn ang="0">
                  <a:pos x="18" y="0"/>
                </a:cxn>
                <a:cxn ang="0">
                  <a:pos x="0" y="0"/>
                </a:cxn>
                <a:cxn ang="0">
                  <a:pos x="0" y="18"/>
                </a:cxn>
                <a:cxn ang="0">
                  <a:pos x="30" y="18"/>
                </a:cxn>
                <a:cxn ang="0">
                  <a:pos x="54" y="18"/>
                </a:cxn>
                <a:cxn ang="0">
                  <a:pos x="54" y="0"/>
                </a:cxn>
                <a:cxn ang="0">
                  <a:pos x="30" y="0"/>
                </a:cxn>
                <a:cxn ang="0">
                  <a:pos x="30" y="18"/>
                </a:cxn>
              </a:cxnLst>
              <a:rect l="0" t="0" r="r" b="b"/>
              <a:pathLst>
                <a:path w="54" h="18">
                  <a:moveTo>
                    <a:pt x="0" y="18"/>
                  </a:moveTo>
                  <a:lnTo>
                    <a:pt x="18" y="18"/>
                  </a:lnTo>
                  <a:lnTo>
                    <a:pt x="18" y="0"/>
                  </a:lnTo>
                  <a:lnTo>
                    <a:pt x="0" y="0"/>
                  </a:lnTo>
                  <a:lnTo>
                    <a:pt x="0" y="18"/>
                  </a:lnTo>
                  <a:close/>
                  <a:moveTo>
                    <a:pt x="30" y="18"/>
                  </a:moveTo>
                  <a:lnTo>
                    <a:pt x="54" y="18"/>
                  </a:lnTo>
                  <a:lnTo>
                    <a:pt x="54" y="0"/>
                  </a:lnTo>
                  <a:lnTo>
                    <a:pt x="30" y="0"/>
                  </a:lnTo>
                  <a:lnTo>
                    <a:pt x="30" y="18"/>
                  </a:lnTo>
                  <a:close/>
                </a:path>
              </a:pathLst>
            </a:custGeom>
            <a:solidFill>
              <a:srgbClr val="FF7F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64" name="Freeform 200">
              <a:extLst>
                <a:ext uri="{FF2B5EF4-FFF2-40B4-BE49-F238E27FC236}">
                  <a16:creationId xmlns:a16="http://schemas.microsoft.com/office/drawing/2014/main" id="{457E1553-A5D2-DF70-3ECD-C36508B9694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76" y="1978"/>
              <a:ext cx="53" cy="19"/>
            </a:xfrm>
            <a:custGeom>
              <a:avLst/>
              <a:gdLst/>
              <a:ahLst/>
              <a:cxnLst>
                <a:cxn ang="0">
                  <a:pos x="0" y="18"/>
                </a:cxn>
                <a:cxn ang="0">
                  <a:pos x="24" y="18"/>
                </a:cxn>
                <a:cxn ang="0">
                  <a:pos x="24" y="0"/>
                </a:cxn>
                <a:cxn ang="0">
                  <a:pos x="0" y="0"/>
                </a:cxn>
                <a:cxn ang="0">
                  <a:pos x="0" y="18"/>
                </a:cxn>
                <a:cxn ang="0">
                  <a:pos x="36" y="18"/>
                </a:cxn>
                <a:cxn ang="0">
                  <a:pos x="54" y="18"/>
                </a:cxn>
                <a:cxn ang="0">
                  <a:pos x="54" y="0"/>
                </a:cxn>
                <a:cxn ang="0">
                  <a:pos x="36" y="0"/>
                </a:cxn>
                <a:cxn ang="0">
                  <a:pos x="36" y="18"/>
                </a:cxn>
              </a:cxnLst>
              <a:rect l="0" t="0" r="r" b="b"/>
              <a:pathLst>
                <a:path w="54" h="18">
                  <a:moveTo>
                    <a:pt x="0" y="18"/>
                  </a:moveTo>
                  <a:lnTo>
                    <a:pt x="24" y="18"/>
                  </a:lnTo>
                  <a:lnTo>
                    <a:pt x="24" y="0"/>
                  </a:lnTo>
                  <a:lnTo>
                    <a:pt x="0" y="0"/>
                  </a:lnTo>
                  <a:lnTo>
                    <a:pt x="0" y="18"/>
                  </a:lnTo>
                  <a:close/>
                  <a:moveTo>
                    <a:pt x="36" y="18"/>
                  </a:moveTo>
                  <a:lnTo>
                    <a:pt x="54" y="18"/>
                  </a:lnTo>
                  <a:lnTo>
                    <a:pt x="54" y="0"/>
                  </a:lnTo>
                  <a:lnTo>
                    <a:pt x="36" y="0"/>
                  </a:lnTo>
                  <a:lnTo>
                    <a:pt x="36" y="18"/>
                  </a:lnTo>
                  <a:close/>
                </a:path>
              </a:pathLst>
            </a:custGeom>
            <a:solidFill>
              <a:srgbClr val="FF7F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65" name="Freeform 201">
              <a:extLst>
                <a:ext uri="{FF2B5EF4-FFF2-40B4-BE49-F238E27FC236}">
                  <a16:creationId xmlns:a16="http://schemas.microsoft.com/office/drawing/2014/main" id="{BF28B38D-33D5-843C-DBF4-A6E49BBF828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41" y="1978"/>
              <a:ext cx="60" cy="19"/>
            </a:xfrm>
            <a:custGeom>
              <a:avLst/>
              <a:gdLst/>
              <a:ahLst/>
              <a:cxnLst>
                <a:cxn ang="0">
                  <a:pos x="0" y="18"/>
                </a:cxn>
                <a:cxn ang="0">
                  <a:pos x="24" y="18"/>
                </a:cxn>
                <a:cxn ang="0">
                  <a:pos x="24" y="0"/>
                </a:cxn>
                <a:cxn ang="0">
                  <a:pos x="0" y="0"/>
                </a:cxn>
                <a:cxn ang="0">
                  <a:pos x="0" y="18"/>
                </a:cxn>
                <a:cxn ang="0">
                  <a:pos x="36" y="18"/>
                </a:cxn>
                <a:cxn ang="0">
                  <a:pos x="60" y="18"/>
                </a:cxn>
                <a:cxn ang="0">
                  <a:pos x="60" y="0"/>
                </a:cxn>
                <a:cxn ang="0">
                  <a:pos x="36" y="0"/>
                </a:cxn>
                <a:cxn ang="0">
                  <a:pos x="36" y="18"/>
                </a:cxn>
              </a:cxnLst>
              <a:rect l="0" t="0" r="r" b="b"/>
              <a:pathLst>
                <a:path w="60" h="18">
                  <a:moveTo>
                    <a:pt x="0" y="18"/>
                  </a:moveTo>
                  <a:lnTo>
                    <a:pt x="24" y="18"/>
                  </a:lnTo>
                  <a:lnTo>
                    <a:pt x="24" y="0"/>
                  </a:lnTo>
                  <a:lnTo>
                    <a:pt x="0" y="0"/>
                  </a:lnTo>
                  <a:lnTo>
                    <a:pt x="0" y="18"/>
                  </a:lnTo>
                  <a:close/>
                  <a:moveTo>
                    <a:pt x="36" y="18"/>
                  </a:moveTo>
                  <a:lnTo>
                    <a:pt x="60" y="18"/>
                  </a:lnTo>
                  <a:lnTo>
                    <a:pt x="60" y="0"/>
                  </a:lnTo>
                  <a:lnTo>
                    <a:pt x="36" y="0"/>
                  </a:lnTo>
                  <a:lnTo>
                    <a:pt x="36" y="18"/>
                  </a:lnTo>
                  <a:close/>
                </a:path>
              </a:pathLst>
            </a:custGeom>
            <a:solidFill>
              <a:srgbClr val="FF7F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66" name="Freeform 202">
              <a:extLst>
                <a:ext uri="{FF2B5EF4-FFF2-40B4-BE49-F238E27FC236}">
                  <a16:creationId xmlns:a16="http://schemas.microsoft.com/office/drawing/2014/main" id="{6D4E020A-F7A4-9852-6021-0F1676FB1D2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13" y="1978"/>
              <a:ext cx="54" cy="19"/>
            </a:xfrm>
            <a:custGeom>
              <a:avLst/>
              <a:gdLst/>
              <a:ahLst/>
              <a:cxnLst>
                <a:cxn ang="0">
                  <a:pos x="0" y="18"/>
                </a:cxn>
                <a:cxn ang="0">
                  <a:pos x="18" y="18"/>
                </a:cxn>
                <a:cxn ang="0">
                  <a:pos x="18" y="0"/>
                </a:cxn>
                <a:cxn ang="0">
                  <a:pos x="0" y="0"/>
                </a:cxn>
                <a:cxn ang="0">
                  <a:pos x="0" y="18"/>
                </a:cxn>
                <a:cxn ang="0">
                  <a:pos x="30" y="18"/>
                </a:cxn>
                <a:cxn ang="0">
                  <a:pos x="54" y="18"/>
                </a:cxn>
                <a:cxn ang="0">
                  <a:pos x="54" y="0"/>
                </a:cxn>
                <a:cxn ang="0">
                  <a:pos x="30" y="0"/>
                </a:cxn>
                <a:cxn ang="0">
                  <a:pos x="30" y="18"/>
                </a:cxn>
              </a:cxnLst>
              <a:rect l="0" t="0" r="r" b="b"/>
              <a:pathLst>
                <a:path w="54" h="18">
                  <a:moveTo>
                    <a:pt x="0" y="18"/>
                  </a:moveTo>
                  <a:lnTo>
                    <a:pt x="18" y="18"/>
                  </a:lnTo>
                  <a:lnTo>
                    <a:pt x="18" y="0"/>
                  </a:lnTo>
                  <a:lnTo>
                    <a:pt x="0" y="0"/>
                  </a:lnTo>
                  <a:lnTo>
                    <a:pt x="0" y="18"/>
                  </a:lnTo>
                  <a:close/>
                  <a:moveTo>
                    <a:pt x="30" y="18"/>
                  </a:moveTo>
                  <a:lnTo>
                    <a:pt x="54" y="18"/>
                  </a:lnTo>
                  <a:lnTo>
                    <a:pt x="54" y="0"/>
                  </a:lnTo>
                  <a:lnTo>
                    <a:pt x="30" y="0"/>
                  </a:lnTo>
                  <a:lnTo>
                    <a:pt x="30" y="18"/>
                  </a:lnTo>
                  <a:close/>
                </a:path>
              </a:pathLst>
            </a:custGeom>
            <a:solidFill>
              <a:srgbClr val="FF7F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67" name="Freeform 203">
              <a:extLst>
                <a:ext uri="{FF2B5EF4-FFF2-40B4-BE49-F238E27FC236}">
                  <a16:creationId xmlns:a16="http://schemas.microsoft.com/office/drawing/2014/main" id="{AF8B1A78-EC90-611D-04B0-D8BF90F481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79" y="1978"/>
              <a:ext cx="53" cy="19"/>
            </a:xfrm>
            <a:custGeom>
              <a:avLst/>
              <a:gdLst/>
              <a:ahLst/>
              <a:cxnLst>
                <a:cxn ang="0">
                  <a:pos x="0" y="18"/>
                </a:cxn>
                <a:cxn ang="0">
                  <a:pos x="24" y="18"/>
                </a:cxn>
                <a:cxn ang="0">
                  <a:pos x="24" y="0"/>
                </a:cxn>
                <a:cxn ang="0">
                  <a:pos x="0" y="0"/>
                </a:cxn>
                <a:cxn ang="0">
                  <a:pos x="0" y="18"/>
                </a:cxn>
                <a:cxn ang="0">
                  <a:pos x="36" y="18"/>
                </a:cxn>
                <a:cxn ang="0">
                  <a:pos x="53" y="18"/>
                </a:cxn>
                <a:cxn ang="0">
                  <a:pos x="53" y="0"/>
                </a:cxn>
                <a:cxn ang="0">
                  <a:pos x="36" y="0"/>
                </a:cxn>
                <a:cxn ang="0">
                  <a:pos x="36" y="18"/>
                </a:cxn>
              </a:cxnLst>
              <a:rect l="0" t="0" r="r" b="b"/>
              <a:pathLst>
                <a:path w="53" h="18">
                  <a:moveTo>
                    <a:pt x="0" y="18"/>
                  </a:moveTo>
                  <a:lnTo>
                    <a:pt x="24" y="18"/>
                  </a:lnTo>
                  <a:lnTo>
                    <a:pt x="24" y="0"/>
                  </a:lnTo>
                  <a:lnTo>
                    <a:pt x="0" y="0"/>
                  </a:lnTo>
                  <a:lnTo>
                    <a:pt x="0" y="18"/>
                  </a:lnTo>
                  <a:close/>
                  <a:moveTo>
                    <a:pt x="36" y="18"/>
                  </a:moveTo>
                  <a:lnTo>
                    <a:pt x="53" y="18"/>
                  </a:lnTo>
                  <a:lnTo>
                    <a:pt x="53" y="0"/>
                  </a:lnTo>
                  <a:lnTo>
                    <a:pt x="36" y="0"/>
                  </a:lnTo>
                  <a:lnTo>
                    <a:pt x="36" y="18"/>
                  </a:lnTo>
                  <a:close/>
                </a:path>
              </a:pathLst>
            </a:custGeom>
            <a:solidFill>
              <a:srgbClr val="FF7F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68" name="Freeform 204">
              <a:extLst>
                <a:ext uri="{FF2B5EF4-FFF2-40B4-BE49-F238E27FC236}">
                  <a16:creationId xmlns:a16="http://schemas.microsoft.com/office/drawing/2014/main" id="{73E0A7C6-1358-BC4B-B3A2-03E5F01ACC0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44" y="1978"/>
              <a:ext cx="60" cy="19"/>
            </a:xfrm>
            <a:custGeom>
              <a:avLst/>
              <a:gdLst/>
              <a:ahLst/>
              <a:cxnLst>
                <a:cxn ang="0">
                  <a:pos x="0" y="18"/>
                </a:cxn>
                <a:cxn ang="0">
                  <a:pos x="24" y="18"/>
                </a:cxn>
                <a:cxn ang="0">
                  <a:pos x="24" y="0"/>
                </a:cxn>
                <a:cxn ang="0">
                  <a:pos x="0" y="0"/>
                </a:cxn>
                <a:cxn ang="0">
                  <a:pos x="0" y="18"/>
                </a:cxn>
                <a:cxn ang="0">
                  <a:pos x="36" y="18"/>
                </a:cxn>
                <a:cxn ang="0">
                  <a:pos x="60" y="18"/>
                </a:cxn>
                <a:cxn ang="0">
                  <a:pos x="60" y="0"/>
                </a:cxn>
                <a:cxn ang="0">
                  <a:pos x="36" y="0"/>
                </a:cxn>
                <a:cxn ang="0">
                  <a:pos x="36" y="18"/>
                </a:cxn>
              </a:cxnLst>
              <a:rect l="0" t="0" r="r" b="b"/>
              <a:pathLst>
                <a:path w="60" h="18">
                  <a:moveTo>
                    <a:pt x="0" y="18"/>
                  </a:moveTo>
                  <a:lnTo>
                    <a:pt x="24" y="18"/>
                  </a:lnTo>
                  <a:lnTo>
                    <a:pt x="24" y="0"/>
                  </a:lnTo>
                  <a:lnTo>
                    <a:pt x="0" y="0"/>
                  </a:lnTo>
                  <a:lnTo>
                    <a:pt x="0" y="18"/>
                  </a:lnTo>
                  <a:close/>
                  <a:moveTo>
                    <a:pt x="36" y="18"/>
                  </a:moveTo>
                  <a:lnTo>
                    <a:pt x="60" y="18"/>
                  </a:lnTo>
                  <a:lnTo>
                    <a:pt x="60" y="0"/>
                  </a:lnTo>
                  <a:lnTo>
                    <a:pt x="36" y="0"/>
                  </a:lnTo>
                  <a:lnTo>
                    <a:pt x="36" y="18"/>
                  </a:lnTo>
                  <a:close/>
                </a:path>
              </a:pathLst>
            </a:custGeom>
            <a:solidFill>
              <a:srgbClr val="FF7F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69" name="Freeform 205">
              <a:extLst>
                <a:ext uri="{FF2B5EF4-FFF2-40B4-BE49-F238E27FC236}">
                  <a16:creationId xmlns:a16="http://schemas.microsoft.com/office/drawing/2014/main" id="{640E7BFF-FD73-120D-AFDA-B8D405D9C13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16" y="1978"/>
              <a:ext cx="54" cy="19"/>
            </a:xfrm>
            <a:custGeom>
              <a:avLst/>
              <a:gdLst/>
              <a:ahLst/>
              <a:cxnLst>
                <a:cxn ang="0">
                  <a:pos x="0" y="18"/>
                </a:cxn>
                <a:cxn ang="0">
                  <a:pos x="18" y="18"/>
                </a:cxn>
                <a:cxn ang="0">
                  <a:pos x="18" y="0"/>
                </a:cxn>
                <a:cxn ang="0">
                  <a:pos x="0" y="0"/>
                </a:cxn>
                <a:cxn ang="0">
                  <a:pos x="0" y="18"/>
                </a:cxn>
                <a:cxn ang="0">
                  <a:pos x="30" y="18"/>
                </a:cxn>
                <a:cxn ang="0">
                  <a:pos x="54" y="18"/>
                </a:cxn>
                <a:cxn ang="0">
                  <a:pos x="54" y="0"/>
                </a:cxn>
                <a:cxn ang="0">
                  <a:pos x="30" y="0"/>
                </a:cxn>
                <a:cxn ang="0">
                  <a:pos x="30" y="18"/>
                </a:cxn>
              </a:cxnLst>
              <a:rect l="0" t="0" r="r" b="b"/>
              <a:pathLst>
                <a:path w="54" h="18">
                  <a:moveTo>
                    <a:pt x="0" y="18"/>
                  </a:moveTo>
                  <a:lnTo>
                    <a:pt x="18" y="18"/>
                  </a:lnTo>
                  <a:lnTo>
                    <a:pt x="18" y="0"/>
                  </a:lnTo>
                  <a:lnTo>
                    <a:pt x="0" y="0"/>
                  </a:lnTo>
                  <a:lnTo>
                    <a:pt x="0" y="18"/>
                  </a:lnTo>
                  <a:close/>
                  <a:moveTo>
                    <a:pt x="30" y="18"/>
                  </a:moveTo>
                  <a:lnTo>
                    <a:pt x="54" y="18"/>
                  </a:lnTo>
                  <a:lnTo>
                    <a:pt x="54" y="0"/>
                  </a:lnTo>
                  <a:lnTo>
                    <a:pt x="30" y="0"/>
                  </a:lnTo>
                  <a:lnTo>
                    <a:pt x="30" y="18"/>
                  </a:lnTo>
                  <a:close/>
                </a:path>
              </a:pathLst>
            </a:custGeom>
            <a:solidFill>
              <a:srgbClr val="FF7F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70" name="Freeform 206">
              <a:extLst>
                <a:ext uri="{FF2B5EF4-FFF2-40B4-BE49-F238E27FC236}">
                  <a16:creationId xmlns:a16="http://schemas.microsoft.com/office/drawing/2014/main" id="{AD3C23F6-05D9-A868-932E-C6761556792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81" y="1978"/>
              <a:ext cx="54" cy="19"/>
            </a:xfrm>
            <a:custGeom>
              <a:avLst/>
              <a:gdLst/>
              <a:ahLst/>
              <a:cxnLst>
                <a:cxn ang="0">
                  <a:pos x="0" y="18"/>
                </a:cxn>
                <a:cxn ang="0">
                  <a:pos x="24" y="18"/>
                </a:cxn>
                <a:cxn ang="0">
                  <a:pos x="24" y="0"/>
                </a:cxn>
                <a:cxn ang="0">
                  <a:pos x="0" y="0"/>
                </a:cxn>
                <a:cxn ang="0">
                  <a:pos x="0" y="18"/>
                </a:cxn>
                <a:cxn ang="0">
                  <a:pos x="36" y="18"/>
                </a:cxn>
                <a:cxn ang="0">
                  <a:pos x="54" y="18"/>
                </a:cxn>
                <a:cxn ang="0">
                  <a:pos x="54" y="0"/>
                </a:cxn>
                <a:cxn ang="0">
                  <a:pos x="36" y="0"/>
                </a:cxn>
                <a:cxn ang="0">
                  <a:pos x="36" y="18"/>
                </a:cxn>
              </a:cxnLst>
              <a:rect l="0" t="0" r="r" b="b"/>
              <a:pathLst>
                <a:path w="54" h="18">
                  <a:moveTo>
                    <a:pt x="0" y="18"/>
                  </a:moveTo>
                  <a:lnTo>
                    <a:pt x="24" y="18"/>
                  </a:lnTo>
                  <a:lnTo>
                    <a:pt x="24" y="0"/>
                  </a:lnTo>
                  <a:lnTo>
                    <a:pt x="0" y="0"/>
                  </a:lnTo>
                  <a:lnTo>
                    <a:pt x="0" y="18"/>
                  </a:lnTo>
                  <a:close/>
                  <a:moveTo>
                    <a:pt x="36" y="18"/>
                  </a:moveTo>
                  <a:lnTo>
                    <a:pt x="54" y="18"/>
                  </a:lnTo>
                  <a:lnTo>
                    <a:pt x="54" y="0"/>
                  </a:lnTo>
                  <a:lnTo>
                    <a:pt x="36" y="0"/>
                  </a:lnTo>
                  <a:lnTo>
                    <a:pt x="36" y="18"/>
                  </a:lnTo>
                  <a:close/>
                </a:path>
              </a:pathLst>
            </a:custGeom>
            <a:solidFill>
              <a:srgbClr val="FF7F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71" name="Freeform 207">
              <a:extLst>
                <a:ext uri="{FF2B5EF4-FFF2-40B4-BE49-F238E27FC236}">
                  <a16:creationId xmlns:a16="http://schemas.microsoft.com/office/drawing/2014/main" id="{F691EC87-A384-E98F-DC5E-3DA262B166A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8" y="1978"/>
              <a:ext cx="60" cy="19"/>
            </a:xfrm>
            <a:custGeom>
              <a:avLst/>
              <a:gdLst/>
              <a:ahLst/>
              <a:cxnLst>
                <a:cxn ang="0">
                  <a:pos x="0" y="18"/>
                </a:cxn>
                <a:cxn ang="0">
                  <a:pos x="24" y="18"/>
                </a:cxn>
                <a:cxn ang="0">
                  <a:pos x="24" y="0"/>
                </a:cxn>
                <a:cxn ang="0">
                  <a:pos x="0" y="0"/>
                </a:cxn>
                <a:cxn ang="0">
                  <a:pos x="0" y="18"/>
                </a:cxn>
                <a:cxn ang="0">
                  <a:pos x="36" y="18"/>
                </a:cxn>
                <a:cxn ang="0">
                  <a:pos x="60" y="18"/>
                </a:cxn>
                <a:cxn ang="0">
                  <a:pos x="60" y="0"/>
                </a:cxn>
                <a:cxn ang="0">
                  <a:pos x="36" y="0"/>
                </a:cxn>
                <a:cxn ang="0">
                  <a:pos x="36" y="18"/>
                </a:cxn>
              </a:cxnLst>
              <a:rect l="0" t="0" r="r" b="b"/>
              <a:pathLst>
                <a:path w="60" h="18">
                  <a:moveTo>
                    <a:pt x="0" y="18"/>
                  </a:moveTo>
                  <a:lnTo>
                    <a:pt x="24" y="18"/>
                  </a:lnTo>
                  <a:lnTo>
                    <a:pt x="24" y="0"/>
                  </a:lnTo>
                  <a:lnTo>
                    <a:pt x="0" y="0"/>
                  </a:lnTo>
                  <a:lnTo>
                    <a:pt x="0" y="18"/>
                  </a:lnTo>
                  <a:close/>
                  <a:moveTo>
                    <a:pt x="36" y="18"/>
                  </a:moveTo>
                  <a:lnTo>
                    <a:pt x="60" y="18"/>
                  </a:lnTo>
                  <a:lnTo>
                    <a:pt x="60" y="0"/>
                  </a:lnTo>
                  <a:lnTo>
                    <a:pt x="36" y="0"/>
                  </a:lnTo>
                  <a:lnTo>
                    <a:pt x="36" y="18"/>
                  </a:lnTo>
                  <a:close/>
                </a:path>
              </a:pathLst>
            </a:custGeom>
            <a:solidFill>
              <a:srgbClr val="FF7F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72" name="Freeform 208">
              <a:extLst>
                <a:ext uri="{FF2B5EF4-FFF2-40B4-BE49-F238E27FC236}">
                  <a16:creationId xmlns:a16="http://schemas.microsoft.com/office/drawing/2014/main" id="{8514EBE1-C7F3-B10A-8B59-B6FE03F0682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20" y="1978"/>
              <a:ext cx="53" cy="19"/>
            </a:xfrm>
            <a:custGeom>
              <a:avLst/>
              <a:gdLst/>
              <a:ahLst/>
              <a:cxnLst>
                <a:cxn ang="0">
                  <a:pos x="0" y="18"/>
                </a:cxn>
                <a:cxn ang="0">
                  <a:pos x="17" y="18"/>
                </a:cxn>
                <a:cxn ang="0">
                  <a:pos x="17" y="0"/>
                </a:cxn>
                <a:cxn ang="0">
                  <a:pos x="0" y="0"/>
                </a:cxn>
                <a:cxn ang="0">
                  <a:pos x="0" y="18"/>
                </a:cxn>
                <a:cxn ang="0">
                  <a:pos x="29" y="18"/>
                </a:cxn>
                <a:cxn ang="0">
                  <a:pos x="53" y="18"/>
                </a:cxn>
                <a:cxn ang="0">
                  <a:pos x="53" y="0"/>
                </a:cxn>
                <a:cxn ang="0">
                  <a:pos x="29" y="0"/>
                </a:cxn>
                <a:cxn ang="0">
                  <a:pos x="29" y="18"/>
                </a:cxn>
              </a:cxnLst>
              <a:rect l="0" t="0" r="r" b="b"/>
              <a:pathLst>
                <a:path w="53" h="18">
                  <a:moveTo>
                    <a:pt x="0" y="18"/>
                  </a:moveTo>
                  <a:lnTo>
                    <a:pt x="17" y="18"/>
                  </a:lnTo>
                  <a:lnTo>
                    <a:pt x="17" y="0"/>
                  </a:lnTo>
                  <a:lnTo>
                    <a:pt x="0" y="0"/>
                  </a:lnTo>
                  <a:lnTo>
                    <a:pt x="0" y="18"/>
                  </a:lnTo>
                  <a:close/>
                  <a:moveTo>
                    <a:pt x="29" y="18"/>
                  </a:moveTo>
                  <a:lnTo>
                    <a:pt x="53" y="18"/>
                  </a:lnTo>
                  <a:lnTo>
                    <a:pt x="53" y="0"/>
                  </a:lnTo>
                  <a:lnTo>
                    <a:pt x="29" y="0"/>
                  </a:lnTo>
                  <a:lnTo>
                    <a:pt x="29" y="18"/>
                  </a:lnTo>
                  <a:close/>
                </a:path>
              </a:pathLst>
            </a:custGeom>
            <a:solidFill>
              <a:srgbClr val="FF7F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73" name="Freeform 209">
              <a:extLst>
                <a:ext uri="{FF2B5EF4-FFF2-40B4-BE49-F238E27FC236}">
                  <a16:creationId xmlns:a16="http://schemas.microsoft.com/office/drawing/2014/main" id="{590188D5-03FD-1A29-53F3-56AA3562A95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84" y="1978"/>
              <a:ext cx="54" cy="19"/>
            </a:xfrm>
            <a:custGeom>
              <a:avLst/>
              <a:gdLst/>
              <a:ahLst/>
              <a:cxnLst>
                <a:cxn ang="0">
                  <a:pos x="0" y="18"/>
                </a:cxn>
                <a:cxn ang="0">
                  <a:pos x="24" y="18"/>
                </a:cxn>
                <a:cxn ang="0">
                  <a:pos x="24" y="0"/>
                </a:cxn>
                <a:cxn ang="0">
                  <a:pos x="0" y="0"/>
                </a:cxn>
                <a:cxn ang="0">
                  <a:pos x="0" y="18"/>
                </a:cxn>
                <a:cxn ang="0">
                  <a:pos x="36" y="18"/>
                </a:cxn>
                <a:cxn ang="0">
                  <a:pos x="54" y="18"/>
                </a:cxn>
                <a:cxn ang="0">
                  <a:pos x="54" y="0"/>
                </a:cxn>
                <a:cxn ang="0">
                  <a:pos x="36" y="0"/>
                </a:cxn>
                <a:cxn ang="0">
                  <a:pos x="36" y="18"/>
                </a:cxn>
              </a:cxnLst>
              <a:rect l="0" t="0" r="r" b="b"/>
              <a:pathLst>
                <a:path w="54" h="18">
                  <a:moveTo>
                    <a:pt x="0" y="18"/>
                  </a:moveTo>
                  <a:lnTo>
                    <a:pt x="24" y="18"/>
                  </a:lnTo>
                  <a:lnTo>
                    <a:pt x="24" y="0"/>
                  </a:lnTo>
                  <a:lnTo>
                    <a:pt x="0" y="0"/>
                  </a:lnTo>
                  <a:lnTo>
                    <a:pt x="0" y="18"/>
                  </a:lnTo>
                  <a:close/>
                  <a:moveTo>
                    <a:pt x="36" y="18"/>
                  </a:moveTo>
                  <a:lnTo>
                    <a:pt x="54" y="18"/>
                  </a:lnTo>
                  <a:lnTo>
                    <a:pt x="54" y="0"/>
                  </a:lnTo>
                  <a:lnTo>
                    <a:pt x="36" y="0"/>
                  </a:lnTo>
                  <a:lnTo>
                    <a:pt x="36" y="18"/>
                  </a:lnTo>
                  <a:close/>
                </a:path>
              </a:pathLst>
            </a:custGeom>
            <a:solidFill>
              <a:srgbClr val="FF7F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74" name="Freeform 210">
              <a:extLst>
                <a:ext uri="{FF2B5EF4-FFF2-40B4-BE49-F238E27FC236}">
                  <a16:creationId xmlns:a16="http://schemas.microsoft.com/office/drawing/2014/main" id="{4576FB8D-5BD3-8BAD-7EE0-265978223B7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51" y="1978"/>
              <a:ext cx="60" cy="19"/>
            </a:xfrm>
            <a:custGeom>
              <a:avLst/>
              <a:gdLst/>
              <a:ahLst/>
              <a:cxnLst>
                <a:cxn ang="0">
                  <a:pos x="0" y="18"/>
                </a:cxn>
                <a:cxn ang="0">
                  <a:pos x="24" y="18"/>
                </a:cxn>
                <a:cxn ang="0">
                  <a:pos x="24" y="0"/>
                </a:cxn>
                <a:cxn ang="0">
                  <a:pos x="0" y="0"/>
                </a:cxn>
                <a:cxn ang="0">
                  <a:pos x="0" y="18"/>
                </a:cxn>
                <a:cxn ang="0">
                  <a:pos x="36" y="18"/>
                </a:cxn>
                <a:cxn ang="0">
                  <a:pos x="60" y="18"/>
                </a:cxn>
                <a:cxn ang="0">
                  <a:pos x="60" y="0"/>
                </a:cxn>
                <a:cxn ang="0">
                  <a:pos x="36" y="0"/>
                </a:cxn>
                <a:cxn ang="0">
                  <a:pos x="36" y="18"/>
                </a:cxn>
              </a:cxnLst>
              <a:rect l="0" t="0" r="r" b="b"/>
              <a:pathLst>
                <a:path w="60" h="18">
                  <a:moveTo>
                    <a:pt x="0" y="18"/>
                  </a:moveTo>
                  <a:lnTo>
                    <a:pt x="24" y="18"/>
                  </a:lnTo>
                  <a:lnTo>
                    <a:pt x="24" y="0"/>
                  </a:lnTo>
                  <a:lnTo>
                    <a:pt x="0" y="0"/>
                  </a:lnTo>
                  <a:lnTo>
                    <a:pt x="0" y="18"/>
                  </a:lnTo>
                  <a:close/>
                  <a:moveTo>
                    <a:pt x="36" y="18"/>
                  </a:moveTo>
                  <a:lnTo>
                    <a:pt x="60" y="18"/>
                  </a:lnTo>
                  <a:lnTo>
                    <a:pt x="60" y="0"/>
                  </a:lnTo>
                  <a:lnTo>
                    <a:pt x="36" y="0"/>
                  </a:lnTo>
                  <a:lnTo>
                    <a:pt x="36" y="18"/>
                  </a:lnTo>
                  <a:close/>
                </a:path>
              </a:pathLst>
            </a:custGeom>
            <a:solidFill>
              <a:srgbClr val="FF7F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75" name="Freeform 211">
              <a:extLst>
                <a:ext uri="{FF2B5EF4-FFF2-40B4-BE49-F238E27FC236}">
                  <a16:creationId xmlns:a16="http://schemas.microsoft.com/office/drawing/2014/main" id="{21A77EA8-A418-89C7-28BA-1064E77812B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23" y="1978"/>
              <a:ext cx="54" cy="19"/>
            </a:xfrm>
            <a:custGeom>
              <a:avLst/>
              <a:gdLst/>
              <a:ahLst/>
              <a:cxnLst>
                <a:cxn ang="0">
                  <a:pos x="0" y="18"/>
                </a:cxn>
                <a:cxn ang="0">
                  <a:pos x="18" y="18"/>
                </a:cxn>
                <a:cxn ang="0">
                  <a:pos x="18" y="0"/>
                </a:cxn>
                <a:cxn ang="0">
                  <a:pos x="0" y="0"/>
                </a:cxn>
                <a:cxn ang="0">
                  <a:pos x="0" y="18"/>
                </a:cxn>
                <a:cxn ang="0">
                  <a:pos x="30" y="18"/>
                </a:cxn>
                <a:cxn ang="0">
                  <a:pos x="54" y="18"/>
                </a:cxn>
                <a:cxn ang="0">
                  <a:pos x="54" y="0"/>
                </a:cxn>
                <a:cxn ang="0">
                  <a:pos x="30" y="0"/>
                </a:cxn>
                <a:cxn ang="0">
                  <a:pos x="30" y="18"/>
                </a:cxn>
              </a:cxnLst>
              <a:rect l="0" t="0" r="r" b="b"/>
              <a:pathLst>
                <a:path w="54" h="18">
                  <a:moveTo>
                    <a:pt x="0" y="18"/>
                  </a:moveTo>
                  <a:lnTo>
                    <a:pt x="18" y="18"/>
                  </a:lnTo>
                  <a:lnTo>
                    <a:pt x="18" y="0"/>
                  </a:lnTo>
                  <a:lnTo>
                    <a:pt x="0" y="0"/>
                  </a:lnTo>
                  <a:lnTo>
                    <a:pt x="0" y="18"/>
                  </a:lnTo>
                  <a:close/>
                  <a:moveTo>
                    <a:pt x="30" y="18"/>
                  </a:moveTo>
                  <a:lnTo>
                    <a:pt x="54" y="18"/>
                  </a:lnTo>
                  <a:lnTo>
                    <a:pt x="54" y="0"/>
                  </a:lnTo>
                  <a:lnTo>
                    <a:pt x="30" y="0"/>
                  </a:lnTo>
                  <a:lnTo>
                    <a:pt x="30" y="18"/>
                  </a:lnTo>
                  <a:close/>
                </a:path>
              </a:pathLst>
            </a:custGeom>
            <a:solidFill>
              <a:srgbClr val="FF7F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76" name="Freeform 212">
              <a:extLst>
                <a:ext uri="{FF2B5EF4-FFF2-40B4-BE49-F238E27FC236}">
                  <a16:creationId xmlns:a16="http://schemas.microsoft.com/office/drawing/2014/main" id="{4D790C1A-EB52-30EE-88A2-E0F8A4F3DD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89" y="1978"/>
              <a:ext cx="54" cy="19"/>
            </a:xfrm>
            <a:custGeom>
              <a:avLst/>
              <a:gdLst/>
              <a:ahLst/>
              <a:cxnLst>
                <a:cxn ang="0">
                  <a:pos x="0" y="18"/>
                </a:cxn>
                <a:cxn ang="0">
                  <a:pos x="24" y="18"/>
                </a:cxn>
                <a:cxn ang="0">
                  <a:pos x="24" y="0"/>
                </a:cxn>
                <a:cxn ang="0">
                  <a:pos x="0" y="0"/>
                </a:cxn>
                <a:cxn ang="0">
                  <a:pos x="0" y="18"/>
                </a:cxn>
                <a:cxn ang="0">
                  <a:pos x="36" y="18"/>
                </a:cxn>
                <a:cxn ang="0">
                  <a:pos x="54" y="18"/>
                </a:cxn>
                <a:cxn ang="0">
                  <a:pos x="54" y="0"/>
                </a:cxn>
                <a:cxn ang="0">
                  <a:pos x="36" y="0"/>
                </a:cxn>
                <a:cxn ang="0">
                  <a:pos x="36" y="18"/>
                </a:cxn>
              </a:cxnLst>
              <a:rect l="0" t="0" r="r" b="b"/>
              <a:pathLst>
                <a:path w="54" h="18">
                  <a:moveTo>
                    <a:pt x="0" y="18"/>
                  </a:moveTo>
                  <a:lnTo>
                    <a:pt x="24" y="18"/>
                  </a:lnTo>
                  <a:lnTo>
                    <a:pt x="24" y="0"/>
                  </a:lnTo>
                  <a:lnTo>
                    <a:pt x="0" y="0"/>
                  </a:lnTo>
                  <a:lnTo>
                    <a:pt x="0" y="18"/>
                  </a:lnTo>
                  <a:close/>
                  <a:moveTo>
                    <a:pt x="36" y="18"/>
                  </a:moveTo>
                  <a:lnTo>
                    <a:pt x="54" y="18"/>
                  </a:lnTo>
                  <a:lnTo>
                    <a:pt x="54" y="0"/>
                  </a:lnTo>
                  <a:lnTo>
                    <a:pt x="36" y="0"/>
                  </a:lnTo>
                  <a:lnTo>
                    <a:pt x="36" y="18"/>
                  </a:lnTo>
                  <a:close/>
                </a:path>
              </a:pathLst>
            </a:custGeom>
            <a:solidFill>
              <a:srgbClr val="FF7F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77" name="Freeform 213">
              <a:extLst>
                <a:ext uri="{FF2B5EF4-FFF2-40B4-BE49-F238E27FC236}">
                  <a16:creationId xmlns:a16="http://schemas.microsoft.com/office/drawing/2014/main" id="{68D402A0-C546-741C-3796-598FF2A6FCA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754" y="1978"/>
              <a:ext cx="60" cy="19"/>
            </a:xfrm>
            <a:custGeom>
              <a:avLst/>
              <a:gdLst/>
              <a:ahLst/>
              <a:cxnLst>
                <a:cxn ang="0">
                  <a:pos x="0" y="18"/>
                </a:cxn>
                <a:cxn ang="0">
                  <a:pos x="24" y="18"/>
                </a:cxn>
                <a:cxn ang="0">
                  <a:pos x="24" y="0"/>
                </a:cxn>
                <a:cxn ang="0">
                  <a:pos x="0" y="0"/>
                </a:cxn>
                <a:cxn ang="0">
                  <a:pos x="0" y="18"/>
                </a:cxn>
                <a:cxn ang="0">
                  <a:pos x="36" y="18"/>
                </a:cxn>
                <a:cxn ang="0">
                  <a:pos x="60" y="18"/>
                </a:cxn>
                <a:cxn ang="0">
                  <a:pos x="60" y="0"/>
                </a:cxn>
                <a:cxn ang="0">
                  <a:pos x="36" y="0"/>
                </a:cxn>
                <a:cxn ang="0">
                  <a:pos x="36" y="18"/>
                </a:cxn>
              </a:cxnLst>
              <a:rect l="0" t="0" r="r" b="b"/>
              <a:pathLst>
                <a:path w="60" h="18">
                  <a:moveTo>
                    <a:pt x="0" y="18"/>
                  </a:moveTo>
                  <a:lnTo>
                    <a:pt x="24" y="18"/>
                  </a:lnTo>
                  <a:lnTo>
                    <a:pt x="24" y="0"/>
                  </a:lnTo>
                  <a:lnTo>
                    <a:pt x="0" y="0"/>
                  </a:lnTo>
                  <a:lnTo>
                    <a:pt x="0" y="18"/>
                  </a:lnTo>
                  <a:close/>
                  <a:moveTo>
                    <a:pt x="36" y="18"/>
                  </a:moveTo>
                  <a:lnTo>
                    <a:pt x="60" y="18"/>
                  </a:lnTo>
                  <a:lnTo>
                    <a:pt x="60" y="0"/>
                  </a:lnTo>
                  <a:lnTo>
                    <a:pt x="36" y="0"/>
                  </a:lnTo>
                  <a:lnTo>
                    <a:pt x="36" y="18"/>
                  </a:lnTo>
                  <a:close/>
                </a:path>
              </a:pathLst>
            </a:custGeom>
            <a:solidFill>
              <a:srgbClr val="FF7F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78" name="Rectangle 214">
              <a:extLst>
                <a:ext uri="{FF2B5EF4-FFF2-40B4-BE49-F238E27FC236}">
                  <a16:creationId xmlns:a16="http://schemas.microsoft.com/office/drawing/2014/main" id="{1748388B-1A05-F912-6439-834BC93C18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26" y="1978"/>
              <a:ext cx="17" cy="19"/>
            </a:xfrm>
            <a:prstGeom prst="rect">
              <a:avLst/>
            </a:prstGeom>
            <a:solidFill>
              <a:srgbClr val="FF7F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79" name="Freeform 215">
              <a:extLst>
                <a:ext uri="{FF2B5EF4-FFF2-40B4-BE49-F238E27FC236}">
                  <a16:creationId xmlns:a16="http://schemas.microsoft.com/office/drawing/2014/main" id="{74677BF1-F69F-41BA-57D3-D79FF254F67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6" y="1966"/>
              <a:ext cx="42" cy="42"/>
            </a:xfrm>
            <a:custGeom>
              <a:avLst/>
              <a:gdLst/>
              <a:ahLst/>
              <a:cxnLst>
                <a:cxn ang="0">
                  <a:pos x="0" y="18"/>
                </a:cxn>
                <a:cxn ang="0">
                  <a:pos x="6" y="6"/>
                </a:cxn>
                <a:cxn ang="0">
                  <a:pos x="18" y="0"/>
                </a:cxn>
                <a:cxn ang="0">
                  <a:pos x="36" y="6"/>
                </a:cxn>
                <a:cxn ang="0">
                  <a:pos x="42" y="18"/>
                </a:cxn>
                <a:cxn ang="0">
                  <a:pos x="36" y="36"/>
                </a:cxn>
                <a:cxn ang="0">
                  <a:pos x="18" y="42"/>
                </a:cxn>
                <a:cxn ang="0">
                  <a:pos x="6" y="36"/>
                </a:cxn>
                <a:cxn ang="0">
                  <a:pos x="0" y="18"/>
                </a:cxn>
                <a:cxn ang="0">
                  <a:pos x="0" y="18"/>
                </a:cxn>
              </a:cxnLst>
              <a:rect l="0" t="0" r="r" b="b"/>
              <a:pathLst>
                <a:path w="42" h="42">
                  <a:moveTo>
                    <a:pt x="0" y="18"/>
                  </a:moveTo>
                  <a:lnTo>
                    <a:pt x="6" y="6"/>
                  </a:lnTo>
                  <a:lnTo>
                    <a:pt x="18" y="0"/>
                  </a:lnTo>
                  <a:lnTo>
                    <a:pt x="36" y="6"/>
                  </a:lnTo>
                  <a:lnTo>
                    <a:pt x="42" y="18"/>
                  </a:lnTo>
                  <a:lnTo>
                    <a:pt x="36" y="36"/>
                  </a:lnTo>
                  <a:lnTo>
                    <a:pt x="18" y="42"/>
                  </a:lnTo>
                  <a:lnTo>
                    <a:pt x="6" y="36"/>
                  </a:lnTo>
                  <a:lnTo>
                    <a:pt x="0" y="18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80" name="Freeform 216">
              <a:extLst>
                <a:ext uri="{FF2B5EF4-FFF2-40B4-BE49-F238E27FC236}">
                  <a16:creationId xmlns:a16="http://schemas.microsoft.com/office/drawing/2014/main" id="{3763650F-3B60-893B-F058-280F97BD3B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6" y="1966"/>
              <a:ext cx="17" cy="17"/>
            </a:xfrm>
            <a:custGeom>
              <a:avLst/>
              <a:gdLst/>
              <a:ahLst/>
              <a:cxnLst>
                <a:cxn ang="0">
                  <a:pos x="0" y="18"/>
                </a:cxn>
                <a:cxn ang="0">
                  <a:pos x="6" y="6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6" y="6"/>
                </a:cxn>
                <a:cxn ang="0">
                  <a:pos x="0" y="18"/>
                </a:cxn>
                <a:cxn ang="0">
                  <a:pos x="0" y="18"/>
                </a:cxn>
              </a:cxnLst>
              <a:rect l="0" t="0" r="r" b="b"/>
              <a:pathLst>
                <a:path w="18" h="18">
                  <a:moveTo>
                    <a:pt x="0" y="18"/>
                  </a:moveTo>
                  <a:lnTo>
                    <a:pt x="6" y="6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6" y="6"/>
                  </a:lnTo>
                  <a:lnTo>
                    <a:pt x="0" y="18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81" name="Freeform 217">
              <a:extLst>
                <a:ext uri="{FF2B5EF4-FFF2-40B4-BE49-F238E27FC236}">
                  <a16:creationId xmlns:a16="http://schemas.microsoft.com/office/drawing/2014/main" id="{D8ADA8B6-6362-DD26-1B85-00D09F59B85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73" y="1966"/>
              <a:ext cx="25" cy="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8" y="6"/>
                </a:cxn>
                <a:cxn ang="0">
                  <a:pos x="24" y="18"/>
                </a:cxn>
                <a:cxn ang="0">
                  <a:pos x="24" y="18"/>
                </a:cxn>
                <a:cxn ang="0">
                  <a:pos x="18" y="6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4" h="18">
                  <a:moveTo>
                    <a:pt x="0" y="0"/>
                  </a:moveTo>
                  <a:lnTo>
                    <a:pt x="18" y="6"/>
                  </a:lnTo>
                  <a:lnTo>
                    <a:pt x="24" y="18"/>
                  </a:lnTo>
                  <a:lnTo>
                    <a:pt x="24" y="18"/>
                  </a:lnTo>
                  <a:lnTo>
                    <a:pt x="18" y="6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82" name="Freeform 218">
              <a:extLst>
                <a:ext uri="{FF2B5EF4-FFF2-40B4-BE49-F238E27FC236}">
                  <a16:creationId xmlns:a16="http://schemas.microsoft.com/office/drawing/2014/main" id="{6627DD2E-E299-F1CD-087D-2EF5E9F6A09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73" y="1983"/>
              <a:ext cx="25" cy="25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18" y="18"/>
                </a:cxn>
                <a:cxn ang="0">
                  <a:pos x="0" y="24"/>
                </a:cxn>
                <a:cxn ang="0">
                  <a:pos x="0" y="24"/>
                </a:cxn>
                <a:cxn ang="0">
                  <a:pos x="18" y="18"/>
                </a:cxn>
                <a:cxn ang="0">
                  <a:pos x="24" y="0"/>
                </a:cxn>
                <a:cxn ang="0">
                  <a:pos x="24" y="0"/>
                </a:cxn>
                <a:cxn ang="0">
                  <a:pos x="24" y="0"/>
                </a:cxn>
                <a:cxn ang="0">
                  <a:pos x="24" y="0"/>
                </a:cxn>
                <a:cxn ang="0">
                  <a:pos x="24" y="0"/>
                </a:cxn>
              </a:cxnLst>
              <a:rect l="0" t="0" r="r" b="b"/>
              <a:pathLst>
                <a:path w="24" h="24">
                  <a:moveTo>
                    <a:pt x="24" y="0"/>
                  </a:moveTo>
                  <a:lnTo>
                    <a:pt x="18" y="18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18" y="18"/>
                  </a:lnTo>
                  <a:lnTo>
                    <a:pt x="24" y="0"/>
                  </a:lnTo>
                  <a:lnTo>
                    <a:pt x="24" y="0"/>
                  </a:lnTo>
                  <a:close/>
                  <a:moveTo>
                    <a:pt x="24" y="0"/>
                  </a:moveTo>
                  <a:lnTo>
                    <a:pt x="24" y="0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83" name="Freeform 219">
              <a:extLst>
                <a:ext uri="{FF2B5EF4-FFF2-40B4-BE49-F238E27FC236}">
                  <a16:creationId xmlns:a16="http://schemas.microsoft.com/office/drawing/2014/main" id="{D1BCE389-0BD0-2235-B706-5B8FA8673ED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56" y="1983"/>
              <a:ext cx="17" cy="25"/>
            </a:xfrm>
            <a:custGeom>
              <a:avLst/>
              <a:gdLst/>
              <a:ahLst/>
              <a:cxnLst>
                <a:cxn ang="0">
                  <a:pos x="18" y="24"/>
                </a:cxn>
                <a:cxn ang="0">
                  <a:pos x="6" y="18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6" y="18"/>
                </a:cxn>
                <a:cxn ang="0">
                  <a:pos x="18" y="24"/>
                </a:cxn>
                <a:cxn ang="0">
                  <a:pos x="18" y="24"/>
                </a:cxn>
                <a:cxn ang="0">
                  <a:pos x="18" y="24"/>
                </a:cxn>
                <a:cxn ang="0">
                  <a:pos x="18" y="24"/>
                </a:cxn>
                <a:cxn ang="0">
                  <a:pos x="18" y="24"/>
                </a:cxn>
              </a:cxnLst>
              <a:rect l="0" t="0" r="r" b="b"/>
              <a:pathLst>
                <a:path w="18" h="24">
                  <a:moveTo>
                    <a:pt x="18" y="24"/>
                  </a:moveTo>
                  <a:lnTo>
                    <a:pt x="6" y="18"/>
                  </a:lnTo>
                  <a:lnTo>
                    <a:pt x="0" y="0"/>
                  </a:lnTo>
                  <a:lnTo>
                    <a:pt x="0" y="0"/>
                  </a:lnTo>
                  <a:lnTo>
                    <a:pt x="6" y="18"/>
                  </a:lnTo>
                  <a:lnTo>
                    <a:pt x="18" y="24"/>
                  </a:lnTo>
                  <a:lnTo>
                    <a:pt x="18" y="24"/>
                  </a:lnTo>
                  <a:close/>
                  <a:moveTo>
                    <a:pt x="18" y="24"/>
                  </a:moveTo>
                  <a:lnTo>
                    <a:pt x="18" y="24"/>
                  </a:lnTo>
                  <a:lnTo>
                    <a:pt x="18" y="2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84" name="Freeform 220">
              <a:extLst>
                <a:ext uri="{FF2B5EF4-FFF2-40B4-BE49-F238E27FC236}">
                  <a16:creationId xmlns:a16="http://schemas.microsoft.com/office/drawing/2014/main" id="{2BE8D3B5-B2E4-A5D4-7F63-5EE2C5BDD5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6" y="1983"/>
              <a:ext cx="1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85" name="Line 221">
              <a:extLst>
                <a:ext uri="{FF2B5EF4-FFF2-40B4-BE49-F238E27FC236}">
                  <a16:creationId xmlns:a16="http://schemas.microsoft.com/office/drawing/2014/main" id="{D9C62976-0553-1872-0684-33DDB950A1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13" y="1983"/>
              <a:ext cx="279" cy="227"/>
            </a:xfrm>
            <a:prstGeom prst="line">
              <a:avLst/>
            </a:prstGeom>
            <a:noFill/>
            <a:ln w="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86" name="Freeform 222">
              <a:extLst>
                <a:ext uri="{FF2B5EF4-FFF2-40B4-BE49-F238E27FC236}">
                  <a16:creationId xmlns:a16="http://schemas.microsoft.com/office/drawing/2014/main" id="{83FFE54D-53DF-D835-C551-BE9D60531B1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7" y="2187"/>
              <a:ext cx="30" cy="35"/>
            </a:xfrm>
            <a:custGeom>
              <a:avLst/>
              <a:gdLst/>
              <a:ahLst/>
              <a:cxnLst>
                <a:cxn ang="0">
                  <a:pos x="18" y="36"/>
                </a:cxn>
                <a:cxn ang="0">
                  <a:pos x="30" y="18"/>
                </a:cxn>
                <a:cxn ang="0">
                  <a:pos x="18" y="0"/>
                </a:cxn>
                <a:cxn ang="0">
                  <a:pos x="0" y="18"/>
                </a:cxn>
                <a:cxn ang="0">
                  <a:pos x="18" y="36"/>
                </a:cxn>
              </a:cxnLst>
              <a:rect l="0" t="0" r="r" b="b"/>
              <a:pathLst>
                <a:path w="30" h="36">
                  <a:moveTo>
                    <a:pt x="18" y="36"/>
                  </a:moveTo>
                  <a:lnTo>
                    <a:pt x="30" y="18"/>
                  </a:lnTo>
                  <a:lnTo>
                    <a:pt x="18" y="0"/>
                  </a:lnTo>
                  <a:lnTo>
                    <a:pt x="0" y="18"/>
                  </a:lnTo>
                  <a:lnTo>
                    <a:pt x="18" y="36"/>
                  </a:lnTo>
                  <a:close/>
                </a:path>
              </a:pathLst>
            </a:custGeom>
            <a:solidFill>
              <a:srgbClr val="FF7F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87" name="Freeform 223">
              <a:extLst>
                <a:ext uri="{FF2B5EF4-FFF2-40B4-BE49-F238E27FC236}">
                  <a16:creationId xmlns:a16="http://schemas.microsoft.com/office/drawing/2014/main" id="{12A6C095-C5BD-D303-D52F-6CD83BAB563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31" y="2145"/>
              <a:ext cx="60" cy="54"/>
            </a:xfrm>
            <a:custGeom>
              <a:avLst/>
              <a:gdLst/>
              <a:ahLst/>
              <a:cxnLst>
                <a:cxn ang="0">
                  <a:pos x="18" y="54"/>
                </a:cxn>
                <a:cxn ang="0">
                  <a:pos x="36" y="42"/>
                </a:cxn>
                <a:cxn ang="0">
                  <a:pos x="18" y="24"/>
                </a:cxn>
                <a:cxn ang="0">
                  <a:pos x="0" y="36"/>
                </a:cxn>
                <a:cxn ang="0">
                  <a:pos x="18" y="54"/>
                </a:cxn>
                <a:cxn ang="0">
                  <a:pos x="42" y="36"/>
                </a:cxn>
                <a:cxn ang="0">
                  <a:pos x="60" y="18"/>
                </a:cxn>
                <a:cxn ang="0">
                  <a:pos x="48" y="0"/>
                </a:cxn>
                <a:cxn ang="0">
                  <a:pos x="30" y="12"/>
                </a:cxn>
                <a:cxn ang="0">
                  <a:pos x="42" y="36"/>
                </a:cxn>
              </a:cxnLst>
              <a:rect l="0" t="0" r="r" b="b"/>
              <a:pathLst>
                <a:path w="60" h="54">
                  <a:moveTo>
                    <a:pt x="18" y="54"/>
                  </a:moveTo>
                  <a:lnTo>
                    <a:pt x="36" y="42"/>
                  </a:lnTo>
                  <a:lnTo>
                    <a:pt x="18" y="24"/>
                  </a:lnTo>
                  <a:lnTo>
                    <a:pt x="0" y="36"/>
                  </a:lnTo>
                  <a:lnTo>
                    <a:pt x="18" y="54"/>
                  </a:lnTo>
                  <a:close/>
                  <a:moveTo>
                    <a:pt x="42" y="36"/>
                  </a:moveTo>
                  <a:lnTo>
                    <a:pt x="60" y="18"/>
                  </a:lnTo>
                  <a:lnTo>
                    <a:pt x="48" y="0"/>
                  </a:lnTo>
                  <a:lnTo>
                    <a:pt x="30" y="12"/>
                  </a:lnTo>
                  <a:lnTo>
                    <a:pt x="42" y="36"/>
                  </a:lnTo>
                  <a:close/>
                </a:path>
              </a:pathLst>
            </a:custGeom>
            <a:solidFill>
              <a:srgbClr val="FF7F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88" name="Freeform 224">
              <a:extLst>
                <a:ext uri="{FF2B5EF4-FFF2-40B4-BE49-F238E27FC236}">
                  <a16:creationId xmlns:a16="http://schemas.microsoft.com/office/drawing/2014/main" id="{04872F41-48A7-89B4-B2B0-F7C6A163E64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85" y="2103"/>
              <a:ext cx="59" cy="54"/>
            </a:xfrm>
            <a:custGeom>
              <a:avLst/>
              <a:gdLst/>
              <a:ahLst/>
              <a:cxnLst>
                <a:cxn ang="0">
                  <a:pos x="18" y="54"/>
                </a:cxn>
                <a:cxn ang="0">
                  <a:pos x="36" y="42"/>
                </a:cxn>
                <a:cxn ang="0">
                  <a:pos x="18" y="18"/>
                </a:cxn>
                <a:cxn ang="0">
                  <a:pos x="0" y="36"/>
                </a:cxn>
                <a:cxn ang="0">
                  <a:pos x="18" y="54"/>
                </a:cxn>
                <a:cxn ang="0">
                  <a:pos x="41" y="30"/>
                </a:cxn>
                <a:cxn ang="0">
                  <a:pos x="59" y="18"/>
                </a:cxn>
                <a:cxn ang="0">
                  <a:pos x="47" y="0"/>
                </a:cxn>
                <a:cxn ang="0">
                  <a:pos x="30" y="12"/>
                </a:cxn>
                <a:cxn ang="0">
                  <a:pos x="41" y="30"/>
                </a:cxn>
              </a:cxnLst>
              <a:rect l="0" t="0" r="r" b="b"/>
              <a:pathLst>
                <a:path w="59" h="54">
                  <a:moveTo>
                    <a:pt x="18" y="54"/>
                  </a:moveTo>
                  <a:lnTo>
                    <a:pt x="36" y="42"/>
                  </a:lnTo>
                  <a:lnTo>
                    <a:pt x="18" y="18"/>
                  </a:lnTo>
                  <a:lnTo>
                    <a:pt x="0" y="36"/>
                  </a:lnTo>
                  <a:lnTo>
                    <a:pt x="18" y="54"/>
                  </a:lnTo>
                  <a:close/>
                  <a:moveTo>
                    <a:pt x="41" y="30"/>
                  </a:moveTo>
                  <a:lnTo>
                    <a:pt x="59" y="18"/>
                  </a:lnTo>
                  <a:lnTo>
                    <a:pt x="47" y="0"/>
                  </a:lnTo>
                  <a:lnTo>
                    <a:pt x="30" y="12"/>
                  </a:lnTo>
                  <a:lnTo>
                    <a:pt x="41" y="30"/>
                  </a:lnTo>
                  <a:close/>
                </a:path>
              </a:pathLst>
            </a:custGeom>
            <a:solidFill>
              <a:srgbClr val="FF7F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89" name="Freeform 225">
              <a:extLst>
                <a:ext uri="{FF2B5EF4-FFF2-40B4-BE49-F238E27FC236}">
                  <a16:creationId xmlns:a16="http://schemas.microsoft.com/office/drawing/2014/main" id="{EE388F91-0AFF-46B8-0ABD-7FAA2D96DC7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38" y="2061"/>
              <a:ext cx="60" cy="54"/>
            </a:xfrm>
            <a:custGeom>
              <a:avLst/>
              <a:gdLst/>
              <a:ahLst/>
              <a:cxnLst>
                <a:cxn ang="0">
                  <a:pos x="18" y="54"/>
                </a:cxn>
                <a:cxn ang="0">
                  <a:pos x="36" y="36"/>
                </a:cxn>
                <a:cxn ang="0">
                  <a:pos x="18" y="18"/>
                </a:cxn>
                <a:cxn ang="0">
                  <a:pos x="0" y="36"/>
                </a:cxn>
                <a:cxn ang="0">
                  <a:pos x="18" y="54"/>
                </a:cxn>
                <a:cxn ang="0">
                  <a:pos x="42" y="30"/>
                </a:cxn>
                <a:cxn ang="0">
                  <a:pos x="60" y="18"/>
                </a:cxn>
                <a:cxn ang="0">
                  <a:pos x="42" y="0"/>
                </a:cxn>
                <a:cxn ang="0">
                  <a:pos x="24" y="12"/>
                </a:cxn>
                <a:cxn ang="0">
                  <a:pos x="42" y="30"/>
                </a:cxn>
              </a:cxnLst>
              <a:rect l="0" t="0" r="r" b="b"/>
              <a:pathLst>
                <a:path w="60" h="54">
                  <a:moveTo>
                    <a:pt x="18" y="54"/>
                  </a:moveTo>
                  <a:lnTo>
                    <a:pt x="36" y="36"/>
                  </a:lnTo>
                  <a:lnTo>
                    <a:pt x="18" y="18"/>
                  </a:lnTo>
                  <a:lnTo>
                    <a:pt x="0" y="36"/>
                  </a:lnTo>
                  <a:lnTo>
                    <a:pt x="18" y="54"/>
                  </a:lnTo>
                  <a:close/>
                  <a:moveTo>
                    <a:pt x="42" y="30"/>
                  </a:moveTo>
                  <a:lnTo>
                    <a:pt x="60" y="18"/>
                  </a:lnTo>
                  <a:lnTo>
                    <a:pt x="42" y="0"/>
                  </a:lnTo>
                  <a:lnTo>
                    <a:pt x="24" y="12"/>
                  </a:lnTo>
                  <a:lnTo>
                    <a:pt x="42" y="30"/>
                  </a:lnTo>
                  <a:close/>
                </a:path>
              </a:pathLst>
            </a:custGeom>
            <a:solidFill>
              <a:srgbClr val="FF7F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90" name="Freeform 226">
              <a:extLst>
                <a:ext uri="{FF2B5EF4-FFF2-40B4-BE49-F238E27FC236}">
                  <a16:creationId xmlns:a16="http://schemas.microsoft.com/office/drawing/2014/main" id="{BCF54F65-CCBC-C51F-EC96-E91D8AF2DD0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92" y="2020"/>
              <a:ext cx="60" cy="52"/>
            </a:xfrm>
            <a:custGeom>
              <a:avLst/>
              <a:gdLst/>
              <a:ahLst/>
              <a:cxnLst>
                <a:cxn ang="0">
                  <a:pos x="12" y="53"/>
                </a:cxn>
                <a:cxn ang="0">
                  <a:pos x="30" y="35"/>
                </a:cxn>
                <a:cxn ang="0">
                  <a:pos x="18" y="17"/>
                </a:cxn>
                <a:cxn ang="0">
                  <a:pos x="0" y="35"/>
                </a:cxn>
                <a:cxn ang="0">
                  <a:pos x="12" y="53"/>
                </a:cxn>
                <a:cxn ang="0">
                  <a:pos x="42" y="29"/>
                </a:cxn>
                <a:cxn ang="0">
                  <a:pos x="60" y="17"/>
                </a:cxn>
                <a:cxn ang="0">
                  <a:pos x="42" y="0"/>
                </a:cxn>
                <a:cxn ang="0">
                  <a:pos x="24" y="11"/>
                </a:cxn>
                <a:cxn ang="0">
                  <a:pos x="42" y="29"/>
                </a:cxn>
              </a:cxnLst>
              <a:rect l="0" t="0" r="r" b="b"/>
              <a:pathLst>
                <a:path w="60" h="53">
                  <a:moveTo>
                    <a:pt x="12" y="53"/>
                  </a:moveTo>
                  <a:lnTo>
                    <a:pt x="30" y="35"/>
                  </a:lnTo>
                  <a:lnTo>
                    <a:pt x="18" y="17"/>
                  </a:lnTo>
                  <a:lnTo>
                    <a:pt x="0" y="35"/>
                  </a:lnTo>
                  <a:lnTo>
                    <a:pt x="12" y="53"/>
                  </a:lnTo>
                  <a:close/>
                  <a:moveTo>
                    <a:pt x="42" y="29"/>
                  </a:moveTo>
                  <a:lnTo>
                    <a:pt x="60" y="17"/>
                  </a:lnTo>
                  <a:lnTo>
                    <a:pt x="42" y="0"/>
                  </a:lnTo>
                  <a:lnTo>
                    <a:pt x="24" y="11"/>
                  </a:lnTo>
                  <a:lnTo>
                    <a:pt x="42" y="29"/>
                  </a:lnTo>
                  <a:close/>
                </a:path>
              </a:pathLst>
            </a:custGeom>
            <a:solidFill>
              <a:srgbClr val="FF7F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91" name="Freeform 227">
              <a:extLst>
                <a:ext uri="{FF2B5EF4-FFF2-40B4-BE49-F238E27FC236}">
                  <a16:creationId xmlns:a16="http://schemas.microsoft.com/office/drawing/2014/main" id="{FD89365D-5BFB-9B76-B9FD-37517F1A476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46" y="1978"/>
              <a:ext cx="54" cy="54"/>
            </a:xfrm>
            <a:custGeom>
              <a:avLst/>
              <a:gdLst/>
              <a:ahLst/>
              <a:cxnLst>
                <a:cxn ang="0">
                  <a:pos x="12" y="53"/>
                </a:cxn>
                <a:cxn ang="0">
                  <a:pos x="30" y="36"/>
                </a:cxn>
                <a:cxn ang="0">
                  <a:pos x="18" y="18"/>
                </a:cxn>
                <a:cxn ang="0">
                  <a:pos x="0" y="30"/>
                </a:cxn>
                <a:cxn ang="0">
                  <a:pos x="12" y="53"/>
                </a:cxn>
                <a:cxn ang="0">
                  <a:pos x="42" y="30"/>
                </a:cxn>
                <a:cxn ang="0">
                  <a:pos x="54" y="18"/>
                </a:cxn>
                <a:cxn ang="0">
                  <a:pos x="42" y="0"/>
                </a:cxn>
                <a:cxn ang="0">
                  <a:pos x="24" y="12"/>
                </a:cxn>
                <a:cxn ang="0">
                  <a:pos x="42" y="30"/>
                </a:cxn>
              </a:cxnLst>
              <a:rect l="0" t="0" r="r" b="b"/>
              <a:pathLst>
                <a:path w="54" h="53">
                  <a:moveTo>
                    <a:pt x="12" y="53"/>
                  </a:moveTo>
                  <a:lnTo>
                    <a:pt x="30" y="36"/>
                  </a:lnTo>
                  <a:lnTo>
                    <a:pt x="18" y="18"/>
                  </a:lnTo>
                  <a:lnTo>
                    <a:pt x="0" y="30"/>
                  </a:lnTo>
                  <a:lnTo>
                    <a:pt x="12" y="53"/>
                  </a:lnTo>
                  <a:close/>
                  <a:moveTo>
                    <a:pt x="42" y="30"/>
                  </a:moveTo>
                  <a:lnTo>
                    <a:pt x="54" y="18"/>
                  </a:lnTo>
                  <a:lnTo>
                    <a:pt x="42" y="0"/>
                  </a:lnTo>
                  <a:lnTo>
                    <a:pt x="24" y="12"/>
                  </a:lnTo>
                  <a:lnTo>
                    <a:pt x="42" y="30"/>
                  </a:lnTo>
                  <a:close/>
                </a:path>
              </a:pathLst>
            </a:custGeom>
            <a:solidFill>
              <a:srgbClr val="FF7F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92" name="Freeform 228">
              <a:extLst>
                <a:ext uri="{FF2B5EF4-FFF2-40B4-BE49-F238E27FC236}">
                  <a16:creationId xmlns:a16="http://schemas.microsoft.com/office/drawing/2014/main" id="{A421E962-D642-78A9-F617-8E42CA4D9D2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5" y="3208"/>
              <a:ext cx="209" cy="472"/>
            </a:xfrm>
            <a:custGeom>
              <a:avLst/>
              <a:gdLst/>
              <a:ahLst/>
              <a:cxnLst>
                <a:cxn ang="0">
                  <a:pos x="209" y="448"/>
                </a:cxn>
                <a:cxn ang="0">
                  <a:pos x="185" y="442"/>
                </a:cxn>
                <a:cxn ang="0">
                  <a:pos x="155" y="418"/>
                </a:cxn>
                <a:cxn ang="0">
                  <a:pos x="131" y="376"/>
                </a:cxn>
                <a:cxn ang="0">
                  <a:pos x="107" y="322"/>
                </a:cxn>
                <a:cxn ang="0">
                  <a:pos x="83" y="251"/>
                </a:cxn>
                <a:cxn ang="0">
                  <a:pos x="59" y="173"/>
                </a:cxn>
                <a:cxn ang="0">
                  <a:pos x="36" y="89"/>
                </a:cxn>
                <a:cxn ang="0">
                  <a:pos x="18" y="0"/>
                </a:cxn>
                <a:cxn ang="0">
                  <a:pos x="0" y="6"/>
                </a:cxn>
                <a:cxn ang="0">
                  <a:pos x="18" y="95"/>
                </a:cxn>
                <a:cxn ang="0">
                  <a:pos x="41" y="179"/>
                </a:cxn>
                <a:cxn ang="0">
                  <a:pos x="59" y="257"/>
                </a:cxn>
                <a:cxn ang="0">
                  <a:pos x="83" y="328"/>
                </a:cxn>
                <a:cxn ang="0">
                  <a:pos x="107" y="382"/>
                </a:cxn>
                <a:cxn ang="0">
                  <a:pos x="137" y="430"/>
                </a:cxn>
                <a:cxn ang="0">
                  <a:pos x="173" y="460"/>
                </a:cxn>
                <a:cxn ang="0">
                  <a:pos x="209" y="472"/>
                </a:cxn>
                <a:cxn ang="0">
                  <a:pos x="209" y="448"/>
                </a:cxn>
              </a:cxnLst>
              <a:rect l="0" t="0" r="r" b="b"/>
              <a:pathLst>
                <a:path w="209" h="472">
                  <a:moveTo>
                    <a:pt x="209" y="448"/>
                  </a:moveTo>
                  <a:lnTo>
                    <a:pt x="185" y="442"/>
                  </a:lnTo>
                  <a:lnTo>
                    <a:pt x="155" y="418"/>
                  </a:lnTo>
                  <a:lnTo>
                    <a:pt x="131" y="376"/>
                  </a:lnTo>
                  <a:lnTo>
                    <a:pt x="107" y="322"/>
                  </a:lnTo>
                  <a:lnTo>
                    <a:pt x="83" y="251"/>
                  </a:lnTo>
                  <a:lnTo>
                    <a:pt x="59" y="173"/>
                  </a:lnTo>
                  <a:lnTo>
                    <a:pt x="36" y="89"/>
                  </a:lnTo>
                  <a:lnTo>
                    <a:pt x="18" y="0"/>
                  </a:lnTo>
                  <a:lnTo>
                    <a:pt x="0" y="6"/>
                  </a:lnTo>
                  <a:lnTo>
                    <a:pt x="18" y="95"/>
                  </a:lnTo>
                  <a:lnTo>
                    <a:pt x="41" y="179"/>
                  </a:lnTo>
                  <a:lnTo>
                    <a:pt x="59" y="257"/>
                  </a:lnTo>
                  <a:lnTo>
                    <a:pt x="83" y="328"/>
                  </a:lnTo>
                  <a:lnTo>
                    <a:pt x="107" y="382"/>
                  </a:lnTo>
                  <a:lnTo>
                    <a:pt x="137" y="430"/>
                  </a:lnTo>
                  <a:lnTo>
                    <a:pt x="173" y="460"/>
                  </a:lnTo>
                  <a:lnTo>
                    <a:pt x="209" y="472"/>
                  </a:lnTo>
                  <a:lnTo>
                    <a:pt x="209" y="448"/>
                  </a:lnTo>
                  <a:close/>
                </a:path>
              </a:pathLst>
            </a:custGeom>
            <a:solidFill>
              <a:srgbClr val="FFE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93" name="Freeform 229">
              <a:extLst>
                <a:ext uri="{FF2B5EF4-FFF2-40B4-BE49-F238E27FC236}">
                  <a16:creationId xmlns:a16="http://schemas.microsoft.com/office/drawing/2014/main" id="{0DA90578-68CC-9294-BA4D-804C1CEF562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59" y="2527"/>
              <a:ext cx="144" cy="687"/>
            </a:xfrm>
            <a:custGeom>
              <a:avLst/>
              <a:gdLst/>
              <a:ahLst/>
              <a:cxnLst>
                <a:cxn ang="0">
                  <a:pos x="144" y="681"/>
                </a:cxn>
                <a:cxn ang="0">
                  <a:pos x="108" y="532"/>
                </a:cxn>
                <a:cxn ang="0">
                  <a:pos x="66" y="376"/>
                </a:cxn>
                <a:cxn ang="0">
                  <a:pos x="54" y="287"/>
                </a:cxn>
                <a:cxn ang="0">
                  <a:pos x="36" y="197"/>
                </a:cxn>
                <a:cxn ang="0">
                  <a:pos x="30" y="102"/>
                </a:cxn>
                <a:cxn ang="0">
                  <a:pos x="24" y="0"/>
                </a:cxn>
                <a:cxn ang="0">
                  <a:pos x="0" y="0"/>
                </a:cxn>
                <a:cxn ang="0">
                  <a:pos x="6" y="102"/>
                </a:cxn>
                <a:cxn ang="0">
                  <a:pos x="12" y="203"/>
                </a:cxn>
                <a:cxn ang="0">
                  <a:pos x="30" y="293"/>
                </a:cxn>
                <a:cxn ang="0">
                  <a:pos x="48" y="376"/>
                </a:cxn>
                <a:cxn ang="0">
                  <a:pos x="84" y="538"/>
                </a:cxn>
                <a:cxn ang="0">
                  <a:pos x="126" y="687"/>
                </a:cxn>
                <a:cxn ang="0">
                  <a:pos x="144" y="681"/>
                </a:cxn>
                <a:cxn ang="0">
                  <a:pos x="144" y="681"/>
                </a:cxn>
                <a:cxn ang="0">
                  <a:pos x="144" y="681"/>
                </a:cxn>
                <a:cxn ang="0">
                  <a:pos x="144" y="681"/>
                </a:cxn>
                <a:cxn ang="0">
                  <a:pos x="138" y="687"/>
                </a:cxn>
                <a:cxn ang="0">
                  <a:pos x="144" y="681"/>
                </a:cxn>
              </a:cxnLst>
              <a:rect l="0" t="0" r="r" b="b"/>
              <a:pathLst>
                <a:path w="144" h="687">
                  <a:moveTo>
                    <a:pt x="144" y="681"/>
                  </a:moveTo>
                  <a:lnTo>
                    <a:pt x="108" y="532"/>
                  </a:lnTo>
                  <a:lnTo>
                    <a:pt x="66" y="376"/>
                  </a:lnTo>
                  <a:lnTo>
                    <a:pt x="54" y="287"/>
                  </a:lnTo>
                  <a:lnTo>
                    <a:pt x="36" y="197"/>
                  </a:lnTo>
                  <a:lnTo>
                    <a:pt x="30" y="102"/>
                  </a:lnTo>
                  <a:lnTo>
                    <a:pt x="24" y="0"/>
                  </a:lnTo>
                  <a:lnTo>
                    <a:pt x="0" y="0"/>
                  </a:lnTo>
                  <a:lnTo>
                    <a:pt x="6" y="102"/>
                  </a:lnTo>
                  <a:lnTo>
                    <a:pt x="12" y="203"/>
                  </a:lnTo>
                  <a:lnTo>
                    <a:pt x="30" y="293"/>
                  </a:lnTo>
                  <a:lnTo>
                    <a:pt x="48" y="376"/>
                  </a:lnTo>
                  <a:lnTo>
                    <a:pt x="84" y="538"/>
                  </a:lnTo>
                  <a:lnTo>
                    <a:pt x="126" y="687"/>
                  </a:lnTo>
                  <a:lnTo>
                    <a:pt x="144" y="681"/>
                  </a:lnTo>
                  <a:close/>
                  <a:moveTo>
                    <a:pt x="144" y="681"/>
                  </a:moveTo>
                  <a:lnTo>
                    <a:pt x="144" y="681"/>
                  </a:lnTo>
                  <a:lnTo>
                    <a:pt x="144" y="681"/>
                  </a:lnTo>
                  <a:lnTo>
                    <a:pt x="138" y="687"/>
                  </a:lnTo>
                  <a:lnTo>
                    <a:pt x="144" y="681"/>
                  </a:lnTo>
                  <a:close/>
                </a:path>
              </a:pathLst>
            </a:custGeom>
            <a:solidFill>
              <a:srgbClr val="FFE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94" name="Freeform 230">
              <a:extLst>
                <a:ext uri="{FF2B5EF4-FFF2-40B4-BE49-F238E27FC236}">
                  <a16:creationId xmlns:a16="http://schemas.microsoft.com/office/drawing/2014/main" id="{8E009F99-C181-2BC7-8D8D-2B814147678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59" y="1972"/>
              <a:ext cx="114" cy="555"/>
            </a:xfrm>
            <a:custGeom>
              <a:avLst/>
              <a:gdLst/>
              <a:ahLst/>
              <a:cxnLst>
                <a:cxn ang="0">
                  <a:pos x="24" y="555"/>
                </a:cxn>
                <a:cxn ang="0">
                  <a:pos x="30" y="483"/>
                </a:cxn>
                <a:cxn ang="0">
                  <a:pos x="36" y="412"/>
                </a:cxn>
                <a:cxn ang="0">
                  <a:pos x="60" y="268"/>
                </a:cxn>
                <a:cxn ang="0">
                  <a:pos x="90" y="131"/>
                </a:cxn>
                <a:cxn ang="0">
                  <a:pos x="114" y="0"/>
                </a:cxn>
                <a:cxn ang="0">
                  <a:pos x="90" y="0"/>
                </a:cxn>
                <a:cxn ang="0">
                  <a:pos x="66" y="125"/>
                </a:cxn>
                <a:cxn ang="0">
                  <a:pos x="36" y="262"/>
                </a:cxn>
                <a:cxn ang="0">
                  <a:pos x="12" y="406"/>
                </a:cxn>
                <a:cxn ang="0">
                  <a:pos x="6" y="477"/>
                </a:cxn>
                <a:cxn ang="0">
                  <a:pos x="0" y="555"/>
                </a:cxn>
                <a:cxn ang="0">
                  <a:pos x="24" y="555"/>
                </a:cxn>
                <a:cxn ang="0">
                  <a:pos x="0" y="555"/>
                </a:cxn>
                <a:cxn ang="0">
                  <a:pos x="0" y="555"/>
                </a:cxn>
                <a:cxn ang="0">
                  <a:pos x="12" y="555"/>
                </a:cxn>
                <a:cxn ang="0">
                  <a:pos x="0" y="555"/>
                </a:cxn>
              </a:cxnLst>
              <a:rect l="0" t="0" r="r" b="b"/>
              <a:pathLst>
                <a:path w="114" h="555">
                  <a:moveTo>
                    <a:pt x="24" y="555"/>
                  </a:moveTo>
                  <a:lnTo>
                    <a:pt x="30" y="483"/>
                  </a:lnTo>
                  <a:lnTo>
                    <a:pt x="36" y="412"/>
                  </a:lnTo>
                  <a:lnTo>
                    <a:pt x="60" y="268"/>
                  </a:lnTo>
                  <a:lnTo>
                    <a:pt x="90" y="131"/>
                  </a:lnTo>
                  <a:lnTo>
                    <a:pt x="114" y="0"/>
                  </a:lnTo>
                  <a:lnTo>
                    <a:pt x="90" y="0"/>
                  </a:lnTo>
                  <a:lnTo>
                    <a:pt x="66" y="125"/>
                  </a:lnTo>
                  <a:lnTo>
                    <a:pt x="36" y="262"/>
                  </a:lnTo>
                  <a:lnTo>
                    <a:pt x="12" y="406"/>
                  </a:lnTo>
                  <a:lnTo>
                    <a:pt x="6" y="477"/>
                  </a:lnTo>
                  <a:lnTo>
                    <a:pt x="0" y="555"/>
                  </a:lnTo>
                  <a:lnTo>
                    <a:pt x="24" y="555"/>
                  </a:lnTo>
                  <a:close/>
                  <a:moveTo>
                    <a:pt x="0" y="555"/>
                  </a:moveTo>
                  <a:lnTo>
                    <a:pt x="0" y="555"/>
                  </a:lnTo>
                  <a:lnTo>
                    <a:pt x="12" y="555"/>
                  </a:lnTo>
                  <a:lnTo>
                    <a:pt x="0" y="555"/>
                  </a:lnTo>
                  <a:close/>
                </a:path>
              </a:pathLst>
            </a:custGeom>
            <a:solidFill>
              <a:srgbClr val="FFE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95" name="Freeform 231">
              <a:extLst>
                <a:ext uri="{FF2B5EF4-FFF2-40B4-BE49-F238E27FC236}">
                  <a16:creationId xmlns:a16="http://schemas.microsoft.com/office/drawing/2014/main" id="{CB3B8DBC-686D-564E-E012-3181BCCB0A0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49" y="1375"/>
              <a:ext cx="245" cy="597"/>
            </a:xfrm>
            <a:custGeom>
              <a:avLst/>
              <a:gdLst/>
              <a:ahLst/>
              <a:cxnLst>
                <a:cxn ang="0">
                  <a:pos x="24" y="597"/>
                </a:cxn>
                <a:cxn ang="0">
                  <a:pos x="48" y="471"/>
                </a:cxn>
                <a:cxn ang="0">
                  <a:pos x="66" y="358"/>
                </a:cxn>
                <a:cxn ang="0">
                  <a:pos x="89" y="262"/>
                </a:cxn>
                <a:cxn ang="0">
                  <a:pos x="119" y="179"/>
                </a:cxn>
                <a:cxn ang="0">
                  <a:pos x="149" y="107"/>
                </a:cxn>
                <a:cxn ang="0">
                  <a:pos x="179" y="59"/>
                </a:cxn>
                <a:cxn ang="0">
                  <a:pos x="209" y="29"/>
                </a:cxn>
                <a:cxn ang="0">
                  <a:pos x="245" y="23"/>
                </a:cxn>
                <a:cxn ang="0">
                  <a:pos x="245" y="0"/>
                </a:cxn>
                <a:cxn ang="0">
                  <a:pos x="197" y="12"/>
                </a:cxn>
                <a:cxn ang="0">
                  <a:pos x="161" y="47"/>
                </a:cxn>
                <a:cxn ang="0">
                  <a:pos x="125" y="101"/>
                </a:cxn>
                <a:cxn ang="0">
                  <a:pos x="95" y="167"/>
                </a:cxn>
                <a:cxn ang="0">
                  <a:pos x="72" y="256"/>
                </a:cxn>
                <a:cxn ang="0">
                  <a:pos x="48" y="358"/>
                </a:cxn>
                <a:cxn ang="0">
                  <a:pos x="24" y="471"/>
                </a:cxn>
                <a:cxn ang="0">
                  <a:pos x="0" y="597"/>
                </a:cxn>
                <a:cxn ang="0">
                  <a:pos x="24" y="597"/>
                </a:cxn>
                <a:cxn ang="0">
                  <a:pos x="0" y="597"/>
                </a:cxn>
                <a:cxn ang="0">
                  <a:pos x="0" y="597"/>
                </a:cxn>
                <a:cxn ang="0">
                  <a:pos x="0" y="597"/>
                </a:cxn>
                <a:cxn ang="0">
                  <a:pos x="12" y="597"/>
                </a:cxn>
                <a:cxn ang="0">
                  <a:pos x="0" y="597"/>
                </a:cxn>
              </a:cxnLst>
              <a:rect l="0" t="0" r="r" b="b"/>
              <a:pathLst>
                <a:path w="245" h="597">
                  <a:moveTo>
                    <a:pt x="24" y="597"/>
                  </a:moveTo>
                  <a:lnTo>
                    <a:pt x="48" y="471"/>
                  </a:lnTo>
                  <a:lnTo>
                    <a:pt x="66" y="358"/>
                  </a:lnTo>
                  <a:lnTo>
                    <a:pt x="89" y="262"/>
                  </a:lnTo>
                  <a:lnTo>
                    <a:pt x="119" y="179"/>
                  </a:lnTo>
                  <a:lnTo>
                    <a:pt x="149" y="107"/>
                  </a:lnTo>
                  <a:lnTo>
                    <a:pt x="179" y="59"/>
                  </a:lnTo>
                  <a:lnTo>
                    <a:pt x="209" y="29"/>
                  </a:lnTo>
                  <a:lnTo>
                    <a:pt x="245" y="23"/>
                  </a:lnTo>
                  <a:lnTo>
                    <a:pt x="245" y="0"/>
                  </a:lnTo>
                  <a:lnTo>
                    <a:pt x="197" y="12"/>
                  </a:lnTo>
                  <a:lnTo>
                    <a:pt x="161" y="47"/>
                  </a:lnTo>
                  <a:lnTo>
                    <a:pt x="125" y="101"/>
                  </a:lnTo>
                  <a:lnTo>
                    <a:pt x="95" y="167"/>
                  </a:lnTo>
                  <a:lnTo>
                    <a:pt x="72" y="256"/>
                  </a:lnTo>
                  <a:lnTo>
                    <a:pt x="48" y="358"/>
                  </a:lnTo>
                  <a:lnTo>
                    <a:pt x="24" y="471"/>
                  </a:lnTo>
                  <a:lnTo>
                    <a:pt x="0" y="597"/>
                  </a:lnTo>
                  <a:lnTo>
                    <a:pt x="24" y="597"/>
                  </a:lnTo>
                  <a:close/>
                  <a:moveTo>
                    <a:pt x="0" y="597"/>
                  </a:moveTo>
                  <a:lnTo>
                    <a:pt x="0" y="597"/>
                  </a:lnTo>
                  <a:lnTo>
                    <a:pt x="0" y="597"/>
                  </a:lnTo>
                  <a:lnTo>
                    <a:pt x="12" y="597"/>
                  </a:lnTo>
                  <a:lnTo>
                    <a:pt x="0" y="597"/>
                  </a:lnTo>
                  <a:close/>
                </a:path>
              </a:pathLst>
            </a:custGeom>
            <a:solidFill>
              <a:srgbClr val="FFE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96" name="Freeform 232">
              <a:extLst>
                <a:ext uri="{FF2B5EF4-FFF2-40B4-BE49-F238E27FC236}">
                  <a16:creationId xmlns:a16="http://schemas.microsoft.com/office/drawing/2014/main" id="{651F225D-ED6C-91B0-AA3F-BCEE55555C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2" y="3489"/>
              <a:ext cx="23" cy="29"/>
            </a:xfrm>
            <a:custGeom>
              <a:avLst/>
              <a:gdLst/>
              <a:ahLst/>
              <a:cxnLst>
                <a:cxn ang="0">
                  <a:pos x="24" y="5"/>
                </a:cxn>
                <a:cxn ang="0">
                  <a:pos x="12" y="5"/>
                </a:cxn>
                <a:cxn ang="0">
                  <a:pos x="0" y="0"/>
                </a:cxn>
                <a:cxn ang="0">
                  <a:pos x="0" y="23"/>
                </a:cxn>
                <a:cxn ang="0">
                  <a:pos x="12" y="29"/>
                </a:cxn>
                <a:cxn ang="0">
                  <a:pos x="18" y="29"/>
                </a:cxn>
                <a:cxn ang="0">
                  <a:pos x="24" y="5"/>
                </a:cxn>
              </a:cxnLst>
              <a:rect l="0" t="0" r="r" b="b"/>
              <a:pathLst>
                <a:path w="24" h="29">
                  <a:moveTo>
                    <a:pt x="24" y="5"/>
                  </a:moveTo>
                  <a:lnTo>
                    <a:pt x="12" y="5"/>
                  </a:lnTo>
                  <a:lnTo>
                    <a:pt x="0" y="0"/>
                  </a:lnTo>
                  <a:lnTo>
                    <a:pt x="0" y="23"/>
                  </a:lnTo>
                  <a:lnTo>
                    <a:pt x="12" y="29"/>
                  </a:lnTo>
                  <a:lnTo>
                    <a:pt x="18" y="29"/>
                  </a:lnTo>
                  <a:lnTo>
                    <a:pt x="24" y="5"/>
                  </a:lnTo>
                  <a:close/>
                </a:path>
              </a:pathLst>
            </a:custGeom>
            <a:solidFill>
              <a:srgbClr val="FF7F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97" name="Freeform 233">
              <a:extLst>
                <a:ext uri="{FF2B5EF4-FFF2-40B4-BE49-F238E27FC236}">
                  <a16:creationId xmlns:a16="http://schemas.microsoft.com/office/drawing/2014/main" id="{4B571D04-FDF1-3F9B-2FF6-7CBECD92C83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91" y="3476"/>
              <a:ext cx="65" cy="35"/>
            </a:xfrm>
            <a:custGeom>
              <a:avLst/>
              <a:gdLst/>
              <a:ahLst/>
              <a:cxnLst>
                <a:cxn ang="0">
                  <a:pos x="65" y="12"/>
                </a:cxn>
                <a:cxn ang="0">
                  <a:pos x="53" y="12"/>
                </a:cxn>
                <a:cxn ang="0">
                  <a:pos x="41" y="6"/>
                </a:cxn>
                <a:cxn ang="0">
                  <a:pos x="35" y="29"/>
                </a:cxn>
                <a:cxn ang="0">
                  <a:pos x="47" y="35"/>
                </a:cxn>
                <a:cxn ang="0">
                  <a:pos x="59" y="35"/>
                </a:cxn>
                <a:cxn ang="0">
                  <a:pos x="65" y="12"/>
                </a:cxn>
                <a:cxn ang="0">
                  <a:pos x="30" y="6"/>
                </a:cxn>
                <a:cxn ang="0">
                  <a:pos x="24" y="0"/>
                </a:cxn>
                <a:cxn ang="0">
                  <a:pos x="12" y="0"/>
                </a:cxn>
                <a:cxn ang="0">
                  <a:pos x="0" y="17"/>
                </a:cxn>
                <a:cxn ang="0">
                  <a:pos x="12" y="23"/>
                </a:cxn>
                <a:cxn ang="0">
                  <a:pos x="24" y="29"/>
                </a:cxn>
                <a:cxn ang="0">
                  <a:pos x="30" y="6"/>
                </a:cxn>
              </a:cxnLst>
              <a:rect l="0" t="0" r="r" b="b"/>
              <a:pathLst>
                <a:path w="65" h="35">
                  <a:moveTo>
                    <a:pt x="65" y="12"/>
                  </a:moveTo>
                  <a:lnTo>
                    <a:pt x="53" y="12"/>
                  </a:lnTo>
                  <a:lnTo>
                    <a:pt x="41" y="6"/>
                  </a:lnTo>
                  <a:lnTo>
                    <a:pt x="35" y="29"/>
                  </a:lnTo>
                  <a:lnTo>
                    <a:pt x="47" y="35"/>
                  </a:lnTo>
                  <a:lnTo>
                    <a:pt x="59" y="35"/>
                  </a:lnTo>
                  <a:lnTo>
                    <a:pt x="65" y="12"/>
                  </a:lnTo>
                  <a:close/>
                  <a:moveTo>
                    <a:pt x="30" y="6"/>
                  </a:moveTo>
                  <a:lnTo>
                    <a:pt x="24" y="0"/>
                  </a:lnTo>
                  <a:lnTo>
                    <a:pt x="12" y="0"/>
                  </a:lnTo>
                  <a:lnTo>
                    <a:pt x="0" y="17"/>
                  </a:lnTo>
                  <a:lnTo>
                    <a:pt x="12" y="23"/>
                  </a:lnTo>
                  <a:lnTo>
                    <a:pt x="24" y="29"/>
                  </a:lnTo>
                  <a:lnTo>
                    <a:pt x="30" y="6"/>
                  </a:lnTo>
                  <a:close/>
                </a:path>
              </a:pathLst>
            </a:custGeom>
            <a:solidFill>
              <a:srgbClr val="FF7F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98" name="Freeform 234">
              <a:extLst>
                <a:ext uri="{FF2B5EF4-FFF2-40B4-BE49-F238E27FC236}">
                  <a16:creationId xmlns:a16="http://schemas.microsoft.com/office/drawing/2014/main" id="{26B42AB1-4141-70EB-CB33-94AE433A351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31" y="3453"/>
              <a:ext cx="60" cy="41"/>
            </a:xfrm>
            <a:custGeom>
              <a:avLst/>
              <a:gdLst/>
              <a:ahLst/>
              <a:cxnLst>
                <a:cxn ang="0">
                  <a:pos x="60" y="18"/>
                </a:cxn>
                <a:cxn ang="0">
                  <a:pos x="48" y="18"/>
                </a:cxn>
                <a:cxn ang="0">
                  <a:pos x="36" y="12"/>
                </a:cxn>
                <a:cxn ang="0">
                  <a:pos x="30" y="36"/>
                </a:cxn>
                <a:cxn ang="0">
                  <a:pos x="42" y="36"/>
                </a:cxn>
                <a:cxn ang="0">
                  <a:pos x="54" y="41"/>
                </a:cxn>
                <a:cxn ang="0">
                  <a:pos x="60" y="18"/>
                </a:cxn>
                <a:cxn ang="0">
                  <a:pos x="30" y="6"/>
                </a:cxn>
                <a:cxn ang="0">
                  <a:pos x="24" y="6"/>
                </a:cxn>
                <a:cxn ang="0">
                  <a:pos x="12" y="0"/>
                </a:cxn>
                <a:cxn ang="0">
                  <a:pos x="0" y="18"/>
                </a:cxn>
                <a:cxn ang="0">
                  <a:pos x="12" y="24"/>
                </a:cxn>
                <a:cxn ang="0">
                  <a:pos x="18" y="30"/>
                </a:cxn>
                <a:cxn ang="0">
                  <a:pos x="30" y="6"/>
                </a:cxn>
              </a:cxnLst>
              <a:rect l="0" t="0" r="r" b="b"/>
              <a:pathLst>
                <a:path w="60" h="41">
                  <a:moveTo>
                    <a:pt x="60" y="18"/>
                  </a:moveTo>
                  <a:lnTo>
                    <a:pt x="48" y="18"/>
                  </a:lnTo>
                  <a:lnTo>
                    <a:pt x="36" y="12"/>
                  </a:lnTo>
                  <a:lnTo>
                    <a:pt x="30" y="36"/>
                  </a:lnTo>
                  <a:lnTo>
                    <a:pt x="42" y="36"/>
                  </a:lnTo>
                  <a:lnTo>
                    <a:pt x="54" y="41"/>
                  </a:lnTo>
                  <a:lnTo>
                    <a:pt x="60" y="18"/>
                  </a:lnTo>
                  <a:close/>
                  <a:moveTo>
                    <a:pt x="30" y="6"/>
                  </a:moveTo>
                  <a:lnTo>
                    <a:pt x="24" y="6"/>
                  </a:lnTo>
                  <a:lnTo>
                    <a:pt x="12" y="0"/>
                  </a:lnTo>
                  <a:lnTo>
                    <a:pt x="0" y="18"/>
                  </a:lnTo>
                  <a:lnTo>
                    <a:pt x="12" y="24"/>
                  </a:lnTo>
                  <a:lnTo>
                    <a:pt x="18" y="30"/>
                  </a:lnTo>
                  <a:lnTo>
                    <a:pt x="30" y="6"/>
                  </a:lnTo>
                  <a:close/>
                </a:path>
              </a:pathLst>
            </a:custGeom>
            <a:solidFill>
              <a:srgbClr val="FF7F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499" name="Freeform 235">
              <a:extLst>
                <a:ext uri="{FF2B5EF4-FFF2-40B4-BE49-F238E27FC236}">
                  <a16:creationId xmlns:a16="http://schemas.microsoft.com/office/drawing/2014/main" id="{256B2564-AB7D-421C-8883-D33C42CA809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72" y="3411"/>
              <a:ext cx="59" cy="54"/>
            </a:xfrm>
            <a:custGeom>
              <a:avLst/>
              <a:gdLst/>
              <a:ahLst/>
              <a:cxnLst>
                <a:cxn ang="0">
                  <a:pos x="60" y="36"/>
                </a:cxn>
                <a:cxn ang="0">
                  <a:pos x="54" y="30"/>
                </a:cxn>
                <a:cxn ang="0">
                  <a:pos x="42" y="24"/>
                </a:cxn>
                <a:cxn ang="0">
                  <a:pos x="30" y="42"/>
                </a:cxn>
                <a:cxn ang="0">
                  <a:pos x="42" y="48"/>
                </a:cxn>
                <a:cxn ang="0">
                  <a:pos x="48" y="54"/>
                </a:cxn>
                <a:cxn ang="0">
                  <a:pos x="60" y="36"/>
                </a:cxn>
                <a:cxn ang="0">
                  <a:pos x="36" y="18"/>
                </a:cxn>
                <a:cxn ang="0">
                  <a:pos x="18" y="0"/>
                </a:cxn>
                <a:cxn ang="0">
                  <a:pos x="0" y="18"/>
                </a:cxn>
                <a:cxn ang="0">
                  <a:pos x="18" y="36"/>
                </a:cxn>
                <a:cxn ang="0">
                  <a:pos x="36" y="18"/>
                </a:cxn>
              </a:cxnLst>
              <a:rect l="0" t="0" r="r" b="b"/>
              <a:pathLst>
                <a:path w="60" h="54">
                  <a:moveTo>
                    <a:pt x="60" y="36"/>
                  </a:moveTo>
                  <a:lnTo>
                    <a:pt x="54" y="30"/>
                  </a:lnTo>
                  <a:lnTo>
                    <a:pt x="42" y="24"/>
                  </a:lnTo>
                  <a:lnTo>
                    <a:pt x="30" y="42"/>
                  </a:lnTo>
                  <a:lnTo>
                    <a:pt x="42" y="48"/>
                  </a:lnTo>
                  <a:lnTo>
                    <a:pt x="48" y="54"/>
                  </a:lnTo>
                  <a:lnTo>
                    <a:pt x="60" y="36"/>
                  </a:lnTo>
                  <a:close/>
                  <a:moveTo>
                    <a:pt x="36" y="18"/>
                  </a:moveTo>
                  <a:lnTo>
                    <a:pt x="18" y="0"/>
                  </a:lnTo>
                  <a:lnTo>
                    <a:pt x="0" y="18"/>
                  </a:lnTo>
                  <a:lnTo>
                    <a:pt x="18" y="36"/>
                  </a:lnTo>
                  <a:lnTo>
                    <a:pt x="36" y="18"/>
                  </a:lnTo>
                  <a:close/>
                </a:path>
              </a:pathLst>
            </a:custGeom>
            <a:solidFill>
              <a:srgbClr val="FF7F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500" name="Freeform 236">
              <a:extLst>
                <a:ext uri="{FF2B5EF4-FFF2-40B4-BE49-F238E27FC236}">
                  <a16:creationId xmlns:a16="http://schemas.microsoft.com/office/drawing/2014/main" id="{A0EF1517-1112-252F-1576-3CA4468B79B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47" y="3374"/>
              <a:ext cx="36" cy="42"/>
            </a:xfrm>
            <a:custGeom>
              <a:avLst/>
              <a:gdLst/>
              <a:ahLst/>
              <a:cxnLst>
                <a:cxn ang="0">
                  <a:pos x="36" y="30"/>
                </a:cxn>
                <a:cxn ang="0">
                  <a:pos x="36" y="24"/>
                </a:cxn>
                <a:cxn ang="0">
                  <a:pos x="30" y="12"/>
                </a:cxn>
                <a:cxn ang="0">
                  <a:pos x="6" y="24"/>
                </a:cxn>
                <a:cxn ang="0">
                  <a:pos x="12" y="36"/>
                </a:cxn>
                <a:cxn ang="0">
                  <a:pos x="18" y="42"/>
                </a:cxn>
                <a:cxn ang="0">
                  <a:pos x="36" y="30"/>
                </a:cxn>
                <a:cxn ang="0">
                  <a:pos x="24" y="6"/>
                </a:cxn>
                <a:cxn ang="0">
                  <a:pos x="24" y="0"/>
                </a:cxn>
                <a:cxn ang="0">
                  <a:pos x="0" y="0"/>
                </a:cxn>
                <a:cxn ang="0">
                  <a:pos x="0" y="6"/>
                </a:cxn>
                <a:cxn ang="0">
                  <a:pos x="24" y="6"/>
                </a:cxn>
              </a:cxnLst>
              <a:rect l="0" t="0" r="r" b="b"/>
              <a:pathLst>
                <a:path w="36" h="42">
                  <a:moveTo>
                    <a:pt x="36" y="30"/>
                  </a:moveTo>
                  <a:lnTo>
                    <a:pt x="36" y="24"/>
                  </a:lnTo>
                  <a:lnTo>
                    <a:pt x="30" y="12"/>
                  </a:lnTo>
                  <a:lnTo>
                    <a:pt x="6" y="24"/>
                  </a:lnTo>
                  <a:lnTo>
                    <a:pt x="12" y="36"/>
                  </a:lnTo>
                  <a:lnTo>
                    <a:pt x="18" y="42"/>
                  </a:lnTo>
                  <a:lnTo>
                    <a:pt x="36" y="30"/>
                  </a:lnTo>
                  <a:close/>
                  <a:moveTo>
                    <a:pt x="24" y="6"/>
                  </a:moveTo>
                  <a:lnTo>
                    <a:pt x="24" y="0"/>
                  </a:lnTo>
                  <a:lnTo>
                    <a:pt x="0" y="0"/>
                  </a:lnTo>
                  <a:lnTo>
                    <a:pt x="0" y="6"/>
                  </a:lnTo>
                  <a:lnTo>
                    <a:pt x="24" y="6"/>
                  </a:lnTo>
                  <a:close/>
                </a:path>
              </a:pathLst>
            </a:custGeom>
            <a:solidFill>
              <a:srgbClr val="FF7F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501" name="Freeform 237">
              <a:extLst>
                <a:ext uri="{FF2B5EF4-FFF2-40B4-BE49-F238E27FC236}">
                  <a16:creationId xmlns:a16="http://schemas.microsoft.com/office/drawing/2014/main" id="{D69D5132-F7EA-14AC-C82B-89E05C832A3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47" y="3357"/>
              <a:ext cx="30" cy="17"/>
            </a:xfrm>
            <a:custGeom>
              <a:avLst/>
              <a:gdLst/>
              <a:ahLst/>
              <a:cxnLst>
                <a:cxn ang="0">
                  <a:pos x="24" y="18"/>
                </a:cxn>
                <a:cxn ang="0">
                  <a:pos x="30" y="6"/>
                </a:cxn>
                <a:cxn ang="0">
                  <a:pos x="6" y="0"/>
                </a:cxn>
                <a:cxn ang="0">
                  <a:pos x="0" y="18"/>
                </a:cxn>
                <a:cxn ang="0">
                  <a:pos x="24" y="18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12" y="18"/>
                </a:cxn>
                <a:cxn ang="0">
                  <a:pos x="0" y="18"/>
                </a:cxn>
              </a:cxnLst>
              <a:rect l="0" t="0" r="r" b="b"/>
              <a:pathLst>
                <a:path w="30" h="18">
                  <a:moveTo>
                    <a:pt x="24" y="18"/>
                  </a:moveTo>
                  <a:lnTo>
                    <a:pt x="30" y="6"/>
                  </a:lnTo>
                  <a:lnTo>
                    <a:pt x="6" y="0"/>
                  </a:lnTo>
                  <a:lnTo>
                    <a:pt x="0" y="18"/>
                  </a:lnTo>
                  <a:lnTo>
                    <a:pt x="24" y="18"/>
                  </a:lnTo>
                  <a:close/>
                  <a:moveTo>
                    <a:pt x="0" y="18"/>
                  </a:moveTo>
                  <a:lnTo>
                    <a:pt x="0" y="18"/>
                  </a:lnTo>
                  <a:lnTo>
                    <a:pt x="0" y="18"/>
                  </a:lnTo>
                  <a:lnTo>
                    <a:pt x="12" y="18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F7F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502" name="Freeform 238">
              <a:extLst>
                <a:ext uri="{FF2B5EF4-FFF2-40B4-BE49-F238E27FC236}">
                  <a16:creationId xmlns:a16="http://schemas.microsoft.com/office/drawing/2014/main" id="{3C78825E-40D2-A6EF-43A2-5775A5A519D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59" y="3297"/>
              <a:ext cx="54" cy="54"/>
            </a:xfrm>
            <a:custGeom>
              <a:avLst/>
              <a:gdLst/>
              <a:ahLst/>
              <a:cxnLst>
                <a:cxn ang="0">
                  <a:pos x="18" y="54"/>
                </a:cxn>
                <a:cxn ang="0">
                  <a:pos x="24" y="48"/>
                </a:cxn>
                <a:cxn ang="0">
                  <a:pos x="30" y="42"/>
                </a:cxn>
                <a:cxn ang="0">
                  <a:pos x="12" y="24"/>
                </a:cxn>
                <a:cxn ang="0">
                  <a:pos x="6" y="36"/>
                </a:cxn>
                <a:cxn ang="0">
                  <a:pos x="0" y="48"/>
                </a:cxn>
                <a:cxn ang="0">
                  <a:pos x="18" y="54"/>
                </a:cxn>
                <a:cxn ang="0">
                  <a:pos x="36" y="30"/>
                </a:cxn>
                <a:cxn ang="0">
                  <a:pos x="48" y="24"/>
                </a:cxn>
                <a:cxn ang="0">
                  <a:pos x="54" y="18"/>
                </a:cxn>
                <a:cxn ang="0">
                  <a:pos x="42" y="0"/>
                </a:cxn>
                <a:cxn ang="0">
                  <a:pos x="30" y="12"/>
                </a:cxn>
                <a:cxn ang="0">
                  <a:pos x="18" y="18"/>
                </a:cxn>
                <a:cxn ang="0">
                  <a:pos x="36" y="30"/>
                </a:cxn>
              </a:cxnLst>
              <a:rect l="0" t="0" r="r" b="b"/>
              <a:pathLst>
                <a:path w="54" h="54">
                  <a:moveTo>
                    <a:pt x="18" y="54"/>
                  </a:moveTo>
                  <a:lnTo>
                    <a:pt x="24" y="48"/>
                  </a:lnTo>
                  <a:lnTo>
                    <a:pt x="30" y="42"/>
                  </a:lnTo>
                  <a:lnTo>
                    <a:pt x="12" y="24"/>
                  </a:lnTo>
                  <a:lnTo>
                    <a:pt x="6" y="36"/>
                  </a:lnTo>
                  <a:lnTo>
                    <a:pt x="0" y="48"/>
                  </a:lnTo>
                  <a:lnTo>
                    <a:pt x="18" y="54"/>
                  </a:lnTo>
                  <a:close/>
                  <a:moveTo>
                    <a:pt x="36" y="30"/>
                  </a:moveTo>
                  <a:lnTo>
                    <a:pt x="48" y="24"/>
                  </a:lnTo>
                  <a:lnTo>
                    <a:pt x="54" y="18"/>
                  </a:lnTo>
                  <a:lnTo>
                    <a:pt x="42" y="0"/>
                  </a:lnTo>
                  <a:lnTo>
                    <a:pt x="30" y="12"/>
                  </a:lnTo>
                  <a:lnTo>
                    <a:pt x="18" y="18"/>
                  </a:lnTo>
                  <a:lnTo>
                    <a:pt x="36" y="30"/>
                  </a:lnTo>
                  <a:close/>
                </a:path>
              </a:pathLst>
            </a:custGeom>
            <a:solidFill>
              <a:srgbClr val="FF7F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503" name="Freeform 239">
              <a:extLst>
                <a:ext uri="{FF2B5EF4-FFF2-40B4-BE49-F238E27FC236}">
                  <a16:creationId xmlns:a16="http://schemas.microsoft.com/office/drawing/2014/main" id="{74298F72-3BEB-5A99-A7EF-EC6907237C4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07" y="3262"/>
              <a:ext cx="66" cy="47"/>
            </a:xfrm>
            <a:custGeom>
              <a:avLst/>
              <a:gdLst/>
              <a:ahLst/>
              <a:cxnLst>
                <a:cxn ang="0">
                  <a:pos x="12" y="47"/>
                </a:cxn>
                <a:cxn ang="0">
                  <a:pos x="24" y="41"/>
                </a:cxn>
                <a:cxn ang="0">
                  <a:pos x="36" y="35"/>
                </a:cxn>
                <a:cxn ang="0">
                  <a:pos x="24" y="18"/>
                </a:cxn>
                <a:cxn ang="0">
                  <a:pos x="12" y="23"/>
                </a:cxn>
                <a:cxn ang="0">
                  <a:pos x="0" y="29"/>
                </a:cxn>
                <a:cxn ang="0">
                  <a:pos x="12" y="47"/>
                </a:cxn>
                <a:cxn ang="0">
                  <a:pos x="42" y="29"/>
                </a:cxn>
                <a:cxn ang="0">
                  <a:pos x="54" y="29"/>
                </a:cxn>
                <a:cxn ang="0">
                  <a:pos x="66" y="23"/>
                </a:cxn>
                <a:cxn ang="0">
                  <a:pos x="54" y="0"/>
                </a:cxn>
                <a:cxn ang="0">
                  <a:pos x="42" y="6"/>
                </a:cxn>
                <a:cxn ang="0">
                  <a:pos x="30" y="12"/>
                </a:cxn>
                <a:cxn ang="0">
                  <a:pos x="42" y="29"/>
                </a:cxn>
              </a:cxnLst>
              <a:rect l="0" t="0" r="r" b="b"/>
              <a:pathLst>
                <a:path w="66" h="47">
                  <a:moveTo>
                    <a:pt x="12" y="47"/>
                  </a:moveTo>
                  <a:lnTo>
                    <a:pt x="24" y="41"/>
                  </a:lnTo>
                  <a:lnTo>
                    <a:pt x="36" y="35"/>
                  </a:lnTo>
                  <a:lnTo>
                    <a:pt x="24" y="18"/>
                  </a:lnTo>
                  <a:lnTo>
                    <a:pt x="12" y="23"/>
                  </a:lnTo>
                  <a:lnTo>
                    <a:pt x="0" y="29"/>
                  </a:lnTo>
                  <a:lnTo>
                    <a:pt x="12" y="47"/>
                  </a:lnTo>
                  <a:close/>
                  <a:moveTo>
                    <a:pt x="42" y="29"/>
                  </a:moveTo>
                  <a:lnTo>
                    <a:pt x="54" y="29"/>
                  </a:lnTo>
                  <a:lnTo>
                    <a:pt x="66" y="23"/>
                  </a:lnTo>
                  <a:lnTo>
                    <a:pt x="54" y="0"/>
                  </a:lnTo>
                  <a:lnTo>
                    <a:pt x="42" y="6"/>
                  </a:lnTo>
                  <a:lnTo>
                    <a:pt x="30" y="12"/>
                  </a:lnTo>
                  <a:lnTo>
                    <a:pt x="42" y="29"/>
                  </a:lnTo>
                  <a:close/>
                </a:path>
              </a:pathLst>
            </a:custGeom>
            <a:solidFill>
              <a:srgbClr val="FF7F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504" name="Freeform 240">
              <a:extLst>
                <a:ext uri="{FF2B5EF4-FFF2-40B4-BE49-F238E27FC236}">
                  <a16:creationId xmlns:a16="http://schemas.microsoft.com/office/drawing/2014/main" id="{E5E99D7D-A95E-159B-A954-51C683CAFD9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74" y="3243"/>
              <a:ext cx="58" cy="35"/>
            </a:xfrm>
            <a:custGeom>
              <a:avLst/>
              <a:gdLst/>
              <a:ahLst/>
              <a:cxnLst>
                <a:cxn ang="0">
                  <a:pos x="6" y="36"/>
                </a:cxn>
                <a:cxn ang="0">
                  <a:pos x="18" y="36"/>
                </a:cxn>
                <a:cxn ang="0">
                  <a:pos x="30" y="30"/>
                </a:cxn>
                <a:cxn ang="0">
                  <a:pos x="24" y="6"/>
                </a:cxn>
                <a:cxn ang="0">
                  <a:pos x="12" y="12"/>
                </a:cxn>
                <a:cxn ang="0">
                  <a:pos x="0" y="18"/>
                </a:cxn>
                <a:cxn ang="0">
                  <a:pos x="6" y="36"/>
                </a:cxn>
                <a:cxn ang="0">
                  <a:pos x="42" y="30"/>
                </a:cxn>
                <a:cxn ang="0">
                  <a:pos x="53" y="24"/>
                </a:cxn>
                <a:cxn ang="0">
                  <a:pos x="59" y="24"/>
                </a:cxn>
                <a:cxn ang="0">
                  <a:pos x="53" y="0"/>
                </a:cxn>
                <a:cxn ang="0">
                  <a:pos x="42" y="0"/>
                </a:cxn>
                <a:cxn ang="0">
                  <a:pos x="30" y="6"/>
                </a:cxn>
                <a:cxn ang="0">
                  <a:pos x="42" y="30"/>
                </a:cxn>
              </a:cxnLst>
              <a:rect l="0" t="0" r="r" b="b"/>
              <a:pathLst>
                <a:path w="59" h="36">
                  <a:moveTo>
                    <a:pt x="6" y="36"/>
                  </a:moveTo>
                  <a:lnTo>
                    <a:pt x="18" y="36"/>
                  </a:lnTo>
                  <a:lnTo>
                    <a:pt x="30" y="30"/>
                  </a:lnTo>
                  <a:lnTo>
                    <a:pt x="24" y="6"/>
                  </a:lnTo>
                  <a:lnTo>
                    <a:pt x="12" y="12"/>
                  </a:lnTo>
                  <a:lnTo>
                    <a:pt x="0" y="18"/>
                  </a:lnTo>
                  <a:lnTo>
                    <a:pt x="6" y="36"/>
                  </a:lnTo>
                  <a:close/>
                  <a:moveTo>
                    <a:pt x="42" y="30"/>
                  </a:moveTo>
                  <a:lnTo>
                    <a:pt x="53" y="24"/>
                  </a:lnTo>
                  <a:lnTo>
                    <a:pt x="59" y="24"/>
                  </a:lnTo>
                  <a:lnTo>
                    <a:pt x="53" y="0"/>
                  </a:lnTo>
                  <a:lnTo>
                    <a:pt x="42" y="0"/>
                  </a:lnTo>
                  <a:lnTo>
                    <a:pt x="30" y="6"/>
                  </a:lnTo>
                  <a:lnTo>
                    <a:pt x="42" y="30"/>
                  </a:lnTo>
                  <a:close/>
                </a:path>
              </a:pathLst>
            </a:custGeom>
            <a:solidFill>
              <a:srgbClr val="FF7F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505" name="Freeform 241">
              <a:extLst>
                <a:ext uri="{FF2B5EF4-FFF2-40B4-BE49-F238E27FC236}">
                  <a16:creationId xmlns:a16="http://schemas.microsoft.com/office/drawing/2014/main" id="{13C8C053-5679-9E22-F0CD-CC9D1E50AAF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38" y="3226"/>
              <a:ext cx="60" cy="36"/>
            </a:xfrm>
            <a:custGeom>
              <a:avLst/>
              <a:gdLst/>
              <a:ahLst/>
              <a:cxnLst>
                <a:cxn ang="0">
                  <a:pos x="6" y="36"/>
                </a:cxn>
                <a:cxn ang="0">
                  <a:pos x="18" y="36"/>
                </a:cxn>
                <a:cxn ang="0">
                  <a:pos x="30" y="30"/>
                </a:cxn>
                <a:cxn ang="0">
                  <a:pos x="24" y="6"/>
                </a:cxn>
                <a:cxn ang="0">
                  <a:pos x="12" y="12"/>
                </a:cxn>
                <a:cxn ang="0">
                  <a:pos x="0" y="12"/>
                </a:cxn>
                <a:cxn ang="0">
                  <a:pos x="6" y="36"/>
                </a:cxn>
                <a:cxn ang="0">
                  <a:pos x="36" y="30"/>
                </a:cxn>
                <a:cxn ang="0">
                  <a:pos x="48" y="30"/>
                </a:cxn>
                <a:cxn ang="0">
                  <a:pos x="60" y="24"/>
                </a:cxn>
                <a:cxn ang="0">
                  <a:pos x="60" y="0"/>
                </a:cxn>
                <a:cxn ang="0">
                  <a:pos x="48" y="6"/>
                </a:cxn>
                <a:cxn ang="0">
                  <a:pos x="36" y="6"/>
                </a:cxn>
                <a:cxn ang="0">
                  <a:pos x="36" y="30"/>
                </a:cxn>
              </a:cxnLst>
              <a:rect l="0" t="0" r="r" b="b"/>
              <a:pathLst>
                <a:path w="60" h="36">
                  <a:moveTo>
                    <a:pt x="6" y="36"/>
                  </a:moveTo>
                  <a:lnTo>
                    <a:pt x="18" y="36"/>
                  </a:lnTo>
                  <a:lnTo>
                    <a:pt x="30" y="30"/>
                  </a:lnTo>
                  <a:lnTo>
                    <a:pt x="24" y="6"/>
                  </a:lnTo>
                  <a:lnTo>
                    <a:pt x="12" y="12"/>
                  </a:lnTo>
                  <a:lnTo>
                    <a:pt x="0" y="12"/>
                  </a:lnTo>
                  <a:lnTo>
                    <a:pt x="6" y="36"/>
                  </a:lnTo>
                  <a:close/>
                  <a:moveTo>
                    <a:pt x="36" y="30"/>
                  </a:moveTo>
                  <a:lnTo>
                    <a:pt x="48" y="30"/>
                  </a:lnTo>
                  <a:lnTo>
                    <a:pt x="60" y="24"/>
                  </a:lnTo>
                  <a:lnTo>
                    <a:pt x="60" y="0"/>
                  </a:lnTo>
                  <a:lnTo>
                    <a:pt x="48" y="6"/>
                  </a:lnTo>
                  <a:lnTo>
                    <a:pt x="36" y="6"/>
                  </a:lnTo>
                  <a:lnTo>
                    <a:pt x="36" y="30"/>
                  </a:lnTo>
                  <a:close/>
                </a:path>
              </a:pathLst>
            </a:custGeom>
            <a:solidFill>
              <a:srgbClr val="FF7F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506" name="Freeform 242">
              <a:extLst>
                <a:ext uri="{FF2B5EF4-FFF2-40B4-BE49-F238E27FC236}">
                  <a16:creationId xmlns:a16="http://schemas.microsoft.com/office/drawing/2014/main" id="{6AE151E4-0DC4-06D8-ED15-6BC44DCEF0F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04" y="3220"/>
              <a:ext cx="60" cy="31"/>
            </a:xfrm>
            <a:custGeom>
              <a:avLst/>
              <a:gdLst/>
              <a:ahLst/>
              <a:cxnLst>
                <a:cxn ang="0">
                  <a:pos x="6" y="30"/>
                </a:cxn>
                <a:cxn ang="0">
                  <a:pos x="18" y="30"/>
                </a:cxn>
                <a:cxn ang="0">
                  <a:pos x="30" y="30"/>
                </a:cxn>
                <a:cxn ang="0">
                  <a:pos x="24" y="6"/>
                </a:cxn>
                <a:cxn ang="0">
                  <a:pos x="12" y="6"/>
                </a:cxn>
                <a:cxn ang="0">
                  <a:pos x="0" y="6"/>
                </a:cxn>
                <a:cxn ang="0">
                  <a:pos x="6" y="30"/>
                </a:cxn>
                <a:cxn ang="0">
                  <a:pos x="42" y="30"/>
                </a:cxn>
                <a:cxn ang="0">
                  <a:pos x="54" y="24"/>
                </a:cxn>
                <a:cxn ang="0">
                  <a:pos x="60" y="24"/>
                </a:cxn>
                <a:cxn ang="0">
                  <a:pos x="60" y="0"/>
                </a:cxn>
                <a:cxn ang="0">
                  <a:pos x="48" y="0"/>
                </a:cxn>
                <a:cxn ang="0">
                  <a:pos x="36" y="6"/>
                </a:cxn>
                <a:cxn ang="0">
                  <a:pos x="42" y="30"/>
                </a:cxn>
              </a:cxnLst>
              <a:rect l="0" t="0" r="r" b="b"/>
              <a:pathLst>
                <a:path w="60" h="30">
                  <a:moveTo>
                    <a:pt x="6" y="30"/>
                  </a:moveTo>
                  <a:lnTo>
                    <a:pt x="18" y="30"/>
                  </a:lnTo>
                  <a:lnTo>
                    <a:pt x="30" y="30"/>
                  </a:lnTo>
                  <a:lnTo>
                    <a:pt x="24" y="6"/>
                  </a:lnTo>
                  <a:lnTo>
                    <a:pt x="12" y="6"/>
                  </a:lnTo>
                  <a:lnTo>
                    <a:pt x="0" y="6"/>
                  </a:lnTo>
                  <a:lnTo>
                    <a:pt x="6" y="30"/>
                  </a:lnTo>
                  <a:close/>
                  <a:moveTo>
                    <a:pt x="42" y="30"/>
                  </a:moveTo>
                  <a:lnTo>
                    <a:pt x="54" y="24"/>
                  </a:lnTo>
                  <a:lnTo>
                    <a:pt x="60" y="24"/>
                  </a:lnTo>
                  <a:lnTo>
                    <a:pt x="60" y="0"/>
                  </a:lnTo>
                  <a:lnTo>
                    <a:pt x="48" y="0"/>
                  </a:lnTo>
                  <a:lnTo>
                    <a:pt x="36" y="6"/>
                  </a:lnTo>
                  <a:lnTo>
                    <a:pt x="42" y="30"/>
                  </a:lnTo>
                  <a:close/>
                </a:path>
              </a:pathLst>
            </a:custGeom>
            <a:solidFill>
              <a:srgbClr val="FF7F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507" name="Freeform 243">
              <a:extLst>
                <a:ext uri="{FF2B5EF4-FFF2-40B4-BE49-F238E27FC236}">
                  <a16:creationId xmlns:a16="http://schemas.microsoft.com/office/drawing/2014/main" id="{021A0814-9753-180D-734F-3C898E83364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77" y="3220"/>
              <a:ext cx="48" cy="23"/>
            </a:xfrm>
            <a:custGeom>
              <a:avLst/>
              <a:gdLst/>
              <a:ahLst/>
              <a:cxnLst>
                <a:cxn ang="0">
                  <a:pos x="0" y="24"/>
                </a:cxn>
                <a:cxn ang="0">
                  <a:pos x="12" y="24"/>
                </a:cxn>
                <a:cxn ang="0">
                  <a:pos x="24" y="24"/>
                </a:cxn>
                <a:cxn ang="0">
                  <a:pos x="24" y="0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0" y="24"/>
                </a:cxn>
                <a:cxn ang="0">
                  <a:pos x="36" y="24"/>
                </a:cxn>
                <a:cxn ang="0">
                  <a:pos x="48" y="24"/>
                </a:cxn>
                <a:cxn ang="0">
                  <a:pos x="48" y="0"/>
                </a:cxn>
                <a:cxn ang="0">
                  <a:pos x="36" y="0"/>
                </a:cxn>
                <a:cxn ang="0">
                  <a:pos x="36" y="24"/>
                </a:cxn>
              </a:cxnLst>
              <a:rect l="0" t="0" r="r" b="b"/>
              <a:pathLst>
                <a:path w="48" h="24">
                  <a:moveTo>
                    <a:pt x="0" y="24"/>
                  </a:moveTo>
                  <a:lnTo>
                    <a:pt x="12" y="24"/>
                  </a:lnTo>
                  <a:lnTo>
                    <a:pt x="24" y="24"/>
                  </a:lnTo>
                  <a:lnTo>
                    <a:pt x="24" y="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0" y="24"/>
                  </a:lnTo>
                  <a:close/>
                  <a:moveTo>
                    <a:pt x="36" y="24"/>
                  </a:moveTo>
                  <a:lnTo>
                    <a:pt x="48" y="24"/>
                  </a:lnTo>
                  <a:lnTo>
                    <a:pt x="48" y="0"/>
                  </a:lnTo>
                  <a:lnTo>
                    <a:pt x="36" y="0"/>
                  </a:lnTo>
                  <a:lnTo>
                    <a:pt x="36" y="24"/>
                  </a:lnTo>
                  <a:close/>
                </a:path>
              </a:pathLst>
            </a:custGeom>
            <a:solidFill>
              <a:srgbClr val="FF7F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508" name="Freeform 244">
              <a:extLst>
                <a:ext uri="{FF2B5EF4-FFF2-40B4-BE49-F238E27FC236}">
                  <a16:creationId xmlns:a16="http://schemas.microsoft.com/office/drawing/2014/main" id="{1F435FAE-02EF-335D-2ED0-6984CEC0244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25" y="3220"/>
              <a:ext cx="11" cy="23"/>
            </a:xfrm>
            <a:custGeom>
              <a:avLst/>
              <a:gdLst/>
              <a:ahLst/>
              <a:cxnLst>
                <a:cxn ang="0">
                  <a:pos x="0" y="24"/>
                </a:cxn>
                <a:cxn ang="0">
                  <a:pos x="12" y="24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0" y="24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2"/>
                </a:cxn>
                <a:cxn ang="0">
                  <a:pos x="0" y="0"/>
                </a:cxn>
              </a:cxnLst>
              <a:rect l="0" t="0" r="r" b="b"/>
              <a:pathLst>
                <a:path w="12" h="24">
                  <a:moveTo>
                    <a:pt x="0" y="24"/>
                  </a:moveTo>
                  <a:lnTo>
                    <a:pt x="12" y="24"/>
                  </a:lnTo>
                  <a:lnTo>
                    <a:pt x="12" y="0"/>
                  </a:lnTo>
                  <a:lnTo>
                    <a:pt x="0" y="0"/>
                  </a:lnTo>
                  <a:lnTo>
                    <a:pt x="0" y="24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7F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509" name="Freeform 245">
              <a:extLst>
                <a:ext uri="{FF2B5EF4-FFF2-40B4-BE49-F238E27FC236}">
                  <a16:creationId xmlns:a16="http://schemas.microsoft.com/office/drawing/2014/main" id="{A3EC148C-8201-3D42-83C6-2A96612BCE2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2" y="3220"/>
              <a:ext cx="60" cy="23"/>
            </a:xfrm>
            <a:custGeom>
              <a:avLst/>
              <a:gdLst/>
              <a:ahLst/>
              <a:cxnLst>
                <a:cxn ang="0">
                  <a:pos x="0" y="24"/>
                </a:cxn>
                <a:cxn ang="0">
                  <a:pos x="12" y="24"/>
                </a:cxn>
                <a:cxn ang="0">
                  <a:pos x="24" y="24"/>
                </a:cxn>
                <a:cxn ang="0">
                  <a:pos x="24" y="0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0" y="24"/>
                </a:cxn>
                <a:cxn ang="0">
                  <a:pos x="36" y="24"/>
                </a:cxn>
                <a:cxn ang="0">
                  <a:pos x="48" y="24"/>
                </a:cxn>
                <a:cxn ang="0">
                  <a:pos x="60" y="24"/>
                </a:cxn>
                <a:cxn ang="0">
                  <a:pos x="60" y="0"/>
                </a:cxn>
                <a:cxn ang="0">
                  <a:pos x="48" y="0"/>
                </a:cxn>
                <a:cxn ang="0">
                  <a:pos x="36" y="0"/>
                </a:cxn>
                <a:cxn ang="0">
                  <a:pos x="36" y="24"/>
                </a:cxn>
              </a:cxnLst>
              <a:rect l="0" t="0" r="r" b="b"/>
              <a:pathLst>
                <a:path w="60" h="24">
                  <a:moveTo>
                    <a:pt x="0" y="24"/>
                  </a:moveTo>
                  <a:lnTo>
                    <a:pt x="12" y="24"/>
                  </a:lnTo>
                  <a:lnTo>
                    <a:pt x="24" y="24"/>
                  </a:lnTo>
                  <a:lnTo>
                    <a:pt x="24" y="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0" y="24"/>
                  </a:lnTo>
                  <a:close/>
                  <a:moveTo>
                    <a:pt x="36" y="24"/>
                  </a:moveTo>
                  <a:lnTo>
                    <a:pt x="48" y="24"/>
                  </a:lnTo>
                  <a:lnTo>
                    <a:pt x="60" y="24"/>
                  </a:lnTo>
                  <a:lnTo>
                    <a:pt x="60" y="0"/>
                  </a:lnTo>
                  <a:lnTo>
                    <a:pt x="48" y="0"/>
                  </a:lnTo>
                  <a:lnTo>
                    <a:pt x="36" y="0"/>
                  </a:lnTo>
                  <a:lnTo>
                    <a:pt x="36" y="24"/>
                  </a:lnTo>
                  <a:close/>
                </a:path>
              </a:pathLst>
            </a:custGeom>
            <a:solidFill>
              <a:srgbClr val="FF7F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510" name="Freeform 246">
              <a:extLst>
                <a:ext uri="{FF2B5EF4-FFF2-40B4-BE49-F238E27FC236}">
                  <a16:creationId xmlns:a16="http://schemas.microsoft.com/office/drawing/2014/main" id="{2CFC1729-B17B-BB13-03A6-E08F5E04841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14" y="3226"/>
              <a:ext cx="53" cy="31"/>
            </a:xfrm>
            <a:custGeom>
              <a:avLst/>
              <a:gdLst/>
              <a:ahLst/>
              <a:cxnLst>
                <a:cxn ang="0">
                  <a:pos x="0" y="24"/>
                </a:cxn>
                <a:cxn ang="0">
                  <a:pos x="18" y="24"/>
                </a:cxn>
                <a:cxn ang="0">
                  <a:pos x="23" y="0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0" y="24"/>
                </a:cxn>
                <a:cxn ang="0">
                  <a:pos x="29" y="24"/>
                </a:cxn>
                <a:cxn ang="0">
                  <a:pos x="41" y="30"/>
                </a:cxn>
                <a:cxn ang="0">
                  <a:pos x="53" y="30"/>
                </a:cxn>
                <a:cxn ang="0">
                  <a:pos x="53" y="6"/>
                </a:cxn>
                <a:cxn ang="0">
                  <a:pos x="47" y="6"/>
                </a:cxn>
                <a:cxn ang="0">
                  <a:pos x="35" y="0"/>
                </a:cxn>
                <a:cxn ang="0">
                  <a:pos x="29" y="24"/>
                </a:cxn>
              </a:cxnLst>
              <a:rect l="0" t="0" r="r" b="b"/>
              <a:pathLst>
                <a:path w="53" h="30">
                  <a:moveTo>
                    <a:pt x="0" y="24"/>
                  </a:moveTo>
                  <a:lnTo>
                    <a:pt x="18" y="24"/>
                  </a:lnTo>
                  <a:lnTo>
                    <a:pt x="23" y="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0" y="24"/>
                  </a:lnTo>
                  <a:close/>
                  <a:moveTo>
                    <a:pt x="29" y="24"/>
                  </a:moveTo>
                  <a:lnTo>
                    <a:pt x="41" y="30"/>
                  </a:lnTo>
                  <a:lnTo>
                    <a:pt x="53" y="30"/>
                  </a:lnTo>
                  <a:lnTo>
                    <a:pt x="53" y="6"/>
                  </a:lnTo>
                  <a:lnTo>
                    <a:pt x="47" y="6"/>
                  </a:lnTo>
                  <a:lnTo>
                    <a:pt x="35" y="0"/>
                  </a:lnTo>
                  <a:lnTo>
                    <a:pt x="29" y="24"/>
                  </a:lnTo>
                  <a:close/>
                </a:path>
              </a:pathLst>
            </a:custGeom>
            <a:solidFill>
              <a:srgbClr val="FF7F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511" name="Freeform 247">
              <a:extLst>
                <a:ext uri="{FF2B5EF4-FFF2-40B4-BE49-F238E27FC236}">
                  <a16:creationId xmlns:a16="http://schemas.microsoft.com/office/drawing/2014/main" id="{E6D54438-5E85-5F67-78B3-B920E2122C6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80" y="3232"/>
              <a:ext cx="59" cy="36"/>
            </a:xfrm>
            <a:custGeom>
              <a:avLst/>
              <a:gdLst/>
              <a:ahLst/>
              <a:cxnLst>
                <a:cxn ang="0">
                  <a:pos x="0" y="24"/>
                </a:cxn>
                <a:cxn ang="0">
                  <a:pos x="12" y="30"/>
                </a:cxn>
                <a:cxn ang="0">
                  <a:pos x="18" y="30"/>
                </a:cxn>
                <a:cxn ang="0">
                  <a:pos x="24" y="6"/>
                </a:cxn>
                <a:cxn ang="0">
                  <a:pos x="12" y="6"/>
                </a:cxn>
                <a:cxn ang="0">
                  <a:pos x="0" y="0"/>
                </a:cxn>
                <a:cxn ang="0">
                  <a:pos x="0" y="24"/>
                </a:cxn>
                <a:cxn ang="0">
                  <a:pos x="30" y="30"/>
                </a:cxn>
                <a:cxn ang="0">
                  <a:pos x="42" y="36"/>
                </a:cxn>
                <a:cxn ang="0">
                  <a:pos x="54" y="36"/>
                </a:cxn>
                <a:cxn ang="0">
                  <a:pos x="60" y="12"/>
                </a:cxn>
                <a:cxn ang="0">
                  <a:pos x="48" y="12"/>
                </a:cxn>
                <a:cxn ang="0">
                  <a:pos x="36" y="6"/>
                </a:cxn>
                <a:cxn ang="0">
                  <a:pos x="30" y="30"/>
                </a:cxn>
              </a:cxnLst>
              <a:rect l="0" t="0" r="r" b="b"/>
              <a:pathLst>
                <a:path w="60" h="36">
                  <a:moveTo>
                    <a:pt x="0" y="24"/>
                  </a:moveTo>
                  <a:lnTo>
                    <a:pt x="12" y="30"/>
                  </a:lnTo>
                  <a:lnTo>
                    <a:pt x="18" y="30"/>
                  </a:lnTo>
                  <a:lnTo>
                    <a:pt x="24" y="6"/>
                  </a:lnTo>
                  <a:lnTo>
                    <a:pt x="12" y="6"/>
                  </a:lnTo>
                  <a:lnTo>
                    <a:pt x="0" y="0"/>
                  </a:lnTo>
                  <a:lnTo>
                    <a:pt x="0" y="24"/>
                  </a:lnTo>
                  <a:close/>
                  <a:moveTo>
                    <a:pt x="30" y="30"/>
                  </a:moveTo>
                  <a:lnTo>
                    <a:pt x="42" y="36"/>
                  </a:lnTo>
                  <a:lnTo>
                    <a:pt x="54" y="36"/>
                  </a:lnTo>
                  <a:lnTo>
                    <a:pt x="60" y="12"/>
                  </a:lnTo>
                  <a:lnTo>
                    <a:pt x="48" y="12"/>
                  </a:lnTo>
                  <a:lnTo>
                    <a:pt x="36" y="6"/>
                  </a:lnTo>
                  <a:lnTo>
                    <a:pt x="30" y="30"/>
                  </a:lnTo>
                  <a:close/>
                </a:path>
              </a:pathLst>
            </a:custGeom>
            <a:solidFill>
              <a:srgbClr val="FF7F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512" name="Freeform 248">
              <a:extLst>
                <a:ext uri="{FF2B5EF4-FFF2-40B4-BE49-F238E27FC236}">
                  <a16:creationId xmlns:a16="http://schemas.microsoft.com/office/drawing/2014/main" id="{3936877E-604C-8900-C669-75C7A178ECB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39" y="3251"/>
              <a:ext cx="66" cy="41"/>
            </a:xfrm>
            <a:custGeom>
              <a:avLst/>
              <a:gdLst/>
              <a:ahLst/>
              <a:cxnLst>
                <a:cxn ang="0">
                  <a:pos x="0" y="24"/>
                </a:cxn>
                <a:cxn ang="0">
                  <a:pos x="12" y="24"/>
                </a:cxn>
                <a:cxn ang="0">
                  <a:pos x="24" y="30"/>
                </a:cxn>
                <a:cxn ang="0">
                  <a:pos x="30" y="6"/>
                </a:cxn>
                <a:cxn ang="0">
                  <a:pos x="18" y="6"/>
                </a:cxn>
                <a:cxn ang="0">
                  <a:pos x="6" y="0"/>
                </a:cxn>
                <a:cxn ang="0">
                  <a:pos x="0" y="24"/>
                </a:cxn>
                <a:cxn ang="0">
                  <a:pos x="36" y="30"/>
                </a:cxn>
                <a:cxn ang="0">
                  <a:pos x="48" y="35"/>
                </a:cxn>
                <a:cxn ang="0">
                  <a:pos x="54" y="41"/>
                </a:cxn>
                <a:cxn ang="0">
                  <a:pos x="66" y="18"/>
                </a:cxn>
                <a:cxn ang="0">
                  <a:pos x="54" y="18"/>
                </a:cxn>
                <a:cxn ang="0">
                  <a:pos x="42" y="12"/>
                </a:cxn>
                <a:cxn ang="0">
                  <a:pos x="36" y="30"/>
                </a:cxn>
              </a:cxnLst>
              <a:rect l="0" t="0" r="r" b="b"/>
              <a:pathLst>
                <a:path w="66" h="41">
                  <a:moveTo>
                    <a:pt x="0" y="24"/>
                  </a:moveTo>
                  <a:lnTo>
                    <a:pt x="12" y="24"/>
                  </a:lnTo>
                  <a:lnTo>
                    <a:pt x="24" y="30"/>
                  </a:lnTo>
                  <a:lnTo>
                    <a:pt x="30" y="6"/>
                  </a:lnTo>
                  <a:lnTo>
                    <a:pt x="18" y="6"/>
                  </a:lnTo>
                  <a:lnTo>
                    <a:pt x="6" y="0"/>
                  </a:lnTo>
                  <a:lnTo>
                    <a:pt x="0" y="24"/>
                  </a:lnTo>
                  <a:close/>
                  <a:moveTo>
                    <a:pt x="36" y="30"/>
                  </a:moveTo>
                  <a:lnTo>
                    <a:pt x="48" y="35"/>
                  </a:lnTo>
                  <a:lnTo>
                    <a:pt x="54" y="41"/>
                  </a:lnTo>
                  <a:lnTo>
                    <a:pt x="66" y="18"/>
                  </a:lnTo>
                  <a:lnTo>
                    <a:pt x="54" y="18"/>
                  </a:lnTo>
                  <a:lnTo>
                    <a:pt x="42" y="12"/>
                  </a:lnTo>
                  <a:lnTo>
                    <a:pt x="36" y="30"/>
                  </a:lnTo>
                  <a:close/>
                </a:path>
              </a:pathLst>
            </a:custGeom>
            <a:solidFill>
              <a:srgbClr val="FF7F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513" name="Freeform 249">
              <a:extLst>
                <a:ext uri="{FF2B5EF4-FFF2-40B4-BE49-F238E27FC236}">
                  <a16:creationId xmlns:a16="http://schemas.microsoft.com/office/drawing/2014/main" id="{DCD29439-42C8-F413-592F-FD51F68BA63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05" y="3274"/>
              <a:ext cx="60" cy="47"/>
            </a:xfrm>
            <a:custGeom>
              <a:avLst/>
              <a:gdLst/>
              <a:ahLst/>
              <a:cxnLst>
                <a:cxn ang="0">
                  <a:pos x="0" y="17"/>
                </a:cxn>
                <a:cxn ang="0">
                  <a:pos x="12" y="23"/>
                </a:cxn>
                <a:cxn ang="0">
                  <a:pos x="18" y="29"/>
                </a:cxn>
                <a:cxn ang="0">
                  <a:pos x="30" y="11"/>
                </a:cxn>
                <a:cxn ang="0">
                  <a:pos x="18" y="6"/>
                </a:cxn>
                <a:cxn ang="0">
                  <a:pos x="6" y="0"/>
                </a:cxn>
                <a:cxn ang="0">
                  <a:pos x="0" y="17"/>
                </a:cxn>
                <a:cxn ang="0">
                  <a:pos x="24" y="35"/>
                </a:cxn>
                <a:cxn ang="0">
                  <a:pos x="36" y="41"/>
                </a:cxn>
                <a:cxn ang="0">
                  <a:pos x="42" y="47"/>
                </a:cxn>
                <a:cxn ang="0">
                  <a:pos x="60" y="29"/>
                </a:cxn>
                <a:cxn ang="0">
                  <a:pos x="48" y="23"/>
                </a:cxn>
                <a:cxn ang="0">
                  <a:pos x="36" y="17"/>
                </a:cxn>
                <a:cxn ang="0">
                  <a:pos x="24" y="35"/>
                </a:cxn>
              </a:cxnLst>
              <a:rect l="0" t="0" r="r" b="b"/>
              <a:pathLst>
                <a:path w="60" h="47">
                  <a:moveTo>
                    <a:pt x="0" y="17"/>
                  </a:moveTo>
                  <a:lnTo>
                    <a:pt x="12" y="23"/>
                  </a:lnTo>
                  <a:lnTo>
                    <a:pt x="18" y="29"/>
                  </a:lnTo>
                  <a:lnTo>
                    <a:pt x="30" y="11"/>
                  </a:lnTo>
                  <a:lnTo>
                    <a:pt x="18" y="6"/>
                  </a:lnTo>
                  <a:lnTo>
                    <a:pt x="6" y="0"/>
                  </a:lnTo>
                  <a:lnTo>
                    <a:pt x="0" y="17"/>
                  </a:lnTo>
                  <a:close/>
                  <a:moveTo>
                    <a:pt x="24" y="35"/>
                  </a:moveTo>
                  <a:lnTo>
                    <a:pt x="36" y="41"/>
                  </a:lnTo>
                  <a:lnTo>
                    <a:pt x="42" y="47"/>
                  </a:lnTo>
                  <a:lnTo>
                    <a:pt x="60" y="29"/>
                  </a:lnTo>
                  <a:lnTo>
                    <a:pt x="48" y="23"/>
                  </a:lnTo>
                  <a:lnTo>
                    <a:pt x="36" y="17"/>
                  </a:lnTo>
                  <a:lnTo>
                    <a:pt x="24" y="35"/>
                  </a:lnTo>
                  <a:close/>
                </a:path>
              </a:pathLst>
            </a:custGeom>
            <a:solidFill>
              <a:srgbClr val="FF7F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514" name="Freeform 250">
              <a:extLst>
                <a:ext uri="{FF2B5EF4-FFF2-40B4-BE49-F238E27FC236}">
                  <a16:creationId xmlns:a16="http://schemas.microsoft.com/office/drawing/2014/main" id="{B3B008A7-8BED-06B0-663E-19D074C7402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53" y="3309"/>
              <a:ext cx="48" cy="60"/>
            </a:xfrm>
            <a:custGeom>
              <a:avLst/>
              <a:gdLst/>
              <a:ahLst/>
              <a:cxnLst>
                <a:cxn ang="0">
                  <a:pos x="0" y="18"/>
                </a:cxn>
                <a:cxn ang="0">
                  <a:pos x="18" y="36"/>
                </a:cxn>
                <a:cxn ang="0">
                  <a:pos x="36" y="18"/>
                </a:cxn>
                <a:cxn ang="0">
                  <a:pos x="18" y="0"/>
                </a:cxn>
                <a:cxn ang="0">
                  <a:pos x="0" y="18"/>
                </a:cxn>
                <a:cxn ang="0">
                  <a:pos x="18" y="42"/>
                </a:cxn>
                <a:cxn ang="0">
                  <a:pos x="24" y="54"/>
                </a:cxn>
                <a:cxn ang="0">
                  <a:pos x="24" y="60"/>
                </a:cxn>
                <a:cxn ang="0">
                  <a:pos x="48" y="54"/>
                </a:cxn>
                <a:cxn ang="0">
                  <a:pos x="48" y="42"/>
                </a:cxn>
                <a:cxn ang="0">
                  <a:pos x="42" y="30"/>
                </a:cxn>
                <a:cxn ang="0">
                  <a:pos x="18" y="42"/>
                </a:cxn>
              </a:cxnLst>
              <a:rect l="0" t="0" r="r" b="b"/>
              <a:pathLst>
                <a:path w="48" h="60">
                  <a:moveTo>
                    <a:pt x="0" y="18"/>
                  </a:moveTo>
                  <a:lnTo>
                    <a:pt x="18" y="36"/>
                  </a:lnTo>
                  <a:lnTo>
                    <a:pt x="36" y="18"/>
                  </a:lnTo>
                  <a:lnTo>
                    <a:pt x="18" y="0"/>
                  </a:lnTo>
                  <a:lnTo>
                    <a:pt x="0" y="18"/>
                  </a:lnTo>
                  <a:close/>
                  <a:moveTo>
                    <a:pt x="18" y="42"/>
                  </a:moveTo>
                  <a:lnTo>
                    <a:pt x="24" y="54"/>
                  </a:lnTo>
                  <a:lnTo>
                    <a:pt x="24" y="60"/>
                  </a:lnTo>
                  <a:lnTo>
                    <a:pt x="48" y="54"/>
                  </a:lnTo>
                  <a:lnTo>
                    <a:pt x="48" y="42"/>
                  </a:lnTo>
                  <a:lnTo>
                    <a:pt x="42" y="30"/>
                  </a:lnTo>
                  <a:lnTo>
                    <a:pt x="18" y="42"/>
                  </a:lnTo>
                  <a:close/>
                </a:path>
              </a:pathLst>
            </a:custGeom>
            <a:solidFill>
              <a:srgbClr val="FF7F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515" name="Freeform 251">
              <a:extLst>
                <a:ext uri="{FF2B5EF4-FFF2-40B4-BE49-F238E27FC236}">
                  <a16:creationId xmlns:a16="http://schemas.microsoft.com/office/drawing/2014/main" id="{AD823CFF-BAA8-B003-C54A-7EC4A6F3861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1" y="3357"/>
              <a:ext cx="42" cy="36"/>
            </a:xfrm>
            <a:custGeom>
              <a:avLst/>
              <a:gdLst/>
              <a:ahLst/>
              <a:cxnLst>
                <a:cxn ang="0">
                  <a:pos x="0" y="18"/>
                </a:cxn>
                <a:cxn ang="0">
                  <a:pos x="6" y="6"/>
                </a:cxn>
                <a:cxn ang="0">
                  <a:pos x="24" y="0"/>
                </a:cxn>
                <a:cxn ang="0">
                  <a:pos x="36" y="6"/>
                </a:cxn>
                <a:cxn ang="0">
                  <a:pos x="42" y="18"/>
                </a:cxn>
                <a:cxn ang="0">
                  <a:pos x="36" y="30"/>
                </a:cxn>
                <a:cxn ang="0">
                  <a:pos x="24" y="36"/>
                </a:cxn>
                <a:cxn ang="0">
                  <a:pos x="6" y="30"/>
                </a:cxn>
                <a:cxn ang="0">
                  <a:pos x="0" y="18"/>
                </a:cxn>
                <a:cxn ang="0">
                  <a:pos x="0" y="18"/>
                </a:cxn>
              </a:cxnLst>
              <a:rect l="0" t="0" r="r" b="b"/>
              <a:pathLst>
                <a:path w="42" h="36">
                  <a:moveTo>
                    <a:pt x="0" y="18"/>
                  </a:moveTo>
                  <a:lnTo>
                    <a:pt x="6" y="6"/>
                  </a:lnTo>
                  <a:lnTo>
                    <a:pt x="24" y="0"/>
                  </a:lnTo>
                  <a:lnTo>
                    <a:pt x="36" y="6"/>
                  </a:lnTo>
                  <a:lnTo>
                    <a:pt x="42" y="18"/>
                  </a:lnTo>
                  <a:lnTo>
                    <a:pt x="36" y="30"/>
                  </a:lnTo>
                  <a:lnTo>
                    <a:pt x="24" y="36"/>
                  </a:lnTo>
                  <a:lnTo>
                    <a:pt x="6" y="30"/>
                  </a:lnTo>
                  <a:lnTo>
                    <a:pt x="0" y="18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516" name="Freeform 252">
              <a:extLst>
                <a:ext uri="{FF2B5EF4-FFF2-40B4-BE49-F238E27FC236}">
                  <a16:creationId xmlns:a16="http://schemas.microsoft.com/office/drawing/2014/main" id="{259F446E-CB8A-F5B8-D7B1-0A50DD5B459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1" y="3357"/>
              <a:ext cx="26" cy="17"/>
            </a:xfrm>
            <a:custGeom>
              <a:avLst/>
              <a:gdLst/>
              <a:ahLst/>
              <a:cxnLst>
                <a:cxn ang="0">
                  <a:pos x="0" y="18"/>
                </a:cxn>
                <a:cxn ang="0">
                  <a:pos x="6" y="6"/>
                </a:cxn>
                <a:cxn ang="0">
                  <a:pos x="24" y="0"/>
                </a:cxn>
                <a:cxn ang="0">
                  <a:pos x="24" y="0"/>
                </a:cxn>
                <a:cxn ang="0">
                  <a:pos x="6" y="6"/>
                </a:cxn>
                <a:cxn ang="0">
                  <a:pos x="0" y="18"/>
                </a:cxn>
                <a:cxn ang="0">
                  <a:pos x="0" y="18"/>
                </a:cxn>
              </a:cxnLst>
              <a:rect l="0" t="0" r="r" b="b"/>
              <a:pathLst>
                <a:path w="24" h="18">
                  <a:moveTo>
                    <a:pt x="0" y="18"/>
                  </a:moveTo>
                  <a:lnTo>
                    <a:pt x="6" y="6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6" y="6"/>
                  </a:lnTo>
                  <a:lnTo>
                    <a:pt x="0" y="18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517" name="Freeform 253">
              <a:extLst>
                <a:ext uri="{FF2B5EF4-FFF2-40B4-BE49-F238E27FC236}">
                  <a16:creationId xmlns:a16="http://schemas.microsoft.com/office/drawing/2014/main" id="{D26FF565-A5E0-1D54-C77B-AE845A9C387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5" y="3357"/>
              <a:ext cx="17" cy="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" y="6"/>
                </a:cxn>
                <a:cxn ang="0">
                  <a:pos x="18" y="18"/>
                </a:cxn>
                <a:cxn ang="0">
                  <a:pos x="18" y="18"/>
                </a:cxn>
                <a:cxn ang="0">
                  <a:pos x="12" y="6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8" h="18">
                  <a:moveTo>
                    <a:pt x="0" y="0"/>
                  </a:moveTo>
                  <a:lnTo>
                    <a:pt x="12" y="6"/>
                  </a:lnTo>
                  <a:lnTo>
                    <a:pt x="18" y="18"/>
                  </a:lnTo>
                  <a:lnTo>
                    <a:pt x="18" y="18"/>
                  </a:lnTo>
                  <a:lnTo>
                    <a:pt x="12" y="6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518" name="Freeform 254">
              <a:extLst>
                <a:ext uri="{FF2B5EF4-FFF2-40B4-BE49-F238E27FC236}">
                  <a16:creationId xmlns:a16="http://schemas.microsoft.com/office/drawing/2014/main" id="{9D42FD65-A084-76B9-18BC-4DB0A37D51E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5" y="3374"/>
              <a:ext cx="17" cy="19"/>
            </a:xfrm>
            <a:custGeom>
              <a:avLst/>
              <a:gdLst/>
              <a:ahLst/>
              <a:cxnLst>
                <a:cxn ang="0">
                  <a:pos x="18" y="0"/>
                </a:cxn>
                <a:cxn ang="0">
                  <a:pos x="12" y="12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12" y="12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</a:cxnLst>
              <a:rect l="0" t="0" r="r" b="b"/>
              <a:pathLst>
                <a:path w="18" h="18">
                  <a:moveTo>
                    <a:pt x="18" y="0"/>
                  </a:moveTo>
                  <a:lnTo>
                    <a:pt x="12" y="12"/>
                  </a:lnTo>
                  <a:lnTo>
                    <a:pt x="0" y="18"/>
                  </a:lnTo>
                  <a:lnTo>
                    <a:pt x="0" y="18"/>
                  </a:lnTo>
                  <a:lnTo>
                    <a:pt x="12" y="12"/>
                  </a:lnTo>
                  <a:lnTo>
                    <a:pt x="18" y="0"/>
                  </a:lnTo>
                  <a:lnTo>
                    <a:pt x="18" y="0"/>
                  </a:lnTo>
                  <a:close/>
                  <a:moveTo>
                    <a:pt x="18" y="0"/>
                  </a:moveTo>
                  <a:lnTo>
                    <a:pt x="18" y="0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519" name="Freeform 255">
              <a:extLst>
                <a:ext uri="{FF2B5EF4-FFF2-40B4-BE49-F238E27FC236}">
                  <a16:creationId xmlns:a16="http://schemas.microsoft.com/office/drawing/2014/main" id="{F465A2DA-419E-6C2D-2A6A-7AD41C416A6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41" y="3374"/>
              <a:ext cx="26" cy="19"/>
            </a:xfrm>
            <a:custGeom>
              <a:avLst/>
              <a:gdLst/>
              <a:ahLst/>
              <a:cxnLst>
                <a:cxn ang="0">
                  <a:pos x="24" y="18"/>
                </a:cxn>
                <a:cxn ang="0">
                  <a:pos x="6" y="12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6" y="12"/>
                </a:cxn>
                <a:cxn ang="0">
                  <a:pos x="24" y="18"/>
                </a:cxn>
                <a:cxn ang="0">
                  <a:pos x="24" y="18"/>
                </a:cxn>
                <a:cxn ang="0">
                  <a:pos x="24" y="18"/>
                </a:cxn>
                <a:cxn ang="0">
                  <a:pos x="24" y="18"/>
                </a:cxn>
                <a:cxn ang="0">
                  <a:pos x="24" y="18"/>
                </a:cxn>
              </a:cxnLst>
              <a:rect l="0" t="0" r="r" b="b"/>
              <a:pathLst>
                <a:path w="24" h="18">
                  <a:moveTo>
                    <a:pt x="24" y="18"/>
                  </a:moveTo>
                  <a:lnTo>
                    <a:pt x="6" y="12"/>
                  </a:lnTo>
                  <a:lnTo>
                    <a:pt x="0" y="0"/>
                  </a:lnTo>
                  <a:lnTo>
                    <a:pt x="0" y="0"/>
                  </a:lnTo>
                  <a:lnTo>
                    <a:pt x="6" y="12"/>
                  </a:lnTo>
                  <a:lnTo>
                    <a:pt x="24" y="18"/>
                  </a:lnTo>
                  <a:lnTo>
                    <a:pt x="24" y="18"/>
                  </a:lnTo>
                  <a:close/>
                  <a:moveTo>
                    <a:pt x="24" y="18"/>
                  </a:moveTo>
                  <a:lnTo>
                    <a:pt x="24" y="18"/>
                  </a:lnTo>
                  <a:lnTo>
                    <a:pt x="24" y="1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520" name="Freeform 256">
              <a:extLst>
                <a:ext uri="{FF2B5EF4-FFF2-40B4-BE49-F238E27FC236}">
                  <a16:creationId xmlns:a16="http://schemas.microsoft.com/office/drawing/2014/main" id="{7B6F0A8B-750D-CFC6-7C46-1DF9E051109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1" y="3374"/>
              <a:ext cx="1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521" name="Line 257">
              <a:extLst>
                <a:ext uri="{FF2B5EF4-FFF2-40B4-BE49-F238E27FC236}">
                  <a16:creationId xmlns:a16="http://schemas.microsoft.com/office/drawing/2014/main" id="{0DE87A51-4401-9BB1-ED69-6EB219F3A0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3" y="3374"/>
              <a:ext cx="724" cy="0"/>
            </a:xfrm>
            <a:prstGeom prst="line">
              <a:avLst/>
            </a:prstGeom>
            <a:noFill/>
            <a:ln w="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522" name="Rectangle 258">
              <a:extLst>
                <a:ext uri="{FF2B5EF4-FFF2-40B4-BE49-F238E27FC236}">
                  <a16:creationId xmlns:a16="http://schemas.microsoft.com/office/drawing/2014/main" id="{2248EE43-2814-8C7C-60F9-43AC64F808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3" y="3363"/>
              <a:ext cx="26" cy="25"/>
            </a:xfrm>
            <a:prstGeom prst="rect">
              <a:avLst/>
            </a:prstGeom>
            <a:solidFill>
              <a:srgbClr val="FF7F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523" name="Freeform 259">
              <a:extLst>
                <a:ext uri="{FF2B5EF4-FFF2-40B4-BE49-F238E27FC236}">
                  <a16:creationId xmlns:a16="http://schemas.microsoft.com/office/drawing/2014/main" id="{416466E1-FD0A-BBDC-0BF9-5A3B9A3E75A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19" y="3363"/>
              <a:ext cx="54" cy="25"/>
            </a:xfrm>
            <a:custGeom>
              <a:avLst/>
              <a:gdLst/>
              <a:ahLst/>
              <a:cxnLst>
                <a:cxn ang="0">
                  <a:pos x="0" y="24"/>
                </a:cxn>
                <a:cxn ang="0">
                  <a:pos x="24" y="24"/>
                </a:cxn>
                <a:cxn ang="0">
                  <a:pos x="24" y="0"/>
                </a:cxn>
                <a:cxn ang="0">
                  <a:pos x="0" y="0"/>
                </a:cxn>
                <a:cxn ang="0">
                  <a:pos x="0" y="24"/>
                </a:cxn>
                <a:cxn ang="0">
                  <a:pos x="36" y="24"/>
                </a:cxn>
                <a:cxn ang="0">
                  <a:pos x="54" y="24"/>
                </a:cxn>
                <a:cxn ang="0">
                  <a:pos x="54" y="0"/>
                </a:cxn>
                <a:cxn ang="0">
                  <a:pos x="36" y="0"/>
                </a:cxn>
                <a:cxn ang="0">
                  <a:pos x="36" y="24"/>
                </a:cxn>
              </a:cxnLst>
              <a:rect l="0" t="0" r="r" b="b"/>
              <a:pathLst>
                <a:path w="54" h="24">
                  <a:moveTo>
                    <a:pt x="0" y="24"/>
                  </a:moveTo>
                  <a:lnTo>
                    <a:pt x="24" y="24"/>
                  </a:lnTo>
                  <a:lnTo>
                    <a:pt x="24" y="0"/>
                  </a:lnTo>
                  <a:lnTo>
                    <a:pt x="0" y="0"/>
                  </a:lnTo>
                  <a:lnTo>
                    <a:pt x="0" y="24"/>
                  </a:lnTo>
                  <a:close/>
                  <a:moveTo>
                    <a:pt x="36" y="24"/>
                  </a:moveTo>
                  <a:lnTo>
                    <a:pt x="54" y="24"/>
                  </a:lnTo>
                  <a:lnTo>
                    <a:pt x="54" y="0"/>
                  </a:lnTo>
                  <a:lnTo>
                    <a:pt x="36" y="0"/>
                  </a:lnTo>
                  <a:lnTo>
                    <a:pt x="36" y="24"/>
                  </a:lnTo>
                  <a:close/>
                </a:path>
              </a:pathLst>
            </a:custGeom>
            <a:solidFill>
              <a:srgbClr val="FF7F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524" name="Freeform 260">
              <a:extLst>
                <a:ext uri="{FF2B5EF4-FFF2-40B4-BE49-F238E27FC236}">
                  <a16:creationId xmlns:a16="http://schemas.microsoft.com/office/drawing/2014/main" id="{C66A56ED-1339-C1B1-527D-D3A4884D9DC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85" y="3363"/>
              <a:ext cx="59" cy="25"/>
            </a:xfrm>
            <a:custGeom>
              <a:avLst/>
              <a:gdLst/>
              <a:ahLst/>
              <a:cxnLst>
                <a:cxn ang="0">
                  <a:pos x="0" y="24"/>
                </a:cxn>
                <a:cxn ang="0">
                  <a:pos x="24" y="24"/>
                </a:cxn>
                <a:cxn ang="0">
                  <a:pos x="24" y="0"/>
                </a:cxn>
                <a:cxn ang="0">
                  <a:pos x="0" y="0"/>
                </a:cxn>
                <a:cxn ang="0">
                  <a:pos x="0" y="24"/>
                </a:cxn>
                <a:cxn ang="0">
                  <a:pos x="36" y="24"/>
                </a:cxn>
                <a:cxn ang="0">
                  <a:pos x="59" y="24"/>
                </a:cxn>
                <a:cxn ang="0">
                  <a:pos x="59" y="0"/>
                </a:cxn>
                <a:cxn ang="0">
                  <a:pos x="36" y="0"/>
                </a:cxn>
                <a:cxn ang="0">
                  <a:pos x="36" y="24"/>
                </a:cxn>
              </a:cxnLst>
              <a:rect l="0" t="0" r="r" b="b"/>
              <a:pathLst>
                <a:path w="59" h="24">
                  <a:moveTo>
                    <a:pt x="0" y="24"/>
                  </a:moveTo>
                  <a:lnTo>
                    <a:pt x="24" y="24"/>
                  </a:lnTo>
                  <a:lnTo>
                    <a:pt x="24" y="0"/>
                  </a:lnTo>
                  <a:lnTo>
                    <a:pt x="0" y="0"/>
                  </a:lnTo>
                  <a:lnTo>
                    <a:pt x="0" y="24"/>
                  </a:lnTo>
                  <a:close/>
                  <a:moveTo>
                    <a:pt x="36" y="24"/>
                  </a:moveTo>
                  <a:lnTo>
                    <a:pt x="59" y="24"/>
                  </a:lnTo>
                  <a:lnTo>
                    <a:pt x="59" y="0"/>
                  </a:lnTo>
                  <a:lnTo>
                    <a:pt x="36" y="0"/>
                  </a:lnTo>
                  <a:lnTo>
                    <a:pt x="36" y="24"/>
                  </a:lnTo>
                  <a:close/>
                </a:path>
              </a:pathLst>
            </a:custGeom>
            <a:solidFill>
              <a:srgbClr val="FF7F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525" name="Freeform 261">
              <a:extLst>
                <a:ext uri="{FF2B5EF4-FFF2-40B4-BE49-F238E27FC236}">
                  <a16:creationId xmlns:a16="http://schemas.microsoft.com/office/drawing/2014/main" id="{769A38C2-9B92-FE54-7F32-E978954E1C4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56" y="3363"/>
              <a:ext cx="54" cy="25"/>
            </a:xfrm>
            <a:custGeom>
              <a:avLst/>
              <a:gdLst/>
              <a:ahLst/>
              <a:cxnLst>
                <a:cxn ang="0">
                  <a:pos x="0" y="24"/>
                </a:cxn>
                <a:cxn ang="0">
                  <a:pos x="18" y="24"/>
                </a:cxn>
                <a:cxn ang="0">
                  <a:pos x="18" y="0"/>
                </a:cxn>
                <a:cxn ang="0">
                  <a:pos x="0" y="0"/>
                </a:cxn>
                <a:cxn ang="0">
                  <a:pos x="0" y="24"/>
                </a:cxn>
                <a:cxn ang="0">
                  <a:pos x="30" y="24"/>
                </a:cxn>
                <a:cxn ang="0">
                  <a:pos x="54" y="24"/>
                </a:cxn>
                <a:cxn ang="0">
                  <a:pos x="54" y="0"/>
                </a:cxn>
                <a:cxn ang="0">
                  <a:pos x="30" y="0"/>
                </a:cxn>
                <a:cxn ang="0">
                  <a:pos x="30" y="24"/>
                </a:cxn>
              </a:cxnLst>
              <a:rect l="0" t="0" r="r" b="b"/>
              <a:pathLst>
                <a:path w="54" h="24">
                  <a:moveTo>
                    <a:pt x="0" y="24"/>
                  </a:moveTo>
                  <a:lnTo>
                    <a:pt x="18" y="24"/>
                  </a:lnTo>
                  <a:lnTo>
                    <a:pt x="18" y="0"/>
                  </a:lnTo>
                  <a:lnTo>
                    <a:pt x="0" y="0"/>
                  </a:lnTo>
                  <a:lnTo>
                    <a:pt x="0" y="24"/>
                  </a:lnTo>
                  <a:close/>
                  <a:moveTo>
                    <a:pt x="30" y="24"/>
                  </a:moveTo>
                  <a:lnTo>
                    <a:pt x="54" y="24"/>
                  </a:lnTo>
                  <a:lnTo>
                    <a:pt x="54" y="0"/>
                  </a:lnTo>
                  <a:lnTo>
                    <a:pt x="30" y="0"/>
                  </a:lnTo>
                  <a:lnTo>
                    <a:pt x="30" y="24"/>
                  </a:lnTo>
                  <a:close/>
                </a:path>
              </a:pathLst>
            </a:custGeom>
            <a:solidFill>
              <a:srgbClr val="FF7F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526" name="Freeform 262">
              <a:extLst>
                <a:ext uri="{FF2B5EF4-FFF2-40B4-BE49-F238E27FC236}">
                  <a16:creationId xmlns:a16="http://schemas.microsoft.com/office/drawing/2014/main" id="{267EF257-BADD-C10E-6CB0-884303B4389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22" y="3363"/>
              <a:ext cx="54" cy="25"/>
            </a:xfrm>
            <a:custGeom>
              <a:avLst/>
              <a:gdLst/>
              <a:ahLst/>
              <a:cxnLst>
                <a:cxn ang="0">
                  <a:pos x="0" y="24"/>
                </a:cxn>
                <a:cxn ang="0">
                  <a:pos x="24" y="24"/>
                </a:cxn>
                <a:cxn ang="0">
                  <a:pos x="24" y="0"/>
                </a:cxn>
                <a:cxn ang="0">
                  <a:pos x="0" y="0"/>
                </a:cxn>
                <a:cxn ang="0">
                  <a:pos x="0" y="24"/>
                </a:cxn>
                <a:cxn ang="0">
                  <a:pos x="36" y="24"/>
                </a:cxn>
                <a:cxn ang="0">
                  <a:pos x="54" y="24"/>
                </a:cxn>
                <a:cxn ang="0">
                  <a:pos x="54" y="0"/>
                </a:cxn>
                <a:cxn ang="0">
                  <a:pos x="36" y="0"/>
                </a:cxn>
                <a:cxn ang="0">
                  <a:pos x="36" y="24"/>
                </a:cxn>
              </a:cxnLst>
              <a:rect l="0" t="0" r="r" b="b"/>
              <a:pathLst>
                <a:path w="54" h="24">
                  <a:moveTo>
                    <a:pt x="0" y="24"/>
                  </a:moveTo>
                  <a:lnTo>
                    <a:pt x="24" y="24"/>
                  </a:lnTo>
                  <a:lnTo>
                    <a:pt x="24" y="0"/>
                  </a:lnTo>
                  <a:lnTo>
                    <a:pt x="0" y="0"/>
                  </a:lnTo>
                  <a:lnTo>
                    <a:pt x="0" y="24"/>
                  </a:lnTo>
                  <a:close/>
                  <a:moveTo>
                    <a:pt x="36" y="24"/>
                  </a:moveTo>
                  <a:lnTo>
                    <a:pt x="54" y="24"/>
                  </a:lnTo>
                  <a:lnTo>
                    <a:pt x="54" y="0"/>
                  </a:lnTo>
                  <a:lnTo>
                    <a:pt x="36" y="0"/>
                  </a:lnTo>
                  <a:lnTo>
                    <a:pt x="36" y="24"/>
                  </a:lnTo>
                  <a:close/>
                </a:path>
              </a:pathLst>
            </a:custGeom>
            <a:solidFill>
              <a:srgbClr val="FF7F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527" name="Freeform 263">
              <a:extLst>
                <a:ext uri="{FF2B5EF4-FFF2-40B4-BE49-F238E27FC236}">
                  <a16:creationId xmlns:a16="http://schemas.microsoft.com/office/drawing/2014/main" id="{C56C1431-D899-B575-477C-A0A07025712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88" y="3363"/>
              <a:ext cx="60" cy="25"/>
            </a:xfrm>
            <a:custGeom>
              <a:avLst/>
              <a:gdLst/>
              <a:ahLst/>
              <a:cxnLst>
                <a:cxn ang="0">
                  <a:pos x="0" y="24"/>
                </a:cxn>
                <a:cxn ang="0">
                  <a:pos x="24" y="24"/>
                </a:cxn>
                <a:cxn ang="0">
                  <a:pos x="24" y="0"/>
                </a:cxn>
                <a:cxn ang="0">
                  <a:pos x="0" y="0"/>
                </a:cxn>
                <a:cxn ang="0">
                  <a:pos x="0" y="24"/>
                </a:cxn>
                <a:cxn ang="0">
                  <a:pos x="36" y="24"/>
                </a:cxn>
                <a:cxn ang="0">
                  <a:pos x="60" y="24"/>
                </a:cxn>
                <a:cxn ang="0">
                  <a:pos x="60" y="0"/>
                </a:cxn>
                <a:cxn ang="0">
                  <a:pos x="36" y="0"/>
                </a:cxn>
                <a:cxn ang="0">
                  <a:pos x="36" y="24"/>
                </a:cxn>
              </a:cxnLst>
              <a:rect l="0" t="0" r="r" b="b"/>
              <a:pathLst>
                <a:path w="60" h="24">
                  <a:moveTo>
                    <a:pt x="0" y="24"/>
                  </a:moveTo>
                  <a:lnTo>
                    <a:pt x="24" y="24"/>
                  </a:lnTo>
                  <a:lnTo>
                    <a:pt x="24" y="0"/>
                  </a:lnTo>
                  <a:lnTo>
                    <a:pt x="0" y="0"/>
                  </a:lnTo>
                  <a:lnTo>
                    <a:pt x="0" y="24"/>
                  </a:lnTo>
                  <a:close/>
                  <a:moveTo>
                    <a:pt x="36" y="24"/>
                  </a:moveTo>
                  <a:lnTo>
                    <a:pt x="60" y="24"/>
                  </a:lnTo>
                  <a:lnTo>
                    <a:pt x="60" y="0"/>
                  </a:lnTo>
                  <a:lnTo>
                    <a:pt x="36" y="0"/>
                  </a:lnTo>
                  <a:lnTo>
                    <a:pt x="36" y="24"/>
                  </a:lnTo>
                  <a:close/>
                </a:path>
              </a:pathLst>
            </a:custGeom>
            <a:solidFill>
              <a:srgbClr val="FF7F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528" name="Freeform 264">
              <a:extLst>
                <a:ext uri="{FF2B5EF4-FFF2-40B4-BE49-F238E27FC236}">
                  <a16:creationId xmlns:a16="http://schemas.microsoft.com/office/drawing/2014/main" id="{2858BC8B-D477-5C1B-5B4D-F6F12057940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60" y="3363"/>
              <a:ext cx="54" cy="25"/>
            </a:xfrm>
            <a:custGeom>
              <a:avLst/>
              <a:gdLst/>
              <a:ahLst/>
              <a:cxnLst>
                <a:cxn ang="0">
                  <a:pos x="0" y="24"/>
                </a:cxn>
                <a:cxn ang="0">
                  <a:pos x="18" y="24"/>
                </a:cxn>
                <a:cxn ang="0">
                  <a:pos x="18" y="0"/>
                </a:cxn>
                <a:cxn ang="0">
                  <a:pos x="0" y="0"/>
                </a:cxn>
                <a:cxn ang="0">
                  <a:pos x="0" y="24"/>
                </a:cxn>
                <a:cxn ang="0">
                  <a:pos x="30" y="24"/>
                </a:cxn>
                <a:cxn ang="0">
                  <a:pos x="54" y="24"/>
                </a:cxn>
                <a:cxn ang="0">
                  <a:pos x="54" y="0"/>
                </a:cxn>
                <a:cxn ang="0">
                  <a:pos x="30" y="0"/>
                </a:cxn>
                <a:cxn ang="0">
                  <a:pos x="30" y="24"/>
                </a:cxn>
              </a:cxnLst>
              <a:rect l="0" t="0" r="r" b="b"/>
              <a:pathLst>
                <a:path w="54" h="24">
                  <a:moveTo>
                    <a:pt x="0" y="24"/>
                  </a:moveTo>
                  <a:lnTo>
                    <a:pt x="18" y="24"/>
                  </a:lnTo>
                  <a:lnTo>
                    <a:pt x="18" y="0"/>
                  </a:lnTo>
                  <a:lnTo>
                    <a:pt x="0" y="0"/>
                  </a:lnTo>
                  <a:lnTo>
                    <a:pt x="0" y="24"/>
                  </a:lnTo>
                  <a:close/>
                  <a:moveTo>
                    <a:pt x="30" y="24"/>
                  </a:moveTo>
                  <a:lnTo>
                    <a:pt x="54" y="24"/>
                  </a:lnTo>
                  <a:lnTo>
                    <a:pt x="54" y="0"/>
                  </a:lnTo>
                  <a:lnTo>
                    <a:pt x="30" y="0"/>
                  </a:lnTo>
                  <a:lnTo>
                    <a:pt x="30" y="24"/>
                  </a:lnTo>
                  <a:close/>
                </a:path>
              </a:pathLst>
            </a:custGeom>
            <a:solidFill>
              <a:srgbClr val="FF7F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529" name="Freeform 265">
              <a:extLst>
                <a:ext uri="{FF2B5EF4-FFF2-40B4-BE49-F238E27FC236}">
                  <a16:creationId xmlns:a16="http://schemas.microsoft.com/office/drawing/2014/main" id="{F2BD6942-C58C-182A-F119-462C9FD485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25" y="3363"/>
              <a:ext cx="54" cy="25"/>
            </a:xfrm>
            <a:custGeom>
              <a:avLst/>
              <a:gdLst/>
              <a:ahLst/>
              <a:cxnLst>
                <a:cxn ang="0">
                  <a:pos x="0" y="24"/>
                </a:cxn>
                <a:cxn ang="0">
                  <a:pos x="23" y="24"/>
                </a:cxn>
                <a:cxn ang="0">
                  <a:pos x="23" y="0"/>
                </a:cxn>
                <a:cxn ang="0">
                  <a:pos x="0" y="0"/>
                </a:cxn>
                <a:cxn ang="0">
                  <a:pos x="0" y="24"/>
                </a:cxn>
                <a:cxn ang="0">
                  <a:pos x="35" y="24"/>
                </a:cxn>
                <a:cxn ang="0">
                  <a:pos x="53" y="24"/>
                </a:cxn>
                <a:cxn ang="0">
                  <a:pos x="53" y="0"/>
                </a:cxn>
                <a:cxn ang="0">
                  <a:pos x="35" y="0"/>
                </a:cxn>
                <a:cxn ang="0">
                  <a:pos x="35" y="24"/>
                </a:cxn>
              </a:cxnLst>
              <a:rect l="0" t="0" r="r" b="b"/>
              <a:pathLst>
                <a:path w="53" h="24">
                  <a:moveTo>
                    <a:pt x="0" y="24"/>
                  </a:moveTo>
                  <a:lnTo>
                    <a:pt x="23" y="24"/>
                  </a:lnTo>
                  <a:lnTo>
                    <a:pt x="23" y="0"/>
                  </a:lnTo>
                  <a:lnTo>
                    <a:pt x="0" y="0"/>
                  </a:lnTo>
                  <a:lnTo>
                    <a:pt x="0" y="24"/>
                  </a:lnTo>
                  <a:close/>
                  <a:moveTo>
                    <a:pt x="35" y="24"/>
                  </a:moveTo>
                  <a:lnTo>
                    <a:pt x="53" y="24"/>
                  </a:lnTo>
                  <a:lnTo>
                    <a:pt x="53" y="0"/>
                  </a:lnTo>
                  <a:lnTo>
                    <a:pt x="35" y="0"/>
                  </a:lnTo>
                  <a:lnTo>
                    <a:pt x="35" y="24"/>
                  </a:lnTo>
                  <a:close/>
                </a:path>
              </a:pathLst>
            </a:custGeom>
            <a:solidFill>
              <a:srgbClr val="FF7F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530" name="Freeform 266">
              <a:extLst>
                <a:ext uri="{FF2B5EF4-FFF2-40B4-BE49-F238E27FC236}">
                  <a16:creationId xmlns:a16="http://schemas.microsoft.com/office/drawing/2014/main" id="{B6209A25-E185-2B12-F5E4-CA21E7FE2FF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91" y="3363"/>
              <a:ext cx="60" cy="25"/>
            </a:xfrm>
            <a:custGeom>
              <a:avLst/>
              <a:gdLst/>
              <a:ahLst/>
              <a:cxnLst>
                <a:cxn ang="0">
                  <a:pos x="0" y="24"/>
                </a:cxn>
                <a:cxn ang="0">
                  <a:pos x="24" y="24"/>
                </a:cxn>
                <a:cxn ang="0">
                  <a:pos x="24" y="0"/>
                </a:cxn>
                <a:cxn ang="0">
                  <a:pos x="0" y="0"/>
                </a:cxn>
                <a:cxn ang="0">
                  <a:pos x="0" y="24"/>
                </a:cxn>
                <a:cxn ang="0">
                  <a:pos x="36" y="24"/>
                </a:cxn>
                <a:cxn ang="0">
                  <a:pos x="60" y="24"/>
                </a:cxn>
                <a:cxn ang="0">
                  <a:pos x="60" y="0"/>
                </a:cxn>
                <a:cxn ang="0">
                  <a:pos x="36" y="0"/>
                </a:cxn>
                <a:cxn ang="0">
                  <a:pos x="36" y="24"/>
                </a:cxn>
              </a:cxnLst>
              <a:rect l="0" t="0" r="r" b="b"/>
              <a:pathLst>
                <a:path w="60" h="24">
                  <a:moveTo>
                    <a:pt x="0" y="24"/>
                  </a:moveTo>
                  <a:lnTo>
                    <a:pt x="24" y="24"/>
                  </a:lnTo>
                  <a:lnTo>
                    <a:pt x="24" y="0"/>
                  </a:lnTo>
                  <a:lnTo>
                    <a:pt x="0" y="0"/>
                  </a:lnTo>
                  <a:lnTo>
                    <a:pt x="0" y="24"/>
                  </a:lnTo>
                  <a:close/>
                  <a:moveTo>
                    <a:pt x="36" y="24"/>
                  </a:moveTo>
                  <a:lnTo>
                    <a:pt x="60" y="24"/>
                  </a:lnTo>
                  <a:lnTo>
                    <a:pt x="60" y="0"/>
                  </a:lnTo>
                  <a:lnTo>
                    <a:pt x="36" y="0"/>
                  </a:lnTo>
                  <a:lnTo>
                    <a:pt x="36" y="24"/>
                  </a:lnTo>
                  <a:close/>
                </a:path>
              </a:pathLst>
            </a:custGeom>
            <a:solidFill>
              <a:srgbClr val="FF7F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531" name="Freeform 267">
              <a:extLst>
                <a:ext uri="{FF2B5EF4-FFF2-40B4-BE49-F238E27FC236}">
                  <a16:creationId xmlns:a16="http://schemas.microsoft.com/office/drawing/2014/main" id="{614CAE15-9BFD-58DB-ED58-6C008E9D333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63" y="3363"/>
              <a:ext cx="54" cy="25"/>
            </a:xfrm>
            <a:custGeom>
              <a:avLst/>
              <a:gdLst/>
              <a:ahLst/>
              <a:cxnLst>
                <a:cxn ang="0">
                  <a:pos x="0" y="24"/>
                </a:cxn>
                <a:cxn ang="0">
                  <a:pos x="18" y="24"/>
                </a:cxn>
                <a:cxn ang="0">
                  <a:pos x="18" y="0"/>
                </a:cxn>
                <a:cxn ang="0">
                  <a:pos x="0" y="0"/>
                </a:cxn>
                <a:cxn ang="0">
                  <a:pos x="0" y="24"/>
                </a:cxn>
                <a:cxn ang="0">
                  <a:pos x="30" y="24"/>
                </a:cxn>
                <a:cxn ang="0">
                  <a:pos x="54" y="24"/>
                </a:cxn>
                <a:cxn ang="0">
                  <a:pos x="54" y="0"/>
                </a:cxn>
                <a:cxn ang="0">
                  <a:pos x="30" y="0"/>
                </a:cxn>
                <a:cxn ang="0">
                  <a:pos x="30" y="24"/>
                </a:cxn>
              </a:cxnLst>
              <a:rect l="0" t="0" r="r" b="b"/>
              <a:pathLst>
                <a:path w="54" h="24">
                  <a:moveTo>
                    <a:pt x="0" y="24"/>
                  </a:moveTo>
                  <a:lnTo>
                    <a:pt x="18" y="24"/>
                  </a:lnTo>
                  <a:lnTo>
                    <a:pt x="18" y="0"/>
                  </a:lnTo>
                  <a:lnTo>
                    <a:pt x="0" y="0"/>
                  </a:lnTo>
                  <a:lnTo>
                    <a:pt x="0" y="24"/>
                  </a:lnTo>
                  <a:close/>
                  <a:moveTo>
                    <a:pt x="30" y="24"/>
                  </a:moveTo>
                  <a:lnTo>
                    <a:pt x="54" y="24"/>
                  </a:lnTo>
                  <a:lnTo>
                    <a:pt x="54" y="0"/>
                  </a:lnTo>
                  <a:lnTo>
                    <a:pt x="30" y="0"/>
                  </a:lnTo>
                  <a:lnTo>
                    <a:pt x="30" y="24"/>
                  </a:lnTo>
                  <a:close/>
                </a:path>
              </a:pathLst>
            </a:custGeom>
            <a:solidFill>
              <a:srgbClr val="FF7F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532" name="Freeform 268">
              <a:extLst>
                <a:ext uri="{FF2B5EF4-FFF2-40B4-BE49-F238E27FC236}">
                  <a16:creationId xmlns:a16="http://schemas.microsoft.com/office/drawing/2014/main" id="{6CD74E8F-D28F-4B9B-34C1-C180A3904E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30" y="3363"/>
              <a:ext cx="53" cy="25"/>
            </a:xfrm>
            <a:custGeom>
              <a:avLst/>
              <a:gdLst/>
              <a:ahLst/>
              <a:cxnLst>
                <a:cxn ang="0">
                  <a:pos x="0" y="24"/>
                </a:cxn>
                <a:cxn ang="0">
                  <a:pos x="24" y="24"/>
                </a:cxn>
                <a:cxn ang="0">
                  <a:pos x="24" y="0"/>
                </a:cxn>
                <a:cxn ang="0">
                  <a:pos x="0" y="0"/>
                </a:cxn>
                <a:cxn ang="0">
                  <a:pos x="0" y="24"/>
                </a:cxn>
                <a:cxn ang="0">
                  <a:pos x="36" y="24"/>
                </a:cxn>
                <a:cxn ang="0">
                  <a:pos x="54" y="24"/>
                </a:cxn>
                <a:cxn ang="0">
                  <a:pos x="54" y="0"/>
                </a:cxn>
                <a:cxn ang="0">
                  <a:pos x="36" y="0"/>
                </a:cxn>
                <a:cxn ang="0">
                  <a:pos x="36" y="24"/>
                </a:cxn>
              </a:cxnLst>
              <a:rect l="0" t="0" r="r" b="b"/>
              <a:pathLst>
                <a:path w="54" h="24">
                  <a:moveTo>
                    <a:pt x="0" y="24"/>
                  </a:moveTo>
                  <a:lnTo>
                    <a:pt x="24" y="24"/>
                  </a:lnTo>
                  <a:lnTo>
                    <a:pt x="24" y="0"/>
                  </a:lnTo>
                  <a:lnTo>
                    <a:pt x="0" y="0"/>
                  </a:lnTo>
                  <a:lnTo>
                    <a:pt x="0" y="24"/>
                  </a:lnTo>
                  <a:close/>
                  <a:moveTo>
                    <a:pt x="36" y="24"/>
                  </a:moveTo>
                  <a:lnTo>
                    <a:pt x="54" y="24"/>
                  </a:lnTo>
                  <a:lnTo>
                    <a:pt x="54" y="0"/>
                  </a:lnTo>
                  <a:lnTo>
                    <a:pt x="36" y="0"/>
                  </a:lnTo>
                  <a:lnTo>
                    <a:pt x="36" y="24"/>
                  </a:lnTo>
                  <a:close/>
                </a:path>
              </a:pathLst>
            </a:custGeom>
            <a:solidFill>
              <a:srgbClr val="FF7F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533" name="Rectangle 269">
              <a:extLst>
                <a:ext uri="{FF2B5EF4-FFF2-40B4-BE49-F238E27FC236}">
                  <a16:creationId xmlns:a16="http://schemas.microsoft.com/office/drawing/2014/main" id="{8CE63DB1-0805-3BC2-EAC0-DD5F0B62FE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5" y="3363"/>
              <a:ext cx="12" cy="25"/>
            </a:xfrm>
            <a:prstGeom prst="rect">
              <a:avLst/>
            </a:prstGeom>
            <a:solidFill>
              <a:srgbClr val="FF7F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534" name="Line 270">
              <a:extLst>
                <a:ext uri="{FF2B5EF4-FFF2-40B4-BE49-F238E27FC236}">
                  <a16:creationId xmlns:a16="http://schemas.microsoft.com/office/drawing/2014/main" id="{B090984D-6C10-78FF-E964-38EF42A7E3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74" y="3374"/>
              <a:ext cx="118" cy="131"/>
            </a:xfrm>
            <a:prstGeom prst="line">
              <a:avLst/>
            </a:prstGeom>
            <a:noFill/>
            <a:ln w="0">
              <a:solidFill>
                <a:srgbClr val="FFFFFF"/>
              </a:solidFill>
              <a:prstDash val="sysDash"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535" name="Freeform 271">
              <a:extLst>
                <a:ext uri="{FF2B5EF4-FFF2-40B4-BE49-F238E27FC236}">
                  <a16:creationId xmlns:a16="http://schemas.microsoft.com/office/drawing/2014/main" id="{50701B52-9834-6EA1-D228-E8B55D302D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8" y="3484"/>
              <a:ext cx="30" cy="28"/>
            </a:xfrm>
            <a:custGeom>
              <a:avLst/>
              <a:gdLst/>
              <a:ahLst/>
              <a:cxnLst>
                <a:cxn ang="0">
                  <a:pos x="18" y="29"/>
                </a:cxn>
                <a:cxn ang="0">
                  <a:pos x="30" y="17"/>
                </a:cxn>
                <a:cxn ang="0">
                  <a:pos x="12" y="0"/>
                </a:cxn>
                <a:cxn ang="0">
                  <a:pos x="0" y="17"/>
                </a:cxn>
                <a:cxn ang="0">
                  <a:pos x="18" y="29"/>
                </a:cxn>
              </a:cxnLst>
              <a:rect l="0" t="0" r="r" b="b"/>
              <a:pathLst>
                <a:path w="30" h="29">
                  <a:moveTo>
                    <a:pt x="18" y="29"/>
                  </a:moveTo>
                  <a:lnTo>
                    <a:pt x="30" y="17"/>
                  </a:lnTo>
                  <a:lnTo>
                    <a:pt x="12" y="0"/>
                  </a:lnTo>
                  <a:lnTo>
                    <a:pt x="0" y="17"/>
                  </a:lnTo>
                  <a:lnTo>
                    <a:pt x="18" y="29"/>
                  </a:lnTo>
                  <a:close/>
                </a:path>
              </a:pathLst>
            </a:custGeom>
            <a:solidFill>
              <a:srgbClr val="FF7F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536" name="Freeform 272">
              <a:extLst>
                <a:ext uri="{FF2B5EF4-FFF2-40B4-BE49-F238E27FC236}">
                  <a16:creationId xmlns:a16="http://schemas.microsoft.com/office/drawing/2014/main" id="{2BCDC1A4-55AE-EDD8-D5A8-0ECB48FEF77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86" y="3428"/>
              <a:ext cx="60" cy="61"/>
            </a:xfrm>
            <a:custGeom>
              <a:avLst/>
              <a:gdLst/>
              <a:ahLst/>
              <a:cxnLst>
                <a:cxn ang="0">
                  <a:pos x="18" y="60"/>
                </a:cxn>
                <a:cxn ang="0">
                  <a:pos x="36" y="42"/>
                </a:cxn>
                <a:cxn ang="0">
                  <a:pos x="18" y="30"/>
                </a:cxn>
                <a:cxn ang="0">
                  <a:pos x="0" y="48"/>
                </a:cxn>
                <a:cxn ang="0">
                  <a:pos x="18" y="60"/>
                </a:cxn>
                <a:cxn ang="0">
                  <a:pos x="42" y="36"/>
                </a:cxn>
                <a:cxn ang="0">
                  <a:pos x="60" y="18"/>
                </a:cxn>
                <a:cxn ang="0">
                  <a:pos x="42" y="0"/>
                </a:cxn>
                <a:cxn ang="0">
                  <a:pos x="24" y="18"/>
                </a:cxn>
                <a:cxn ang="0">
                  <a:pos x="42" y="36"/>
                </a:cxn>
              </a:cxnLst>
              <a:rect l="0" t="0" r="r" b="b"/>
              <a:pathLst>
                <a:path w="60" h="60">
                  <a:moveTo>
                    <a:pt x="18" y="60"/>
                  </a:moveTo>
                  <a:lnTo>
                    <a:pt x="36" y="42"/>
                  </a:lnTo>
                  <a:lnTo>
                    <a:pt x="18" y="30"/>
                  </a:lnTo>
                  <a:lnTo>
                    <a:pt x="0" y="48"/>
                  </a:lnTo>
                  <a:lnTo>
                    <a:pt x="18" y="60"/>
                  </a:lnTo>
                  <a:close/>
                  <a:moveTo>
                    <a:pt x="42" y="36"/>
                  </a:moveTo>
                  <a:lnTo>
                    <a:pt x="60" y="18"/>
                  </a:lnTo>
                  <a:lnTo>
                    <a:pt x="42" y="0"/>
                  </a:lnTo>
                  <a:lnTo>
                    <a:pt x="24" y="18"/>
                  </a:lnTo>
                  <a:lnTo>
                    <a:pt x="42" y="36"/>
                  </a:lnTo>
                  <a:close/>
                </a:path>
              </a:pathLst>
            </a:custGeom>
            <a:solidFill>
              <a:srgbClr val="FF7F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537" name="Freeform 273">
              <a:extLst>
                <a:ext uri="{FF2B5EF4-FFF2-40B4-BE49-F238E27FC236}">
                  <a16:creationId xmlns:a16="http://schemas.microsoft.com/office/drawing/2014/main" id="{0F2950C8-6D69-4912-7BCE-D07D59C35DA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34" y="3382"/>
              <a:ext cx="54" cy="60"/>
            </a:xfrm>
            <a:custGeom>
              <a:avLst/>
              <a:gdLst/>
              <a:ahLst/>
              <a:cxnLst>
                <a:cxn ang="0">
                  <a:pos x="18" y="60"/>
                </a:cxn>
                <a:cxn ang="0">
                  <a:pos x="30" y="42"/>
                </a:cxn>
                <a:cxn ang="0">
                  <a:pos x="12" y="24"/>
                </a:cxn>
                <a:cxn ang="0">
                  <a:pos x="0" y="42"/>
                </a:cxn>
                <a:cxn ang="0">
                  <a:pos x="18" y="60"/>
                </a:cxn>
                <a:cxn ang="0">
                  <a:pos x="42" y="30"/>
                </a:cxn>
                <a:cxn ang="0">
                  <a:pos x="54" y="18"/>
                </a:cxn>
                <a:cxn ang="0">
                  <a:pos x="36" y="0"/>
                </a:cxn>
                <a:cxn ang="0">
                  <a:pos x="24" y="18"/>
                </a:cxn>
                <a:cxn ang="0">
                  <a:pos x="42" y="30"/>
                </a:cxn>
              </a:cxnLst>
              <a:rect l="0" t="0" r="r" b="b"/>
              <a:pathLst>
                <a:path w="54" h="60">
                  <a:moveTo>
                    <a:pt x="18" y="60"/>
                  </a:moveTo>
                  <a:lnTo>
                    <a:pt x="30" y="42"/>
                  </a:lnTo>
                  <a:lnTo>
                    <a:pt x="12" y="24"/>
                  </a:lnTo>
                  <a:lnTo>
                    <a:pt x="0" y="42"/>
                  </a:lnTo>
                  <a:lnTo>
                    <a:pt x="18" y="60"/>
                  </a:lnTo>
                  <a:close/>
                  <a:moveTo>
                    <a:pt x="42" y="30"/>
                  </a:moveTo>
                  <a:lnTo>
                    <a:pt x="54" y="18"/>
                  </a:lnTo>
                  <a:lnTo>
                    <a:pt x="36" y="0"/>
                  </a:lnTo>
                  <a:lnTo>
                    <a:pt x="24" y="18"/>
                  </a:lnTo>
                  <a:lnTo>
                    <a:pt x="42" y="30"/>
                  </a:lnTo>
                  <a:close/>
                </a:path>
              </a:pathLst>
            </a:custGeom>
            <a:solidFill>
              <a:srgbClr val="FF7F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538" name="Freeform 274">
              <a:extLst>
                <a:ext uri="{FF2B5EF4-FFF2-40B4-BE49-F238E27FC236}">
                  <a16:creationId xmlns:a16="http://schemas.microsoft.com/office/drawing/2014/main" id="{AB9650D1-F54B-0F52-8533-07D19203F8F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7" y="3369"/>
              <a:ext cx="23" cy="19"/>
            </a:xfrm>
            <a:custGeom>
              <a:avLst/>
              <a:gdLst/>
              <a:ahLst/>
              <a:cxnLst>
                <a:cxn ang="0">
                  <a:pos x="18" y="18"/>
                </a:cxn>
                <a:cxn ang="0">
                  <a:pos x="24" y="12"/>
                </a:cxn>
                <a:cxn ang="0">
                  <a:pos x="6" y="0"/>
                </a:cxn>
                <a:cxn ang="0">
                  <a:pos x="0" y="6"/>
                </a:cxn>
                <a:cxn ang="0">
                  <a:pos x="18" y="18"/>
                </a:cxn>
              </a:cxnLst>
              <a:rect l="0" t="0" r="r" b="b"/>
              <a:pathLst>
                <a:path w="24" h="18">
                  <a:moveTo>
                    <a:pt x="18" y="18"/>
                  </a:moveTo>
                  <a:lnTo>
                    <a:pt x="24" y="12"/>
                  </a:lnTo>
                  <a:lnTo>
                    <a:pt x="6" y="0"/>
                  </a:lnTo>
                  <a:lnTo>
                    <a:pt x="0" y="6"/>
                  </a:lnTo>
                  <a:lnTo>
                    <a:pt x="18" y="18"/>
                  </a:lnTo>
                  <a:close/>
                </a:path>
              </a:pathLst>
            </a:custGeom>
            <a:solidFill>
              <a:srgbClr val="FF7F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539" name="Freeform 275">
              <a:extLst>
                <a:ext uri="{FF2B5EF4-FFF2-40B4-BE49-F238E27FC236}">
                  <a16:creationId xmlns:a16="http://schemas.microsoft.com/office/drawing/2014/main" id="{3A28D5FE-BB58-1340-6A3B-BE093F7CA1E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8" y="552"/>
              <a:ext cx="73" cy="58"/>
            </a:xfrm>
            <a:custGeom>
              <a:avLst/>
              <a:gdLst/>
              <a:ahLst/>
              <a:cxnLst>
                <a:cxn ang="0">
                  <a:pos x="0" y="17"/>
                </a:cxn>
                <a:cxn ang="0">
                  <a:pos x="36" y="41"/>
                </a:cxn>
                <a:cxn ang="0">
                  <a:pos x="42" y="47"/>
                </a:cxn>
                <a:cxn ang="0">
                  <a:pos x="48" y="59"/>
                </a:cxn>
                <a:cxn ang="0">
                  <a:pos x="72" y="59"/>
                </a:cxn>
                <a:cxn ang="0">
                  <a:pos x="66" y="41"/>
                </a:cxn>
                <a:cxn ang="0">
                  <a:pos x="54" y="23"/>
                </a:cxn>
                <a:cxn ang="0">
                  <a:pos x="12" y="0"/>
                </a:cxn>
                <a:cxn ang="0">
                  <a:pos x="0" y="17"/>
                </a:cxn>
              </a:cxnLst>
              <a:rect l="0" t="0" r="r" b="b"/>
              <a:pathLst>
                <a:path w="72" h="59">
                  <a:moveTo>
                    <a:pt x="0" y="17"/>
                  </a:moveTo>
                  <a:lnTo>
                    <a:pt x="36" y="41"/>
                  </a:lnTo>
                  <a:lnTo>
                    <a:pt x="42" y="47"/>
                  </a:lnTo>
                  <a:lnTo>
                    <a:pt x="48" y="59"/>
                  </a:lnTo>
                  <a:lnTo>
                    <a:pt x="72" y="59"/>
                  </a:lnTo>
                  <a:lnTo>
                    <a:pt x="66" y="41"/>
                  </a:lnTo>
                  <a:lnTo>
                    <a:pt x="54" y="23"/>
                  </a:lnTo>
                  <a:lnTo>
                    <a:pt x="12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rgbClr val="409D2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540" name="Freeform 276">
              <a:extLst>
                <a:ext uri="{FF2B5EF4-FFF2-40B4-BE49-F238E27FC236}">
                  <a16:creationId xmlns:a16="http://schemas.microsoft.com/office/drawing/2014/main" id="{B94525FA-E5C5-DDD6-CBA2-85FF791985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94" y="610"/>
              <a:ext cx="127" cy="79"/>
            </a:xfrm>
            <a:custGeom>
              <a:avLst/>
              <a:gdLst/>
              <a:ahLst/>
              <a:cxnLst>
                <a:cxn ang="0">
                  <a:pos x="102" y="0"/>
                </a:cxn>
                <a:cxn ang="0">
                  <a:pos x="96" y="18"/>
                </a:cxn>
                <a:cxn ang="0">
                  <a:pos x="72" y="36"/>
                </a:cxn>
                <a:cxn ang="0">
                  <a:pos x="42" y="48"/>
                </a:cxn>
                <a:cxn ang="0">
                  <a:pos x="0" y="54"/>
                </a:cxn>
                <a:cxn ang="0">
                  <a:pos x="0" y="78"/>
                </a:cxn>
                <a:cxn ang="0">
                  <a:pos x="48" y="72"/>
                </a:cxn>
                <a:cxn ang="0">
                  <a:pos x="84" y="60"/>
                </a:cxn>
                <a:cxn ang="0">
                  <a:pos x="114" y="30"/>
                </a:cxn>
                <a:cxn ang="0">
                  <a:pos x="126" y="0"/>
                </a:cxn>
                <a:cxn ang="0">
                  <a:pos x="102" y="0"/>
                </a:cxn>
                <a:cxn ang="0">
                  <a:pos x="126" y="0"/>
                </a:cxn>
                <a:cxn ang="0">
                  <a:pos x="126" y="0"/>
                </a:cxn>
                <a:cxn ang="0">
                  <a:pos x="114" y="0"/>
                </a:cxn>
                <a:cxn ang="0">
                  <a:pos x="126" y="0"/>
                </a:cxn>
              </a:cxnLst>
              <a:rect l="0" t="0" r="r" b="b"/>
              <a:pathLst>
                <a:path w="126" h="78">
                  <a:moveTo>
                    <a:pt x="102" y="0"/>
                  </a:moveTo>
                  <a:lnTo>
                    <a:pt x="96" y="18"/>
                  </a:lnTo>
                  <a:lnTo>
                    <a:pt x="72" y="36"/>
                  </a:lnTo>
                  <a:lnTo>
                    <a:pt x="42" y="48"/>
                  </a:lnTo>
                  <a:lnTo>
                    <a:pt x="0" y="54"/>
                  </a:lnTo>
                  <a:lnTo>
                    <a:pt x="0" y="78"/>
                  </a:lnTo>
                  <a:lnTo>
                    <a:pt x="48" y="72"/>
                  </a:lnTo>
                  <a:lnTo>
                    <a:pt x="84" y="60"/>
                  </a:lnTo>
                  <a:lnTo>
                    <a:pt x="114" y="30"/>
                  </a:lnTo>
                  <a:lnTo>
                    <a:pt x="126" y="0"/>
                  </a:lnTo>
                  <a:lnTo>
                    <a:pt x="102" y="0"/>
                  </a:lnTo>
                  <a:close/>
                  <a:moveTo>
                    <a:pt x="126" y="0"/>
                  </a:moveTo>
                  <a:lnTo>
                    <a:pt x="126" y="0"/>
                  </a:lnTo>
                  <a:lnTo>
                    <a:pt x="114" y="0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rgbClr val="409D2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541" name="Freeform 277">
              <a:extLst>
                <a:ext uri="{FF2B5EF4-FFF2-40B4-BE49-F238E27FC236}">
                  <a16:creationId xmlns:a16="http://schemas.microsoft.com/office/drawing/2014/main" id="{AAA34D5E-C821-A45D-DBF2-DF393BD0E19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68" y="610"/>
              <a:ext cx="124" cy="79"/>
            </a:xfrm>
            <a:custGeom>
              <a:avLst/>
              <a:gdLst/>
              <a:ahLst/>
              <a:cxnLst>
                <a:cxn ang="0">
                  <a:pos x="126" y="54"/>
                </a:cxn>
                <a:cxn ang="0">
                  <a:pos x="84" y="48"/>
                </a:cxn>
                <a:cxn ang="0">
                  <a:pos x="54" y="36"/>
                </a:cxn>
                <a:cxn ang="0">
                  <a:pos x="30" y="18"/>
                </a:cxn>
                <a:cxn ang="0">
                  <a:pos x="24" y="0"/>
                </a:cxn>
                <a:cxn ang="0">
                  <a:pos x="0" y="0"/>
                </a:cxn>
                <a:cxn ang="0">
                  <a:pos x="12" y="30"/>
                </a:cxn>
                <a:cxn ang="0">
                  <a:pos x="36" y="60"/>
                </a:cxn>
                <a:cxn ang="0">
                  <a:pos x="78" y="72"/>
                </a:cxn>
                <a:cxn ang="0">
                  <a:pos x="126" y="78"/>
                </a:cxn>
                <a:cxn ang="0">
                  <a:pos x="126" y="54"/>
                </a:cxn>
                <a:cxn ang="0">
                  <a:pos x="126" y="78"/>
                </a:cxn>
                <a:cxn ang="0">
                  <a:pos x="126" y="78"/>
                </a:cxn>
                <a:cxn ang="0">
                  <a:pos x="126" y="66"/>
                </a:cxn>
                <a:cxn ang="0">
                  <a:pos x="126" y="78"/>
                </a:cxn>
              </a:cxnLst>
              <a:rect l="0" t="0" r="r" b="b"/>
              <a:pathLst>
                <a:path w="126" h="78">
                  <a:moveTo>
                    <a:pt x="126" y="54"/>
                  </a:moveTo>
                  <a:lnTo>
                    <a:pt x="84" y="48"/>
                  </a:lnTo>
                  <a:lnTo>
                    <a:pt x="54" y="36"/>
                  </a:lnTo>
                  <a:lnTo>
                    <a:pt x="30" y="18"/>
                  </a:lnTo>
                  <a:lnTo>
                    <a:pt x="24" y="0"/>
                  </a:lnTo>
                  <a:lnTo>
                    <a:pt x="0" y="0"/>
                  </a:lnTo>
                  <a:lnTo>
                    <a:pt x="12" y="30"/>
                  </a:lnTo>
                  <a:lnTo>
                    <a:pt x="36" y="60"/>
                  </a:lnTo>
                  <a:lnTo>
                    <a:pt x="78" y="72"/>
                  </a:lnTo>
                  <a:lnTo>
                    <a:pt x="126" y="78"/>
                  </a:lnTo>
                  <a:lnTo>
                    <a:pt x="126" y="54"/>
                  </a:lnTo>
                  <a:close/>
                  <a:moveTo>
                    <a:pt x="126" y="78"/>
                  </a:moveTo>
                  <a:lnTo>
                    <a:pt x="126" y="78"/>
                  </a:lnTo>
                  <a:lnTo>
                    <a:pt x="126" y="66"/>
                  </a:lnTo>
                  <a:lnTo>
                    <a:pt x="126" y="78"/>
                  </a:lnTo>
                  <a:close/>
                </a:path>
              </a:pathLst>
            </a:custGeom>
            <a:solidFill>
              <a:srgbClr val="409D2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542" name="Freeform 278">
              <a:extLst>
                <a:ext uri="{FF2B5EF4-FFF2-40B4-BE49-F238E27FC236}">
                  <a16:creationId xmlns:a16="http://schemas.microsoft.com/office/drawing/2014/main" id="{A905B75D-EAAF-7DA5-252B-16ACD574CA2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68" y="552"/>
              <a:ext cx="65" cy="58"/>
            </a:xfrm>
            <a:custGeom>
              <a:avLst/>
              <a:gdLst/>
              <a:ahLst/>
              <a:cxnLst>
                <a:cxn ang="0">
                  <a:pos x="24" y="59"/>
                </a:cxn>
                <a:cxn ang="0">
                  <a:pos x="36" y="41"/>
                </a:cxn>
                <a:cxn ang="0">
                  <a:pos x="48" y="29"/>
                </a:cxn>
                <a:cxn ang="0">
                  <a:pos x="66" y="23"/>
                </a:cxn>
                <a:cxn ang="0">
                  <a:pos x="60" y="0"/>
                </a:cxn>
                <a:cxn ang="0">
                  <a:pos x="36" y="11"/>
                </a:cxn>
                <a:cxn ang="0">
                  <a:pos x="18" y="23"/>
                </a:cxn>
                <a:cxn ang="0">
                  <a:pos x="6" y="41"/>
                </a:cxn>
                <a:cxn ang="0">
                  <a:pos x="0" y="59"/>
                </a:cxn>
                <a:cxn ang="0">
                  <a:pos x="24" y="59"/>
                </a:cxn>
                <a:cxn ang="0">
                  <a:pos x="0" y="59"/>
                </a:cxn>
                <a:cxn ang="0">
                  <a:pos x="0" y="59"/>
                </a:cxn>
                <a:cxn ang="0">
                  <a:pos x="12" y="59"/>
                </a:cxn>
                <a:cxn ang="0">
                  <a:pos x="0" y="59"/>
                </a:cxn>
              </a:cxnLst>
              <a:rect l="0" t="0" r="r" b="b"/>
              <a:pathLst>
                <a:path w="66" h="59">
                  <a:moveTo>
                    <a:pt x="24" y="59"/>
                  </a:moveTo>
                  <a:lnTo>
                    <a:pt x="36" y="41"/>
                  </a:lnTo>
                  <a:lnTo>
                    <a:pt x="48" y="29"/>
                  </a:lnTo>
                  <a:lnTo>
                    <a:pt x="66" y="23"/>
                  </a:lnTo>
                  <a:lnTo>
                    <a:pt x="60" y="0"/>
                  </a:lnTo>
                  <a:lnTo>
                    <a:pt x="36" y="11"/>
                  </a:lnTo>
                  <a:lnTo>
                    <a:pt x="18" y="23"/>
                  </a:lnTo>
                  <a:lnTo>
                    <a:pt x="6" y="41"/>
                  </a:lnTo>
                  <a:lnTo>
                    <a:pt x="0" y="59"/>
                  </a:lnTo>
                  <a:lnTo>
                    <a:pt x="24" y="59"/>
                  </a:lnTo>
                  <a:close/>
                  <a:moveTo>
                    <a:pt x="0" y="59"/>
                  </a:moveTo>
                  <a:lnTo>
                    <a:pt x="0" y="59"/>
                  </a:lnTo>
                  <a:lnTo>
                    <a:pt x="12" y="59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409D2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543" name="Freeform 279">
              <a:extLst>
                <a:ext uri="{FF2B5EF4-FFF2-40B4-BE49-F238E27FC236}">
                  <a16:creationId xmlns:a16="http://schemas.microsoft.com/office/drawing/2014/main" id="{46DCECCF-3151-4B2F-80B8-C8EB59F7367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4" y="562"/>
              <a:ext cx="42" cy="25"/>
            </a:xfrm>
            <a:custGeom>
              <a:avLst/>
              <a:gdLst/>
              <a:ahLst/>
              <a:cxnLst>
                <a:cxn ang="0">
                  <a:pos x="18" y="12"/>
                </a:cxn>
                <a:cxn ang="0">
                  <a:pos x="24" y="18"/>
                </a:cxn>
                <a:cxn ang="0">
                  <a:pos x="30" y="24"/>
                </a:cxn>
                <a:cxn ang="0">
                  <a:pos x="42" y="6"/>
                </a:cxn>
                <a:cxn ang="0">
                  <a:pos x="30" y="6"/>
                </a:cxn>
                <a:cxn ang="0">
                  <a:pos x="18" y="0"/>
                </a:cxn>
                <a:cxn ang="0">
                  <a:pos x="0" y="0"/>
                </a:cxn>
                <a:cxn ang="0">
                  <a:pos x="12" y="6"/>
                </a:cxn>
                <a:cxn ang="0">
                  <a:pos x="18" y="12"/>
                </a:cxn>
                <a:cxn ang="0">
                  <a:pos x="18" y="12"/>
                </a:cxn>
              </a:cxnLst>
              <a:rect l="0" t="0" r="r" b="b"/>
              <a:pathLst>
                <a:path w="42" h="24">
                  <a:moveTo>
                    <a:pt x="18" y="12"/>
                  </a:moveTo>
                  <a:lnTo>
                    <a:pt x="24" y="18"/>
                  </a:lnTo>
                  <a:lnTo>
                    <a:pt x="30" y="24"/>
                  </a:lnTo>
                  <a:lnTo>
                    <a:pt x="42" y="6"/>
                  </a:lnTo>
                  <a:lnTo>
                    <a:pt x="30" y="6"/>
                  </a:lnTo>
                  <a:lnTo>
                    <a:pt x="18" y="0"/>
                  </a:lnTo>
                  <a:lnTo>
                    <a:pt x="0" y="0"/>
                  </a:lnTo>
                  <a:lnTo>
                    <a:pt x="12" y="6"/>
                  </a:lnTo>
                  <a:lnTo>
                    <a:pt x="18" y="12"/>
                  </a:lnTo>
                  <a:lnTo>
                    <a:pt x="18" y="1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544" name="Freeform 280">
              <a:extLst>
                <a:ext uri="{FF2B5EF4-FFF2-40B4-BE49-F238E27FC236}">
                  <a16:creationId xmlns:a16="http://schemas.microsoft.com/office/drawing/2014/main" id="{63FA6CF1-1719-F760-2ED2-FF1661DE16B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2" y="574"/>
              <a:ext cx="11" cy="1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6"/>
                </a:cxn>
                <a:cxn ang="0">
                  <a:pos x="12" y="12"/>
                </a:cxn>
                <a:cxn ang="0">
                  <a:pos x="12" y="12"/>
                </a:cxn>
                <a:cxn ang="0">
                  <a:pos x="6" y="6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2" h="12">
                  <a:moveTo>
                    <a:pt x="0" y="0"/>
                  </a:moveTo>
                  <a:lnTo>
                    <a:pt x="6" y="6"/>
                  </a:lnTo>
                  <a:lnTo>
                    <a:pt x="12" y="12"/>
                  </a:lnTo>
                  <a:lnTo>
                    <a:pt x="12" y="12"/>
                  </a:lnTo>
                  <a:lnTo>
                    <a:pt x="6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9D2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545" name="Freeform 281">
              <a:extLst>
                <a:ext uri="{FF2B5EF4-FFF2-40B4-BE49-F238E27FC236}">
                  <a16:creationId xmlns:a16="http://schemas.microsoft.com/office/drawing/2014/main" id="{2EC4A9E4-C236-06C6-E79A-463AAD5DD95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84" y="568"/>
              <a:ext cx="12" cy="19"/>
            </a:xfrm>
            <a:custGeom>
              <a:avLst/>
              <a:gdLst/>
              <a:ahLst/>
              <a:cxnLst>
                <a:cxn ang="0">
                  <a:pos x="0" y="18"/>
                </a:cxn>
                <a:cxn ang="0">
                  <a:pos x="12" y="0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0" y="18"/>
                </a:cxn>
              </a:cxnLst>
              <a:rect l="0" t="0" r="r" b="b"/>
              <a:pathLst>
                <a:path w="12" h="18">
                  <a:moveTo>
                    <a:pt x="0" y="18"/>
                  </a:moveTo>
                  <a:lnTo>
                    <a:pt x="12" y="0"/>
                  </a:lnTo>
                  <a:lnTo>
                    <a:pt x="0" y="18"/>
                  </a:lnTo>
                  <a:lnTo>
                    <a:pt x="0" y="18"/>
                  </a:lnTo>
                  <a:close/>
                  <a:moveTo>
                    <a:pt x="0" y="18"/>
                  </a:moveTo>
                  <a:lnTo>
                    <a:pt x="0" y="18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409D2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546" name="Freeform 282">
              <a:extLst>
                <a:ext uri="{FF2B5EF4-FFF2-40B4-BE49-F238E27FC236}">
                  <a16:creationId xmlns:a16="http://schemas.microsoft.com/office/drawing/2014/main" id="{75478799-58FE-B61A-FBF8-8EB30DCF59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72" y="562"/>
              <a:ext cx="21" cy="6"/>
            </a:xfrm>
            <a:custGeom>
              <a:avLst/>
              <a:gdLst/>
              <a:ahLst/>
              <a:cxnLst>
                <a:cxn ang="0">
                  <a:pos x="24" y="6"/>
                </a:cxn>
                <a:cxn ang="0">
                  <a:pos x="12" y="6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2" y="6"/>
                </a:cxn>
                <a:cxn ang="0">
                  <a:pos x="24" y="6"/>
                </a:cxn>
                <a:cxn ang="0">
                  <a:pos x="24" y="6"/>
                </a:cxn>
                <a:cxn ang="0">
                  <a:pos x="24" y="6"/>
                </a:cxn>
                <a:cxn ang="0">
                  <a:pos x="24" y="6"/>
                </a:cxn>
                <a:cxn ang="0">
                  <a:pos x="24" y="6"/>
                </a:cxn>
              </a:cxnLst>
              <a:rect l="0" t="0" r="r" b="b"/>
              <a:pathLst>
                <a:path w="24" h="6">
                  <a:moveTo>
                    <a:pt x="24" y="6"/>
                  </a:moveTo>
                  <a:lnTo>
                    <a:pt x="12" y="6"/>
                  </a:lnTo>
                  <a:lnTo>
                    <a:pt x="0" y="0"/>
                  </a:lnTo>
                  <a:lnTo>
                    <a:pt x="0" y="0"/>
                  </a:lnTo>
                  <a:lnTo>
                    <a:pt x="12" y="6"/>
                  </a:lnTo>
                  <a:lnTo>
                    <a:pt x="24" y="6"/>
                  </a:lnTo>
                  <a:lnTo>
                    <a:pt x="24" y="6"/>
                  </a:lnTo>
                  <a:close/>
                  <a:moveTo>
                    <a:pt x="24" y="6"/>
                  </a:moveTo>
                  <a:lnTo>
                    <a:pt x="24" y="6"/>
                  </a:lnTo>
                  <a:lnTo>
                    <a:pt x="24" y="6"/>
                  </a:lnTo>
                  <a:close/>
                </a:path>
              </a:pathLst>
            </a:custGeom>
            <a:solidFill>
              <a:srgbClr val="409D2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547" name="Freeform 283">
              <a:extLst>
                <a:ext uri="{FF2B5EF4-FFF2-40B4-BE49-F238E27FC236}">
                  <a16:creationId xmlns:a16="http://schemas.microsoft.com/office/drawing/2014/main" id="{729D2E94-D7DD-D422-ACBA-13A8A8BE999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54" y="562"/>
              <a:ext cx="18" cy="1"/>
            </a:xfrm>
            <a:custGeom>
              <a:avLst/>
              <a:gdLst/>
              <a:ahLst/>
              <a:cxnLst>
                <a:cxn ang="0">
                  <a:pos x="18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0"/>
                  </a:lnTo>
                  <a:close/>
                  <a:moveTo>
                    <a:pt x="18" y="0"/>
                  </a:moveTo>
                  <a:lnTo>
                    <a:pt x="18" y="0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409D2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548" name="Freeform 284">
              <a:extLst>
                <a:ext uri="{FF2B5EF4-FFF2-40B4-BE49-F238E27FC236}">
                  <a16:creationId xmlns:a16="http://schemas.microsoft.com/office/drawing/2014/main" id="{E166C1EB-6A57-3270-5A8C-0118BC8F4E2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54" y="562"/>
              <a:ext cx="18" cy="1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" y="6"/>
                </a:cxn>
                <a:cxn ang="0">
                  <a:pos x="18" y="12"/>
                </a:cxn>
                <a:cxn ang="0">
                  <a:pos x="18" y="12"/>
                </a:cxn>
                <a:cxn ang="0">
                  <a:pos x="12" y="6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8" h="12">
                  <a:moveTo>
                    <a:pt x="0" y="0"/>
                  </a:moveTo>
                  <a:lnTo>
                    <a:pt x="12" y="6"/>
                  </a:lnTo>
                  <a:lnTo>
                    <a:pt x="18" y="12"/>
                  </a:lnTo>
                  <a:lnTo>
                    <a:pt x="18" y="12"/>
                  </a:lnTo>
                  <a:lnTo>
                    <a:pt x="12" y="6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9D2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549" name="Freeform 285">
              <a:extLst>
                <a:ext uri="{FF2B5EF4-FFF2-40B4-BE49-F238E27FC236}">
                  <a16:creationId xmlns:a16="http://schemas.microsoft.com/office/drawing/2014/main" id="{ED2CB0A6-B472-CE9A-2D44-942A3ABB3C4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2" y="574"/>
              <a:ext cx="0" cy="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9D2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550" name="Freeform 286">
              <a:extLst>
                <a:ext uri="{FF2B5EF4-FFF2-40B4-BE49-F238E27FC236}">
                  <a16:creationId xmlns:a16="http://schemas.microsoft.com/office/drawing/2014/main" id="{35C88DD7-A9A1-BFE9-DBC2-A5D46D9384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5" y="3374"/>
              <a:ext cx="376" cy="156"/>
            </a:xfrm>
            <a:custGeom>
              <a:avLst/>
              <a:gdLst/>
              <a:ahLst/>
              <a:cxnLst>
                <a:cxn ang="0">
                  <a:pos x="353" y="0"/>
                </a:cxn>
                <a:cxn ang="0">
                  <a:pos x="347" y="24"/>
                </a:cxn>
                <a:cxn ang="0">
                  <a:pos x="329" y="48"/>
                </a:cxn>
                <a:cxn ang="0">
                  <a:pos x="299" y="66"/>
                </a:cxn>
                <a:cxn ang="0">
                  <a:pos x="257" y="90"/>
                </a:cxn>
                <a:cxn ang="0">
                  <a:pos x="203" y="108"/>
                </a:cxn>
                <a:cxn ang="0">
                  <a:pos x="143" y="119"/>
                </a:cxn>
                <a:cxn ang="0">
                  <a:pos x="72" y="125"/>
                </a:cxn>
                <a:cxn ang="0">
                  <a:pos x="0" y="131"/>
                </a:cxn>
                <a:cxn ang="0">
                  <a:pos x="0" y="155"/>
                </a:cxn>
                <a:cxn ang="0">
                  <a:pos x="72" y="155"/>
                </a:cxn>
                <a:cxn ang="0">
                  <a:pos x="143" y="143"/>
                </a:cxn>
                <a:cxn ang="0">
                  <a:pos x="209" y="131"/>
                </a:cxn>
                <a:cxn ang="0">
                  <a:pos x="263" y="114"/>
                </a:cxn>
                <a:cxn ang="0">
                  <a:pos x="311" y="90"/>
                </a:cxn>
                <a:cxn ang="0">
                  <a:pos x="347" y="66"/>
                </a:cxn>
                <a:cxn ang="0">
                  <a:pos x="365" y="36"/>
                </a:cxn>
                <a:cxn ang="0">
                  <a:pos x="377" y="0"/>
                </a:cxn>
                <a:cxn ang="0">
                  <a:pos x="353" y="0"/>
                </a:cxn>
              </a:cxnLst>
              <a:rect l="0" t="0" r="r" b="b"/>
              <a:pathLst>
                <a:path w="377" h="155">
                  <a:moveTo>
                    <a:pt x="353" y="0"/>
                  </a:moveTo>
                  <a:lnTo>
                    <a:pt x="347" y="24"/>
                  </a:lnTo>
                  <a:lnTo>
                    <a:pt x="329" y="48"/>
                  </a:lnTo>
                  <a:lnTo>
                    <a:pt x="299" y="66"/>
                  </a:lnTo>
                  <a:lnTo>
                    <a:pt x="257" y="90"/>
                  </a:lnTo>
                  <a:lnTo>
                    <a:pt x="203" y="108"/>
                  </a:lnTo>
                  <a:lnTo>
                    <a:pt x="143" y="119"/>
                  </a:lnTo>
                  <a:lnTo>
                    <a:pt x="72" y="125"/>
                  </a:lnTo>
                  <a:lnTo>
                    <a:pt x="0" y="131"/>
                  </a:lnTo>
                  <a:lnTo>
                    <a:pt x="0" y="155"/>
                  </a:lnTo>
                  <a:lnTo>
                    <a:pt x="72" y="155"/>
                  </a:lnTo>
                  <a:lnTo>
                    <a:pt x="143" y="143"/>
                  </a:lnTo>
                  <a:lnTo>
                    <a:pt x="209" y="131"/>
                  </a:lnTo>
                  <a:lnTo>
                    <a:pt x="263" y="114"/>
                  </a:lnTo>
                  <a:lnTo>
                    <a:pt x="311" y="90"/>
                  </a:lnTo>
                  <a:lnTo>
                    <a:pt x="347" y="66"/>
                  </a:lnTo>
                  <a:lnTo>
                    <a:pt x="365" y="36"/>
                  </a:lnTo>
                  <a:lnTo>
                    <a:pt x="377" y="0"/>
                  </a:lnTo>
                  <a:lnTo>
                    <a:pt x="353" y="0"/>
                  </a:lnTo>
                  <a:close/>
                </a:path>
              </a:pathLst>
            </a:custGeom>
            <a:solidFill>
              <a:srgbClr val="FF7F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551" name="Freeform 287">
              <a:extLst>
                <a:ext uri="{FF2B5EF4-FFF2-40B4-BE49-F238E27FC236}">
                  <a16:creationId xmlns:a16="http://schemas.microsoft.com/office/drawing/2014/main" id="{8B0F0D7D-E77F-1976-B7EC-1345D833788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81" y="3494"/>
              <a:ext cx="144" cy="36"/>
            </a:xfrm>
            <a:custGeom>
              <a:avLst/>
              <a:gdLst/>
              <a:ahLst/>
              <a:cxnLst>
                <a:cxn ang="0">
                  <a:pos x="144" y="12"/>
                </a:cxn>
                <a:cxn ang="0">
                  <a:pos x="72" y="6"/>
                </a:cxn>
                <a:cxn ang="0">
                  <a:pos x="6" y="0"/>
                </a:cxn>
                <a:cxn ang="0">
                  <a:pos x="0" y="24"/>
                </a:cxn>
                <a:cxn ang="0">
                  <a:pos x="72" y="30"/>
                </a:cxn>
                <a:cxn ang="0">
                  <a:pos x="144" y="36"/>
                </a:cxn>
                <a:cxn ang="0">
                  <a:pos x="144" y="12"/>
                </a:cxn>
                <a:cxn ang="0">
                  <a:pos x="144" y="36"/>
                </a:cxn>
                <a:cxn ang="0">
                  <a:pos x="144" y="36"/>
                </a:cxn>
                <a:cxn ang="0">
                  <a:pos x="144" y="24"/>
                </a:cxn>
                <a:cxn ang="0">
                  <a:pos x="144" y="36"/>
                </a:cxn>
              </a:cxnLst>
              <a:rect l="0" t="0" r="r" b="b"/>
              <a:pathLst>
                <a:path w="144" h="36">
                  <a:moveTo>
                    <a:pt x="144" y="12"/>
                  </a:moveTo>
                  <a:lnTo>
                    <a:pt x="72" y="6"/>
                  </a:lnTo>
                  <a:lnTo>
                    <a:pt x="6" y="0"/>
                  </a:lnTo>
                  <a:lnTo>
                    <a:pt x="0" y="24"/>
                  </a:lnTo>
                  <a:lnTo>
                    <a:pt x="72" y="30"/>
                  </a:lnTo>
                  <a:lnTo>
                    <a:pt x="144" y="36"/>
                  </a:lnTo>
                  <a:lnTo>
                    <a:pt x="144" y="12"/>
                  </a:lnTo>
                  <a:close/>
                  <a:moveTo>
                    <a:pt x="144" y="36"/>
                  </a:moveTo>
                  <a:lnTo>
                    <a:pt x="144" y="36"/>
                  </a:lnTo>
                  <a:lnTo>
                    <a:pt x="144" y="24"/>
                  </a:lnTo>
                  <a:lnTo>
                    <a:pt x="144" y="36"/>
                  </a:lnTo>
                  <a:close/>
                </a:path>
              </a:pathLst>
            </a:custGeom>
            <a:solidFill>
              <a:srgbClr val="FF7F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552" name="Freeform 288">
              <a:extLst>
                <a:ext uri="{FF2B5EF4-FFF2-40B4-BE49-F238E27FC236}">
                  <a16:creationId xmlns:a16="http://schemas.microsoft.com/office/drawing/2014/main" id="{58BA6915-91A9-A69E-8079-10B71915E0C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5" y="1983"/>
              <a:ext cx="545" cy="275"/>
            </a:xfrm>
            <a:custGeom>
              <a:avLst/>
              <a:gdLst/>
              <a:ahLst/>
              <a:cxnLst>
                <a:cxn ang="0">
                  <a:pos x="520" y="0"/>
                </a:cxn>
                <a:cxn ang="0">
                  <a:pos x="514" y="47"/>
                </a:cxn>
                <a:cxn ang="0">
                  <a:pos x="484" y="95"/>
                </a:cxn>
                <a:cxn ang="0">
                  <a:pos x="436" y="137"/>
                </a:cxn>
                <a:cxn ang="0">
                  <a:pos x="371" y="173"/>
                </a:cxn>
                <a:cxn ang="0">
                  <a:pos x="293" y="209"/>
                </a:cxn>
                <a:cxn ang="0">
                  <a:pos x="203" y="233"/>
                </a:cxn>
                <a:cxn ang="0">
                  <a:pos x="108" y="245"/>
                </a:cxn>
                <a:cxn ang="0">
                  <a:pos x="0" y="250"/>
                </a:cxn>
                <a:cxn ang="0">
                  <a:pos x="0" y="274"/>
                </a:cxn>
                <a:cxn ang="0">
                  <a:pos x="108" y="268"/>
                </a:cxn>
                <a:cxn ang="0">
                  <a:pos x="209" y="256"/>
                </a:cxn>
                <a:cxn ang="0">
                  <a:pos x="305" y="233"/>
                </a:cxn>
                <a:cxn ang="0">
                  <a:pos x="383" y="197"/>
                </a:cxn>
                <a:cxn ang="0">
                  <a:pos x="448" y="155"/>
                </a:cxn>
                <a:cxn ang="0">
                  <a:pos x="496" y="113"/>
                </a:cxn>
                <a:cxn ang="0">
                  <a:pos x="532" y="59"/>
                </a:cxn>
                <a:cxn ang="0">
                  <a:pos x="544" y="0"/>
                </a:cxn>
                <a:cxn ang="0">
                  <a:pos x="520" y="0"/>
                </a:cxn>
              </a:cxnLst>
              <a:rect l="0" t="0" r="r" b="b"/>
              <a:pathLst>
                <a:path w="544" h="274">
                  <a:moveTo>
                    <a:pt x="520" y="0"/>
                  </a:moveTo>
                  <a:lnTo>
                    <a:pt x="514" y="47"/>
                  </a:lnTo>
                  <a:lnTo>
                    <a:pt x="484" y="95"/>
                  </a:lnTo>
                  <a:lnTo>
                    <a:pt x="436" y="137"/>
                  </a:lnTo>
                  <a:lnTo>
                    <a:pt x="371" y="173"/>
                  </a:lnTo>
                  <a:lnTo>
                    <a:pt x="293" y="209"/>
                  </a:lnTo>
                  <a:lnTo>
                    <a:pt x="203" y="233"/>
                  </a:lnTo>
                  <a:lnTo>
                    <a:pt x="108" y="245"/>
                  </a:lnTo>
                  <a:lnTo>
                    <a:pt x="0" y="250"/>
                  </a:lnTo>
                  <a:lnTo>
                    <a:pt x="0" y="274"/>
                  </a:lnTo>
                  <a:lnTo>
                    <a:pt x="108" y="268"/>
                  </a:lnTo>
                  <a:lnTo>
                    <a:pt x="209" y="256"/>
                  </a:lnTo>
                  <a:lnTo>
                    <a:pt x="305" y="233"/>
                  </a:lnTo>
                  <a:lnTo>
                    <a:pt x="383" y="197"/>
                  </a:lnTo>
                  <a:lnTo>
                    <a:pt x="448" y="155"/>
                  </a:lnTo>
                  <a:lnTo>
                    <a:pt x="496" y="113"/>
                  </a:lnTo>
                  <a:lnTo>
                    <a:pt x="532" y="59"/>
                  </a:lnTo>
                  <a:lnTo>
                    <a:pt x="544" y="0"/>
                  </a:lnTo>
                  <a:lnTo>
                    <a:pt x="520" y="0"/>
                  </a:lnTo>
                  <a:close/>
                </a:path>
              </a:pathLst>
            </a:custGeom>
            <a:solidFill>
              <a:srgbClr val="34AACD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553" name="Freeform 289">
              <a:extLst>
                <a:ext uri="{FF2B5EF4-FFF2-40B4-BE49-F238E27FC236}">
                  <a16:creationId xmlns:a16="http://schemas.microsoft.com/office/drawing/2014/main" id="{F1045572-93D4-1B4F-8705-A1E6CE5A529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13" y="2187"/>
              <a:ext cx="311" cy="71"/>
            </a:xfrm>
            <a:custGeom>
              <a:avLst/>
              <a:gdLst/>
              <a:ahLst/>
              <a:cxnLst>
                <a:cxn ang="0">
                  <a:pos x="311" y="47"/>
                </a:cxn>
                <a:cxn ang="0">
                  <a:pos x="233" y="42"/>
                </a:cxn>
                <a:cxn ang="0">
                  <a:pos x="155" y="36"/>
                </a:cxn>
                <a:cxn ang="0">
                  <a:pos x="78" y="18"/>
                </a:cxn>
                <a:cxn ang="0">
                  <a:pos x="12" y="0"/>
                </a:cxn>
                <a:cxn ang="0">
                  <a:pos x="0" y="24"/>
                </a:cxn>
                <a:cxn ang="0">
                  <a:pos x="72" y="42"/>
                </a:cxn>
                <a:cxn ang="0">
                  <a:pos x="149" y="59"/>
                </a:cxn>
                <a:cxn ang="0">
                  <a:pos x="227" y="65"/>
                </a:cxn>
                <a:cxn ang="0">
                  <a:pos x="311" y="71"/>
                </a:cxn>
                <a:cxn ang="0">
                  <a:pos x="311" y="47"/>
                </a:cxn>
                <a:cxn ang="0">
                  <a:pos x="311" y="71"/>
                </a:cxn>
                <a:cxn ang="0">
                  <a:pos x="311" y="71"/>
                </a:cxn>
                <a:cxn ang="0">
                  <a:pos x="311" y="59"/>
                </a:cxn>
                <a:cxn ang="0">
                  <a:pos x="311" y="71"/>
                </a:cxn>
              </a:cxnLst>
              <a:rect l="0" t="0" r="r" b="b"/>
              <a:pathLst>
                <a:path w="311" h="71">
                  <a:moveTo>
                    <a:pt x="311" y="47"/>
                  </a:moveTo>
                  <a:lnTo>
                    <a:pt x="233" y="42"/>
                  </a:lnTo>
                  <a:lnTo>
                    <a:pt x="155" y="36"/>
                  </a:lnTo>
                  <a:lnTo>
                    <a:pt x="78" y="18"/>
                  </a:lnTo>
                  <a:lnTo>
                    <a:pt x="12" y="0"/>
                  </a:lnTo>
                  <a:lnTo>
                    <a:pt x="0" y="24"/>
                  </a:lnTo>
                  <a:lnTo>
                    <a:pt x="72" y="42"/>
                  </a:lnTo>
                  <a:lnTo>
                    <a:pt x="149" y="59"/>
                  </a:lnTo>
                  <a:lnTo>
                    <a:pt x="227" y="65"/>
                  </a:lnTo>
                  <a:lnTo>
                    <a:pt x="311" y="71"/>
                  </a:lnTo>
                  <a:lnTo>
                    <a:pt x="311" y="47"/>
                  </a:lnTo>
                  <a:close/>
                  <a:moveTo>
                    <a:pt x="311" y="71"/>
                  </a:moveTo>
                  <a:lnTo>
                    <a:pt x="311" y="71"/>
                  </a:lnTo>
                  <a:lnTo>
                    <a:pt x="311" y="59"/>
                  </a:lnTo>
                  <a:lnTo>
                    <a:pt x="311" y="71"/>
                  </a:lnTo>
                  <a:close/>
                </a:path>
              </a:pathLst>
            </a:custGeom>
            <a:solidFill>
              <a:srgbClr val="34AACD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554" name="Freeform 290">
              <a:extLst>
                <a:ext uri="{FF2B5EF4-FFF2-40B4-BE49-F238E27FC236}">
                  <a16:creationId xmlns:a16="http://schemas.microsoft.com/office/drawing/2014/main" id="{79B53640-CAA3-6C0B-4DCA-AA79E285E5C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0" y="3489"/>
              <a:ext cx="42" cy="41"/>
            </a:xfrm>
            <a:custGeom>
              <a:avLst/>
              <a:gdLst/>
              <a:ahLst/>
              <a:cxnLst>
                <a:cxn ang="0">
                  <a:pos x="0" y="17"/>
                </a:cxn>
                <a:cxn ang="0">
                  <a:pos x="6" y="5"/>
                </a:cxn>
                <a:cxn ang="0">
                  <a:pos x="24" y="0"/>
                </a:cxn>
                <a:cxn ang="0">
                  <a:pos x="36" y="5"/>
                </a:cxn>
                <a:cxn ang="0">
                  <a:pos x="42" y="17"/>
                </a:cxn>
                <a:cxn ang="0">
                  <a:pos x="36" y="35"/>
                </a:cxn>
                <a:cxn ang="0">
                  <a:pos x="24" y="41"/>
                </a:cxn>
                <a:cxn ang="0">
                  <a:pos x="6" y="35"/>
                </a:cxn>
                <a:cxn ang="0">
                  <a:pos x="0" y="17"/>
                </a:cxn>
                <a:cxn ang="0">
                  <a:pos x="0" y="17"/>
                </a:cxn>
              </a:cxnLst>
              <a:rect l="0" t="0" r="r" b="b"/>
              <a:pathLst>
                <a:path w="42" h="41">
                  <a:moveTo>
                    <a:pt x="0" y="17"/>
                  </a:moveTo>
                  <a:lnTo>
                    <a:pt x="6" y="5"/>
                  </a:lnTo>
                  <a:lnTo>
                    <a:pt x="24" y="0"/>
                  </a:lnTo>
                  <a:lnTo>
                    <a:pt x="36" y="5"/>
                  </a:lnTo>
                  <a:lnTo>
                    <a:pt x="42" y="17"/>
                  </a:lnTo>
                  <a:lnTo>
                    <a:pt x="36" y="35"/>
                  </a:lnTo>
                  <a:lnTo>
                    <a:pt x="24" y="41"/>
                  </a:lnTo>
                  <a:lnTo>
                    <a:pt x="6" y="35"/>
                  </a:lnTo>
                  <a:lnTo>
                    <a:pt x="0" y="17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555" name="Freeform 291">
              <a:extLst>
                <a:ext uri="{FF2B5EF4-FFF2-40B4-BE49-F238E27FC236}">
                  <a16:creationId xmlns:a16="http://schemas.microsoft.com/office/drawing/2014/main" id="{0C87551F-13F2-887F-A088-72BF229A67F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0" y="3489"/>
              <a:ext cx="25" cy="16"/>
            </a:xfrm>
            <a:custGeom>
              <a:avLst/>
              <a:gdLst/>
              <a:ahLst/>
              <a:cxnLst>
                <a:cxn ang="0">
                  <a:pos x="0" y="17"/>
                </a:cxn>
                <a:cxn ang="0">
                  <a:pos x="6" y="5"/>
                </a:cxn>
                <a:cxn ang="0">
                  <a:pos x="24" y="0"/>
                </a:cxn>
                <a:cxn ang="0">
                  <a:pos x="24" y="0"/>
                </a:cxn>
                <a:cxn ang="0">
                  <a:pos x="6" y="5"/>
                </a:cxn>
                <a:cxn ang="0">
                  <a:pos x="0" y="17"/>
                </a:cxn>
                <a:cxn ang="0">
                  <a:pos x="0" y="17"/>
                </a:cxn>
              </a:cxnLst>
              <a:rect l="0" t="0" r="r" b="b"/>
              <a:pathLst>
                <a:path w="24" h="17">
                  <a:moveTo>
                    <a:pt x="0" y="17"/>
                  </a:moveTo>
                  <a:lnTo>
                    <a:pt x="6" y="5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6" y="5"/>
                  </a:lnTo>
                  <a:lnTo>
                    <a:pt x="0" y="17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556" name="Freeform 292">
              <a:extLst>
                <a:ext uri="{FF2B5EF4-FFF2-40B4-BE49-F238E27FC236}">
                  <a16:creationId xmlns:a16="http://schemas.microsoft.com/office/drawing/2014/main" id="{5A7F47DE-D3E4-8D38-FA5F-2EEFEA3B475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74" y="3489"/>
              <a:ext cx="16" cy="1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" y="5"/>
                </a:cxn>
                <a:cxn ang="0">
                  <a:pos x="18" y="17"/>
                </a:cxn>
                <a:cxn ang="0">
                  <a:pos x="18" y="17"/>
                </a:cxn>
                <a:cxn ang="0">
                  <a:pos x="12" y="5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8" h="17">
                  <a:moveTo>
                    <a:pt x="0" y="0"/>
                  </a:moveTo>
                  <a:lnTo>
                    <a:pt x="12" y="5"/>
                  </a:lnTo>
                  <a:lnTo>
                    <a:pt x="18" y="17"/>
                  </a:lnTo>
                  <a:lnTo>
                    <a:pt x="18" y="17"/>
                  </a:lnTo>
                  <a:lnTo>
                    <a:pt x="12" y="5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557" name="Freeform 293">
              <a:extLst>
                <a:ext uri="{FF2B5EF4-FFF2-40B4-BE49-F238E27FC236}">
                  <a16:creationId xmlns:a16="http://schemas.microsoft.com/office/drawing/2014/main" id="{E329CA28-0DC5-FAA0-CB41-99354EA5AA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74" y="3506"/>
              <a:ext cx="16" cy="26"/>
            </a:xfrm>
            <a:custGeom>
              <a:avLst/>
              <a:gdLst/>
              <a:ahLst/>
              <a:cxnLst>
                <a:cxn ang="0">
                  <a:pos x="18" y="0"/>
                </a:cxn>
                <a:cxn ang="0">
                  <a:pos x="12" y="18"/>
                </a:cxn>
                <a:cxn ang="0">
                  <a:pos x="0" y="24"/>
                </a:cxn>
                <a:cxn ang="0">
                  <a:pos x="0" y="24"/>
                </a:cxn>
                <a:cxn ang="0">
                  <a:pos x="12" y="18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</a:cxnLst>
              <a:rect l="0" t="0" r="r" b="b"/>
              <a:pathLst>
                <a:path w="18" h="24">
                  <a:moveTo>
                    <a:pt x="18" y="0"/>
                  </a:moveTo>
                  <a:lnTo>
                    <a:pt x="12" y="18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12" y="18"/>
                  </a:lnTo>
                  <a:lnTo>
                    <a:pt x="18" y="0"/>
                  </a:lnTo>
                  <a:lnTo>
                    <a:pt x="18" y="0"/>
                  </a:lnTo>
                  <a:close/>
                  <a:moveTo>
                    <a:pt x="18" y="0"/>
                  </a:moveTo>
                  <a:lnTo>
                    <a:pt x="18" y="0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558" name="Freeform 294">
              <a:extLst>
                <a:ext uri="{FF2B5EF4-FFF2-40B4-BE49-F238E27FC236}">
                  <a16:creationId xmlns:a16="http://schemas.microsoft.com/office/drawing/2014/main" id="{A73833EF-A687-C845-2D94-7E99E3B9C32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50" y="3506"/>
              <a:ext cx="25" cy="26"/>
            </a:xfrm>
            <a:custGeom>
              <a:avLst/>
              <a:gdLst/>
              <a:ahLst/>
              <a:cxnLst>
                <a:cxn ang="0">
                  <a:pos x="24" y="24"/>
                </a:cxn>
                <a:cxn ang="0">
                  <a:pos x="6" y="18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6" y="18"/>
                </a:cxn>
                <a:cxn ang="0">
                  <a:pos x="24" y="24"/>
                </a:cxn>
                <a:cxn ang="0">
                  <a:pos x="24" y="24"/>
                </a:cxn>
                <a:cxn ang="0">
                  <a:pos x="24" y="24"/>
                </a:cxn>
                <a:cxn ang="0">
                  <a:pos x="24" y="24"/>
                </a:cxn>
                <a:cxn ang="0">
                  <a:pos x="24" y="24"/>
                </a:cxn>
              </a:cxnLst>
              <a:rect l="0" t="0" r="r" b="b"/>
              <a:pathLst>
                <a:path w="24" h="24">
                  <a:moveTo>
                    <a:pt x="24" y="24"/>
                  </a:moveTo>
                  <a:lnTo>
                    <a:pt x="6" y="18"/>
                  </a:lnTo>
                  <a:lnTo>
                    <a:pt x="0" y="0"/>
                  </a:lnTo>
                  <a:lnTo>
                    <a:pt x="0" y="0"/>
                  </a:lnTo>
                  <a:lnTo>
                    <a:pt x="6" y="18"/>
                  </a:lnTo>
                  <a:lnTo>
                    <a:pt x="24" y="24"/>
                  </a:lnTo>
                  <a:lnTo>
                    <a:pt x="24" y="24"/>
                  </a:lnTo>
                  <a:close/>
                  <a:moveTo>
                    <a:pt x="24" y="24"/>
                  </a:moveTo>
                  <a:lnTo>
                    <a:pt x="24" y="24"/>
                  </a:lnTo>
                  <a:lnTo>
                    <a:pt x="24" y="2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559" name="Freeform 295">
              <a:extLst>
                <a:ext uri="{FF2B5EF4-FFF2-40B4-BE49-F238E27FC236}">
                  <a16:creationId xmlns:a16="http://schemas.microsoft.com/office/drawing/2014/main" id="{F5123436-6B43-C667-72DA-420F61FF15E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0" y="3506"/>
              <a:ext cx="1" cy="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560" name="Freeform 296">
              <a:extLst>
                <a:ext uri="{FF2B5EF4-FFF2-40B4-BE49-F238E27FC236}">
                  <a16:creationId xmlns:a16="http://schemas.microsoft.com/office/drawing/2014/main" id="{B59F5A75-7682-74D2-5789-48DF6A70BDB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3" y="1966"/>
              <a:ext cx="43" cy="42"/>
            </a:xfrm>
            <a:custGeom>
              <a:avLst/>
              <a:gdLst/>
              <a:ahLst/>
              <a:cxnLst>
                <a:cxn ang="0">
                  <a:pos x="0" y="18"/>
                </a:cxn>
                <a:cxn ang="0">
                  <a:pos x="6" y="6"/>
                </a:cxn>
                <a:cxn ang="0">
                  <a:pos x="24" y="0"/>
                </a:cxn>
                <a:cxn ang="0">
                  <a:pos x="36" y="6"/>
                </a:cxn>
                <a:cxn ang="0">
                  <a:pos x="42" y="18"/>
                </a:cxn>
                <a:cxn ang="0">
                  <a:pos x="36" y="36"/>
                </a:cxn>
                <a:cxn ang="0">
                  <a:pos x="24" y="42"/>
                </a:cxn>
                <a:cxn ang="0">
                  <a:pos x="6" y="36"/>
                </a:cxn>
                <a:cxn ang="0">
                  <a:pos x="0" y="18"/>
                </a:cxn>
                <a:cxn ang="0">
                  <a:pos x="0" y="18"/>
                </a:cxn>
              </a:cxnLst>
              <a:rect l="0" t="0" r="r" b="b"/>
              <a:pathLst>
                <a:path w="42" h="42">
                  <a:moveTo>
                    <a:pt x="0" y="18"/>
                  </a:moveTo>
                  <a:lnTo>
                    <a:pt x="6" y="6"/>
                  </a:lnTo>
                  <a:lnTo>
                    <a:pt x="24" y="0"/>
                  </a:lnTo>
                  <a:lnTo>
                    <a:pt x="36" y="6"/>
                  </a:lnTo>
                  <a:lnTo>
                    <a:pt x="42" y="18"/>
                  </a:lnTo>
                  <a:lnTo>
                    <a:pt x="36" y="36"/>
                  </a:lnTo>
                  <a:lnTo>
                    <a:pt x="24" y="42"/>
                  </a:lnTo>
                  <a:lnTo>
                    <a:pt x="6" y="36"/>
                  </a:lnTo>
                  <a:lnTo>
                    <a:pt x="0" y="18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561" name="Freeform 297">
              <a:extLst>
                <a:ext uri="{FF2B5EF4-FFF2-40B4-BE49-F238E27FC236}">
                  <a16:creationId xmlns:a16="http://schemas.microsoft.com/office/drawing/2014/main" id="{8B914A28-28CB-993E-C469-88AA68A8A25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3" y="1966"/>
              <a:ext cx="23" cy="17"/>
            </a:xfrm>
            <a:custGeom>
              <a:avLst/>
              <a:gdLst/>
              <a:ahLst/>
              <a:cxnLst>
                <a:cxn ang="0">
                  <a:pos x="0" y="18"/>
                </a:cxn>
                <a:cxn ang="0">
                  <a:pos x="6" y="6"/>
                </a:cxn>
                <a:cxn ang="0">
                  <a:pos x="24" y="0"/>
                </a:cxn>
                <a:cxn ang="0">
                  <a:pos x="24" y="0"/>
                </a:cxn>
                <a:cxn ang="0">
                  <a:pos x="6" y="6"/>
                </a:cxn>
                <a:cxn ang="0">
                  <a:pos x="0" y="18"/>
                </a:cxn>
                <a:cxn ang="0">
                  <a:pos x="0" y="18"/>
                </a:cxn>
              </a:cxnLst>
              <a:rect l="0" t="0" r="r" b="b"/>
              <a:pathLst>
                <a:path w="24" h="18">
                  <a:moveTo>
                    <a:pt x="0" y="18"/>
                  </a:moveTo>
                  <a:lnTo>
                    <a:pt x="6" y="6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6" y="6"/>
                  </a:lnTo>
                  <a:lnTo>
                    <a:pt x="0" y="18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562" name="Freeform 298">
              <a:extLst>
                <a:ext uri="{FF2B5EF4-FFF2-40B4-BE49-F238E27FC236}">
                  <a16:creationId xmlns:a16="http://schemas.microsoft.com/office/drawing/2014/main" id="{556DCCF5-A1A1-75DA-DA05-94C14132FE2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6" y="1966"/>
              <a:ext cx="18" cy="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" y="6"/>
                </a:cxn>
                <a:cxn ang="0">
                  <a:pos x="18" y="18"/>
                </a:cxn>
                <a:cxn ang="0">
                  <a:pos x="18" y="18"/>
                </a:cxn>
                <a:cxn ang="0">
                  <a:pos x="12" y="6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8" h="18">
                  <a:moveTo>
                    <a:pt x="0" y="0"/>
                  </a:moveTo>
                  <a:lnTo>
                    <a:pt x="12" y="6"/>
                  </a:lnTo>
                  <a:lnTo>
                    <a:pt x="18" y="18"/>
                  </a:lnTo>
                  <a:lnTo>
                    <a:pt x="18" y="18"/>
                  </a:lnTo>
                  <a:lnTo>
                    <a:pt x="12" y="6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563" name="Freeform 299">
              <a:extLst>
                <a:ext uri="{FF2B5EF4-FFF2-40B4-BE49-F238E27FC236}">
                  <a16:creationId xmlns:a16="http://schemas.microsoft.com/office/drawing/2014/main" id="{86EAAFD5-D603-D0AA-6D88-BCAD1779A0D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6" y="1983"/>
              <a:ext cx="18" cy="25"/>
            </a:xfrm>
            <a:custGeom>
              <a:avLst/>
              <a:gdLst/>
              <a:ahLst/>
              <a:cxnLst>
                <a:cxn ang="0">
                  <a:pos x="18" y="0"/>
                </a:cxn>
                <a:cxn ang="0">
                  <a:pos x="12" y="18"/>
                </a:cxn>
                <a:cxn ang="0">
                  <a:pos x="0" y="24"/>
                </a:cxn>
                <a:cxn ang="0">
                  <a:pos x="0" y="24"/>
                </a:cxn>
                <a:cxn ang="0">
                  <a:pos x="12" y="18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</a:cxnLst>
              <a:rect l="0" t="0" r="r" b="b"/>
              <a:pathLst>
                <a:path w="18" h="24">
                  <a:moveTo>
                    <a:pt x="18" y="0"/>
                  </a:moveTo>
                  <a:lnTo>
                    <a:pt x="12" y="18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12" y="18"/>
                  </a:lnTo>
                  <a:lnTo>
                    <a:pt x="18" y="0"/>
                  </a:lnTo>
                  <a:lnTo>
                    <a:pt x="18" y="0"/>
                  </a:lnTo>
                  <a:close/>
                  <a:moveTo>
                    <a:pt x="18" y="0"/>
                  </a:moveTo>
                  <a:lnTo>
                    <a:pt x="18" y="0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564" name="Freeform 300">
              <a:extLst>
                <a:ext uri="{FF2B5EF4-FFF2-40B4-BE49-F238E27FC236}">
                  <a16:creationId xmlns:a16="http://schemas.microsoft.com/office/drawing/2014/main" id="{A288447D-37C7-D0F7-BE5F-0D6FCFA4643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33" y="1983"/>
              <a:ext cx="23" cy="25"/>
            </a:xfrm>
            <a:custGeom>
              <a:avLst/>
              <a:gdLst/>
              <a:ahLst/>
              <a:cxnLst>
                <a:cxn ang="0">
                  <a:pos x="24" y="24"/>
                </a:cxn>
                <a:cxn ang="0">
                  <a:pos x="6" y="18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6" y="18"/>
                </a:cxn>
                <a:cxn ang="0">
                  <a:pos x="24" y="24"/>
                </a:cxn>
                <a:cxn ang="0">
                  <a:pos x="24" y="24"/>
                </a:cxn>
                <a:cxn ang="0">
                  <a:pos x="24" y="24"/>
                </a:cxn>
                <a:cxn ang="0">
                  <a:pos x="24" y="24"/>
                </a:cxn>
                <a:cxn ang="0">
                  <a:pos x="24" y="24"/>
                </a:cxn>
              </a:cxnLst>
              <a:rect l="0" t="0" r="r" b="b"/>
              <a:pathLst>
                <a:path w="24" h="24">
                  <a:moveTo>
                    <a:pt x="24" y="24"/>
                  </a:moveTo>
                  <a:lnTo>
                    <a:pt x="6" y="18"/>
                  </a:lnTo>
                  <a:lnTo>
                    <a:pt x="0" y="0"/>
                  </a:lnTo>
                  <a:lnTo>
                    <a:pt x="0" y="0"/>
                  </a:lnTo>
                  <a:lnTo>
                    <a:pt x="6" y="18"/>
                  </a:lnTo>
                  <a:lnTo>
                    <a:pt x="24" y="24"/>
                  </a:lnTo>
                  <a:lnTo>
                    <a:pt x="24" y="24"/>
                  </a:lnTo>
                  <a:close/>
                  <a:moveTo>
                    <a:pt x="24" y="24"/>
                  </a:moveTo>
                  <a:lnTo>
                    <a:pt x="24" y="24"/>
                  </a:lnTo>
                  <a:lnTo>
                    <a:pt x="24" y="2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565" name="Freeform 301">
              <a:extLst>
                <a:ext uri="{FF2B5EF4-FFF2-40B4-BE49-F238E27FC236}">
                  <a16:creationId xmlns:a16="http://schemas.microsoft.com/office/drawing/2014/main" id="{B18FFBBA-879A-F903-20DE-44CDFF68F82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3" y="198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566" name="Freeform 302">
              <a:extLst>
                <a:ext uri="{FF2B5EF4-FFF2-40B4-BE49-F238E27FC236}">
                  <a16:creationId xmlns:a16="http://schemas.microsoft.com/office/drawing/2014/main" id="{F4C73458-8E24-BD38-21D7-334576A51D4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5" y="2182"/>
              <a:ext cx="42" cy="35"/>
            </a:xfrm>
            <a:custGeom>
              <a:avLst/>
              <a:gdLst/>
              <a:ahLst/>
              <a:cxnLst>
                <a:cxn ang="0">
                  <a:pos x="0" y="18"/>
                </a:cxn>
                <a:cxn ang="0">
                  <a:pos x="6" y="6"/>
                </a:cxn>
                <a:cxn ang="0">
                  <a:pos x="24" y="0"/>
                </a:cxn>
                <a:cxn ang="0">
                  <a:pos x="36" y="6"/>
                </a:cxn>
                <a:cxn ang="0">
                  <a:pos x="42" y="18"/>
                </a:cxn>
                <a:cxn ang="0">
                  <a:pos x="36" y="30"/>
                </a:cxn>
                <a:cxn ang="0">
                  <a:pos x="24" y="36"/>
                </a:cxn>
                <a:cxn ang="0">
                  <a:pos x="6" y="30"/>
                </a:cxn>
                <a:cxn ang="0">
                  <a:pos x="0" y="18"/>
                </a:cxn>
                <a:cxn ang="0">
                  <a:pos x="0" y="18"/>
                </a:cxn>
              </a:cxnLst>
              <a:rect l="0" t="0" r="r" b="b"/>
              <a:pathLst>
                <a:path w="42" h="36">
                  <a:moveTo>
                    <a:pt x="0" y="18"/>
                  </a:moveTo>
                  <a:lnTo>
                    <a:pt x="6" y="6"/>
                  </a:lnTo>
                  <a:lnTo>
                    <a:pt x="24" y="0"/>
                  </a:lnTo>
                  <a:lnTo>
                    <a:pt x="36" y="6"/>
                  </a:lnTo>
                  <a:lnTo>
                    <a:pt x="42" y="18"/>
                  </a:lnTo>
                  <a:lnTo>
                    <a:pt x="36" y="30"/>
                  </a:lnTo>
                  <a:lnTo>
                    <a:pt x="24" y="36"/>
                  </a:lnTo>
                  <a:lnTo>
                    <a:pt x="6" y="30"/>
                  </a:lnTo>
                  <a:lnTo>
                    <a:pt x="0" y="18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567" name="Freeform 303">
              <a:extLst>
                <a:ext uri="{FF2B5EF4-FFF2-40B4-BE49-F238E27FC236}">
                  <a16:creationId xmlns:a16="http://schemas.microsoft.com/office/drawing/2014/main" id="{7EB777A0-B8F0-BDEF-944F-C83A34577F0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5" y="2182"/>
              <a:ext cx="25" cy="17"/>
            </a:xfrm>
            <a:custGeom>
              <a:avLst/>
              <a:gdLst/>
              <a:ahLst/>
              <a:cxnLst>
                <a:cxn ang="0">
                  <a:pos x="0" y="18"/>
                </a:cxn>
                <a:cxn ang="0">
                  <a:pos x="6" y="6"/>
                </a:cxn>
                <a:cxn ang="0">
                  <a:pos x="24" y="0"/>
                </a:cxn>
                <a:cxn ang="0">
                  <a:pos x="24" y="0"/>
                </a:cxn>
                <a:cxn ang="0">
                  <a:pos x="6" y="6"/>
                </a:cxn>
                <a:cxn ang="0">
                  <a:pos x="0" y="18"/>
                </a:cxn>
                <a:cxn ang="0">
                  <a:pos x="0" y="18"/>
                </a:cxn>
              </a:cxnLst>
              <a:rect l="0" t="0" r="r" b="b"/>
              <a:pathLst>
                <a:path w="24" h="18">
                  <a:moveTo>
                    <a:pt x="0" y="18"/>
                  </a:moveTo>
                  <a:lnTo>
                    <a:pt x="6" y="6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6" y="6"/>
                  </a:lnTo>
                  <a:lnTo>
                    <a:pt x="0" y="18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568" name="Freeform 304">
              <a:extLst>
                <a:ext uri="{FF2B5EF4-FFF2-40B4-BE49-F238E27FC236}">
                  <a16:creationId xmlns:a16="http://schemas.microsoft.com/office/drawing/2014/main" id="{DD521B30-079E-8CAB-0133-8E318550B44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19" y="2182"/>
              <a:ext cx="16" cy="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" y="6"/>
                </a:cxn>
                <a:cxn ang="0">
                  <a:pos x="18" y="18"/>
                </a:cxn>
                <a:cxn ang="0">
                  <a:pos x="18" y="18"/>
                </a:cxn>
                <a:cxn ang="0">
                  <a:pos x="12" y="6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8" h="18">
                  <a:moveTo>
                    <a:pt x="0" y="0"/>
                  </a:moveTo>
                  <a:lnTo>
                    <a:pt x="12" y="6"/>
                  </a:lnTo>
                  <a:lnTo>
                    <a:pt x="18" y="18"/>
                  </a:lnTo>
                  <a:lnTo>
                    <a:pt x="18" y="18"/>
                  </a:lnTo>
                  <a:lnTo>
                    <a:pt x="12" y="6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569" name="Freeform 305">
              <a:extLst>
                <a:ext uri="{FF2B5EF4-FFF2-40B4-BE49-F238E27FC236}">
                  <a16:creationId xmlns:a16="http://schemas.microsoft.com/office/drawing/2014/main" id="{566FFF53-9FAD-23E5-2E58-7F30A591AD4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19" y="2199"/>
              <a:ext cx="16" cy="17"/>
            </a:xfrm>
            <a:custGeom>
              <a:avLst/>
              <a:gdLst/>
              <a:ahLst/>
              <a:cxnLst>
                <a:cxn ang="0">
                  <a:pos x="18" y="0"/>
                </a:cxn>
                <a:cxn ang="0">
                  <a:pos x="12" y="12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12" y="12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</a:cxnLst>
              <a:rect l="0" t="0" r="r" b="b"/>
              <a:pathLst>
                <a:path w="18" h="18">
                  <a:moveTo>
                    <a:pt x="18" y="0"/>
                  </a:moveTo>
                  <a:lnTo>
                    <a:pt x="12" y="12"/>
                  </a:lnTo>
                  <a:lnTo>
                    <a:pt x="0" y="18"/>
                  </a:lnTo>
                  <a:lnTo>
                    <a:pt x="0" y="18"/>
                  </a:lnTo>
                  <a:lnTo>
                    <a:pt x="12" y="12"/>
                  </a:lnTo>
                  <a:lnTo>
                    <a:pt x="18" y="0"/>
                  </a:lnTo>
                  <a:lnTo>
                    <a:pt x="18" y="0"/>
                  </a:lnTo>
                  <a:close/>
                  <a:moveTo>
                    <a:pt x="18" y="0"/>
                  </a:moveTo>
                  <a:lnTo>
                    <a:pt x="18" y="0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570" name="Freeform 306">
              <a:extLst>
                <a:ext uri="{FF2B5EF4-FFF2-40B4-BE49-F238E27FC236}">
                  <a16:creationId xmlns:a16="http://schemas.microsoft.com/office/drawing/2014/main" id="{EC62EEE6-1A15-20CC-FC3A-D947878B212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95" y="2199"/>
              <a:ext cx="25" cy="17"/>
            </a:xfrm>
            <a:custGeom>
              <a:avLst/>
              <a:gdLst/>
              <a:ahLst/>
              <a:cxnLst>
                <a:cxn ang="0">
                  <a:pos x="24" y="18"/>
                </a:cxn>
                <a:cxn ang="0">
                  <a:pos x="6" y="12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6" y="12"/>
                </a:cxn>
                <a:cxn ang="0">
                  <a:pos x="24" y="18"/>
                </a:cxn>
                <a:cxn ang="0">
                  <a:pos x="24" y="18"/>
                </a:cxn>
                <a:cxn ang="0">
                  <a:pos x="24" y="18"/>
                </a:cxn>
                <a:cxn ang="0">
                  <a:pos x="24" y="18"/>
                </a:cxn>
                <a:cxn ang="0">
                  <a:pos x="24" y="18"/>
                </a:cxn>
              </a:cxnLst>
              <a:rect l="0" t="0" r="r" b="b"/>
              <a:pathLst>
                <a:path w="24" h="18">
                  <a:moveTo>
                    <a:pt x="24" y="18"/>
                  </a:moveTo>
                  <a:lnTo>
                    <a:pt x="6" y="12"/>
                  </a:lnTo>
                  <a:lnTo>
                    <a:pt x="0" y="0"/>
                  </a:lnTo>
                  <a:lnTo>
                    <a:pt x="0" y="0"/>
                  </a:lnTo>
                  <a:lnTo>
                    <a:pt x="6" y="12"/>
                  </a:lnTo>
                  <a:lnTo>
                    <a:pt x="24" y="18"/>
                  </a:lnTo>
                  <a:lnTo>
                    <a:pt x="24" y="18"/>
                  </a:lnTo>
                  <a:close/>
                  <a:moveTo>
                    <a:pt x="24" y="18"/>
                  </a:moveTo>
                  <a:lnTo>
                    <a:pt x="24" y="18"/>
                  </a:lnTo>
                  <a:lnTo>
                    <a:pt x="24" y="1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571" name="Freeform 307">
              <a:extLst>
                <a:ext uri="{FF2B5EF4-FFF2-40B4-BE49-F238E27FC236}">
                  <a16:creationId xmlns:a16="http://schemas.microsoft.com/office/drawing/2014/main" id="{8A914140-2EAF-8BD6-C70D-E7A81C29D59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5" y="2199"/>
              <a:ext cx="1" cy="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572" name="Freeform 308">
              <a:extLst>
                <a:ext uri="{FF2B5EF4-FFF2-40B4-BE49-F238E27FC236}">
                  <a16:creationId xmlns:a16="http://schemas.microsoft.com/office/drawing/2014/main" id="{C463BF91-43F7-C8EF-5EC5-D6DA0053292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4" y="1989"/>
              <a:ext cx="42" cy="90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6"/>
                </a:cxn>
                <a:cxn ang="0">
                  <a:pos x="0" y="30"/>
                </a:cxn>
                <a:cxn ang="0">
                  <a:pos x="6" y="59"/>
                </a:cxn>
                <a:cxn ang="0">
                  <a:pos x="18" y="71"/>
                </a:cxn>
                <a:cxn ang="0">
                  <a:pos x="30" y="89"/>
                </a:cxn>
                <a:cxn ang="0">
                  <a:pos x="42" y="77"/>
                </a:cxn>
                <a:cxn ang="0">
                  <a:pos x="24" y="53"/>
                </a:cxn>
                <a:cxn ang="0">
                  <a:pos x="18" y="30"/>
                </a:cxn>
                <a:cxn ang="0">
                  <a:pos x="18" y="12"/>
                </a:cxn>
                <a:cxn ang="0">
                  <a:pos x="18" y="6"/>
                </a:cxn>
                <a:cxn ang="0">
                  <a:pos x="6" y="0"/>
                </a:cxn>
              </a:cxnLst>
              <a:rect l="0" t="0" r="r" b="b"/>
              <a:pathLst>
                <a:path w="42" h="89">
                  <a:moveTo>
                    <a:pt x="6" y="0"/>
                  </a:moveTo>
                  <a:lnTo>
                    <a:pt x="0" y="6"/>
                  </a:lnTo>
                  <a:lnTo>
                    <a:pt x="0" y="30"/>
                  </a:lnTo>
                  <a:lnTo>
                    <a:pt x="6" y="59"/>
                  </a:lnTo>
                  <a:lnTo>
                    <a:pt x="18" y="71"/>
                  </a:lnTo>
                  <a:lnTo>
                    <a:pt x="30" y="89"/>
                  </a:lnTo>
                  <a:lnTo>
                    <a:pt x="42" y="77"/>
                  </a:lnTo>
                  <a:lnTo>
                    <a:pt x="24" y="53"/>
                  </a:lnTo>
                  <a:lnTo>
                    <a:pt x="18" y="30"/>
                  </a:lnTo>
                  <a:lnTo>
                    <a:pt x="18" y="12"/>
                  </a:lnTo>
                  <a:lnTo>
                    <a:pt x="18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7F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573" name="Freeform 309">
              <a:extLst>
                <a:ext uri="{FF2B5EF4-FFF2-40B4-BE49-F238E27FC236}">
                  <a16:creationId xmlns:a16="http://schemas.microsoft.com/office/drawing/2014/main" id="{145C353D-B1EE-0E32-10F7-AE21B49342A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5" y="3357"/>
              <a:ext cx="42" cy="36"/>
            </a:xfrm>
            <a:custGeom>
              <a:avLst/>
              <a:gdLst/>
              <a:ahLst/>
              <a:cxnLst>
                <a:cxn ang="0">
                  <a:pos x="0" y="18"/>
                </a:cxn>
                <a:cxn ang="0">
                  <a:pos x="6" y="6"/>
                </a:cxn>
                <a:cxn ang="0">
                  <a:pos x="24" y="0"/>
                </a:cxn>
                <a:cxn ang="0">
                  <a:pos x="36" y="6"/>
                </a:cxn>
                <a:cxn ang="0">
                  <a:pos x="42" y="18"/>
                </a:cxn>
                <a:cxn ang="0">
                  <a:pos x="36" y="30"/>
                </a:cxn>
                <a:cxn ang="0">
                  <a:pos x="24" y="36"/>
                </a:cxn>
                <a:cxn ang="0">
                  <a:pos x="6" y="30"/>
                </a:cxn>
                <a:cxn ang="0">
                  <a:pos x="0" y="18"/>
                </a:cxn>
                <a:cxn ang="0">
                  <a:pos x="0" y="18"/>
                </a:cxn>
              </a:cxnLst>
              <a:rect l="0" t="0" r="r" b="b"/>
              <a:pathLst>
                <a:path w="42" h="36">
                  <a:moveTo>
                    <a:pt x="0" y="18"/>
                  </a:moveTo>
                  <a:lnTo>
                    <a:pt x="6" y="6"/>
                  </a:lnTo>
                  <a:lnTo>
                    <a:pt x="24" y="0"/>
                  </a:lnTo>
                  <a:lnTo>
                    <a:pt x="36" y="6"/>
                  </a:lnTo>
                  <a:lnTo>
                    <a:pt x="42" y="18"/>
                  </a:lnTo>
                  <a:lnTo>
                    <a:pt x="36" y="30"/>
                  </a:lnTo>
                  <a:lnTo>
                    <a:pt x="24" y="36"/>
                  </a:lnTo>
                  <a:lnTo>
                    <a:pt x="6" y="30"/>
                  </a:lnTo>
                  <a:lnTo>
                    <a:pt x="0" y="18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574" name="Freeform 310">
              <a:extLst>
                <a:ext uri="{FF2B5EF4-FFF2-40B4-BE49-F238E27FC236}">
                  <a16:creationId xmlns:a16="http://schemas.microsoft.com/office/drawing/2014/main" id="{3E6091E5-6875-B31E-1969-41D762EF3B4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5" y="3357"/>
              <a:ext cx="22" cy="17"/>
            </a:xfrm>
            <a:custGeom>
              <a:avLst/>
              <a:gdLst/>
              <a:ahLst/>
              <a:cxnLst>
                <a:cxn ang="0">
                  <a:pos x="0" y="18"/>
                </a:cxn>
                <a:cxn ang="0">
                  <a:pos x="6" y="6"/>
                </a:cxn>
                <a:cxn ang="0">
                  <a:pos x="24" y="0"/>
                </a:cxn>
                <a:cxn ang="0">
                  <a:pos x="24" y="0"/>
                </a:cxn>
                <a:cxn ang="0">
                  <a:pos x="6" y="6"/>
                </a:cxn>
                <a:cxn ang="0">
                  <a:pos x="0" y="18"/>
                </a:cxn>
                <a:cxn ang="0">
                  <a:pos x="0" y="18"/>
                </a:cxn>
              </a:cxnLst>
              <a:rect l="0" t="0" r="r" b="b"/>
              <a:pathLst>
                <a:path w="24" h="18">
                  <a:moveTo>
                    <a:pt x="0" y="18"/>
                  </a:moveTo>
                  <a:lnTo>
                    <a:pt x="6" y="6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6" y="6"/>
                  </a:lnTo>
                  <a:lnTo>
                    <a:pt x="0" y="18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575" name="Freeform 311">
              <a:extLst>
                <a:ext uri="{FF2B5EF4-FFF2-40B4-BE49-F238E27FC236}">
                  <a16:creationId xmlns:a16="http://schemas.microsoft.com/office/drawing/2014/main" id="{89451B4E-9804-AB05-9A3C-0D9AF15A4FD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89" y="3357"/>
              <a:ext cx="18" cy="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" y="6"/>
                </a:cxn>
                <a:cxn ang="0">
                  <a:pos x="18" y="18"/>
                </a:cxn>
                <a:cxn ang="0">
                  <a:pos x="18" y="18"/>
                </a:cxn>
                <a:cxn ang="0">
                  <a:pos x="12" y="6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8" h="18">
                  <a:moveTo>
                    <a:pt x="0" y="0"/>
                  </a:moveTo>
                  <a:lnTo>
                    <a:pt x="12" y="6"/>
                  </a:lnTo>
                  <a:lnTo>
                    <a:pt x="18" y="18"/>
                  </a:lnTo>
                  <a:lnTo>
                    <a:pt x="18" y="18"/>
                  </a:lnTo>
                  <a:lnTo>
                    <a:pt x="12" y="6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576" name="Freeform 312">
              <a:extLst>
                <a:ext uri="{FF2B5EF4-FFF2-40B4-BE49-F238E27FC236}">
                  <a16:creationId xmlns:a16="http://schemas.microsoft.com/office/drawing/2014/main" id="{52889809-E974-E59E-C8E4-4156DD185CB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89" y="3374"/>
              <a:ext cx="18" cy="19"/>
            </a:xfrm>
            <a:custGeom>
              <a:avLst/>
              <a:gdLst/>
              <a:ahLst/>
              <a:cxnLst>
                <a:cxn ang="0">
                  <a:pos x="18" y="0"/>
                </a:cxn>
                <a:cxn ang="0">
                  <a:pos x="12" y="12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12" y="12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8" y="0"/>
                </a:cxn>
              </a:cxnLst>
              <a:rect l="0" t="0" r="r" b="b"/>
              <a:pathLst>
                <a:path w="18" h="18">
                  <a:moveTo>
                    <a:pt x="18" y="0"/>
                  </a:moveTo>
                  <a:lnTo>
                    <a:pt x="12" y="12"/>
                  </a:lnTo>
                  <a:lnTo>
                    <a:pt x="0" y="18"/>
                  </a:lnTo>
                  <a:lnTo>
                    <a:pt x="0" y="18"/>
                  </a:lnTo>
                  <a:lnTo>
                    <a:pt x="12" y="12"/>
                  </a:lnTo>
                  <a:lnTo>
                    <a:pt x="18" y="0"/>
                  </a:lnTo>
                  <a:lnTo>
                    <a:pt x="18" y="0"/>
                  </a:lnTo>
                  <a:close/>
                  <a:moveTo>
                    <a:pt x="18" y="0"/>
                  </a:moveTo>
                  <a:lnTo>
                    <a:pt x="18" y="0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577" name="Freeform 313">
              <a:extLst>
                <a:ext uri="{FF2B5EF4-FFF2-40B4-BE49-F238E27FC236}">
                  <a16:creationId xmlns:a16="http://schemas.microsoft.com/office/drawing/2014/main" id="{2B8F4B4B-5FF8-9BF8-8689-A007E8081F5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65" y="3374"/>
              <a:ext cx="22" cy="19"/>
            </a:xfrm>
            <a:custGeom>
              <a:avLst/>
              <a:gdLst/>
              <a:ahLst/>
              <a:cxnLst>
                <a:cxn ang="0">
                  <a:pos x="24" y="18"/>
                </a:cxn>
                <a:cxn ang="0">
                  <a:pos x="6" y="12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6" y="12"/>
                </a:cxn>
                <a:cxn ang="0">
                  <a:pos x="24" y="18"/>
                </a:cxn>
                <a:cxn ang="0">
                  <a:pos x="24" y="18"/>
                </a:cxn>
                <a:cxn ang="0">
                  <a:pos x="24" y="18"/>
                </a:cxn>
                <a:cxn ang="0">
                  <a:pos x="24" y="18"/>
                </a:cxn>
                <a:cxn ang="0">
                  <a:pos x="24" y="18"/>
                </a:cxn>
              </a:cxnLst>
              <a:rect l="0" t="0" r="r" b="b"/>
              <a:pathLst>
                <a:path w="24" h="18">
                  <a:moveTo>
                    <a:pt x="24" y="18"/>
                  </a:moveTo>
                  <a:lnTo>
                    <a:pt x="6" y="12"/>
                  </a:lnTo>
                  <a:lnTo>
                    <a:pt x="0" y="0"/>
                  </a:lnTo>
                  <a:lnTo>
                    <a:pt x="0" y="0"/>
                  </a:lnTo>
                  <a:lnTo>
                    <a:pt x="6" y="12"/>
                  </a:lnTo>
                  <a:lnTo>
                    <a:pt x="24" y="18"/>
                  </a:lnTo>
                  <a:lnTo>
                    <a:pt x="24" y="18"/>
                  </a:lnTo>
                  <a:close/>
                  <a:moveTo>
                    <a:pt x="24" y="18"/>
                  </a:moveTo>
                  <a:lnTo>
                    <a:pt x="24" y="18"/>
                  </a:lnTo>
                  <a:lnTo>
                    <a:pt x="24" y="1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578" name="Freeform 314">
              <a:extLst>
                <a:ext uri="{FF2B5EF4-FFF2-40B4-BE49-F238E27FC236}">
                  <a16:creationId xmlns:a16="http://schemas.microsoft.com/office/drawing/2014/main" id="{2B71473D-FC96-C29D-1120-441B485B07C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5" y="3374"/>
              <a:ext cx="1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11579" name="Rectangle 315">
            <a:extLst>
              <a:ext uri="{FF2B5EF4-FFF2-40B4-BE49-F238E27FC236}">
                <a16:creationId xmlns:a16="http://schemas.microsoft.com/office/drawing/2014/main" id="{24D11006-AC24-254C-1DBE-D675BCC45B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2963" y="1625600"/>
            <a:ext cx="304800" cy="631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buFont typeface="Monotype Sorts" pitchFamily="2" charset="2"/>
              <a:buNone/>
              <a:defRPr/>
            </a:pPr>
            <a:r>
              <a:rPr lang="en-US" altLang="zh-CN" sz="3200" i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z</a:t>
            </a:r>
            <a:endParaRPr lang="en-US" altLang="zh-CN" i="1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</p:txBody>
      </p:sp>
      <p:sp>
        <p:nvSpPr>
          <p:cNvPr id="11580" name="Rectangle 316">
            <a:extLst>
              <a:ext uri="{FF2B5EF4-FFF2-40B4-BE49-F238E27FC236}">
                <a16:creationId xmlns:a16="http://schemas.microsoft.com/office/drawing/2014/main" id="{3CDCDF6E-2BE3-2BBE-FB29-1CEC92CE5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3925" y="5867400"/>
            <a:ext cx="458788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buFont typeface="Monotype Sorts" pitchFamily="2" charset="2"/>
              <a:buNone/>
            </a:pPr>
            <a:r>
              <a:rPr lang="en-US" altLang="zh-CN" i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M</a:t>
            </a:r>
          </a:p>
        </p:txBody>
      </p:sp>
      <p:sp>
        <p:nvSpPr>
          <p:cNvPr id="11581" name="Rectangle 317">
            <a:extLst>
              <a:ext uri="{FF2B5EF4-FFF2-40B4-BE49-F238E27FC236}">
                <a16:creationId xmlns:a16="http://schemas.microsoft.com/office/drawing/2014/main" id="{9ACB9635-5F43-4889-88B1-6F3E3EDB9D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6350" y="3260725"/>
            <a:ext cx="3048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buFont typeface="Monotype Sorts" pitchFamily="2" charset="2"/>
              <a:buNone/>
            </a:pPr>
            <a:r>
              <a:rPr lang="en-US" altLang="zh-CN" i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I</a:t>
            </a:r>
          </a:p>
        </p:txBody>
      </p:sp>
      <p:sp>
        <p:nvSpPr>
          <p:cNvPr id="11582" name="Rectangle 318">
            <a:extLst>
              <a:ext uri="{FF2B5EF4-FFF2-40B4-BE49-F238E27FC236}">
                <a16:creationId xmlns:a16="http://schemas.microsoft.com/office/drawing/2014/main" id="{3517459D-9D68-0DE9-5DC7-566020AEAA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7988" y="5589588"/>
            <a:ext cx="550862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buFont typeface="Monotype Sorts" pitchFamily="2" charset="2"/>
              <a:buNone/>
              <a:defRPr/>
            </a:pPr>
            <a:r>
              <a:rPr lang="en-US" altLang="zh-CN" i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</a:rPr>
              <a:t>II</a:t>
            </a:r>
          </a:p>
        </p:txBody>
      </p:sp>
      <p:sp>
        <p:nvSpPr>
          <p:cNvPr id="11583" name="Rectangle 319">
            <a:extLst>
              <a:ext uri="{FF2B5EF4-FFF2-40B4-BE49-F238E27FC236}">
                <a16:creationId xmlns:a16="http://schemas.microsoft.com/office/drawing/2014/main" id="{C460FF07-13DF-9DB5-5D13-520C55FF21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2925" y="3659188"/>
            <a:ext cx="344488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buFont typeface="Monotype Sorts" pitchFamily="2" charset="2"/>
              <a:buNone/>
              <a:defRPr/>
            </a:pPr>
            <a:r>
              <a:rPr lang="en-US" altLang="zh-CN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sym typeface="Symbol" pitchFamily="18" charset="2"/>
              </a:rPr>
              <a:t></a:t>
            </a:r>
            <a:endParaRPr lang="en-US" altLang="zh-CN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</p:txBody>
      </p:sp>
      <p:sp>
        <p:nvSpPr>
          <p:cNvPr id="11584" name="Text Box 320">
            <a:extLst>
              <a:ext uri="{FF2B5EF4-FFF2-40B4-BE49-F238E27FC236}">
                <a16:creationId xmlns:a16="http://schemas.microsoft.com/office/drawing/2014/main" id="{A3478D75-701B-B8FC-B022-768F86C00E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2225" y="3644900"/>
            <a:ext cx="533400" cy="631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buFont typeface="Monotype Sorts" pitchFamily="2" charset="2"/>
              <a:buNone/>
              <a:defRPr/>
            </a:pPr>
            <a:r>
              <a:rPr lang="en-US" altLang="zh-CN" sz="3200" i="1">
                <a:solidFill>
                  <a:srgbClr val="66FF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P</a:t>
            </a:r>
            <a:endParaRPr lang="en-US" altLang="zh-CN" i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</p:txBody>
      </p:sp>
      <p:sp>
        <p:nvSpPr>
          <p:cNvPr id="11585" name="Text Box 321">
            <a:extLst>
              <a:ext uri="{FF2B5EF4-FFF2-40B4-BE49-F238E27FC236}">
                <a16:creationId xmlns:a16="http://schemas.microsoft.com/office/drawing/2014/main" id="{06B20945-CA18-A135-7AB2-F07F7453C1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4076700"/>
            <a:ext cx="14478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buFont typeface="Monotype Sorts" pitchFamily="2" charset="2"/>
              <a:buNone/>
              <a:defRPr/>
            </a:pPr>
            <a:r>
              <a:rPr lang="zh-CN" altLang="en-US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角坐标</a:t>
            </a:r>
          </a:p>
        </p:txBody>
      </p:sp>
      <p:sp>
        <p:nvSpPr>
          <p:cNvPr id="11588" name="Rectangle 324">
            <a:extLst>
              <a:ext uri="{FF2B5EF4-FFF2-40B4-BE49-F238E27FC236}">
                <a16:creationId xmlns:a16="http://schemas.microsoft.com/office/drawing/2014/main" id="{2C28A26F-D635-DCEA-3F55-0E09E7CF7E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438" y="3251200"/>
            <a:ext cx="6029325" cy="56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buFont typeface="Monotype Sorts" pitchFamily="2" charset="2"/>
              <a:buNone/>
              <a:defRPr/>
            </a:pPr>
            <a:r>
              <a:rPr lang="zh-CN" altLang="en-US" sz="28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一</a:t>
            </a:r>
            <a:r>
              <a:rPr lang="en-US" altLang="zh-CN" sz="28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. </a:t>
            </a:r>
            <a:r>
              <a:rPr lang="zh-CN" altLang="en-US" sz="28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描述 刚体绕定轴转动的角量</a:t>
            </a:r>
            <a:endParaRPr lang="zh-CN" altLang="en-US" sz="280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黑体" pitchFamily="49" charset="-122"/>
            </a:endParaRPr>
          </a:p>
        </p:txBody>
      </p:sp>
      <p:sp>
        <p:nvSpPr>
          <p:cNvPr id="11589" name="Rectangle 325">
            <a:extLst>
              <a:ext uri="{FF2B5EF4-FFF2-40B4-BE49-F238E27FC236}">
                <a16:creationId xmlns:a16="http://schemas.microsoft.com/office/drawing/2014/main" id="{3A56AF66-9630-10D8-B049-28BE1AEBBA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138" y="2319338"/>
            <a:ext cx="4860925" cy="936625"/>
          </a:xfrm>
          <a:prstGeom prst="rect">
            <a:avLst/>
          </a:prstGeom>
          <a:solidFill>
            <a:srgbClr val="00CC99">
              <a:alpha val="17999"/>
            </a:srgbClr>
          </a:solidFill>
          <a:ln w="190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buFont typeface="Monotype Sorts" pitchFamily="2" charset="2"/>
              <a:buNone/>
              <a:defRPr/>
            </a:pP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楷体_GB2312" pitchFamily="49" charset="-122"/>
              </a:rPr>
              <a:t>刚体的</a:t>
            </a:r>
            <a:r>
              <a:rPr lang="zh-CN" altLang="en-US">
                <a:solidFill>
                  <a:srgbClr val="66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楷体_GB2312" pitchFamily="49" charset="-122"/>
              </a:rPr>
              <a:t>平动</a:t>
            </a: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楷体_GB2312" pitchFamily="49" charset="-122"/>
              </a:rPr>
              <a:t>和</a:t>
            </a:r>
            <a:r>
              <a:rPr lang="zh-CN" altLang="en-US">
                <a:solidFill>
                  <a:srgbClr val="66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楷体_GB2312" pitchFamily="49" charset="-122"/>
              </a:rPr>
              <a:t>绕定轴转动</a:t>
            </a: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楷体_GB2312" pitchFamily="49" charset="-122"/>
              </a:rPr>
              <a:t>是刚体的两种最简单最基本运动</a:t>
            </a:r>
          </a:p>
        </p:txBody>
      </p:sp>
      <p:sp>
        <p:nvSpPr>
          <p:cNvPr id="11590" name="Text Box 326">
            <a:extLst>
              <a:ext uri="{FF2B5EF4-FFF2-40B4-BE49-F238E27FC236}">
                <a16:creationId xmlns:a16="http://schemas.microsoft.com/office/drawing/2014/main" id="{D4D1E83E-92FE-627F-0D7D-C5E1FDEFA2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874713"/>
            <a:ext cx="7632700" cy="58737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lnSpc>
                <a:spcPct val="160000"/>
              </a:lnSpc>
              <a:buFont typeface="Monotype Sorts" pitchFamily="2" charset="2"/>
              <a:buNone/>
              <a:defRPr/>
            </a:pP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</a:rPr>
              <a:t>刚体内各点都绕同一直线</a:t>
            </a:r>
            <a:r>
              <a:rPr lang="en-US" altLang="zh-CN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</a:rPr>
              <a:t>(</a:t>
            </a: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</a:rPr>
              <a:t>转轴</a:t>
            </a:r>
            <a:r>
              <a:rPr lang="en-US" altLang="zh-CN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</a:rPr>
              <a:t>)</a:t>
            </a: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</a:rPr>
              <a:t>作</a:t>
            </a:r>
            <a:r>
              <a:rPr lang="zh-CN" altLang="en-US">
                <a:solidFill>
                  <a:srgbClr val="66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</a:rPr>
              <a:t>圆周</a:t>
            </a: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</a:rPr>
              <a:t>运动</a:t>
            </a:r>
            <a:r>
              <a:rPr lang="en-US" altLang="zh-CN" baseline="30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</a:rPr>
              <a:t>___</a:t>
            </a: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</a:rPr>
              <a:t>刚体转动</a:t>
            </a:r>
          </a:p>
        </p:txBody>
      </p:sp>
      <p:sp>
        <p:nvSpPr>
          <p:cNvPr id="11591" name="Rectangle 327">
            <a:extLst>
              <a:ext uri="{FF2B5EF4-FFF2-40B4-BE49-F238E27FC236}">
                <a16:creationId xmlns:a16="http://schemas.microsoft.com/office/drawing/2014/main" id="{7AC0485C-A6D7-BE24-7A5A-D9F02E6D9A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1700213"/>
            <a:ext cx="2592388" cy="49371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buFont typeface="Monotype Sorts" pitchFamily="2" charset="2"/>
              <a:buNone/>
              <a:defRPr/>
            </a:pP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转轴固定不动</a:t>
            </a:r>
          </a:p>
        </p:txBody>
      </p:sp>
      <p:sp>
        <p:nvSpPr>
          <p:cNvPr id="11592" name="Text Box 328">
            <a:extLst>
              <a:ext uri="{FF2B5EF4-FFF2-40B4-BE49-F238E27FC236}">
                <a16:creationId xmlns:a16="http://schemas.microsoft.com/office/drawing/2014/main" id="{0E0381EE-5D3A-31C0-A509-E9F2D2E7C0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0338" y="1693863"/>
            <a:ext cx="2952750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buFont typeface="Monotype Sorts" pitchFamily="2" charset="2"/>
              <a:buNone/>
              <a:defRPr/>
            </a:pPr>
            <a:r>
              <a:rPr lang="en-US" altLang="zh-CN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</a:rPr>
              <a:t>— </a:t>
            </a:r>
            <a:r>
              <a:rPr lang="zh-CN" altLang="en-US">
                <a:solidFill>
                  <a:srgbClr val="66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定轴转动</a:t>
            </a:r>
          </a:p>
        </p:txBody>
      </p:sp>
      <p:sp>
        <p:nvSpPr>
          <p:cNvPr id="11593" name="AutoShape 329">
            <a:extLst>
              <a:ext uri="{FF2B5EF4-FFF2-40B4-BE49-F238E27FC236}">
                <a16:creationId xmlns:a16="http://schemas.microsoft.com/office/drawing/2014/main" id="{30AA1831-77B9-D8C5-6007-6B375AB3584C}"/>
              </a:ext>
            </a:extLst>
          </p:cNvPr>
          <p:cNvSpPr>
            <a:spLocks noChangeArrowheads="1"/>
          </p:cNvSpPr>
          <p:nvPr/>
        </p:nvSpPr>
        <p:spPr bwMode="auto">
          <a:xfrm rot="16225073" flipV="1">
            <a:off x="5528469" y="4436269"/>
            <a:ext cx="3241675" cy="649287"/>
          </a:xfrm>
          <a:prstGeom prst="parallelogram">
            <a:avLst>
              <a:gd name="adj" fmla="val 124817"/>
            </a:avLst>
          </a:prstGeom>
          <a:gradFill rotWithShape="1">
            <a:gsLst>
              <a:gs pos="0">
                <a:schemeClr val="accent1">
                  <a:gamma/>
                  <a:shade val="46275"/>
                  <a:invGamma/>
                  <a:alpha val="32001"/>
                </a:schemeClr>
              </a:gs>
              <a:gs pos="100000">
                <a:schemeClr val="accent1">
                  <a:alpha val="32001"/>
                </a:schemeClr>
              </a:gs>
            </a:gsLst>
            <a:lin ang="0" scaled="1"/>
          </a:gradFill>
          <a:ln w="9525">
            <a:solidFill>
              <a:srgbClr val="FFFF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>
              <a:buFont typeface="Monotype Sorts" pitchFamily="2" charset="2"/>
              <a:buNone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594" name="Text Box 330">
            <a:extLst>
              <a:ext uri="{FF2B5EF4-FFF2-40B4-BE49-F238E27FC236}">
                <a16:creationId xmlns:a16="http://schemas.microsoft.com/office/drawing/2014/main" id="{A251A470-9E42-1824-A852-8485B29B4F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375" y="4076700"/>
            <a:ext cx="22320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buFont typeface="Monotype Sorts" pitchFamily="2" charset="2"/>
              <a:buNone/>
              <a:defRPr/>
            </a:pPr>
            <a:r>
              <a:rPr lang="en-US" altLang="zh-CN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  <a:ea typeface="楷体_GB2312" pitchFamily="49" charset="-122"/>
              </a:rPr>
              <a:t>运动学方程</a:t>
            </a:r>
            <a:r>
              <a:rPr lang="en-US" altLang="zh-CN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  <a:ea typeface="楷体_GB2312" pitchFamily="49" charset="-122"/>
              </a:rPr>
              <a:t>)</a:t>
            </a:r>
            <a:endParaRPr lang="en-US" altLang="zh-CN">
              <a:solidFill>
                <a:srgbClr val="66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1595" name="Object 3">
            <a:extLst>
              <a:ext uri="{FF2B5EF4-FFF2-40B4-BE49-F238E27FC236}">
                <a16:creationId xmlns:a16="http://schemas.microsoft.com/office/drawing/2014/main" id="{7EA357DE-35E3-5A44-5218-1B94E72BA2AC}"/>
              </a:ext>
            </a:extLst>
          </p:cNvPr>
          <p:cNvGraphicFramePr>
            <a:graphicFrameLocks/>
          </p:cNvGraphicFramePr>
          <p:nvPr/>
        </p:nvGraphicFramePr>
        <p:xfrm>
          <a:off x="2484438" y="4652963"/>
          <a:ext cx="1930400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145960" imgH="825480" progId="Equation.3">
                  <p:embed/>
                </p:oleObj>
              </mc:Choice>
              <mc:Fallback>
                <p:oleObj name="Equation" r:id="rId6" imgW="2145960" imgH="825480" progId="Equation.3">
                  <p:embed/>
                  <p:pic>
                    <p:nvPicPr>
                      <p:cNvPr id="11595" name="Object 3">
                        <a:extLst>
                          <a:ext uri="{FF2B5EF4-FFF2-40B4-BE49-F238E27FC236}">
                            <a16:creationId xmlns:a16="http://schemas.microsoft.com/office/drawing/2014/main" id="{7EA357DE-35E3-5A44-5218-1B94E72BA2A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4652963"/>
                        <a:ext cx="1930400" cy="742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96" name="Object 4">
            <a:extLst>
              <a:ext uri="{FF2B5EF4-FFF2-40B4-BE49-F238E27FC236}">
                <a16:creationId xmlns:a16="http://schemas.microsoft.com/office/drawing/2014/main" id="{259432C8-F20C-CDD0-BA48-223E5CA6782B}"/>
              </a:ext>
            </a:extLst>
          </p:cNvPr>
          <p:cNvGraphicFramePr>
            <a:graphicFrameLocks/>
          </p:cNvGraphicFramePr>
          <p:nvPr/>
        </p:nvGraphicFramePr>
        <p:xfrm>
          <a:off x="2446338" y="5589588"/>
          <a:ext cx="2835275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149280" imgH="876240" progId="Equation.3">
                  <p:embed/>
                </p:oleObj>
              </mc:Choice>
              <mc:Fallback>
                <p:oleObj name="Equation" r:id="rId8" imgW="3149280" imgH="876240" progId="Equation.3">
                  <p:embed/>
                  <p:pic>
                    <p:nvPicPr>
                      <p:cNvPr id="11596" name="Object 4">
                        <a:extLst>
                          <a:ext uri="{FF2B5EF4-FFF2-40B4-BE49-F238E27FC236}">
                            <a16:creationId xmlns:a16="http://schemas.microsoft.com/office/drawing/2014/main" id="{259432C8-F20C-CDD0-BA48-223E5CA6782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6338" y="5589588"/>
                        <a:ext cx="2835275" cy="784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597" name="Rectangle 333">
            <a:extLst>
              <a:ext uri="{FF2B5EF4-FFF2-40B4-BE49-F238E27FC236}">
                <a16:creationId xmlns:a16="http://schemas.microsoft.com/office/drawing/2014/main" id="{9E0E8E51-DDED-6081-A1C1-81EC881889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4868863"/>
            <a:ext cx="1447800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buFont typeface="Monotype Sorts" pitchFamily="2" charset="2"/>
              <a:buNone/>
              <a:defRPr/>
            </a:pPr>
            <a:r>
              <a:rPr lang="zh-CN" altLang="en-US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角速度</a:t>
            </a:r>
          </a:p>
        </p:txBody>
      </p:sp>
      <p:sp>
        <p:nvSpPr>
          <p:cNvPr id="11598" name="Rectangle 334">
            <a:extLst>
              <a:ext uri="{FF2B5EF4-FFF2-40B4-BE49-F238E27FC236}">
                <a16:creationId xmlns:a16="http://schemas.microsoft.com/office/drawing/2014/main" id="{416EF599-E451-9D75-284D-E0B9398A2E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750" y="5797550"/>
            <a:ext cx="1422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buFont typeface="Monotype Sorts" pitchFamily="2" charset="2"/>
              <a:buNone/>
              <a:defRPr/>
            </a:pPr>
            <a:r>
              <a:rPr lang="zh-CN" altLang="en-US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角加速度</a:t>
            </a:r>
          </a:p>
        </p:txBody>
      </p:sp>
      <p:pic>
        <p:nvPicPr>
          <p:cNvPr id="11601" name="Picture 337" descr="j0293240">
            <a:extLst>
              <a:ext uri="{FF2B5EF4-FFF2-40B4-BE49-F238E27FC236}">
                <a16:creationId xmlns:a16="http://schemas.microsoft.com/office/drawing/2014/main" id="{6E9755EC-9231-A866-A721-FFC948E718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9325" y="6381750"/>
            <a:ext cx="611188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1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1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11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1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1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1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1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1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1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1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11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116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116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6" grpId="0" animBg="1"/>
      <p:bldP spid="11270" grpId="0" autoUpdateAnimBg="0"/>
      <p:bldP spid="11579" grpId="0" autoUpdateAnimBg="0"/>
      <p:bldP spid="11580" grpId="0" autoUpdateAnimBg="0"/>
      <p:bldP spid="11581" grpId="0" autoUpdateAnimBg="0"/>
      <p:bldP spid="11582" grpId="0" autoUpdateAnimBg="0"/>
      <p:bldP spid="11583" grpId="0" autoUpdateAnimBg="0"/>
      <p:bldP spid="11584" grpId="0" autoUpdateAnimBg="0"/>
      <p:bldP spid="11585" grpId="0" autoUpdateAnimBg="0"/>
      <p:bldP spid="11588" grpId="0" autoUpdateAnimBg="0"/>
      <p:bldP spid="11589" grpId="0" animBg="1" autoUpdateAnimBg="0"/>
      <p:bldP spid="11590" grpId="0"/>
      <p:bldP spid="11591" grpId="0" autoUpdateAnimBg="0"/>
      <p:bldP spid="11592" grpId="0"/>
      <p:bldP spid="11593" grpId="0" animBg="1"/>
      <p:bldP spid="11594" grpId="0"/>
      <p:bldP spid="11597" grpId="0" autoUpdateAnimBg="0"/>
      <p:bldP spid="11598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>
            <a:extLst>
              <a:ext uri="{FF2B5EF4-FFF2-40B4-BE49-F238E27FC236}">
                <a16:creationId xmlns:a16="http://schemas.microsoft.com/office/drawing/2014/main" id="{60D14656-504E-7D2E-8FC4-3D40C34367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188" y="2838450"/>
            <a:ext cx="6754812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Font typeface="Monotype Sorts" pitchFamily="2" charset="2"/>
              <a:buNone/>
              <a:defRPr/>
            </a:pPr>
            <a:r>
              <a:rPr lang="en-US" altLang="zh-CN" sz="28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 </a:t>
            </a:r>
            <a:r>
              <a:rPr lang="zh-CN" altLang="en-US" sz="28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二</a:t>
            </a:r>
            <a:r>
              <a:rPr lang="en-US" altLang="zh-CN" sz="28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. </a:t>
            </a:r>
            <a:r>
              <a:rPr lang="zh-CN" altLang="en-US" sz="28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定轴转动刚体上各点的速度和加速度</a:t>
            </a:r>
          </a:p>
        </p:txBody>
      </p:sp>
      <p:graphicFrame>
        <p:nvGraphicFramePr>
          <p:cNvPr id="12291" name="Object 2">
            <a:extLst>
              <a:ext uri="{FF2B5EF4-FFF2-40B4-BE49-F238E27FC236}">
                <a16:creationId xmlns:a16="http://schemas.microsoft.com/office/drawing/2014/main" id="{FF8BBF27-6A65-5726-BC6F-A98F0EF38D91}"/>
              </a:ext>
            </a:extLst>
          </p:cNvPr>
          <p:cNvGraphicFramePr>
            <a:graphicFrameLocks/>
          </p:cNvGraphicFramePr>
          <p:nvPr/>
        </p:nvGraphicFramePr>
        <p:xfrm>
          <a:off x="2098675" y="4776788"/>
          <a:ext cx="993775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104840" imgH="317160" progId="Equation.3">
                  <p:embed/>
                </p:oleObj>
              </mc:Choice>
              <mc:Fallback>
                <p:oleObj name="公式" r:id="rId2" imgW="1104840" imgH="317160" progId="Equation.3">
                  <p:embed/>
                  <p:pic>
                    <p:nvPicPr>
                      <p:cNvPr id="12291" name="Object 2">
                        <a:extLst>
                          <a:ext uri="{FF2B5EF4-FFF2-40B4-BE49-F238E27FC236}">
                            <a16:creationId xmlns:a16="http://schemas.microsoft.com/office/drawing/2014/main" id="{FF8BBF27-6A65-5726-BC6F-A98F0EF38D9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8675" y="4776788"/>
                        <a:ext cx="993775" cy="285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2" name="Object 3">
            <a:extLst>
              <a:ext uri="{FF2B5EF4-FFF2-40B4-BE49-F238E27FC236}">
                <a16:creationId xmlns:a16="http://schemas.microsoft.com/office/drawing/2014/main" id="{6C72F42E-AD3D-B702-2393-0659FA8AAC2C}"/>
              </a:ext>
            </a:extLst>
          </p:cNvPr>
          <p:cNvGraphicFramePr>
            <a:graphicFrameLocks/>
          </p:cNvGraphicFramePr>
          <p:nvPr/>
        </p:nvGraphicFramePr>
        <p:xfrm>
          <a:off x="1979613" y="5168900"/>
          <a:ext cx="1211262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46040" imgH="482400" progId="Equation.3">
                  <p:embed/>
                </p:oleObj>
              </mc:Choice>
              <mc:Fallback>
                <p:oleObj name="Equation" r:id="rId4" imgW="1346040" imgH="482400" progId="Equation.3">
                  <p:embed/>
                  <p:pic>
                    <p:nvPicPr>
                      <p:cNvPr id="12292" name="Object 3">
                        <a:extLst>
                          <a:ext uri="{FF2B5EF4-FFF2-40B4-BE49-F238E27FC236}">
                            <a16:creationId xmlns:a16="http://schemas.microsoft.com/office/drawing/2014/main" id="{6C72F42E-AD3D-B702-2393-0659FA8AAC2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5168900"/>
                        <a:ext cx="1211262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3" name="Object 4">
            <a:extLst>
              <a:ext uri="{FF2B5EF4-FFF2-40B4-BE49-F238E27FC236}">
                <a16:creationId xmlns:a16="http://schemas.microsoft.com/office/drawing/2014/main" id="{20E09B78-EE04-4B1A-6272-45F02C35972C}"/>
              </a:ext>
            </a:extLst>
          </p:cNvPr>
          <p:cNvGraphicFramePr>
            <a:graphicFrameLocks/>
          </p:cNvGraphicFramePr>
          <p:nvPr/>
        </p:nvGraphicFramePr>
        <p:xfrm>
          <a:off x="1979613" y="5589588"/>
          <a:ext cx="1828800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031840" imgH="825480" progId="Equation.3">
                  <p:embed/>
                </p:oleObj>
              </mc:Choice>
              <mc:Fallback>
                <p:oleObj name="公式" r:id="rId6" imgW="2031840" imgH="825480" progId="Equation.3">
                  <p:embed/>
                  <p:pic>
                    <p:nvPicPr>
                      <p:cNvPr id="12293" name="Object 4">
                        <a:extLst>
                          <a:ext uri="{FF2B5EF4-FFF2-40B4-BE49-F238E27FC236}">
                            <a16:creationId xmlns:a16="http://schemas.microsoft.com/office/drawing/2014/main" id="{20E09B78-EE04-4B1A-6272-45F02C35972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5589588"/>
                        <a:ext cx="1828800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4" name="Object 5">
            <a:extLst>
              <a:ext uri="{FF2B5EF4-FFF2-40B4-BE49-F238E27FC236}">
                <a16:creationId xmlns:a16="http://schemas.microsoft.com/office/drawing/2014/main" id="{65ACE270-1E35-669F-6EC0-1E1138BC72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27125" y="1079500"/>
          <a:ext cx="684213" cy="261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761760" imgH="291960" progId="Equation.3">
                  <p:embed/>
                </p:oleObj>
              </mc:Choice>
              <mc:Fallback>
                <p:oleObj name="公式" r:id="rId8" imgW="761760" imgH="291960" progId="Equation.3">
                  <p:embed/>
                  <p:pic>
                    <p:nvPicPr>
                      <p:cNvPr id="12294" name="Object 5">
                        <a:extLst>
                          <a:ext uri="{FF2B5EF4-FFF2-40B4-BE49-F238E27FC236}">
                            <a16:creationId xmlns:a16="http://schemas.microsoft.com/office/drawing/2014/main" id="{65ACE270-1E35-669F-6EC0-1E1138BC72A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7125" y="1079500"/>
                        <a:ext cx="684213" cy="261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5" name="Object 6">
            <a:extLst>
              <a:ext uri="{FF2B5EF4-FFF2-40B4-BE49-F238E27FC236}">
                <a16:creationId xmlns:a16="http://schemas.microsoft.com/office/drawing/2014/main" id="{282D42E2-2469-391D-3A47-02A943A22D29}"/>
              </a:ext>
            </a:extLst>
          </p:cNvPr>
          <p:cNvGraphicFramePr>
            <a:graphicFrameLocks/>
          </p:cNvGraphicFramePr>
          <p:nvPr/>
        </p:nvGraphicFramePr>
        <p:xfrm>
          <a:off x="2792413" y="333375"/>
          <a:ext cx="2959100" cy="180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3288960" imgH="2006280" progId="Equation.3">
                  <p:embed/>
                </p:oleObj>
              </mc:Choice>
              <mc:Fallback>
                <p:oleObj name="公式" r:id="rId10" imgW="3288960" imgH="2006280" progId="Equation.3">
                  <p:embed/>
                  <p:pic>
                    <p:nvPicPr>
                      <p:cNvPr id="12295" name="Object 6">
                        <a:extLst>
                          <a:ext uri="{FF2B5EF4-FFF2-40B4-BE49-F238E27FC236}">
                            <a16:creationId xmlns:a16="http://schemas.microsoft.com/office/drawing/2014/main" id="{282D42E2-2469-391D-3A47-02A943A22D2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2413" y="333375"/>
                        <a:ext cx="2959100" cy="1804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6" name="Text Box 8">
            <a:extLst>
              <a:ext uri="{FF2B5EF4-FFF2-40B4-BE49-F238E27FC236}">
                <a16:creationId xmlns:a16="http://schemas.microsoft.com/office/drawing/2014/main" id="{3A94D8F9-DAFF-5FC4-BEAD-A5FCB14063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955675"/>
            <a:ext cx="493712" cy="534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 typeface="Monotype Sorts" pitchFamily="2" charset="2"/>
              <a:buNone/>
              <a:defRPr/>
            </a:pP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当</a:t>
            </a:r>
          </a:p>
        </p:txBody>
      </p:sp>
      <p:sp>
        <p:nvSpPr>
          <p:cNvPr id="12297" name="Text Box 9">
            <a:extLst>
              <a:ext uri="{FF2B5EF4-FFF2-40B4-BE49-F238E27FC236}">
                <a16:creationId xmlns:a16="http://schemas.microsoft.com/office/drawing/2014/main" id="{572F927B-87DB-3126-15D8-D2C74E78F6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1025" y="782638"/>
            <a:ext cx="3240088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Font typeface="Monotype Sorts" pitchFamily="2" charset="2"/>
              <a:buNone/>
              <a:defRPr/>
            </a:pPr>
            <a:r>
              <a:rPr lang="zh-CN" altLang="en-US" sz="2000" dirty="0">
                <a:solidFill>
                  <a:srgbClr val="00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楷体_GB2312" pitchFamily="49" charset="-122"/>
              </a:rPr>
              <a:t>与质点的匀加速直线运动公式相似</a:t>
            </a:r>
          </a:p>
        </p:txBody>
      </p:sp>
      <p:sp>
        <p:nvSpPr>
          <p:cNvPr id="12299" name="Text Box 11">
            <a:extLst>
              <a:ext uri="{FF2B5EF4-FFF2-40B4-BE49-F238E27FC236}">
                <a16:creationId xmlns:a16="http://schemas.microsoft.com/office/drawing/2014/main" id="{78A23E3E-2E49-5886-6039-377898640C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40675" y="3548063"/>
            <a:ext cx="558800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buFont typeface="Monotype Sorts" pitchFamily="2" charset="2"/>
              <a:buNone/>
              <a:defRPr/>
            </a:pPr>
            <a:r>
              <a:rPr lang="en-US" altLang="zh-CN" i="1">
                <a:solidFill>
                  <a:srgbClr val="FFFF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P</a:t>
            </a:r>
            <a:endParaRPr lang="en-US" altLang="zh-CN" i="1">
              <a:solidFill>
                <a:srgbClr val="FF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</p:txBody>
      </p:sp>
      <p:sp>
        <p:nvSpPr>
          <p:cNvPr id="12300" name="Text Box 12">
            <a:extLst>
              <a:ext uri="{FF2B5EF4-FFF2-40B4-BE49-F238E27FC236}">
                <a16:creationId xmlns:a16="http://schemas.microsoft.com/office/drawing/2014/main" id="{87F542C9-77F5-BA7C-E4EA-0F426CF083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8313" y="4983163"/>
            <a:ext cx="847725" cy="88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buFont typeface="Monotype Sorts" pitchFamily="2" charset="2"/>
              <a:buNone/>
              <a:defRPr/>
            </a:pPr>
            <a:r>
              <a:rPr lang="en-US" altLang="zh-CN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</a:rPr>
              <a:t>×</a:t>
            </a:r>
            <a:endParaRPr lang="en-US" altLang="zh-CN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</p:txBody>
      </p:sp>
      <p:sp>
        <p:nvSpPr>
          <p:cNvPr id="12301" name="Text Box 13">
            <a:extLst>
              <a:ext uri="{FF2B5EF4-FFF2-40B4-BE49-F238E27FC236}">
                <a16:creationId xmlns:a16="http://schemas.microsoft.com/office/drawing/2014/main" id="{97EBD75D-3DC3-E511-4AB4-217ABEAEBA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5500" y="2492375"/>
            <a:ext cx="1019175" cy="39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buFont typeface="Monotype Sorts" pitchFamily="2" charset="2"/>
              <a:buNone/>
              <a:defRPr/>
            </a:pPr>
            <a:r>
              <a:rPr lang="en-US" altLang="zh-CN" i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ω,</a:t>
            </a:r>
            <a:r>
              <a:rPr lang="en-US" altLang="zh-CN" i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sym typeface="Symbol" pitchFamily="18" charset="2"/>
              </a:rPr>
              <a:t></a:t>
            </a:r>
            <a:endParaRPr lang="en-US" altLang="zh-CN" i="1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</p:txBody>
      </p:sp>
      <p:sp>
        <p:nvSpPr>
          <p:cNvPr id="12302" name="Line 14">
            <a:extLst>
              <a:ext uri="{FF2B5EF4-FFF2-40B4-BE49-F238E27FC236}">
                <a16:creationId xmlns:a16="http://schemas.microsoft.com/office/drawing/2014/main" id="{03AD35DB-4968-2CF5-5F32-E1EB1717878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73900" y="3873500"/>
            <a:ext cx="788988" cy="1355725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 type="triangle" w="sm" len="lg"/>
          </a:ln>
        </p:spPr>
        <p:txBody>
          <a:bodyPr/>
          <a:lstStyle/>
          <a:p>
            <a:pPr>
              <a:buFont typeface="Monotype Sorts" pitchFamily="2" charset="2"/>
              <a:buNone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303" name="Line 15">
            <a:extLst>
              <a:ext uri="{FF2B5EF4-FFF2-40B4-BE49-F238E27FC236}">
                <a16:creationId xmlns:a16="http://schemas.microsoft.com/office/drawing/2014/main" id="{97C4BE9E-A113-82EE-417F-FB1E21542730}"/>
              </a:ext>
            </a:extLst>
          </p:cNvPr>
          <p:cNvSpPr>
            <a:spLocks noChangeShapeType="1"/>
          </p:cNvSpPr>
          <p:nvPr/>
        </p:nvSpPr>
        <p:spPr bwMode="auto">
          <a:xfrm rot="1503001" flipH="1" flipV="1">
            <a:off x="6202363" y="2762250"/>
            <a:ext cx="1730375" cy="3581400"/>
          </a:xfrm>
          <a:prstGeom prst="line">
            <a:avLst/>
          </a:prstGeom>
          <a:noFill/>
          <a:ln w="28575">
            <a:solidFill>
              <a:srgbClr val="FFFF00"/>
            </a:solidFill>
            <a:prstDash val="dash"/>
            <a:round/>
            <a:headEnd/>
            <a:tailEnd/>
          </a:ln>
        </p:spPr>
        <p:txBody>
          <a:bodyPr/>
          <a:lstStyle/>
          <a:p>
            <a:pPr>
              <a:buFont typeface="Monotype Sorts" pitchFamily="2" charset="2"/>
              <a:buNone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304" name="Oval 16">
            <a:extLst>
              <a:ext uri="{FF2B5EF4-FFF2-40B4-BE49-F238E27FC236}">
                <a16:creationId xmlns:a16="http://schemas.microsoft.com/office/drawing/2014/main" id="{91446EDB-97E0-6488-7B0A-7083E8747CD8}"/>
              </a:ext>
            </a:extLst>
          </p:cNvPr>
          <p:cNvSpPr>
            <a:spLocks noChangeArrowheads="1"/>
          </p:cNvSpPr>
          <p:nvPr/>
        </p:nvSpPr>
        <p:spPr bwMode="auto">
          <a:xfrm rot="6145">
            <a:off x="6076950" y="3629025"/>
            <a:ext cx="1987550" cy="998538"/>
          </a:xfrm>
          <a:prstGeom prst="ellipse">
            <a:avLst/>
          </a:prstGeom>
          <a:noFill/>
          <a:ln w="28575">
            <a:solidFill>
              <a:schemeClr val="accent1"/>
            </a:solidFill>
            <a:prstDash val="dash"/>
            <a:round/>
            <a:headEnd/>
            <a:tailEnd/>
          </a:ln>
        </p:spPr>
        <p:txBody>
          <a:bodyPr/>
          <a:lstStyle/>
          <a:p>
            <a:pPr>
              <a:buFont typeface="Monotype Sorts" pitchFamily="2" charset="2"/>
              <a:buNone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305" name="Freeform 17">
            <a:extLst>
              <a:ext uri="{FF2B5EF4-FFF2-40B4-BE49-F238E27FC236}">
                <a16:creationId xmlns:a16="http://schemas.microsoft.com/office/drawing/2014/main" id="{368962E4-F7BF-5D2E-42FE-0C68C376743C}"/>
              </a:ext>
            </a:extLst>
          </p:cNvPr>
          <p:cNvSpPr>
            <a:spLocks/>
          </p:cNvSpPr>
          <p:nvPr/>
        </p:nvSpPr>
        <p:spPr bwMode="auto">
          <a:xfrm>
            <a:off x="5600700" y="3355975"/>
            <a:ext cx="3268663" cy="2527300"/>
          </a:xfrm>
          <a:custGeom>
            <a:avLst/>
            <a:gdLst/>
            <a:ahLst/>
            <a:cxnLst>
              <a:cxn ang="0">
                <a:pos x="811" y="1444"/>
              </a:cxn>
              <a:cxn ang="0">
                <a:pos x="222" y="1235"/>
              </a:cxn>
              <a:cxn ang="0">
                <a:pos x="15" y="712"/>
              </a:cxn>
              <a:cxn ang="0">
                <a:pos x="135" y="167"/>
              </a:cxn>
              <a:cxn ang="0">
                <a:pos x="827" y="44"/>
              </a:cxn>
              <a:cxn ang="0">
                <a:pos x="1186" y="31"/>
              </a:cxn>
              <a:cxn ang="0">
                <a:pos x="1771" y="228"/>
              </a:cxn>
              <a:cxn ang="0">
                <a:pos x="2027" y="605"/>
              </a:cxn>
              <a:cxn ang="0">
                <a:pos x="1965" y="842"/>
              </a:cxn>
              <a:cxn ang="0">
                <a:pos x="1683" y="986"/>
              </a:cxn>
              <a:cxn ang="0">
                <a:pos x="1496" y="1403"/>
              </a:cxn>
              <a:cxn ang="0">
                <a:pos x="1149" y="1583"/>
              </a:cxn>
              <a:cxn ang="0">
                <a:pos x="811" y="1444"/>
              </a:cxn>
            </a:cxnLst>
            <a:rect l="0" t="0" r="r" b="b"/>
            <a:pathLst>
              <a:path w="2059" h="1592">
                <a:moveTo>
                  <a:pt x="811" y="1444"/>
                </a:moveTo>
                <a:cubicBezTo>
                  <a:pt x="657" y="1386"/>
                  <a:pt x="354" y="1358"/>
                  <a:pt x="222" y="1235"/>
                </a:cubicBezTo>
                <a:cubicBezTo>
                  <a:pt x="89" y="1114"/>
                  <a:pt x="29" y="890"/>
                  <a:pt x="15" y="712"/>
                </a:cubicBezTo>
                <a:cubicBezTo>
                  <a:pt x="1" y="534"/>
                  <a:pt x="0" y="278"/>
                  <a:pt x="135" y="167"/>
                </a:cubicBezTo>
                <a:cubicBezTo>
                  <a:pt x="270" y="56"/>
                  <a:pt x="652" y="67"/>
                  <a:pt x="827" y="44"/>
                </a:cubicBezTo>
                <a:cubicBezTo>
                  <a:pt x="1002" y="21"/>
                  <a:pt x="1029" y="0"/>
                  <a:pt x="1186" y="31"/>
                </a:cubicBezTo>
                <a:cubicBezTo>
                  <a:pt x="1344" y="62"/>
                  <a:pt x="1632" y="133"/>
                  <a:pt x="1771" y="228"/>
                </a:cubicBezTo>
                <a:cubicBezTo>
                  <a:pt x="1911" y="324"/>
                  <a:pt x="1994" y="503"/>
                  <a:pt x="2027" y="605"/>
                </a:cubicBezTo>
                <a:cubicBezTo>
                  <a:pt x="2059" y="706"/>
                  <a:pt x="2022" y="778"/>
                  <a:pt x="1965" y="842"/>
                </a:cubicBezTo>
                <a:cubicBezTo>
                  <a:pt x="1908" y="906"/>
                  <a:pt x="1760" y="892"/>
                  <a:pt x="1683" y="986"/>
                </a:cubicBezTo>
                <a:cubicBezTo>
                  <a:pt x="1605" y="1080"/>
                  <a:pt x="1586" y="1304"/>
                  <a:pt x="1496" y="1403"/>
                </a:cubicBezTo>
                <a:cubicBezTo>
                  <a:pt x="1408" y="1502"/>
                  <a:pt x="1265" y="1573"/>
                  <a:pt x="1149" y="1583"/>
                </a:cubicBezTo>
                <a:cubicBezTo>
                  <a:pt x="1032" y="1592"/>
                  <a:pt x="965" y="1502"/>
                  <a:pt x="811" y="1444"/>
                </a:cubicBezTo>
                <a:close/>
              </a:path>
            </a:pathLst>
          </a:custGeom>
          <a:noFill/>
          <a:ln w="38100" cmpd="sng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pPr>
              <a:buFont typeface="Monotype Sorts" pitchFamily="2" charset="2"/>
              <a:buNone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306" name="Line 18">
            <a:extLst>
              <a:ext uri="{FF2B5EF4-FFF2-40B4-BE49-F238E27FC236}">
                <a16:creationId xmlns:a16="http://schemas.microsoft.com/office/drawing/2014/main" id="{EDABE050-9B6C-3BB5-9556-8AE6F14C6DDB}"/>
              </a:ext>
            </a:extLst>
          </p:cNvPr>
          <p:cNvSpPr>
            <a:spLocks noChangeShapeType="1"/>
          </p:cNvSpPr>
          <p:nvPr/>
        </p:nvSpPr>
        <p:spPr bwMode="auto">
          <a:xfrm rot="1505116" flipV="1">
            <a:off x="7146925" y="3703638"/>
            <a:ext cx="671513" cy="619125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none" w="sm" len="lg"/>
          </a:ln>
        </p:spPr>
        <p:txBody>
          <a:bodyPr/>
          <a:lstStyle/>
          <a:p>
            <a:pPr>
              <a:buFont typeface="Monotype Sorts" pitchFamily="2" charset="2"/>
              <a:buNone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307" name="Line 19">
            <a:extLst>
              <a:ext uri="{FF2B5EF4-FFF2-40B4-BE49-F238E27FC236}">
                <a16:creationId xmlns:a16="http://schemas.microsoft.com/office/drawing/2014/main" id="{E4115106-E709-2740-3143-236D45128929}"/>
              </a:ext>
            </a:extLst>
          </p:cNvPr>
          <p:cNvSpPr>
            <a:spLocks noChangeShapeType="1"/>
          </p:cNvSpPr>
          <p:nvPr/>
        </p:nvSpPr>
        <p:spPr bwMode="auto">
          <a:xfrm rot="1499590" flipH="1" flipV="1">
            <a:off x="7275513" y="3354388"/>
            <a:ext cx="760412" cy="382587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 type="triangle" w="sm" len="med"/>
          </a:ln>
        </p:spPr>
        <p:txBody>
          <a:bodyPr/>
          <a:lstStyle/>
          <a:p>
            <a:pPr>
              <a:buFont typeface="Monotype Sorts" pitchFamily="2" charset="2"/>
              <a:buNone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308" name="Text Box 20">
            <a:extLst>
              <a:ext uri="{FF2B5EF4-FFF2-40B4-BE49-F238E27FC236}">
                <a16:creationId xmlns:a16="http://schemas.microsoft.com/office/drawing/2014/main" id="{496F486A-542D-59E6-84D6-78F2EA2E03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5650" y="4735513"/>
            <a:ext cx="91122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buFont typeface="Monotype Sorts" pitchFamily="2" charset="2"/>
              <a:buNone/>
              <a:defRPr/>
            </a:pPr>
            <a:r>
              <a:rPr lang="zh-CN" altLang="en-US" sz="200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楷体_GB2312" pitchFamily="49" charset="-122"/>
              </a:rPr>
              <a:t>刚体</a:t>
            </a:r>
          </a:p>
        </p:txBody>
      </p:sp>
      <p:sp>
        <p:nvSpPr>
          <p:cNvPr id="12309" name="Text Box 21">
            <a:extLst>
              <a:ext uri="{FF2B5EF4-FFF2-40B4-BE49-F238E27FC236}">
                <a16:creationId xmlns:a16="http://schemas.microsoft.com/office/drawing/2014/main" id="{9A373A80-C081-3417-3E27-A5D45B20B1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1438" y="3611563"/>
            <a:ext cx="4318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buFont typeface="Monotype Sorts" pitchFamily="2" charset="2"/>
              <a:buNone/>
              <a:defRPr/>
            </a:pPr>
            <a:r>
              <a:rPr lang="en-US" altLang="zh-CN" i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sym typeface="Symbol" pitchFamily="18" charset="2"/>
              </a:rPr>
              <a:t></a:t>
            </a:r>
            <a:endParaRPr lang="en-US" altLang="zh-CN" i="1">
              <a:solidFill>
                <a:srgbClr val="FF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</p:txBody>
      </p:sp>
      <p:sp>
        <p:nvSpPr>
          <p:cNvPr id="12310" name="Line 22">
            <a:extLst>
              <a:ext uri="{FF2B5EF4-FFF2-40B4-BE49-F238E27FC236}">
                <a16:creationId xmlns:a16="http://schemas.microsoft.com/office/drawing/2014/main" id="{6484E818-813C-2A01-9016-D647F4437C79}"/>
              </a:ext>
            </a:extLst>
          </p:cNvPr>
          <p:cNvSpPr>
            <a:spLocks noChangeShapeType="1"/>
          </p:cNvSpPr>
          <p:nvPr/>
        </p:nvSpPr>
        <p:spPr bwMode="auto">
          <a:xfrm>
            <a:off x="7050088" y="4171950"/>
            <a:ext cx="1625600" cy="479425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/>
          </a:ln>
        </p:spPr>
        <p:txBody>
          <a:bodyPr/>
          <a:lstStyle/>
          <a:p>
            <a:pPr>
              <a:buFont typeface="Monotype Sorts" pitchFamily="2" charset="2"/>
              <a:buNone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311" name="Freeform 23">
            <a:extLst>
              <a:ext uri="{FF2B5EF4-FFF2-40B4-BE49-F238E27FC236}">
                <a16:creationId xmlns:a16="http://schemas.microsoft.com/office/drawing/2014/main" id="{B568A186-78F9-0A33-D72D-240F4457D922}"/>
              </a:ext>
            </a:extLst>
          </p:cNvPr>
          <p:cNvSpPr>
            <a:spLocks/>
          </p:cNvSpPr>
          <p:nvPr/>
        </p:nvSpPr>
        <p:spPr bwMode="auto">
          <a:xfrm>
            <a:off x="7373938" y="4049713"/>
            <a:ext cx="44450" cy="1905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45" y="105"/>
              </a:cxn>
              <a:cxn ang="0">
                <a:pos x="15" y="210"/>
              </a:cxn>
            </a:cxnLst>
            <a:rect l="0" t="0" r="r" b="b"/>
            <a:pathLst>
              <a:path w="47" h="210">
                <a:moveTo>
                  <a:pt x="0" y="0"/>
                </a:moveTo>
                <a:cubicBezTo>
                  <a:pt x="21" y="35"/>
                  <a:pt x="43" y="70"/>
                  <a:pt x="45" y="105"/>
                </a:cubicBezTo>
                <a:cubicBezTo>
                  <a:pt x="47" y="140"/>
                  <a:pt x="31" y="175"/>
                  <a:pt x="15" y="210"/>
                </a:cubicBezTo>
              </a:path>
            </a:pathLst>
          </a:custGeom>
          <a:noFill/>
          <a:ln w="19050" cmpd="sng">
            <a:solidFill>
              <a:schemeClr val="accent1"/>
            </a:solidFill>
            <a:round/>
            <a:headEnd/>
            <a:tailEnd/>
          </a:ln>
        </p:spPr>
        <p:txBody>
          <a:bodyPr/>
          <a:lstStyle/>
          <a:p>
            <a:pPr>
              <a:buFont typeface="Monotype Sorts" pitchFamily="2" charset="2"/>
              <a:buNone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312" name="Text Box 24">
            <a:extLst>
              <a:ext uri="{FF2B5EF4-FFF2-40B4-BE49-F238E27FC236}">
                <a16:creationId xmlns:a16="http://schemas.microsoft.com/office/drawing/2014/main" id="{F12C387E-8623-6F0D-6E36-CE7C3F14E4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9775" y="4941888"/>
            <a:ext cx="533400" cy="1465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eaVert"/>
          <a:lstStyle/>
          <a:p>
            <a:pPr algn="just">
              <a:buFont typeface="Monotype Sorts" pitchFamily="2" charset="2"/>
              <a:buNone/>
              <a:defRPr/>
            </a:pPr>
            <a:r>
              <a:rPr lang="zh-CN" altLang="en-US" sz="200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楷体_GB2312" pitchFamily="49" charset="-122"/>
              </a:rPr>
              <a:t>参考方向</a:t>
            </a:r>
          </a:p>
        </p:txBody>
      </p:sp>
      <p:sp>
        <p:nvSpPr>
          <p:cNvPr id="12313" name="Text Box 25">
            <a:extLst>
              <a:ext uri="{FF2B5EF4-FFF2-40B4-BE49-F238E27FC236}">
                <a16:creationId xmlns:a16="http://schemas.microsoft.com/office/drawing/2014/main" id="{B5CC3D56-054F-CEA9-FF5A-F71E78ED2A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1700" y="3940175"/>
            <a:ext cx="5794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buFont typeface="Monotype Sorts" pitchFamily="2" charset="2"/>
              <a:buNone/>
              <a:defRPr/>
            </a:pPr>
            <a:r>
              <a:rPr lang="en-US" altLang="zh-CN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</a:rPr>
              <a:t>θ</a:t>
            </a:r>
            <a:endParaRPr lang="en-US" altLang="zh-CN" i="1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</p:txBody>
      </p:sp>
      <p:sp>
        <p:nvSpPr>
          <p:cNvPr id="12314" name="Text Box 26">
            <a:extLst>
              <a:ext uri="{FF2B5EF4-FFF2-40B4-BE49-F238E27FC236}">
                <a16:creationId xmlns:a16="http://schemas.microsoft.com/office/drawing/2014/main" id="{783E63D2-F85F-E0CA-CD8D-3387A515E0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4813" y="2314575"/>
            <a:ext cx="577850" cy="61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buFont typeface="Monotype Sorts" pitchFamily="2" charset="2"/>
              <a:buNone/>
              <a:defRPr/>
            </a:pPr>
            <a:r>
              <a:rPr lang="en-US" altLang="zh-CN" i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z</a:t>
            </a:r>
            <a:endParaRPr lang="en-US" altLang="zh-CN" i="1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</p:txBody>
      </p:sp>
      <p:sp>
        <p:nvSpPr>
          <p:cNvPr id="12315" name="Line 27">
            <a:extLst>
              <a:ext uri="{FF2B5EF4-FFF2-40B4-BE49-F238E27FC236}">
                <a16:creationId xmlns:a16="http://schemas.microsoft.com/office/drawing/2014/main" id="{421A5C6D-FD02-AA47-D9F0-FD91EE2DCDC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46913" y="2352675"/>
            <a:ext cx="0" cy="1042988"/>
          </a:xfrm>
          <a:prstGeom prst="line">
            <a:avLst/>
          </a:prstGeom>
          <a:noFill/>
          <a:ln w="44450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pPr>
              <a:buFont typeface="Monotype Sorts" pitchFamily="2" charset="2"/>
              <a:buNone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316" name="Text Box 28">
            <a:extLst>
              <a:ext uri="{FF2B5EF4-FFF2-40B4-BE49-F238E27FC236}">
                <a16:creationId xmlns:a16="http://schemas.microsoft.com/office/drawing/2014/main" id="{95E9E377-F85D-E985-3766-26A63BADC5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8125" y="3876675"/>
            <a:ext cx="407988" cy="496888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lang="en-US" altLang="zh-CN" i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O</a:t>
            </a:r>
          </a:p>
        </p:txBody>
      </p:sp>
      <p:sp>
        <p:nvSpPr>
          <p:cNvPr id="12317" name="Text Box 29">
            <a:extLst>
              <a:ext uri="{FF2B5EF4-FFF2-40B4-BE49-F238E27FC236}">
                <a16:creationId xmlns:a16="http://schemas.microsoft.com/office/drawing/2014/main" id="{343C111D-EF67-1E3D-5043-48D7A69030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5500" y="3635375"/>
            <a:ext cx="390525" cy="496888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 typeface="Monotype Sorts" pitchFamily="2" charset="2"/>
              <a:buNone/>
              <a:defRPr/>
            </a:pPr>
            <a:r>
              <a:rPr lang="en-US" altLang="zh-CN" i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r'</a:t>
            </a:r>
          </a:p>
        </p:txBody>
      </p:sp>
      <p:sp>
        <p:nvSpPr>
          <p:cNvPr id="12318" name="Rectangle 30">
            <a:extLst>
              <a:ext uri="{FF2B5EF4-FFF2-40B4-BE49-F238E27FC236}">
                <a16:creationId xmlns:a16="http://schemas.microsoft.com/office/drawing/2014/main" id="{F4439D50-8314-89F0-EA84-7F6436F4E8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9300" y="5114925"/>
            <a:ext cx="830263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 typeface="Monotype Sorts" pitchFamily="2" charset="2"/>
              <a:buNone/>
              <a:defRPr/>
            </a:pPr>
            <a:r>
              <a:rPr lang="zh-CN" altLang="en-US" sz="20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  <a:ea typeface="楷体_GB2312" pitchFamily="49" charset="-122"/>
              </a:rPr>
              <a:t>基点</a:t>
            </a:r>
            <a:r>
              <a:rPr lang="en-US" altLang="zh-CN" sz="2000" i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  <a:ea typeface="楷体_GB2312" pitchFamily="49" charset="-122"/>
              </a:rPr>
              <a:t>O</a:t>
            </a:r>
          </a:p>
        </p:txBody>
      </p:sp>
      <p:sp>
        <p:nvSpPr>
          <p:cNvPr id="12321" name="Text Box 33">
            <a:extLst>
              <a:ext uri="{FF2B5EF4-FFF2-40B4-BE49-F238E27FC236}">
                <a16:creationId xmlns:a16="http://schemas.microsoft.com/office/drawing/2014/main" id="{3FEAF34D-11BC-036A-DCFB-4382692879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238" y="3429000"/>
            <a:ext cx="4535487" cy="963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  <a:buFont typeface="Monotype Sorts" pitchFamily="2" charset="2"/>
              <a:buNone/>
              <a:defRPr/>
            </a:pP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任意点都绕同一轴作圆周运动</a:t>
            </a:r>
            <a:r>
              <a:rPr lang="en-US" altLang="zh-CN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, </a:t>
            </a: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且 </a:t>
            </a:r>
            <a:r>
              <a:rPr lang="zh-CN" altLang="en-US" i="1">
                <a:solidFill>
                  <a:srgbClr val="66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itchFamily="18" charset="2"/>
              </a:rPr>
              <a:t></a:t>
            </a:r>
            <a:r>
              <a:rPr lang="zh-CN" altLang="en-US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</a:t>
            </a:r>
            <a:r>
              <a:rPr lang="zh-CN" altLang="en-US" i="1">
                <a:solidFill>
                  <a:srgbClr val="66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itchFamily="18" charset="2"/>
              </a:rPr>
              <a:t> </a:t>
            </a:r>
            <a:r>
              <a:rPr lang="zh-CN" altLang="en-US">
                <a:solidFill>
                  <a:srgbClr val="66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都相同</a:t>
            </a:r>
          </a:p>
        </p:txBody>
      </p:sp>
      <p:sp>
        <p:nvSpPr>
          <p:cNvPr id="12322" name="AutoShape 34">
            <a:extLst>
              <a:ext uri="{FF2B5EF4-FFF2-40B4-BE49-F238E27FC236}">
                <a16:creationId xmlns:a16="http://schemas.microsoft.com/office/drawing/2014/main" id="{DEDA020B-55A1-55F7-63D0-1F1E35E083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8963" y="1112838"/>
            <a:ext cx="914400" cy="234950"/>
          </a:xfrm>
          <a:prstGeom prst="rightArrow">
            <a:avLst>
              <a:gd name="adj1" fmla="val 50000"/>
              <a:gd name="adj2" fmla="val 97297"/>
            </a:avLst>
          </a:prstGeom>
          <a:solidFill>
            <a:srgbClr val="FFCCFF"/>
          </a:solidFill>
          <a:ln w="9525">
            <a:solidFill>
              <a:srgbClr val="FFCC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buFont typeface="Monotype Sorts" pitchFamily="2" charset="2"/>
              <a:buNone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323" name="Rectangle 35">
            <a:extLst>
              <a:ext uri="{FF2B5EF4-FFF2-40B4-BE49-F238E27FC236}">
                <a16:creationId xmlns:a16="http://schemas.microsoft.com/office/drawing/2014/main" id="{219C8514-DAE6-684E-F8F5-D3A88FD84F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6588" y="4668838"/>
            <a:ext cx="2160587" cy="1763712"/>
          </a:xfrm>
          <a:prstGeom prst="rect">
            <a:avLst/>
          </a:prstGeom>
          <a:noFill/>
          <a:ln w="19050">
            <a:solidFill>
              <a:srgbClr val="66FF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buFont typeface="Monotype Sorts" pitchFamily="2" charset="2"/>
              <a:buNone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12324" name="Object 7">
            <a:extLst>
              <a:ext uri="{FF2B5EF4-FFF2-40B4-BE49-F238E27FC236}">
                <a16:creationId xmlns:a16="http://schemas.microsoft.com/office/drawing/2014/main" id="{AB8AD2F0-5504-A24D-71B4-27D807F6CD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56488" y="4673600"/>
          <a:ext cx="217487" cy="293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15640" imgH="291960" progId="Equation.3">
                  <p:embed/>
                </p:oleObj>
              </mc:Choice>
              <mc:Fallback>
                <p:oleObj name="Equation" r:id="rId12" imgW="215640" imgH="291960" progId="Equation.3">
                  <p:embed/>
                  <p:pic>
                    <p:nvPicPr>
                      <p:cNvPr id="12324" name="Object 7">
                        <a:extLst>
                          <a:ext uri="{FF2B5EF4-FFF2-40B4-BE49-F238E27FC236}">
                            <a16:creationId xmlns:a16="http://schemas.microsoft.com/office/drawing/2014/main" id="{AB8AD2F0-5504-A24D-71B4-27D807F6CDA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56488" y="4673600"/>
                        <a:ext cx="217487" cy="293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25" name="Object 8">
            <a:extLst>
              <a:ext uri="{FF2B5EF4-FFF2-40B4-BE49-F238E27FC236}">
                <a16:creationId xmlns:a16="http://schemas.microsoft.com/office/drawing/2014/main" id="{E67373EA-6A71-32B6-FF4A-E6317AEFAF1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26338" y="2938463"/>
          <a:ext cx="230187" cy="306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28600" imgH="304560" progId="Equation.3">
                  <p:embed/>
                </p:oleObj>
              </mc:Choice>
              <mc:Fallback>
                <p:oleObj name="公式" r:id="rId14" imgW="228600" imgH="304560" progId="Equation.3">
                  <p:embed/>
                  <p:pic>
                    <p:nvPicPr>
                      <p:cNvPr id="12325" name="Object 8">
                        <a:extLst>
                          <a:ext uri="{FF2B5EF4-FFF2-40B4-BE49-F238E27FC236}">
                            <a16:creationId xmlns:a16="http://schemas.microsoft.com/office/drawing/2014/main" id="{E67373EA-6A71-32B6-FF4A-E6317AEFAF1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6338" y="2938463"/>
                        <a:ext cx="230187" cy="306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26" name="Arc 38">
            <a:extLst>
              <a:ext uri="{FF2B5EF4-FFF2-40B4-BE49-F238E27FC236}">
                <a16:creationId xmlns:a16="http://schemas.microsoft.com/office/drawing/2014/main" id="{059213A1-9E8F-4A5B-A7C1-7ACA0F9D7F51}"/>
              </a:ext>
            </a:extLst>
          </p:cNvPr>
          <p:cNvSpPr>
            <a:spLocks/>
          </p:cNvSpPr>
          <p:nvPr/>
        </p:nvSpPr>
        <p:spPr bwMode="auto">
          <a:xfrm flipH="1">
            <a:off x="6804025" y="2997200"/>
            <a:ext cx="479425" cy="215900"/>
          </a:xfrm>
          <a:custGeom>
            <a:avLst/>
            <a:gdLst>
              <a:gd name="G0" fmla="+- 21600 0 0"/>
              <a:gd name="G1" fmla="+- 17204 0 0"/>
              <a:gd name="G2" fmla="+- 21600 0 0"/>
              <a:gd name="T0" fmla="*/ 34661 w 43200"/>
              <a:gd name="T1" fmla="*/ 0 h 38804"/>
              <a:gd name="T2" fmla="*/ 8475 w 43200"/>
              <a:gd name="T3" fmla="*/ 49 h 38804"/>
              <a:gd name="T4" fmla="*/ 21600 w 43200"/>
              <a:gd name="T5" fmla="*/ 17204 h 38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3200" h="38804" fill="none" extrusionOk="0">
                <a:moveTo>
                  <a:pt x="34660" y="0"/>
                </a:moveTo>
                <a:cubicBezTo>
                  <a:pt x="40040" y="4084"/>
                  <a:pt x="43200" y="10449"/>
                  <a:pt x="43200" y="17204"/>
                </a:cubicBezTo>
                <a:cubicBezTo>
                  <a:pt x="43200" y="29133"/>
                  <a:pt x="33529" y="38804"/>
                  <a:pt x="21600" y="38804"/>
                </a:cubicBezTo>
                <a:cubicBezTo>
                  <a:pt x="9670" y="38804"/>
                  <a:pt x="0" y="29133"/>
                  <a:pt x="0" y="17204"/>
                </a:cubicBezTo>
                <a:cubicBezTo>
                  <a:pt x="-1" y="10478"/>
                  <a:pt x="3133" y="4135"/>
                  <a:pt x="8474" y="48"/>
                </a:cubicBezTo>
              </a:path>
              <a:path w="43200" h="38804" stroke="0" extrusionOk="0">
                <a:moveTo>
                  <a:pt x="34660" y="0"/>
                </a:moveTo>
                <a:cubicBezTo>
                  <a:pt x="40040" y="4084"/>
                  <a:pt x="43200" y="10449"/>
                  <a:pt x="43200" y="17204"/>
                </a:cubicBezTo>
                <a:cubicBezTo>
                  <a:pt x="43200" y="29133"/>
                  <a:pt x="33529" y="38804"/>
                  <a:pt x="21600" y="38804"/>
                </a:cubicBezTo>
                <a:cubicBezTo>
                  <a:pt x="9670" y="38804"/>
                  <a:pt x="0" y="29133"/>
                  <a:pt x="0" y="17204"/>
                </a:cubicBezTo>
                <a:cubicBezTo>
                  <a:pt x="-1" y="10478"/>
                  <a:pt x="3133" y="4135"/>
                  <a:pt x="8474" y="48"/>
                </a:cubicBezTo>
                <a:lnTo>
                  <a:pt x="21600" y="17204"/>
                </a:lnTo>
                <a:close/>
              </a:path>
            </a:pathLst>
          </a:custGeom>
          <a:noFill/>
          <a:ln w="28575">
            <a:solidFill>
              <a:srgbClr val="FFCC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pPr>
              <a:buFont typeface="Monotype Sorts" pitchFamily="2" charset="2"/>
              <a:buNone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2329" name="Picture 41" descr="j0293240">
            <a:extLst>
              <a:ext uri="{FF2B5EF4-FFF2-40B4-BE49-F238E27FC236}">
                <a16:creationId xmlns:a16="http://schemas.microsoft.com/office/drawing/2014/main" id="{3D1DC304-7EF5-3A7C-BDF3-C2C090E84F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9325" y="6381750"/>
            <a:ext cx="611188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2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2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2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2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2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2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2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2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2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2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7" dur="500"/>
                                        <p:tgtEl>
                                          <p:spTgt spid="12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12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7" dur="500"/>
                                        <p:tgtEl>
                                          <p:spTgt spid="12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12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12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12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12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12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12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 nodeType="clickPar">
                      <p:stCondLst>
                        <p:cond delay="indefinite"/>
                      </p:stCondLst>
                      <p:childTnLst>
                        <p:par>
                          <p:cTn id="1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12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Par">
                      <p:stCondLst>
                        <p:cond delay="indefinite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12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 nodeType="clickPar">
                      <p:stCondLst>
                        <p:cond delay="indefinite"/>
                      </p:stCondLst>
                      <p:childTnLst>
                        <p:par>
                          <p:cTn id="1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 nodeType="clickPar">
                      <p:stCondLst>
                        <p:cond delay="indefinite"/>
                      </p:stCondLst>
                      <p:childTnLst>
                        <p:par>
                          <p:cTn id="1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 nodeType="clickPar">
                      <p:stCondLst>
                        <p:cond delay="indefinite"/>
                      </p:stCondLst>
                      <p:childTnLst>
                        <p:par>
                          <p:cTn id="1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 nodeType="clickPar">
                      <p:stCondLst>
                        <p:cond delay="indefinite"/>
                      </p:stCondLst>
                      <p:childTnLst>
                        <p:par>
                          <p:cTn id="1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123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123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0" grpId="0" autoUpdateAnimBg="0"/>
      <p:bldP spid="12296" grpId="0" autoUpdateAnimBg="0"/>
      <p:bldP spid="12297" grpId="0" autoUpdateAnimBg="0"/>
      <p:bldP spid="12299" grpId="0" autoUpdateAnimBg="0"/>
      <p:bldP spid="12300" grpId="0" autoUpdateAnimBg="0"/>
      <p:bldP spid="12301" grpId="0" autoUpdateAnimBg="0"/>
      <p:bldP spid="12304" grpId="0" animBg="1"/>
      <p:bldP spid="12308" grpId="0" autoUpdateAnimBg="0"/>
      <p:bldP spid="12309" grpId="0" autoUpdateAnimBg="0"/>
      <p:bldP spid="12312" grpId="0" autoUpdateAnimBg="0"/>
      <p:bldP spid="12313" grpId="0" autoUpdateAnimBg="0"/>
      <p:bldP spid="12314" grpId="0" autoUpdateAnimBg="0"/>
      <p:bldP spid="12316" grpId="0"/>
      <p:bldP spid="12317" grpId="0"/>
      <p:bldP spid="12318" grpId="0" autoUpdateAnimBg="0"/>
      <p:bldP spid="12321" grpId="0" autoUpdateAnimBg="0"/>
      <p:bldP spid="12322" grpId="0" animBg="1"/>
      <p:bldP spid="1232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14" name="Object 2">
            <a:extLst>
              <a:ext uri="{FF2B5EF4-FFF2-40B4-BE49-F238E27FC236}">
                <a16:creationId xmlns:a16="http://schemas.microsoft.com/office/drawing/2014/main" id="{9CA961C7-197D-E7CF-CA13-7CFD4BC78333}"/>
              </a:ext>
            </a:extLst>
          </p:cNvPr>
          <p:cNvGraphicFramePr>
            <a:graphicFrameLocks/>
          </p:cNvGraphicFramePr>
          <p:nvPr/>
        </p:nvGraphicFramePr>
        <p:xfrm>
          <a:off x="1060450" y="5753100"/>
          <a:ext cx="1711325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634680" imgH="253800" progId="Equation.3">
                  <p:embed/>
                </p:oleObj>
              </mc:Choice>
              <mc:Fallback>
                <p:oleObj name="公式" r:id="rId2" imgW="634680" imgH="253800" progId="Equation.3">
                  <p:embed/>
                  <p:pic>
                    <p:nvPicPr>
                      <p:cNvPr id="13314" name="Object 2">
                        <a:extLst>
                          <a:ext uri="{FF2B5EF4-FFF2-40B4-BE49-F238E27FC236}">
                            <a16:creationId xmlns:a16="http://schemas.microsoft.com/office/drawing/2014/main" id="{9CA961C7-197D-E7CF-CA13-7CFD4BC7833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0450" y="5753100"/>
                        <a:ext cx="1711325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5" name="Object 3">
            <a:extLst>
              <a:ext uri="{FF2B5EF4-FFF2-40B4-BE49-F238E27FC236}">
                <a16:creationId xmlns:a16="http://schemas.microsoft.com/office/drawing/2014/main" id="{947EAD1D-94A8-B52A-99BC-0DB59B37976A}"/>
              </a:ext>
            </a:extLst>
          </p:cNvPr>
          <p:cNvGraphicFramePr>
            <a:graphicFrameLocks/>
          </p:cNvGraphicFramePr>
          <p:nvPr/>
        </p:nvGraphicFramePr>
        <p:xfrm>
          <a:off x="3762375" y="5919788"/>
          <a:ext cx="1314450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460160" imgH="431640" progId="Equation.3">
                  <p:embed/>
                </p:oleObj>
              </mc:Choice>
              <mc:Fallback>
                <p:oleObj name="公式" r:id="rId4" imgW="1460160" imgH="431640" progId="Equation.3">
                  <p:embed/>
                  <p:pic>
                    <p:nvPicPr>
                      <p:cNvPr id="13315" name="Object 3">
                        <a:extLst>
                          <a:ext uri="{FF2B5EF4-FFF2-40B4-BE49-F238E27FC236}">
                            <a16:creationId xmlns:a16="http://schemas.microsoft.com/office/drawing/2014/main" id="{947EAD1D-94A8-B52A-99BC-0DB59B37976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2375" y="5919788"/>
                        <a:ext cx="1314450" cy="388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6" name="Object 4">
            <a:extLst>
              <a:ext uri="{FF2B5EF4-FFF2-40B4-BE49-F238E27FC236}">
                <a16:creationId xmlns:a16="http://schemas.microsoft.com/office/drawing/2014/main" id="{176D851D-4940-D591-54BE-85DE2F58AD1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01813" y="1247775"/>
          <a:ext cx="1828800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031840" imgH="825480" progId="Equation.3">
                  <p:embed/>
                </p:oleObj>
              </mc:Choice>
              <mc:Fallback>
                <p:oleObj name="公式" r:id="rId6" imgW="2031840" imgH="825480" progId="Equation.3">
                  <p:embed/>
                  <p:pic>
                    <p:nvPicPr>
                      <p:cNvPr id="13316" name="Object 4">
                        <a:extLst>
                          <a:ext uri="{FF2B5EF4-FFF2-40B4-BE49-F238E27FC236}">
                            <a16:creationId xmlns:a16="http://schemas.microsoft.com/office/drawing/2014/main" id="{176D851D-4940-D591-54BE-85DE2F58AD1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1813" y="1247775"/>
                        <a:ext cx="1828800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7" name="Text Box 5">
            <a:extLst>
              <a:ext uri="{FF2B5EF4-FFF2-40B4-BE49-F238E27FC236}">
                <a16:creationId xmlns:a16="http://schemas.microsoft.com/office/drawing/2014/main" id="{3141614D-0336-DC01-1F4A-FE184371E5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595313"/>
            <a:ext cx="4724400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Monotype Sorts" pitchFamily="2" charset="2"/>
              <a:buNone/>
              <a:defRPr/>
            </a:pPr>
            <a:r>
              <a:rPr kumimoji="1" lang="en-US" altLang="zh-CN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sym typeface="Symbol" pitchFamily="18" charset="2"/>
              </a:rPr>
              <a:t> </a:t>
            </a:r>
            <a:r>
              <a:rPr kumimoji="1"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  <a:sym typeface="Symbol" pitchFamily="18" charset="2"/>
              </a:rPr>
              <a:t>速度与角速度的矢量关系式</a:t>
            </a:r>
          </a:p>
        </p:txBody>
      </p:sp>
      <p:graphicFrame>
        <p:nvGraphicFramePr>
          <p:cNvPr id="13318" name="Object 5">
            <a:extLst>
              <a:ext uri="{FF2B5EF4-FFF2-40B4-BE49-F238E27FC236}">
                <a16:creationId xmlns:a16="http://schemas.microsoft.com/office/drawing/2014/main" id="{321825D8-6ED8-46C6-269D-89696165B8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41438" y="3011488"/>
          <a:ext cx="2455862" cy="162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730240" imgH="1803240" progId="Equation.3">
                  <p:embed/>
                </p:oleObj>
              </mc:Choice>
              <mc:Fallback>
                <p:oleObj name="公式" r:id="rId8" imgW="2730240" imgH="1803240" progId="Equation.3">
                  <p:embed/>
                  <p:pic>
                    <p:nvPicPr>
                      <p:cNvPr id="13318" name="Object 5">
                        <a:extLst>
                          <a:ext uri="{FF2B5EF4-FFF2-40B4-BE49-F238E27FC236}">
                            <a16:creationId xmlns:a16="http://schemas.microsoft.com/office/drawing/2014/main" id="{321825D8-6ED8-46C6-269D-89696165B85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1438" y="3011488"/>
                        <a:ext cx="2455862" cy="162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9" name="Text Box 7">
            <a:extLst>
              <a:ext uri="{FF2B5EF4-FFF2-40B4-BE49-F238E27FC236}">
                <a16:creationId xmlns:a16="http://schemas.microsoft.com/office/drawing/2014/main" id="{CFDC1303-1C61-D517-F04B-995F611C97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2324100"/>
            <a:ext cx="5029200" cy="534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Monotype Sorts" pitchFamily="2" charset="2"/>
              <a:buNone/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  <a:sym typeface="Symbol" pitchFamily="18" charset="2"/>
              </a:rPr>
              <a:t>加速度与角加速度的矢量关系式</a:t>
            </a:r>
          </a:p>
        </p:txBody>
      </p:sp>
      <p:graphicFrame>
        <p:nvGraphicFramePr>
          <p:cNvPr id="13320" name="Object 6">
            <a:extLst>
              <a:ext uri="{FF2B5EF4-FFF2-40B4-BE49-F238E27FC236}">
                <a16:creationId xmlns:a16="http://schemas.microsoft.com/office/drawing/2014/main" id="{2BBB88BD-962F-CA8C-CEBC-41B1F1E7BF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43050" y="5094288"/>
          <a:ext cx="1804988" cy="319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006280" imgH="355320" progId="Equation.3">
                  <p:embed/>
                </p:oleObj>
              </mc:Choice>
              <mc:Fallback>
                <p:oleObj name="Equation" r:id="rId10" imgW="2006280" imgH="355320" progId="Equation.3">
                  <p:embed/>
                  <p:pic>
                    <p:nvPicPr>
                      <p:cNvPr id="13320" name="Object 6">
                        <a:extLst>
                          <a:ext uri="{FF2B5EF4-FFF2-40B4-BE49-F238E27FC236}">
                            <a16:creationId xmlns:a16="http://schemas.microsoft.com/office/drawing/2014/main" id="{2BBB88BD-962F-CA8C-CEBC-41B1F1E7BF6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3050" y="5094288"/>
                        <a:ext cx="1804988" cy="319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1" name="Text Box 9">
            <a:extLst>
              <a:ext uri="{FF2B5EF4-FFF2-40B4-BE49-F238E27FC236}">
                <a16:creationId xmlns:a16="http://schemas.microsoft.com/office/drawing/2014/main" id="{912BAE6D-3B08-CD98-E2B6-1226BE2B4C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73950" y="5056188"/>
            <a:ext cx="9906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buFont typeface="Monotype Sorts" pitchFamily="2" charset="2"/>
              <a:buNone/>
              <a:defRPr/>
            </a:pPr>
            <a:r>
              <a:rPr lang="zh-CN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楷体_GB2312" pitchFamily="49" charset="-122"/>
              </a:rPr>
              <a:t>定轴</a:t>
            </a:r>
          </a:p>
        </p:txBody>
      </p:sp>
      <p:sp>
        <p:nvSpPr>
          <p:cNvPr id="13322" name="Text Box 10">
            <a:extLst>
              <a:ext uri="{FF2B5EF4-FFF2-40B4-BE49-F238E27FC236}">
                <a16:creationId xmlns:a16="http://schemas.microsoft.com/office/drawing/2014/main" id="{0FD2F8F3-23DA-F3CC-1D64-26580C188E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9525" y="2670175"/>
            <a:ext cx="558800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buFont typeface="Monotype Sorts" pitchFamily="2" charset="2"/>
              <a:buNone/>
              <a:defRPr/>
            </a:pPr>
            <a:r>
              <a:rPr lang="en-US" altLang="zh-CN">
                <a:solidFill>
                  <a:srgbClr val="FFFF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P</a:t>
            </a:r>
            <a:endParaRPr lang="en-US" altLang="zh-CN">
              <a:solidFill>
                <a:srgbClr val="FF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</p:txBody>
      </p:sp>
      <p:sp>
        <p:nvSpPr>
          <p:cNvPr id="13323" name="Text Box 11">
            <a:extLst>
              <a:ext uri="{FF2B5EF4-FFF2-40B4-BE49-F238E27FC236}">
                <a16:creationId xmlns:a16="http://schemas.microsoft.com/office/drawing/2014/main" id="{72567A2C-AF0F-E9C5-4E39-343DC19052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07163" y="4105275"/>
            <a:ext cx="847725" cy="88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buFont typeface="Monotype Sorts" pitchFamily="2" charset="2"/>
              <a:buNone/>
              <a:defRPr/>
            </a:pPr>
            <a:r>
              <a:rPr lang="en-US" altLang="zh-CN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</a:rPr>
              <a:t>×</a:t>
            </a:r>
            <a:endParaRPr lang="en-US" altLang="zh-CN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</p:txBody>
      </p:sp>
      <p:sp>
        <p:nvSpPr>
          <p:cNvPr id="13324" name="Text Box 12">
            <a:extLst>
              <a:ext uri="{FF2B5EF4-FFF2-40B4-BE49-F238E27FC236}">
                <a16:creationId xmlns:a16="http://schemas.microsoft.com/office/drawing/2014/main" id="{65D0BBB1-525A-01CC-4201-7F9F5BB11F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4350" y="1614488"/>
            <a:ext cx="1019175" cy="39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buFont typeface="Monotype Sorts" pitchFamily="2" charset="2"/>
              <a:buNone/>
              <a:defRPr/>
            </a:pPr>
            <a:r>
              <a:rPr lang="en-US" altLang="zh-CN" i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ω,</a:t>
            </a:r>
            <a:r>
              <a:rPr lang="en-US" altLang="zh-CN" i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sym typeface="Symbol" pitchFamily="18" charset="2"/>
              </a:rPr>
              <a:t></a:t>
            </a:r>
            <a:endParaRPr lang="en-US" altLang="zh-CN" i="1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</p:txBody>
      </p:sp>
      <p:sp>
        <p:nvSpPr>
          <p:cNvPr id="13325" name="Line 13">
            <a:extLst>
              <a:ext uri="{FF2B5EF4-FFF2-40B4-BE49-F238E27FC236}">
                <a16:creationId xmlns:a16="http://schemas.microsoft.com/office/drawing/2014/main" id="{7D8FA460-C9C3-6308-1120-78EDEAD4CAC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64338" y="2995613"/>
            <a:ext cx="835025" cy="1344612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 type="triangle" w="sm" len="lg"/>
          </a:ln>
        </p:spPr>
        <p:txBody>
          <a:bodyPr/>
          <a:lstStyle/>
          <a:p>
            <a:pPr>
              <a:buFont typeface="Monotype Sorts" pitchFamily="2" charset="2"/>
              <a:buNone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326" name="Line 14">
            <a:extLst>
              <a:ext uri="{FF2B5EF4-FFF2-40B4-BE49-F238E27FC236}">
                <a16:creationId xmlns:a16="http://schemas.microsoft.com/office/drawing/2014/main" id="{B6B6455D-B4B3-B400-61CC-9E3592363C31}"/>
              </a:ext>
            </a:extLst>
          </p:cNvPr>
          <p:cNvSpPr>
            <a:spLocks noChangeShapeType="1"/>
          </p:cNvSpPr>
          <p:nvPr/>
        </p:nvSpPr>
        <p:spPr bwMode="auto">
          <a:xfrm rot="1503001" flipH="1" flipV="1">
            <a:off x="5891213" y="1884363"/>
            <a:ext cx="1730375" cy="3581400"/>
          </a:xfrm>
          <a:prstGeom prst="line">
            <a:avLst/>
          </a:prstGeom>
          <a:noFill/>
          <a:ln w="28575">
            <a:solidFill>
              <a:srgbClr val="FFFF00"/>
            </a:solidFill>
            <a:prstDash val="dash"/>
            <a:round/>
            <a:headEnd/>
            <a:tailEnd/>
          </a:ln>
        </p:spPr>
        <p:txBody>
          <a:bodyPr/>
          <a:lstStyle/>
          <a:p>
            <a:pPr>
              <a:buFont typeface="Monotype Sorts" pitchFamily="2" charset="2"/>
              <a:buNone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327" name="Oval 15">
            <a:extLst>
              <a:ext uri="{FF2B5EF4-FFF2-40B4-BE49-F238E27FC236}">
                <a16:creationId xmlns:a16="http://schemas.microsoft.com/office/drawing/2014/main" id="{41A63B0C-9B53-EC98-F96B-D27C92A3F080}"/>
              </a:ext>
            </a:extLst>
          </p:cNvPr>
          <p:cNvSpPr>
            <a:spLocks noChangeArrowheads="1"/>
          </p:cNvSpPr>
          <p:nvPr/>
        </p:nvSpPr>
        <p:spPr bwMode="auto">
          <a:xfrm rot="6145">
            <a:off x="5765800" y="2751138"/>
            <a:ext cx="1987550" cy="998537"/>
          </a:xfrm>
          <a:prstGeom prst="ellipse">
            <a:avLst/>
          </a:prstGeom>
          <a:noFill/>
          <a:ln w="28575">
            <a:solidFill>
              <a:schemeClr val="accent1"/>
            </a:solidFill>
            <a:prstDash val="dash"/>
            <a:round/>
            <a:headEnd/>
            <a:tailEnd/>
          </a:ln>
        </p:spPr>
        <p:txBody>
          <a:bodyPr/>
          <a:lstStyle/>
          <a:p>
            <a:pPr>
              <a:buFont typeface="Monotype Sorts" pitchFamily="2" charset="2"/>
              <a:buNone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328" name="Freeform 16">
            <a:extLst>
              <a:ext uri="{FF2B5EF4-FFF2-40B4-BE49-F238E27FC236}">
                <a16:creationId xmlns:a16="http://schemas.microsoft.com/office/drawing/2014/main" id="{A9507722-3BA4-D6F2-A591-BB8887AC1AA7}"/>
              </a:ext>
            </a:extLst>
          </p:cNvPr>
          <p:cNvSpPr>
            <a:spLocks/>
          </p:cNvSpPr>
          <p:nvPr/>
        </p:nvSpPr>
        <p:spPr bwMode="auto">
          <a:xfrm rot="1502169">
            <a:off x="5292725" y="2338388"/>
            <a:ext cx="3084513" cy="2619375"/>
          </a:xfrm>
          <a:custGeom>
            <a:avLst/>
            <a:gdLst/>
            <a:ahLst/>
            <a:cxnLst>
              <a:cxn ang="0">
                <a:pos x="1897" y="2672"/>
              </a:cxn>
              <a:cxn ang="0">
                <a:pos x="847" y="2777"/>
              </a:cxn>
              <a:cxn ang="0">
                <a:pos x="157" y="2102"/>
              </a:cxn>
              <a:cxn ang="0">
                <a:pos x="127" y="872"/>
              </a:cxn>
              <a:cxn ang="0">
                <a:pos x="922" y="452"/>
              </a:cxn>
              <a:cxn ang="0">
                <a:pos x="1462" y="167"/>
              </a:cxn>
              <a:cxn ang="0">
                <a:pos x="2497" y="47"/>
              </a:cxn>
              <a:cxn ang="0">
                <a:pos x="3157" y="452"/>
              </a:cxn>
              <a:cxn ang="0">
                <a:pos x="3232" y="872"/>
              </a:cxn>
              <a:cxn ang="0">
                <a:pos x="2902" y="1307"/>
              </a:cxn>
              <a:cxn ang="0">
                <a:pos x="2917" y="2102"/>
              </a:cxn>
              <a:cxn ang="0">
                <a:pos x="2512" y="2642"/>
              </a:cxn>
              <a:cxn ang="0">
                <a:pos x="1897" y="2672"/>
              </a:cxn>
            </a:cxnLst>
            <a:rect l="0" t="0" r="r" b="b"/>
            <a:pathLst>
              <a:path w="3279" h="2872">
                <a:moveTo>
                  <a:pt x="1897" y="2672"/>
                </a:moveTo>
                <a:cubicBezTo>
                  <a:pt x="1620" y="2694"/>
                  <a:pt x="1137" y="2872"/>
                  <a:pt x="847" y="2777"/>
                </a:cubicBezTo>
                <a:cubicBezTo>
                  <a:pt x="557" y="2682"/>
                  <a:pt x="277" y="2419"/>
                  <a:pt x="157" y="2102"/>
                </a:cubicBezTo>
                <a:cubicBezTo>
                  <a:pt x="37" y="1785"/>
                  <a:pt x="0" y="1147"/>
                  <a:pt x="127" y="872"/>
                </a:cubicBezTo>
                <a:cubicBezTo>
                  <a:pt x="254" y="597"/>
                  <a:pt x="700" y="569"/>
                  <a:pt x="922" y="452"/>
                </a:cubicBezTo>
                <a:cubicBezTo>
                  <a:pt x="1144" y="335"/>
                  <a:pt x="1200" y="234"/>
                  <a:pt x="1462" y="167"/>
                </a:cubicBezTo>
                <a:cubicBezTo>
                  <a:pt x="1724" y="100"/>
                  <a:pt x="2215" y="0"/>
                  <a:pt x="2497" y="47"/>
                </a:cubicBezTo>
                <a:cubicBezTo>
                  <a:pt x="2779" y="94"/>
                  <a:pt x="3035" y="315"/>
                  <a:pt x="3157" y="452"/>
                </a:cubicBezTo>
                <a:cubicBezTo>
                  <a:pt x="3279" y="589"/>
                  <a:pt x="3274" y="730"/>
                  <a:pt x="3232" y="872"/>
                </a:cubicBezTo>
                <a:cubicBezTo>
                  <a:pt x="3190" y="1014"/>
                  <a:pt x="2954" y="1102"/>
                  <a:pt x="2902" y="1307"/>
                </a:cubicBezTo>
                <a:cubicBezTo>
                  <a:pt x="2850" y="1512"/>
                  <a:pt x="2982" y="1880"/>
                  <a:pt x="2917" y="2102"/>
                </a:cubicBezTo>
                <a:cubicBezTo>
                  <a:pt x="2852" y="2324"/>
                  <a:pt x="2684" y="2542"/>
                  <a:pt x="2512" y="2642"/>
                </a:cubicBezTo>
                <a:cubicBezTo>
                  <a:pt x="2340" y="2742"/>
                  <a:pt x="2174" y="2650"/>
                  <a:pt x="1897" y="2672"/>
                </a:cubicBezTo>
                <a:close/>
              </a:path>
            </a:pathLst>
          </a:custGeom>
          <a:noFill/>
          <a:ln w="38100" cmpd="sng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pPr>
              <a:buFont typeface="Monotype Sorts" pitchFamily="2" charset="2"/>
              <a:buNone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329" name="Line 17">
            <a:extLst>
              <a:ext uri="{FF2B5EF4-FFF2-40B4-BE49-F238E27FC236}">
                <a16:creationId xmlns:a16="http://schemas.microsoft.com/office/drawing/2014/main" id="{B845EE97-92D4-955B-FFDB-D85550AE3B60}"/>
              </a:ext>
            </a:extLst>
          </p:cNvPr>
          <p:cNvSpPr>
            <a:spLocks noChangeShapeType="1"/>
          </p:cNvSpPr>
          <p:nvPr/>
        </p:nvSpPr>
        <p:spPr bwMode="auto">
          <a:xfrm rot="1505116" flipV="1">
            <a:off x="6835775" y="2825750"/>
            <a:ext cx="671513" cy="619125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none" w="sm" len="lg"/>
          </a:ln>
        </p:spPr>
        <p:txBody>
          <a:bodyPr/>
          <a:lstStyle/>
          <a:p>
            <a:pPr>
              <a:buFont typeface="Monotype Sorts" pitchFamily="2" charset="2"/>
              <a:buNone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330" name="Line 18">
            <a:extLst>
              <a:ext uri="{FF2B5EF4-FFF2-40B4-BE49-F238E27FC236}">
                <a16:creationId xmlns:a16="http://schemas.microsoft.com/office/drawing/2014/main" id="{BD0F6F09-9CBC-10A1-1B9B-3131509DF55B}"/>
              </a:ext>
            </a:extLst>
          </p:cNvPr>
          <p:cNvSpPr>
            <a:spLocks noChangeShapeType="1"/>
          </p:cNvSpPr>
          <p:nvPr/>
        </p:nvSpPr>
        <p:spPr bwMode="auto">
          <a:xfrm rot="1499590" flipH="1" flipV="1">
            <a:off x="6964363" y="2476500"/>
            <a:ext cx="760412" cy="382588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 type="triangle" w="sm" len="med"/>
          </a:ln>
        </p:spPr>
        <p:txBody>
          <a:bodyPr/>
          <a:lstStyle/>
          <a:p>
            <a:pPr>
              <a:buFont typeface="Monotype Sorts" pitchFamily="2" charset="2"/>
              <a:buNone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331" name="Text Box 19">
            <a:extLst>
              <a:ext uri="{FF2B5EF4-FFF2-40B4-BE49-F238E27FC236}">
                <a16:creationId xmlns:a16="http://schemas.microsoft.com/office/drawing/2014/main" id="{5991EF72-27C8-F364-7903-3F6D3B2DED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4500" y="3857625"/>
            <a:ext cx="91122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buFont typeface="Monotype Sorts" pitchFamily="2" charset="2"/>
              <a:buNone/>
              <a:defRPr/>
            </a:pPr>
            <a:r>
              <a:rPr lang="zh-CN" altLang="en-US" sz="200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楷体_GB2312" pitchFamily="49" charset="-122"/>
              </a:rPr>
              <a:t>刚体</a:t>
            </a:r>
          </a:p>
        </p:txBody>
      </p:sp>
      <p:sp>
        <p:nvSpPr>
          <p:cNvPr id="13332" name="Text Box 20">
            <a:extLst>
              <a:ext uri="{FF2B5EF4-FFF2-40B4-BE49-F238E27FC236}">
                <a16:creationId xmlns:a16="http://schemas.microsoft.com/office/drawing/2014/main" id="{E2A2E04B-29B9-5296-19CF-F95BA5660C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4575" y="2747963"/>
            <a:ext cx="593725" cy="61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buFont typeface="Monotype Sorts" pitchFamily="2" charset="2"/>
              <a:buNone/>
              <a:defRPr/>
            </a:pPr>
            <a:r>
              <a:rPr lang="en-US" altLang="zh-CN" i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sym typeface="Symbol" pitchFamily="18" charset="2"/>
              </a:rPr>
              <a:t></a:t>
            </a:r>
            <a:endParaRPr lang="en-US" altLang="zh-CN" i="1">
              <a:solidFill>
                <a:srgbClr val="FF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</p:txBody>
      </p:sp>
      <p:sp>
        <p:nvSpPr>
          <p:cNvPr id="13333" name="Line 21">
            <a:extLst>
              <a:ext uri="{FF2B5EF4-FFF2-40B4-BE49-F238E27FC236}">
                <a16:creationId xmlns:a16="http://schemas.microsoft.com/office/drawing/2014/main" id="{518E8B47-0B9F-1636-3FBF-043CC6A98938}"/>
              </a:ext>
            </a:extLst>
          </p:cNvPr>
          <p:cNvSpPr>
            <a:spLocks noChangeShapeType="1"/>
          </p:cNvSpPr>
          <p:nvPr/>
        </p:nvSpPr>
        <p:spPr bwMode="auto">
          <a:xfrm>
            <a:off x="6738938" y="3294063"/>
            <a:ext cx="1625600" cy="479425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/>
          </a:ln>
        </p:spPr>
        <p:txBody>
          <a:bodyPr/>
          <a:lstStyle/>
          <a:p>
            <a:pPr>
              <a:buFont typeface="Monotype Sorts" pitchFamily="2" charset="2"/>
              <a:buNone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334" name="Freeform 22">
            <a:extLst>
              <a:ext uri="{FF2B5EF4-FFF2-40B4-BE49-F238E27FC236}">
                <a16:creationId xmlns:a16="http://schemas.microsoft.com/office/drawing/2014/main" id="{70D57D7F-838A-D44B-5808-01D8852C9A9A}"/>
              </a:ext>
            </a:extLst>
          </p:cNvPr>
          <p:cNvSpPr>
            <a:spLocks/>
          </p:cNvSpPr>
          <p:nvPr/>
        </p:nvSpPr>
        <p:spPr bwMode="auto">
          <a:xfrm>
            <a:off x="7062788" y="3171825"/>
            <a:ext cx="44450" cy="1905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45" y="105"/>
              </a:cxn>
              <a:cxn ang="0">
                <a:pos x="15" y="210"/>
              </a:cxn>
            </a:cxnLst>
            <a:rect l="0" t="0" r="r" b="b"/>
            <a:pathLst>
              <a:path w="47" h="210">
                <a:moveTo>
                  <a:pt x="0" y="0"/>
                </a:moveTo>
                <a:cubicBezTo>
                  <a:pt x="21" y="35"/>
                  <a:pt x="43" y="70"/>
                  <a:pt x="45" y="105"/>
                </a:cubicBezTo>
                <a:cubicBezTo>
                  <a:pt x="47" y="140"/>
                  <a:pt x="31" y="175"/>
                  <a:pt x="15" y="210"/>
                </a:cubicBezTo>
              </a:path>
            </a:pathLst>
          </a:custGeom>
          <a:noFill/>
          <a:ln w="19050" cmpd="sng">
            <a:solidFill>
              <a:schemeClr val="accent1"/>
            </a:solidFill>
            <a:round/>
            <a:headEnd/>
            <a:tailEnd/>
          </a:ln>
        </p:spPr>
        <p:txBody>
          <a:bodyPr/>
          <a:lstStyle/>
          <a:p>
            <a:pPr>
              <a:buFont typeface="Monotype Sorts" pitchFamily="2" charset="2"/>
              <a:buNone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335" name="Text Box 23">
            <a:extLst>
              <a:ext uri="{FF2B5EF4-FFF2-40B4-BE49-F238E27FC236}">
                <a16:creationId xmlns:a16="http://schemas.microsoft.com/office/drawing/2014/main" id="{C819172D-2749-E699-05B7-90E7AF6A77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7200" y="3965575"/>
            <a:ext cx="533400" cy="1465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eaVert"/>
          <a:lstStyle/>
          <a:p>
            <a:pPr algn="just">
              <a:buFont typeface="Monotype Sorts" pitchFamily="2" charset="2"/>
              <a:buNone/>
              <a:defRPr/>
            </a:pPr>
            <a:r>
              <a:rPr lang="zh-CN" altLang="en-US" sz="200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楷体_GB2312" pitchFamily="49" charset="-122"/>
              </a:rPr>
              <a:t>参考方向</a:t>
            </a:r>
          </a:p>
        </p:txBody>
      </p:sp>
      <p:sp>
        <p:nvSpPr>
          <p:cNvPr id="13336" name="Text Box 24">
            <a:extLst>
              <a:ext uri="{FF2B5EF4-FFF2-40B4-BE49-F238E27FC236}">
                <a16:creationId xmlns:a16="http://schemas.microsoft.com/office/drawing/2014/main" id="{3F89ECE3-D593-DC1B-CC52-53605164EE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0550" y="3062288"/>
            <a:ext cx="5794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buFont typeface="Monotype Sorts" pitchFamily="2" charset="2"/>
              <a:buNone/>
              <a:defRPr/>
            </a:pPr>
            <a:r>
              <a:rPr lang="en-US" altLang="zh-CN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</a:rPr>
              <a:t>θ</a:t>
            </a:r>
            <a:endParaRPr lang="en-US" altLang="zh-CN" i="1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</p:txBody>
      </p:sp>
      <p:sp>
        <p:nvSpPr>
          <p:cNvPr id="13337" name="Text Box 25">
            <a:extLst>
              <a:ext uri="{FF2B5EF4-FFF2-40B4-BE49-F238E27FC236}">
                <a16:creationId xmlns:a16="http://schemas.microsoft.com/office/drawing/2014/main" id="{9F7C7D9A-EE07-9183-110C-5FA7BEE418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3663" y="1436688"/>
            <a:ext cx="577850" cy="61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buFont typeface="Monotype Sorts" pitchFamily="2" charset="2"/>
              <a:buNone/>
              <a:defRPr/>
            </a:pPr>
            <a:r>
              <a:rPr lang="en-US" altLang="zh-CN" i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z</a:t>
            </a:r>
            <a:endParaRPr lang="en-US" altLang="zh-CN" i="1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</p:txBody>
      </p:sp>
      <p:sp>
        <p:nvSpPr>
          <p:cNvPr id="13338" name="Line 26">
            <a:extLst>
              <a:ext uri="{FF2B5EF4-FFF2-40B4-BE49-F238E27FC236}">
                <a16:creationId xmlns:a16="http://schemas.microsoft.com/office/drawing/2014/main" id="{683DC91F-989B-0E56-C7C8-70BBF3B6762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35763" y="1474788"/>
            <a:ext cx="0" cy="1042987"/>
          </a:xfrm>
          <a:prstGeom prst="line">
            <a:avLst/>
          </a:prstGeom>
          <a:noFill/>
          <a:ln w="44450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pPr>
              <a:buFont typeface="Monotype Sorts" pitchFamily="2" charset="2"/>
              <a:buNone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339" name="Text Box 27">
            <a:extLst>
              <a:ext uri="{FF2B5EF4-FFF2-40B4-BE49-F238E27FC236}">
                <a16:creationId xmlns:a16="http://schemas.microsoft.com/office/drawing/2014/main" id="{2D99B003-C04B-0BE0-B392-75FA639471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76975" y="2998788"/>
            <a:ext cx="407988" cy="496887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lang="en-US" altLang="zh-CN" i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O</a:t>
            </a:r>
          </a:p>
        </p:txBody>
      </p:sp>
      <p:sp>
        <p:nvSpPr>
          <p:cNvPr id="13340" name="Text Box 28">
            <a:extLst>
              <a:ext uri="{FF2B5EF4-FFF2-40B4-BE49-F238E27FC236}">
                <a16:creationId xmlns:a16="http://schemas.microsoft.com/office/drawing/2014/main" id="{3856B378-E2BF-EF41-D747-3A0F783C0D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4350" y="2757488"/>
            <a:ext cx="390525" cy="496887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 typeface="Monotype Sorts" pitchFamily="2" charset="2"/>
              <a:buNone/>
              <a:defRPr/>
            </a:pPr>
            <a:r>
              <a:rPr lang="en-US" altLang="zh-CN" i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r'</a:t>
            </a:r>
          </a:p>
        </p:txBody>
      </p:sp>
      <p:sp>
        <p:nvSpPr>
          <p:cNvPr id="13341" name="Rectangle 29">
            <a:extLst>
              <a:ext uri="{FF2B5EF4-FFF2-40B4-BE49-F238E27FC236}">
                <a16:creationId xmlns:a16="http://schemas.microsoft.com/office/drawing/2014/main" id="{A333A216-685D-C8D8-5AAC-3E84D5A68A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8150" y="4205288"/>
            <a:ext cx="923925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 typeface="Monotype Sorts" pitchFamily="2" charset="2"/>
              <a:buNone/>
              <a:defRPr/>
            </a:pPr>
            <a:r>
              <a:rPr lang="zh-CN" altLang="en-US" sz="20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楷体_GB2312" pitchFamily="49" charset="-122"/>
              </a:rPr>
              <a:t>基点</a:t>
            </a:r>
            <a:r>
              <a:rPr lang="en-US" altLang="zh-CN" i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O</a:t>
            </a:r>
          </a:p>
        </p:txBody>
      </p:sp>
      <p:sp>
        <p:nvSpPr>
          <p:cNvPr id="13342" name="Rectangle 30">
            <a:extLst>
              <a:ext uri="{FF2B5EF4-FFF2-40B4-BE49-F238E27FC236}">
                <a16:creationId xmlns:a16="http://schemas.microsoft.com/office/drawing/2014/main" id="{2B6477E6-FB75-D6BA-3CE9-8C0E02BBE5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5150" y="5095875"/>
            <a:ext cx="958850" cy="427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 typeface="Monotype Sorts" pitchFamily="2" charset="2"/>
              <a:buNone/>
              <a:defRPr/>
            </a:pPr>
            <a:r>
              <a:rPr lang="zh-CN" altLang="en-US" sz="20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楷体_GB2312" pitchFamily="49" charset="-122"/>
              </a:rPr>
              <a:t>瞬时轴</a:t>
            </a:r>
            <a:endParaRPr lang="zh-CN" alt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3343" name="AutoShape 31">
            <a:extLst>
              <a:ext uri="{FF2B5EF4-FFF2-40B4-BE49-F238E27FC236}">
                <a16:creationId xmlns:a16="http://schemas.microsoft.com/office/drawing/2014/main" id="{BF28108B-0465-B68C-109A-DBA3117245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0550" y="5132388"/>
            <a:ext cx="533400" cy="304800"/>
          </a:xfrm>
          <a:prstGeom prst="rightArrow">
            <a:avLst>
              <a:gd name="adj1" fmla="val 50000"/>
              <a:gd name="adj2" fmla="val 43750"/>
            </a:avLst>
          </a:prstGeom>
          <a:solidFill>
            <a:srgbClr val="FFCCFF"/>
          </a:solidFill>
          <a:ln w="9525">
            <a:solidFill>
              <a:srgbClr val="FFCC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buFont typeface="Monotype Sorts" pitchFamily="2" charset="2"/>
              <a:buNone/>
              <a:defRPr/>
            </a:pPr>
            <a:endParaRPr lang="zh-CN" altLang="zh-CN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</p:txBody>
      </p:sp>
      <p:graphicFrame>
        <p:nvGraphicFramePr>
          <p:cNvPr id="17415" name="Object 7">
            <a:extLst>
              <a:ext uri="{FF2B5EF4-FFF2-40B4-BE49-F238E27FC236}">
                <a16:creationId xmlns:a16="http://schemas.microsoft.com/office/drawing/2014/main" id="{798E859E-FEDD-4ED8-FE28-E5557524F6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45338" y="3795713"/>
          <a:ext cx="217487" cy="293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15640" imgH="291960" progId="Equation.3">
                  <p:embed/>
                </p:oleObj>
              </mc:Choice>
              <mc:Fallback>
                <p:oleObj name="Equation" r:id="rId12" imgW="215640" imgH="291960" progId="Equation.3">
                  <p:embed/>
                  <p:pic>
                    <p:nvPicPr>
                      <p:cNvPr id="17415" name="Object 7">
                        <a:extLst>
                          <a:ext uri="{FF2B5EF4-FFF2-40B4-BE49-F238E27FC236}">
                            <a16:creationId xmlns:a16="http://schemas.microsoft.com/office/drawing/2014/main" id="{798E859E-FEDD-4ED8-FE28-E5557524F6B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5338" y="3795713"/>
                        <a:ext cx="217487" cy="293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6" name="Object 8">
            <a:extLst>
              <a:ext uri="{FF2B5EF4-FFF2-40B4-BE49-F238E27FC236}">
                <a16:creationId xmlns:a16="http://schemas.microsoft.com/office/drawing/2014/main" id="{9AE3CBD9-8BFF-4E9C-B983-347A24993C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15188" y="2060575"/>
          <a:ext cx="230187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28600" imgH="304560" progId="Equation.3">
                  <p:embed/>
                </p:oleObj>
              </mc:Choice>
              <mc:Fallback>
                <p:oleObj name="公式" r:id="rId14" imgW="228600" imgH="304560" progId="Equation.3">
                  <p:embed/>
                  <p:pic>
                    <p:nvPicPr>
                      <p:cNvPr id="17416" name="Object 8">
                        <a:extLst>
                          <a:ext uri="{FF2B5EF4-FFF2-40B4-BE49-F238E27FC236}">
                            <a16:creationId xmlns:a16="http://schemas.microsoft.com/office/drawing/2014/main" id="{9AE3CBD9-8BFF-4E9C-B983-347A24993CA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15188" y="2060575"/>
                        <a:ext cx="230187" cy="306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46" name="Arc 34">
            <a:extLst>
              <a:ext uri="{FF2B5EF4-FFF2-40B4-BE49-F238E27FC236}">
                <a16:creationId xmlns:a16="http://schemas.microsoft.com/office/drawing/2014/main" id="{12567AD4-62E9-A96F-CA1B-73B0C01DE3D2}"/>
              </a:ext>
            </a:extLst>
          </p:cNvPr>
          <p:cNvSpPr>
            <a:spLocks/>
          </p:cNvSpPr>
          <p:nvPr/>
        </p:nvSpPr>
        <p:spPr bwMode="auto">
          <a:xfrm flipH="1">
            <a:off x="6491288" y="1989138"/>
            <a:ext cx="469900" cy="217487"/>
          </a:xfrm>
          <a:custGeom>
            <a:avLst/>
            <a:gdLst>
              <a:gd name="G0" fmla="+- 21600 0 0"/>
              <a:gd name="G1" fmla="+- 17204 0 0"/>
              <a:gd name="G2" fmla="+- 21600 0 0"/>
              <a:gd name="T0" fmla="*/ 34661 w 43200"/>
              <a:gd name="T1" fmla="*/ 0 h 38804"/>
              <a:gd name="T2" fmla="*/ 8475 w 43200"/>
              <a:gd name="T3" fmla="*/ 49 h 38804"/>
              <a:gd name="T4" fmla="*/ 21600 w 43200"/>
              <a:gd name="T5" fmla="*/ 17204 h 38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3200" h="38804" fill="none" extrusionOk="0">
                <a:moveTo>
                  <a:pt x="34660" y="0"/>
                </a:moveTo>
                <a:cubicBezTo>
                  <a:pt x="40040" y="4084"/>
                  <a:pt x="43200" y="10449"/>
                  <a:pt x="43200" y="17204"/>
                </a:cubicBezTo>
                <a:cubicBezTo>
                  <a:pt x="43200" y="29133"/>
                  <a:pt x="33529" y="38804"/>
                  <a:pt x="21600" y="38804"/>
                </a:cubicBezTo>
                <a:cubicBezTo>
                  <a:pt x="9670" y="38804"/>
                  <a:pt x="0" y="29133"/>
                  <a:pt x="0" y="17204"/>
                </a:cubicBezTo>
                <a:cubicBezTo>
                  <a:pt x="-1" y="10478"/>
                  <a:pt x="3133" y="4135"/>
                  <a:pt x="8474" y="48"/>
                </a:cubicBezTo>
              </a:path>
              <a:path w="43200" h="38804" stroke="0" extrusionOk="0">
                <a:moveTo>
                  <a:pt x="34660" y="0"/>
                </a:moveTo>
                <a:cubicBezTo>
                  <a:pt x="40040" y="4084"/>
                  <a:pt x="43200" y="10449"/>
                  <a:pt x="43200" y="17204"/>
                </a:cubicBezTo>
                <a:cubicBezTo>
                  <a:pt x="43200" y="29133"/>
                  <a:pt x="33529" y="38804"/>
                  <a:pt x="21600" y="38804"/>
                </a:cubicBezTo>
                <a:cubicBezTo>
                  <a:pt x="9670" y="38804"/>
                  <a:pt x="0" y="29133"/>
                  <a:pt x="0" y="17204"/>
                </a:cubicBezTo>
                <a:cubicBezTo>
                  <a:pt x="-1" y="10478"/>
                  <a:pt x="3133" y="4135"/>
                  <a:pt x="8474" y="48"/>
                </a:cubicBezTo>
                <a:lnTo>
                  <a:pt x="21600" y="17204"/>
                </a:lnTo>
                <a:close/>
              </a:path>
            </a:pathLst>
          </a:custGeom>
          <a:noFill/>
          <a:ln w="28575">
            <a:solidFill>
              <a:srgbClr val="FFCC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pPr>
              <a:buFont typeface="Monotype Sorts" pitchFamily="2" charset="2"/>
              <a:buNone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3347" name="Picture 35" descr="j0293240">
            <a:extLst>
              <a:ext uri="{FF2B5EF4-FFF2-40B4-BE49-F238E27FC236}">
                <a16:creationId xmlns:a16="http://schemas.microsoft.com/office/drawing/2014/main" id="{FF206FE2-969B-371F-B0E4-B50B7634FF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9325" y="6381750"/>
            <a:ext cx="611188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48" name="Text Box 36">
            <a:extLst>
              <a:ext uri="{FF2B5EF4-FFF2-40B4-BE49-F238E27FC236}">
                <a16:creationId xmlns:a16="http://schemas.microsoft.com/office/drawing/2014/main" id="{E5A646E5-930B-6C50-BD04-BBE00587E6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9563" y="3644900"/>
            <a:ext cx="5794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buFont typeface="Monotype Sorts" pitchFamily="2" charset="2"/>
              <a:buNone/>
              <a:defRPr/>
            </a:pPr>
            <a:r>
              <a:rPr lang="en-US" altLang="zh-CN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  <a:sym typeface="Symbol" pitchFamily="18" charset="2"/>
              </a:rPr>
              <a:t></a:t>
            </a:r>
            <a:endParaRPr lang="en-US" altLang="zh-CN" i="1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sym typeface="Symbol" pitchFamily="18" charset="2"/>
            </a:endParaRPr>
          </a:p>
        </p:txBody>
      </p:sp>
      <p:sp>
        <p:nvSpPr>
          <p:cNvPr id="13349" name="Arc 37">
            <a:extLst>
              <a:ext uri="{FF2B5EF4-FFF2-40B4-BE49-F238E27FC236}">
                <a16:creationId xmlns:a16="http://schemas.microsoft.com/office/drawing/2014/main" id="{EF3288B9-AAE2-8A5C-CF7B-FA7ED6FF576F}"/>
              </a:ext>
            </a:extLst>
          </p:cNvPr>
          <p:cNvSpPr>
            <a:spLocks/>
          </p:cNvSpPr>
          <p:nvPr/>
        </p:nvSpPr>
        <p:spPr bwMode="auto">
          <a:xfrm>
            <a:off x="6732588" y="4078288"/>
            <a:ext cx="141287" cy="360362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6700"/>
              <a:gd name="T1" fmla="*/ 0 h 21600"/>
              <a:gd name="T2" fmla="*/ 6700 w 6700"/>
              <a:gd name="T3" fmla="*/ 1065 h 21600"/>
              <a:gd name="T4" fmla="*/ 0 w 67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700" h="21600" fill="none" extrusionOk="0">
                <a:moveTo>
                  <a:pt x="-1" y="0"/>
                </a:moveTo>
                <a:cubicBezTo>
                  <a:pt x="2275" y="0"/>
                  <a:pt x="4536" y="359"/>
                  <a:pt x="6699" y="1065"/>
                </a:cubicBezTo>
              </a:path>
              <a:path w="6700" h="21600" stroke="0" extrusionOk="0">
                <a:moveTo>
                  <a:pt x="-1" y="0"/>
                </a:moveTo>
                <a:cubicBezTo>
                  <a:pt x="2275" y="0"/>
                  <a:pt x="4536" y="359"/>
                  <a:pt x="6699" y="1065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FF99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 typeface="Monotype Sorts" pitchFamily="2" charset="2"/>
              <a:buNone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3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3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3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3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7" grpId="0" autoUpdateAnimBg="0"/>
      <p:bldP spid="13319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346" name="Rectangle 2">
            <a:extLst>
              <a:ext uri="{FF2B5EF4-FFF2-40B4-BE49-F238E27FC236}">
                <a16:creationId xmlns:a16="http://schemas.microsoft.com/office/drawing/2014/main" id="{17BA8A8E-B5F9-C24D-ADFA-95BEB74A7B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988" y="420688"/>
            <a:ext cx="72088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lnSpc>
                <a:spcPct val="100000"/>
              </a:lnSpc>
              <a:buClrTx/>
              <a:buFontTx/>
              <a:buNone/>
              <a:defRPr/>
            </a:pPr>
            <a:r>
              <a:rPr kumimoji="1" lang="zh-CN" altLang="en-US">
                <a:solidFill>
                  <a:srgbClr val="66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三、刚体定轴转动运动学的两类问题</a:t>
            </a:r>
          </a:p>
        </p:txBody>
      </p:sp>
      <p:sp>
        <p:nvSpPr>
          <p:cNvPr id="697347" name="Rectangle 3">
            <a:extLst>
              <a:ext uri="{FF2B5EF4-FFF2-40B4-BE49-F238E27FC236}">
                <a16:creationId xmlns:a16="http://schemas.microsoft.com/office/drawing/2014/main" id="{3529B681-69D7-9FF8-452E-5701486277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903288"/>
            <a:ext cx="20923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>
              <a:lnSpc>
                <a:spcPct val="100000"/>
              </a:lnSpc>
              <a:buClr>
                <a:srgbClr val="00FFFF"/>
              </a:buClr>
              <a:buFont typeface="Wingdings" pitchFamily="2" charset="2"/>
              <a:buChar char="u"/>
              <a:defRPr/>
            </a:pP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第一类问题</a:t>
            </a:r>
          </a:p>
        </p:txBody>
      </p:sp>
      <p:sp>
        <p:nvSpPr>
          <p:cNvPr id="697348" name="Rectangle 4">
            <a:extLst>
              <a:ext uri="{FF2B5EF4-FFF2-40B4-BE49-F238E27FC236}">
                <a16:creationId xmlns:a16="http://schemas.microsoft.com/office/drawing/2014/main" id="{14E64422-9069-2592-4132-E06A41C2B7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439863"/>
            <a:ext cx="77501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100000"/>
              </a:lnSpc>
              <a:buClr>
                <a:schemeClr val="hlink"/>
              </a:buClr>
              <a:buFont typeface="Monotype Sorts" pitchFamily="2" charset="2"/>
              <a:buNone/>
              <a:defRPr/>
            </a:pP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已知刚体转动运动方程</a:t>
            </a:r>
            <a:r>
              <a:rPr lang="zh-CN" altLang="en-US" i="1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sym typeface="Symbol" pitchFamily="18" charset="2"/>
              </a:rPr>
              <a:t></a:t>
            </a:r>
            <a:r>
              <a:rPr lang="zh-CN" altLang="en-US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sym typeface="Symbol" pitchFamily="18" charset="2"/>
              </a:rPr>
              <a:t> </a:t>
            </a:r>
            <a:r>
              <a:rPr lang="en-US" altLang="zh-CN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sym typeface="Symbol" pitchFamily="18" charset="2"/>
              </a:rPr>
              <a:t>= </a:t>
            </a:r>
            <a:r>
              <a:rPr lang="en-US" altLang="zh-CN" i="1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sym typeface="Symbol" pitchFamily="18" charset="2"/>
              </a:rPr>
              <a:t></a:t>
            </a:r>
            <a:r>
              <a:rPr lang="en-US" altLang="zh-CN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sym typeface="Symbol" pitchFamily="18" charset="2"/>
              </a:rPr>
              <a:t>(</a:t>
            </a:r>
            <a:r>
              <a:rPr lang="en-US" altLang="zh-CN" i="1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sym typeface="Symbol" pitchFamily="18" charset="2"/>
              </a:rPr>
              <a:t>t</a:t>
            </a:r>
            <a:r>
              <a:rPr lang="en-US" altLang="zh-CN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sym typeface="Symbol" pitchFamily="18" charset="2"/>
              </a:rPr>
              <a:t>)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sym typeface="Symbol" pitchFamily="18" charset="2"/>
              </a:rPr>
              <a:t>，求角速度</a:t>
            </a:r>
            <a:r>
              <a:rPr lang="zh-CN" altLang="en-US" i="1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sym typeface="Symbol" pitchFamily="18" charset="2"/>
              </a:rPr>
              <a:t>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sym typeface="Symbol" pitchFamily="18" charset="2"/>
              </a:rPr>
              <a:t>、角加速度</a:t>
            </a:r>
            <a:r>
              <a:rPr lang="zh-CN" altLang="en-US" i="1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sym typeface="Symbol" pitchFamily="18" charset="2"/>
              </a:rPr>
              <a:t></a:t>
            </a:r>
          </a:p>
        </p:txBody>
      </p:sp>
      <p:sp>
        <p:nvSpPr>
          <p:cNvPr id="697349" name="Text Box 5">
            <a:extLst>
              <a:ext uri="{FF2B5EF4-FFF2-40B4-BE49-F238E27FC236}">
                <a16:creationId xmlns:a16="http://schemas.microsoft.com/office/drawing/2014/main" id="{E4865F1C-A864-8AE3-11D1-62ED4D44A4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2838" y="974725"/>
            <a:ext cx="2514600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l">
              <a:lnSpc>
                <a:spcPct val="100000"/>
              </a:lnSpc>
              <a:buClrTx/>
              <a:buFontTx/>
              <a:buNone/>
              <a:defRPr/>
            </a:pPr>
            <a:r>
              <a:rPr lang="en-US" altLang="zh-CN" sz="20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——</a:t>
            </a:r>
            <a:r>
              <a:rPr lang="en-US" altLang="zh-CN" sz="2000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</a:t>
            </a:r>
            <a:r>
              <a:rPr lang="zh-CN" altLang="en-US" sz="2000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微分问题</a:t>
            </a:r>
          </a:p>
        </p:txBody>
      </p:sp>
      <p:sp>
        <p:nvSpPr>
          <p:cNvPr id="697350" name="Rectangle 6">
            <a:extLst>
              <a:ext uri="{FF2B5EF4-FFF2-40B4-BE49-F238E27FC236}">
                <a16:creationId xmlns:a16="http://schemas.microsoft.com/office/drawing/2014/main" id="{8B8197DA-366D-EE27-D1D9-389F36D50D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2911475"/>
            <a:ext cx="20923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>
              <a:lnSpc>
                <a:spcPct val="100000"/>
              </a:lnSpc>
              <a:buClr>
                <a:srgbClr val="00FFFF"/>
              </a:buClr>
              <a:buFont typeface="Wingdings" pitchFamily="2" charset="2"/>
              <a:buChar char="u"/>
              <a:defRPr/>
            </a:pP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第二类问题</a:t>
            </a:r>
          </a:p>
        </p:txBody>
      </p:sp>
      <p:sp>
        <p:nvSpPr>
          <p:cNvPr id="697351" name="Rectangle 7">
            <a:extLst>
              <a:ext uri="{FF2B5EF4-FFF2-40B4-BE49-F238E27FC236}">
                <a16:creationId xmlns:a16="http://schemas.microsoft.com/office/drawing/2014/main" id="{4FF05F35-660C-516F-E8C1-2296AB18A9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388" y="3524250"/>
            <a:ext cx="82915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100000"/>
              </a:lnSpc>
              <a:buClr>
                <a:schemeClr val="hlink"/>
              </a:buClr>
              <a:buFont typeface="Monotype Sorts" pitchFamily="2" charset="2"/>
              <a:buNone/>
              <a:defRPr/>
            </a:pP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已知</a:t>
            </a:r>
            <a:r>
              <a:rPr lang="zh-CN" altLang="en-US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sym typeface="Symbol" pitchFamily="18" charset="2"/>
              </a:rPr>
              <a:t>角速度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sym typeface="Symbol" pitchFamily="18" charset="2"/>
              </a:rPr>
              <a:t>或</a:t>
            </a:r>
            <a:r>
              <a:rPr lang="zh-CN" altLang="en-US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sym typeface="Symbol" pitchFamily="18" charset="2"/>
              </a:rPr>
              <a:t>角加速度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sym typeface="Symbol" pitchFamily="18" charset="2"/>
              </a:rPr>
              <a:t>及初始条件，求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转动运动方程</a:t>
            </a:r>
            <a:r>
              <a:rPr lang="zh-CN" altLang="en-US" i="1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sym typeface="Symbol" pitchFamily="18" charset="2"/>
              </a:rPr>
              <a:t> </a:t>
            </a:r>
            <a:r>
              <a:rPr lang="en-US" altLang="zh-CN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sym typeface="Symbol" pitchFamily="18" charset="2"/>
              </a:rPr>
              <a:t>=</a:t>
            </a:r>
            <a:r>
              <a:rPr lang="en-US" altLang="zh-CN" i="1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sym typeface="Symbol" pitchFamily="18" charset="2"/>
              </a:rPr>
              <a:t> </a:t>
            </a:r>
            <a:r>
              <a:rPr lang="en-US" altLang="zh-CN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sym typeface="Symbol" pitchFamily="18" charset="2"/>
              </a:rPr>
              <a:t>(</a:t>
            </a:r>
            <a:r>
              <a:rPr lang="en-US" altLang="zh-CN" i="1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sym typeface="Symbol" pitchFamily="18" charset="2"/>
              </a:rPr>
              <a:t>t</a:t>
            </a:r>
            <a:r>
              <a:rPr lang="en-US" altLang="zh-CN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sym typeface="Symbol" pitchFamily="18" charset="2"/>
              </a:rPr>
              <a:t>)</a:t>
            </a:r>
          </a:p>
        </p:txBody>
      </p:sp>
      <p:sp>
        <p:nvSpPr>
          <p:cNvPr id="697352" name="Text Box 8">
            <a:extLst>
              <a:ext uri="{FF2B5EF4-FFF2-40B4-BE49-F238E27FC236}">
                <a16:creationId xmlns:a16="http://schemas.microsoft.com/office/drawing/2014/main" id="{771E6AE1-109D-0DDE-5F94-1E3E368373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3313" y="2995613"/>
            <a:ext cx="2514600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l">
              <a:lnSpc>
                <a:spcPct val="100000"/>
              </a:lnSpc>
              <a:buClrTx/>
              <a:buFontTx/>
              <a:buNone/>
              <a:defRPr/>
            </a:pPr>
            <a:r>
              <a:rPr lang="en-US" altLang="zh-CN" sz="20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—— </a:t>
            </a:r>
            <a:r>
              <a:rPr lang="zh-CN" altLang="en-US" sz="2000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积分问题</a:t>
            </a:r>
          </a:p>
        </p:txBody>
      </p:sp>
      <p:sp>
        <p:nvSpPr>
          <p:cNvPr id="697353" name="Text Box 9">
            <a:extLst>
              <a:ext uri="{FF2B5EF4-FFF2-40B4-BE49-F238E27FC236}">
                <a16:creationId xmlns:a16="http://schemas.microsoft.com/office/drawing/2014/main" id="{0D2B84C7-BADB-0A13-F235-61C66301BC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5054600"/>
            <a:ext cx="80692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1" hangingPunct="1">
              <a:lnSpc>
                <a:spcPct val="100000"/>
              </a:lnSpc>
              <a:buClr>
                <a:srgbClr val="FFCC00"/>
              </a:buClr>
              <a:buSzPct val="80000"/>
              <a:buFont typeface="Wingdings" pitchFamily="2" charset="2"/>
              <a:buChar char="l"/>
              <a:defRPr/>
            </a:pPr>
            <a:r>
              <a:rPr kumimoji="1"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</a:t>
            </a: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对于刚体绕定轴匀变速转动，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sym typeface="Symbol" pitchFamily="18" charset="2"/>
              </a:rPr>
              <a:t>角加速度</a:t>
            </a:r>
            <a:r>
              <a:rPr lang="zh-CN" altLang="en-US" i="1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sym typeface="Symbol" pitchFamily="18" charset="2"/>
              </a:rPr>
              <a:t></a:t>
            </a:r>
            <a:r>
              <a:rPr lang="zh-CN" altLang="en-US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sym typeface="Symbol" pitchFamily="18" charset="2"/>
              </a:rPr>
              <a:t> </a:t>
            </a:r>
            <a:r>
              <a:rPr lang="en-US" altLang="zh-CN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sym typeface="Symbol" pitchFamily="18" charset="2"/>
              </a:rPr>
              <a:t>=</a:t>
            </a: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sym typeface="Symbol" pitchFamily="18" charset="2"/>
              </a:rPr>
              <a:t> </a:t>
            </a:r>
            <a:r>
              <a:rPr lang="zh-CN" altLang="en-US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sym typeface="Symbol" pitchFamily="18" charset="2"/>
              </a:rPr>
              <a:t>常量</a:t>
            </a: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sym typeface="Symbol" pitchFamily="18" charset="2"/>
              </a:rPr>
              <a:t>，有</a:t>
            </a:r>
            <a:endParaRPr kumimoji="1" lang="zh-CN" altLang="en-US"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  <p:graphicFrame>
        <p:nvGraphicFramePr>
          <p:cNvPr id="697354" name="Object 2">
            <a:extLst>
              <a:ext uri="{FF2B5EF4-FFF2-40B4-BE49-F238E27FC236}">
                <a16:creationId xmlns:a16="http://schemas.microsoft.com/office/drawing/2014/main" id="{FA27C483-EBFF-E49E-B254-841091B7C9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47950" y="2005013"/>
          <a:ext cx="9271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927000" imgH="723600" progId="Equation.3">
                  <p:embed/>
                </p:oleObj>
              </mc:Choice>
              <mc:Fallback>
                <p:oleObj name="公式" r:id="rId2" imgW="927000" imgH="723600" progId="Equation.3">
                  <p:embed/>
                  <p:pic>
                    <p:nvPicPr>
                      <p:cNvPr id="697354" name="Object 2">
                        <a:extLst>
                          <a:ext uri="{FF2B5EF4-FFF2-40B4-BE49-F238E27FC236}">
                            <a16:creationId xmlns:a16="http://schemas.microsoft.com/office/drawing/2014/main" id="{FA27C483-EBFF-E49E-B254-841091B7C9E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7950" y="2005013"/>
                        <a:ext cx="9271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FF">
                                <a:alpha val="22000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7355" name="Object 3">
            <a:extLst>
              <a:ext uri="{FF2B5EF4-FFF2-40B4-BE49-F238E27FC236}">
                <a16:creationId xmlns:a16="http://schemas.microsoft.com/office/drawing/2014/main" id="{27D5208E-A1B1-EA77-8FA0-549FB2953B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75200" y="2011363"/>
          <a:ext cx="17272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726920" imgH="761760" progId="Equation.3">
                  <p:embed/>
                </p:oleObj>
              </mc:Choice>
              <mc:Fallback>
                <p:oleObj name="公式" r:id="rId4" imgW="1726920" imgH="761760" progId="Equation.3">
                  <p:embed/>
                  <p:pic>
                    <p:nvPicPr>
                      <p:cNvPr id="697355" name="Object 3">
                        <a:extLst>
                          <a:ext uri="{FF2B5EF4-FFF2-40B4-BE49-F238E27FC236}">
                            <a16:creationId xmlns:a16="http://schemas.microsoft.com/office/drawing/2014/main" id="{27D5208E-A1B1-EA77-8FA0-549FB2953B5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5200" y="2011363"/>
                        <a:ext cx="172720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FF">
                                <a:alpha val="25000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7356" name="Object 4">
            <a:extLst>
              <a:ext uri="{FF2B5EF4-FFF2-40B4-BE49-F238E27FC236}">
                <a16:creationId xmlns:a16="http://schemas.microsoft.com/office/drawing/2014/main" id="{12185BAA-1DC3-A4E3-C015-A9A7357150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91150" y="4213225"/>
          <a:ext cx="17399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739880" imgH="596880" progId="Equation.3">
                  <p:embed/>
                </p:oleObj>
              </mc:Choice>
              <mc:Fallback>
                <p:oleObj name="公式" r:id="rId6" imgW="1739880" imgH="596880" progId="Equation.3">
                  <p:embed/>
                  <p:pic>
                    <p:nvPicPr>
                      <p:cNvPr id="697356" name="Object 4">
                        <a:extLst>
                          <a:ext uri="{FF2B5EF4-FFF2-40B4-BE49-F238E27FC236}">
                            <a16:creationId xmlns:a16="http://schemas.microsoft.com/office/drawing/2014/main" id="{12185BAA-1DC3-A4E3-C015-A9A7357150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1150" y="4213225"/>
                        <a:ext cx="17399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CCFF">
                                <a:alpha val="25999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7357" name="Object 5">
            <a:extLst>
              <a:ext uri="{FF2B5EF4-FFF2-40B4-BE49-F238E27FC236}">
                <a16:creationId xmlns:a16="http://schemas.microsoft.com/office/drawing/2014/main" id="{A33F89C6-DE98-3F4E-2A20-9149C48BD12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62150" y="4200525"/>
          <a:ext cx="18161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815840" imgH="596880" progId="Equation.3">
                  <p:embed/>
                </p:oleObj>
              </mc:Choice>
              <mc:Fallback>
                <p:oleObj name="公式" r:id="rId8" imgW="1815840" imgH="596880" progId="Equation.3">
                  <p:embed/>
                  <p:pic>
                    <p:nvPicPr>
                      <p:cNvPr id="697357" name="Object 5">
                        <a:extLst>
                          <a:ext uri="{FF2B5EF4-FFF2-40B4-BE49-F238E27FC236}">
                            <a16:creationId xmlns:a16="http://schemas.microsoft.com/office/drawing/2014/main" id="{A33F89C6-DE98-3F4E-2A20-9149C48BD12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2150" y="4200525"/>
                        <a:ext cx="18161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FF">
                                <a:alpha val="25000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7358" name="Object 6">
            <a:extLst>
              <a:ext uri="{FF2B5EF4-FFF2-40B4-BE49-F238E27FC236}">
                <a16:creationId xmlns:a16="http://schemas.microsoft.com/office/drawing/2014/main" id="{96938CF0-43AC-AB01-1F7F-FCD437CC7D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73163" y="5848350"/>
          <a:ext cx="1279525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422360" imgH="380880" progId="Equation.3">
                  <p:embed/>
                </p:oleObj>
              </mc:Choice>
              <mc:Fallback>
                <p:oleObj name="公式" r:id="rId10" imgW="1422360" imgH="380880" progId="Equation.3">
                  <p:embed/>
                  <p:pic>
                    <p:nvPicPr>
                      <p:cNvPr id="697358" name="Object 6">
                        <a:extLst>
                          <a:ext uri="{FF2B5EF4-FFF2-40B4-BE49-F238E27FC236}">
                            <a16:creationId xmlns:a16="http://schemas.microsoft.com/office/drawing/2014/main" id="{96938CF0-43AC-AB01-1F7F-FCD437CC7D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3163" y="5848350"/>
                        <a:ext cx="1279525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FF">
                                <a:alpha val="27000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7359" name="Object 7">
            <a:extLst>
              <a:ext uri="{FF2B5EF4-FFF2-40B4-BE49-F238E27FC236}">
                <a16:creationId xmlns:a16="http://schemas.microsoft.com/office/drawing/2014/main" id="{ACBEAE92-89A1-D0E5-1D09-27802511F2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86113" y="5692775"/>
          <a:ext cx="2090737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323800" imgH="723600" progId="Equation.3">
                  <p:embed/>
                </p:oleObj>
              </mc:Choice>
              <mc:Fallback>
                <p:oleObj name="公式" r:id="rId12" imgW="2323800" imgH="723600" progId="Equation.3">
                  <p:embed/>
                  <p:pic>
                    <p:nvPicPr>
                      <p:cNvPr id="697359" name="Object 7">
                        <a:extLst>
                          <a:ext uri="{FF2B5EF4-FFF2-40B4-BE49-F238E27FC236}">
                            <a16:creationId xmlns:a16="http://schemas.microsoft.com/office/drawing/2014/main" id="{ACBEAE92-89A1-D0E5-1D09-27802511F2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6113" y="5692775"/>
                        <a:ext cx="2090737" cy="650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FF">
                                <a:alpha val="27000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7360" name="Object 8">
            <a:extLst>
              <a:ext uri="{FF2B5EF4-FFF2-40B4-BE49-F238E27FC236}">
                <a16:creationId xmlns:a16="http://schemas.microsoft.com/office/drawing/2014/main" id="{E491FCE2-7723-F98E-0118-5C484368A42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48375" y="5775325"/>
          <a:ext cx="238760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654280" imgH="444240" progId="Equation.3">
                  <p:embed/>
                </p:oleObj>
              </mc:Choice>
              <mc:Fallback>
                <p:oleObj name="公式" r:id="rId14" imgW="2654280" imgH="444240" progId="Equation.3">
                  <p:embed/>
                  <p:pic>
                    <p:nvPicPr>
                      <p:cNvPr id="697360" name="Object 8">
                        <a:extLst>
                          <a:ext uri="{FF2B5EF4-FFF2-40B4-BE49-F238E27FC236}">
                            <a16:creationId xmlns:a16="http://schemas.microsoft.com/office/drawing/2014/main" id="{E491FCE2-7723-F98E-0118-5C484368A42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8375" y="5775325"/>
                        <a:ext cx="2387600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FF">
                                <a:alpha val="20000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97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97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97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97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97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97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97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97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97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97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97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97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697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697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697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7346" grpId="0" autoUpdateAnimBg="0"/>
      <p:bldP spid="697347" grpId="0" autoUpdateAnimBg="0"/>
      <p:bldP spid="697348" grpId="0"/>
      <p:bldP spid="697349" grpId="0" autoUpdateAnimBg="0"/>
      <p:bldP spid="697350" grpId="0" autoUpdateAnimBg="0"/>
      <p:bldP spid="697351" grpId="0"/>
      <p:bldP spid="697352" grpId="0" autoUpdateAnimBg="0"/>
      <p:bldP spid="697353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21" name="Text Box 5">
            <a:extLst>
              <a:ext uri="{FF2B5EF4-FFF2-40B4-BE49-F238E27FC236}">
                <a16:creationId xmlns:a16="http://schemas.microsoft.com/office/drawing/2014/main" id="{3523950D-6639-7FFF-AE5D-C86D0320EC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088" y="323850"/>
            <a:ext cx="8393112" cy="933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800100" indent="-3429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311275" indent="-3429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833563" indent="-3429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355850" indent="-3429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813050" indent="-3429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3270250" indent="-3429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727450" indent="-3429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4184650" indent="-3429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lnSpc>
                <a:spcPct val="115000"/>
              </a:lnSpc>
              <a:buClr>
                <a:schemeClr val="tx2"/>
              </a:buClr>
              <a:buFont typeface="Monotype Sorts" pitchFamily="2" charset="2"/>
              <a:buNone/>
            </a:pPr>
            <a:r>
              <a:rPr lang="zh-CN" altLang="en-US">
                <a:latin typeface="Times New Roman" panose="02020603050405020304" pitchFamily="18" charset="0"/>
              </a:rPr>
              <a:t>一飞轮绕定轴转动，其转过的角度与时间的关系为</a:t>
            </a:r>
            <a:r>
              <a:rPr lang="zh-CN" altLang="en-US" i="1">
                <a:solidFill>
                  <a:srgbClr val="FFCC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 </a:t>
            </a:r>
            <a:r>
              <a:rPr lang="en-US" altLang="zh-CN">
                <a:solidFill>
                  <a:srgbClr val="FFCC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=10</a:t>
            </a:r>
            <a:r>
              <a:rPr lang="en-US" altLang="zh-CN" i="1">
                <a:solidFill>
                  <a:srgbClr val="FFCC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 </a:t>
            </a:r>
            <a:r>
              <a:rPr lang="en-US" altLang="zh-CN" baseline="30000">
                <a:solidFill>
                  <a:srgbClr val="FFCC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，式</a:t>
            </a:r>
            <a:r>
              <a:rPr lang="zh-CN" altLang="en-US">
                <a:latin typeface="Times New Roman" panose="02020603050405020304" pitchFamily="18" charset="0"/>
              </a:rPr>
              <a:t>中</a:t>
            </a:r>
            <a:r>
              <a:rPr lang="zh-CN" altLang="en-US" i="1">
                <a:solidFill>
                  <a:srgbClr val="FFCC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zh-CN" altLang="en-US">
                <a:latin typeface="Times New Roman" panose="02020603050405020304" pitchFamily="18" charset="0"/>
              </a:rPr>
              <a:t> 的单位为</a:t>
            </a:r>
            <a:r>
              <a:rPr lang="en-US" altLang="zh-CN">
                <a:solidFill>
                  <a:srgbClr val="FFCC00"/>
                </a:solidFill>
                <a:latin typeface="Times New Roman" panose="02020603050405020304" pitchFamily="18" charset="0"/>
              </a:rPr>
              <a:t>rad</a:t>
            </a:r>
            <a:r>
              <a:rPr lang="zh-CN" altLang="en-US">
                <a:latin typeface="Times New Roman" panose="02020603050405020304" pitchFamily="18" charset="0"/>
              </a:rPr>
              <a:t>，</a:t>
            </a:r>
            <a:r>
              <a:rPr lang="en-US" altLang="zh-CN" i="1">
                <a:solidFill>
                  <a:srgbClr val="FFCC00"/>
                </a:solidFill>
                <a:latin typeface="Times New Roman" panose="02020603050405020304" pitchFamily="18" charset="0"/>
              </a:rPr>
              <a:t>t </a:t>
            </a:r>
            <a:r>
              <a:rPr lang="zh-CN" altLang="en-US">
                <a:latin typeface="Times New Roman" panose="02020603050405020304" pitchFamily="18" charset="0"/>
              </a:rPr>
              <a:t>的单位为</a:t>
            </a:r>
            <a:r>
              <a:rPr lang="en-US" altLang="zh-CN">
                <a:solidFill>
                  <a:srgbClr val="FFCC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zh-CN" altLang="en-US">
                <a:latin typeface="Times New Roman" panose="02020603050405020304" pitchFamily="18" charset="0"/>
              </a:rPr>
              <a:t>。</a:t>
            </a:r>
          </a:p>
        </p:txBody>
      </p:sp>
      <p:sp>
        <p:nvSpPr>
          <p:cNvPr id="342022" name="Text Box 6">
            <a:extLst>
              <a:ext uri="{FF2B5EF4-FFF2-40B4-BE49-F238E27FC236}">
                <a16:creationId xmlns:a16="http://schemas.microsoft.com/office/drawing/2014/main" id="{1E85748C-A2F7-175E-519A-C1E4A522F9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975" y="2406650"/>
            <a:ext cx="6667500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  <a:buClr>
                <a:schemeClr val="tx2"/>
              </a:buClr>
              <a:buFont typeface="Monotype Sorts" pitchFamily="2" charset="2"/>
              <a:buNone/>
            </a:pPr>
            <a:r>
              <a:rPr lang="zh-CN" altLang="en-US"/>
              <a:t>根据定义，飞轮的角速度为</a:t>
            </a:r>
          </a:p>
        </p:txBody>
      </p:sp>
      <p:graphicFrame>
        <p:nvGraphicFramePr>
          <p:cNvPr id="342023" name="Object 7">
            <a:extLst>
              <a:ext uri="{FF2B5EF4-FFF2-40B4-BE49-F238E27FC236}">
                <a16:creationId xmlns:a16="http://schemas.microsoft.com/office/drawing/2014/main" id="{1D08B5DE-BC46-AAFD-BE5F-14A5854C7AC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89350" y="2974975"/>
          <a:ext cx="927100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876331" imgH="662857" progId="Equation.3">
                  <p:embed/>
                </p:oleObj>
              </mc:Choice>
              <mc:Fallback>
                <p:oleObj name="公式" r:id="rId2" imgW="876331" imgH="662857" progId="Equation.3">
                  <p:embed/>
                  <p:pic>
                    <p:nvPicPr>
                      <p:cNvPr id="342023" name="Object 7">
                        <a:extLst>
                          <a:ext uri="{FF2B5EF4-FFF2-40B4-BE49-F238E27FC236}">
                            <a16:creationId xmlns:a16="http://schemas.microsoft.com/office/drawing/2014/main" id="{1D08B5DE-BC46-AAFD-BE5F-14A5854C7AC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9350" y="2974975"/>
                        <a:ext cx="927100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2024" name="Text Box 8">
            <a:extLst>
              <a:ext uri="{FF2B5EF4-FFF2-40B4-BE49-F238E27FC236}">
                <a16:creationId xmlns:a16="http://schemas.microsoft.com/office/drawing/2014/main" id="{33F5663F-BF51-7B58-A238-1041D04953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025" y="4065588"/>
            <a:ext cx="3167063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  <a:buClr>
                <a:schemeClr val="tx2"/>
              </a:buClr>
              <a:buFont typeface="Monotype Sorts" pitchFamily="2" charset="2"/>
              <a:buNone/>
            </a:pPr>
            <a:r>
              <a:rPr lang="zh-CN" altLang="en-US"/>
              <a:t>飞轮的角加速度为</a:t>
            </a:r>
          </a:p>
        </p:txBody>
      </p:sp>
      <p:graphicFrame>
        <p:nvGraphicFramePr>
          <p:cNvPr id="342025" name="Object 9">
            <a:extLst>
              <a:ext uri="{FF2B5EF4-FFF2-40B4-BE49-F238E27FC236}">
                <a16:creationId xmlns:a16="http://schemas.microsoft.com/office/drawing/2014/main" id="{3E1E10F4-A87A-9D8F-859D-A4320113F71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60788" y="3970338"/>
          <a:ext cx="952500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891758" imgH="662857" progId="Equation.3">
                  <p:embed/>
                </p:oleObj>
              </mc:Choice>
              <mc:Fallback>
                <p:oleObj name="公式" r:id="rId4" imgW="891758" imgH="662857" progId="Equation.3">
                  <p:embed/>
                  <p:pic>
                    <p:nvPicPr>
                      <p:cNvPr id="342025" name="Object 9">
                        <a:extLst>
                          <a:ext uri="{FF2B5EF4-FFF2-40B4-BE49-F238E27FC236}">
                            <a16:creationId xmlns:a16="http://schemas.microsoft.com/office/drawing/2014/main" id="{3E1E10F4-A87A-9D8F-859D-A4320113F71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0788" y="3970338"/>
                        <a:ext cx="952500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2026" name="Text Box 10">
            <a:extLst>
              <a:ext uri="{FF2B5EF4-FFF2-40B4-BE49-F238E27FC236}">
                <a16:creationId xmlns:a16="http://schemas.microsoft.com/office/drawing/2014/main" id="{E6623B37-79D9-78C1-9C8A-7073E51734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513" y="4968875"/>
            <a:ext cx="4248150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  <a:buClr>
                <a:schemeClr val="tx2"/>
              </a:buClr>
              <a:buFont typeface="Monotype Sorts" pitchFamily="2" charset="2"/>
              <a:buNone/>
            </a:pPr>
            <a:r>
              <a:rPr lang="zh-CN" altLang="en-US"/>
              <a:t>距转轴</a:t>
            </a:r>
            <a:r>
              <a:rPr lang="en-US" altLang="zh-CN" i="1">
                <a:solidFill>
                  <a:srgbClr val="FFCC00"/>
                </a:solidFill>
                <a:latin typeface="Times New Roman" panose="02020603050405020304" pitchFamily="18" charset="0"/>
              </a:rPr>
              <a:t>r</a:t>
            </a:r>
            <a:r>
              <a:rPr lang="zh-CN" altLang="en-US">
                <a:latin typeface="Times New Roman" panose="02020603050405020304" pitchFamily="18" charset="0"/>
              </a:rPr>
              <a:t>处</a:t>
            </a:r>
            <a:r>
              <a:rPr lang="zh-CN" altLang="en-US"/>
              <a:t>质点的切向加速度</a:t>
            </a:r>
          </a:p>
        </p:txBody>
      </p:sp>
      <p:graphicFrame>
        <p:nvGraphicFramePr>
          <p:cNvPr id="342027" name="Object 11">
            <a:extLst>
              <a:ext uri="{FF2B5EF4-FFF2-40B4-BE49-F238E27FC236}">
                <a16:creationId xmlns:a16="http://schemas.microsoft.com/office/drawing/2014/main" id="{6FFB787C-1C68-D039-0ED8-16AD2C2C56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76825" y="4995863"/>
          <a:ext cx="925513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876331" imgH="320206" progId="Equation.3">
                  <p:embed/>
                </p:oleObj>
              </mc:Choice>
              <mc:Fallback>
                <p:oleObj name="公式" r:id="rId6" imgW="876331" imgH="320206" progId="Equation.3">
                  <p:embed/>
                  <p:pic>
                    <p:nvPicPr>
                      <p:cNvPr id="342027" name="Object 11">
                        <a:extLst>
                          <a:ext uri="{FF2B5EF4-FFF2-40B4-BE49-F238E27FC236}">
                            <a16:creationId xmlns:a16="http://schemas.microsoft.com/office/drawing/2014/main" id="{6FFB787C-1C68-D039-0ED8-16AD2C2C569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825" y="4995863"/>
                        <a:ext cx="925513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2028" name="Text Box 12">
            <a:extLst>
              <a:ext uri="{FF2B5EF4-FFF2-40B4-BE49-F238E27FC236}">
                <a16:creationId xmlns:a16="http://schemas.microsoft.com/office/drawing/2014/main" id="{CC37A84B-D713-289C-494A-B8932B0A0E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513" y="5805488"/>
            <a:ext cx="2520950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  <a:buClr>
                <a:schemeClr val="tx2"/>
              </a:buClr>
              <a:buFont typeface="Monotype Sorts" pitchFamily="2" charset="2"/>
              <a:buNone/>
            </a:pPr>
            <a:r>
              <a:rPr lang="zh-CN" altLang="en-US"/>
              <a:t>法向加速度</a:t>
            </a:r>
          </a:p>
        </p:txBody>
      </p:sp>
      <p:graphicFrame>
        <p:nvGraphicFramePr>
          <p:cNvPr id="342029" name="Object 13">
            <a:extLst>
              <a:ext uri="{FF2B5EF4-FFF2-40B4-BE49-F238E27FC236}">
                <a16:creationId xmlns:a16="http://schemas.microsoft.com/office/drawing/2014/main" id="{EC38B883-E101-1717-9D98-C073ABCEAF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17888" y="5838825"/>
          <a:ext cx="1079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028607" imgH="358112" progId="Equation.3">
                  <p:embed/>
                </p:oleObj>
              </mc:Choice>
              <mc:Fallback>
                <p:oleObj name="公式" r:id="rId8" imgW="1028607" imgH="358112" progId="Equation.3">
                  <p:embed/>
                  <p:pic>
                    <p:nvPicPr>
                      <p:cNvPr id="342029" name="Object 13">
                        <a:extLst>
                          <a:ext uri="{FF2B5EF4-FFF2-40B4-BE49-F238E27FC236}">
                            <a16:creationId xmlns:a16="http://schemas.microsoft.com/office/drawing/2014/main" id="{EC38B883-E101-1717-9D98-C073ABCEAFA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7888" y="5838825"/>
                        <a:ext cx="10795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2030" name="Rectangle 14">
            <a:extLst>
              <a:ext uri="{FF2B5EF4-FFF2-40B4-BE49-F238E27FC236}">
                <a16:creationId xmlns:a16="http://schemas.microsoft.com/office/drawing/2014/main" id="{1663F275-7223-68AE-44F6-04B933AF52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650" y="328613"/>
            <a:ext cx="647700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None/>
            </a:pPr>
            <a:r>
              <a:rPr lang="zh-CN" altLang="en-US">
                <a:solidFill>
                  <a:srgbClr val="FFFF00"/>
                </a:solidFill>
                <a:latin typeface="Times New Roman" panose="02020603050405020304" pitchFamily="18" charset="0"/>
              </a:rPr>
              <a:t>例</a:t>
            </a:r>
          </a:p>
        </p:txBody>
      </p:sp>
      <p:sp>
        <p:nvSpPr>
          <p:cNvPr id="342031" name="Rectangle 15">
            <a:extLst>
              <a:ext uri="{FF2B5EF4-FFF2-40B4-BE49-F238E27FC236}">
                <a16:creationId xmlns:a16="http://schemas.microsoft.com/office/drawing/2014/main" id="{12234834-3D7E-9D53-26C9-8FD0FD3E2B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450" y="2374900"/>
            <a:ext cx="647700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None/>
            </a:pPr>
            <a:r>
              <a:rPr lang="zh-CN" altLang="en-US">
                <a:solidFill>
                  <a:srgbClr val="FFFF00"/>
                </a:solidFill>
                <a:latin typeface="Times New Roman" panose="02020603050405020304" pitchFamily="18" charset="0"/>
              </a:rPr>
              <a:t>解</a:t>
            </a:r>
          </a:p>
        </p:txBody>
      </p:sp>
      <p:sp>
        <p:nvSpPr>
          <p:cNvPr id="342032" name="Rectangle 16">
            <a:extLst>
              <a:ext uri="{FF2B5EF4-FFF2-40B4-BE49-F238E27FC236}">
                <a16:creationId xmlns:a16="http://schemas.microsoft.com/office/drawing/2014/main" id="{7FD9172D-B00E-9E60-D292-733D0A6604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513" y="1341438"/>
            <a:ext cx="492125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None/>
            </a:pPr>
            <a:r>
              <a:rPr lang="zh-CN" altLang="en-US">
                <a:solidFill>
                  <a:srgbClr val="FFFF00"/>
                </a:solidFill>
                <a:latin typeface="Times New Roman" panose="02020603050405020304" pitchFamily="18" charset="0"/>
              </a:rPr>
              <a:t>求</a:t>
            </a:r>
          </a:p>
        </p:txBody>
      </p:sp>
      <p:sp>
        <p:nvSpPr>
          <p:cNvPr id="342033" name="Text Box 17">
            <a:extLst>
              <a:ext uri="{FF2B5EF4-FFF2-40B4-BE49-F238E27FC236}">
                <a16:creationId xmlns:a16="http://schemas.microsoft.com/office/drawing/2014/main" id="{9A7DAD68-046B-B73F-0521-4044530127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7400" y="1196975"/>
            <a:ext cx="7086600" cy="1135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800100" indent="-3429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257300" indent="-3429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714500" indent="-3429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171700" indent="-3429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lnSpc>
                <a:spcPct val="150000"/>
              </a:lnSpc>
              <a:buClr>
                <a:schemeClr val="tx2"/>
              </a:buClr>
              <a:buFont typeface="Monotype Sorts" pitchFamily="2" charset="2"/>
              <a:buNone/>
            </a:pPr>
            <a:r>
              <a:rPr lang="en-US" altLang="zh-CN">
                <a:latin typeface="Times New Roman" panose="02020603050405020304" pitchFamily="18" charset="0"/>
              </a:rPr>
              <a:t>(1)</a:t>
            </a:r>
            <a:r>
              <a:rPr lang="zh-CN" altLang="en-US">
                <a:latin typeface="Times New Roman" panose="02020603050405020304" pitchFamily="18" charset="0"/>
              </a:rPr>
              <a:t>飞轮的角速度和角加速度；</a:t>
            </a:r>
          </a:p>
          <a:p>
            <a:pPr>
              <a:lnSpc>
                <a:spcPct val="150000"/>
              </a:lnSpc>
              <a:buClr>
                <a:schemeClr val="tx2"/>
              </a:buClr>
              <a:buFont typeface="Monotype Sorts" pitchFamily="2" charset="2"/>
              <a:buNone/>
            </a:pPr>
            <a:r>
              <a:rPr lang="en-US" altLang="zh-CN">
                <a:latin typeface="Times New Roman" panose="02020603050405020304" pitchFamily="18" charset="0"/>
              </a:rPr>
              <a:t>(2)</a:t>
            </a:r>
            <a:r>
              <a:rPr lang="zh-CN" altLang="en-US">
                <a:latin typeface="Times New Roman" panose="02020603050405020304" pitchFamily="18" charset="0"/>
              </a:rPr>
              <a:t>距转轴</a:t>
            </a:r>
            <a:r>
              <a:rPr lang="en-US" altLang="zh-CN" i="1">
                <a:solidFill>
                  <a:srgbClr val="FFCC00"/>
                </a:solidFill>
                <a:latin typeface="Times New Roman" panose="02020603050405020304" pitchFamily="18" charset="0"/>
              </a:rPr>
              <a:t>r</a:t>
            </a:r>
            <a:r>
              <a:rPr lang="zh-CN" altLang="en-US">
                <a:latin typeface="Times New Roman" panose="02020603050405020304" pitchFamily="18" charset="0"/>
              </a:rPr>
              <a:t>处的质点的切向加速度和法向加速度。 </a:t>
            </a:r>
          </a:p>
        </p:txBody>
      </p:sp>
      <p:graphicFrame>
        <p:nvGraphicFramePr>
          <p:cNvPr id="342034" name="Object 18">
            <a:extLst>
              <a:ext uri="{FF2B5EF4-FFF2-40B4-BE49-F238E27FC236}">
                <a16:creationId xmlns:a16="http://schemas.microsoft.com/office/drawing/2014/main" id="{0C1DDFF0-56E8-78CA-0A78-47A7A74762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84713" y="3182938"/>
          <a:ext cx="849312" cy="277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800193" imgH="228434" progId="Equation.3">
                  <p:embed/>
                </p:oleObj>
              </mc:Choice>
              <mc:Fallback>
                <p:oleObj name="公式" r:id="rId10" imgW="800193" imgH="228434" progId="Equation.3">
                  <p:embed/>
                  <p:pic>
                    <p:nvPicPr>
                      <p:cNvPr id="342034" name="Object 18">
                        <a:extLst>
                          <a:ext uri="{FF2B5EF4-FFF2-40B4-BE49-F238E27FC236}">
                            <a16:creationId xmlns:a16="http://schemas.microsoft.com/office/drawing/2014/main" id="{0C1DDFF0-56E8-78CA-0A78-47A7A74762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4713" y="3182938"/>
                        <a:ext cx="849312" cy="277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2035" name="Object 19">
            <a:extLst>
              <a:ext uri="{FF2B5EF4-FFF2-40B4-BE49-F238E27FC236}">
                <a16:creationId xmlns:a16="http://schemas.microsoft.com/office/drawing/2014/main" id="{B7BFC266-9C9E-2596-7D58-F0E0C8EE49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67263" y="4175125"/>
          <a:ext cx="7493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693202" imgH="228434" progId="Equation.3">
                  <p:embed/>
                </p:oleObj>
              </mc:Choice>
              <mc:Fallback>
                <p:oleObj name="公式" r:id="rId12" imgW="693202" imgH="228434" progId="Equation.3">
                  <p:embed/>
                  <p:pic>
                    <p:nvPicPr>
                      <p:cNvPr id="342035" name="Object 19">
                        <a:extLst>
                          <a:ext uri="{FF2B5EF4-FFF2-40B4-BE49-F238E27FC236}">
                            <a16:creationId xmlns:a16="http://schemas.microsoft.com/office/drawing/2014/main" id="{B7BFC266-9C9E-2596-7D58-F0E0C8EE49A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7263" y="4175125"/>
                        <a:ext cx="7493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2036" name="Object 20">
            <a:extLst>
              <a:ext uri="{FF2B5EF4-FFF2-40B4-BE49-F238E27FC236}">
                <a16:creationId xmlns:a16="http://schemas.microsoft.com/office/drawing/2014/main" id="{5B9B2022-6A8F-1211-BB2C-987D6E48C3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65838" y="5008563"/>
          <a:ext cx="874712" cy="280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815122" imgH="228434" progId="Equation.3">
                  <p:embed/>
                </p:oleObj>
              </mc:Choice>
              <mc:Fallback>
                <p:oleObj name="公式" r:id="rId14" imgW="815122" imgH="228434" progId="Equation.3">
                  <p:embed/>
                  <p:pic>
                    <p:nvPicPr>
                      <p:cNvPr id="342036" name="Object 20">
                        <a:extLst>
                          <a:ext uri="{FF2B5EF4-FFF2-40B4-BE49-F238E27FC236}">
                            <a16:creationId xmlns:a16="http://schemas.microsoft.com/office/drawing/2014/main" id="{5B9B2022-6A8F-1211-BB2C-987D6E48C39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65838" y="5008563"/>
                        <a:ext cx="874712" cy="280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2037" name="Object 21">
            <a:extLst>
              <a:ext uri="{FF2B5EF4-FFF2-40B4-BE49-F238E27FC236}">
                <a16:creationId xmlns:a16="http://schemas.microsoft.com/office/drawing/2014/main" id="{42DCA8AD-ABDA-4283-1313-0EA3B50F7D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0" y="5838825"/>
          <a:ext cx="1344613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295338" imgH="281801" progId="Equation.3">
                  <p:embed/>
                </p:oleObj>
              </mc:Choice>
              <mc:Fallback>
                <p:oleObj name="公式" r:id="rId16" imgW="1295338" imgH="281801" progId="Equation.3">
                  <p:embed/>
                  <p:pic>
                    <p:nvPicPr>
                      <p:cNvPr id="342037" name="Object 21">
                        <a:extLst>
                          <a:ext uri="{FF2B5EF4-FFF2-40B4-BE49-F238E27FC236}">
                            <a16:creationId xmlns:a16="http://schemas.microsoft.com/office/drawing/2014/main" id="{42DCA8AD-ABDA-4283-1313-0EA3B50F7D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5838825"/>
                        <a:ext cx="1344613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2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42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42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420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420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42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42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42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42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42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42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42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42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42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42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42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42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42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2021" grpId="0"/>
      <p:bldP spid="342022" grpId="0"/>
      <p:bldP spid="342024" grpId="0"/>
      <p:bldP spid="342026" grpId="0"/>
      <p:bldP spid="342028" grpId="0"/>
      <p:bldP spid="342030" grpId="0"/>
      <p:bldP spid="342031" grpId="0"/>
      <p:bldP spid="342032" grpId="0"/>
      <p:bldP spid="34203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93" name="Text Box 5">
            <a:extLst>
              <a:ext uri="{FF2B5EF4-FFF2-40B4-BE49-F238E27FC236}">
                <a16:creationId xmlns:a16="http://schemas.microsoft.com/office/drawing/2014/main" id="{C310D54B-4423-CE18-E256-9CFD220316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025" y="298450"/>
            <a:ext cx="8086725" cy="1354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lnSpc>
                <a:spcPct val="115000"/>
              </a:lnSpc>
              <a:buClr>
                <a:schemeClr val="tx2"/>
              </a:buClr>
              <a:buFont typeface="Monotype Sorts" pitchFamily="2" charset="2"/>
              <a:buChar char="&amp;"/>
            </a:pPr>
            <a:r>
              <a:rPr lang="zh-CN" altLang="en-US"/>
              <a:t>电动机转子作定轴转动，开始时它的角速度</a:t>
            </a:r>
            <a:r>
              <a:rPr lang="zh-CN" altLang="en-US" i="1">
                <a:solidFill>
                  <a:srgbClr val="FFCC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baseline="-25000">
                <a:solidFill>
                  <a:srgbClr val="FFCC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0 </a:t>
            </a:r>
            <a:r>
              <a:rPr lang="en-US" altLang="zh-CN">
                <a:solidFill>
                  <a:srgbClr val="FFCC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= 0</a:t>
            </a:r>
            <a:r>
              <a:rPr lang="zh-CN" altLang="en-US"/>
              <a:t>，经</a:t>
            </a:r>
            <a:r>
              <a:rPr lang="en-US" altLang="zh-CN">
                <a:solidFill>
                  <a:srgbClr val="FFCC00"/>
                </a:solidFill>
                <a:latin typeface="Times New Roman" panose="02020603050405020304" pitchFamily="18" charset="0"/>
              </a:rPr>
              <a:t>150s</a:t>
            </a:r>
            <a:r>
              <a:rPr lang="zh-CN" altLang="en-US"/>
              <a:t>其转速达到</a:t>
            </a:r>
            <a:r>
              <a:rPr lang="en-US" altLang="zh-CN">
                <a:solidFill>
                  <a:srgbClr val="FFCC00"/>
                </a:solidFill>
                <a:latin typeface="Times New Roman" panose="02020603050405020304" pitchFamily="18" charset="0"/>
              </a:rPr>
              <a:t>12000r/min</a:t>
            </a:r>
            <a:r>
              <a:rPr lang="zh-CN" altLang="en-US"/>
              <a:t>，已知转子的角加速度</a:t>
            </a:r>
            <a:r>
              <a:rPr lang="zh-CN" altLang="en-US" i="1">
                <a:solidFill>
                  <a:srgbClr val="FFCC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zh-CN" altLang="en-US"/>
              <a:t>与时间</a:t>
            </a:r>
            <a:r>
              <a:rPr lang="en-US" altLang="zh-CN" i="1">
                <a:solidFill>
                  <a:srgbClr val="FFCC00"/>
                </a:solidFill>
                <a:latin typeface="Times New Roman" panose="02020603050405020304" pitchFamily="18" charset="0"/>
              </a:rPr>
              <a:t>t</a:t>
            </a:r>
            <a:r>
              <a:rPr lang="zh-CN" altLang="en-US"/>
              <a:t>的平方成正比。</a:t>
            </a:r>
          </a:p>
        </p:txBody>
      </p:sp>
      <p:sp>
        <p:nvSpPr>
          <p:cNvPr id="345098" name="Text Box 10">
            <a:extLst>
              <a:ext uri="{FF2B5EF4-FFF2-40B4-BE49-F238E27FC236}">
                <a16:creationId xmlns:a16="http://schemas.microsoft.com/office/drawing/2014/main" id="{3A79126D-B31F-A142-BCC7-D2F2D28929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338" y="2070100"/>
            <a:ext cx="2473325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lnSpc>
                <a:spcPct val="115000"/>
              </a:lnSpc>
              <a:buClr>
                <a:schemeClr val="tx2"/>
              </a:buClr>
              <a:buFont typeface="Monotype Sorts" pitchFamily="2" charset="2"/>
              <a:buChar char="&amp;"/>
            </a:pPr>
            <a:r>
              <a:rPr lang="zh-CN" altLang="en-US"/>
              <a:t>根据题意，设 </a:t>
            </a:r>
          </a:p>
        </p:txBody>
      </p:sp>
      <p:graphicFrame>
        <p:nvGraphicFramePr>
          <p:cNvPr id="345103" name="Object 15">
            <a:extLst>
              <a:ext uri="{FF2B5EF4-FFF2-40B4-BE49-F238E27FC236}">
                <a16:creationId xmlns:a16="http://schemas.microsoft.com/office/drawing/2014/main" id="{3BD3B595-B42B-07DB-413F-885722FE0B1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25750" y="2209800"/>
          <a:ext cx="801688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845976" imgH="343149" progId="Equation.3">
                  <p:embed/>
                </p:oleObj>
              </mc:Choice>
              <mc:Fallback>
                <p:oleObj name="公式" r:id="rId2" imgW="845976" imgH="343149" progId="Equation.3">
                  <p:embed/>
                  <p:pic>
                    <p:nvPicPr>
                      <p:cNvPr id="345103" name="Object 15">
                        <a:extLst>
                          <a:ext uri="{FF2B5EF4-FFF2-40B4-BE49-F238E27FC236}">
                            <a16:creationId xmlns:a16="http://schemas.microsoft.com/office/drawing/2014/main" id="{3BD3B595-B42B-07DB-413F-885722FE0B1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5750" y="2209800"/>
                        <a:ext cx="801688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5105" name="Text Box 17">
            <a:extLst>
              <a:ext uri="{FF2B5EF4-FFF2-40B4-BE49-F238E27FC236}">
                <a16:creationId xmlns:a16="http://schemas.microsoft.com/office/drawing/2014/main" id="{576EAF63-B682-AC92-6338-FE99FF5EBD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2638" y="2152650"/>
            <a:ext cx="3311525" cy="442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lnSpc>
                <a:spcPct val="115000"/>
              </a:lnSpc>
              <a:buClr>
                <a:schemeClr val="tx2"/>
              </a:buClr>
              <a:buFont typeface="Monotype Sorts" pitchFamily="2" charset="2"/>
              <a:buChar char="&amp;"/>
            </a:pPr>
            <a:r>
              <a:rPr lang="en-US" altLang="zh-CN" sz="2000" i="1">
                <a:solidFill>
                  <a:srgbClr val="FFCC00"/>
                </a:solidFill>
                <a:latin typeface="Times New Roman" panose="02020603050405020304" pitchFamily="18" charset="0"/>
              </a:rPr>
              <a:t>   </a:t>
            </a:r>
            <a:r>
              <a:rPr lang="zh-CN" altLang="en-US" sz="2000">
                <a:latin typeface="Times New Roman" panose="02020603050405020304" pitchFamily="18" charset="0"/>
              </a:rPr>
              <a:t>（</a:t>
            </a:r>
            <a:r>
              <a:rPr lang="en-US" altLang="zh-CN" sz="2000" i="1">
                <a:solidFill>
                  <a:srgbClr val="FFCC00"/>
                </a:solidFill>
                <a:latin typeface="Times New Roman" panose="02020603050405020304" pitchFamily="18" charset="0"/>
              </a:rPr>
              <a:t>k</a:t>
            </a:r>
            <a:r>
              <a:rPr lang="zh-CN" altLang="en-US" sz="2000"/>
              <a:t>为比例常量） </a:t>
            </a:r>
          </a:p>
        </p:txBody>
      </p:sp>
      <p:sp>
        <p:nvSpPr>
          <p:cNvPr id="345107" name="Text Box 19">
            <a:extLst>
              <a:ext uri="{FF2B5EF4-FFF2-40B4-BE49-F238E27FC236}">
                <a16:creationId xmlns:a16="http://schemas.microsoft.com/office/drawing/2014/main" id="{D7AD43C6-9293-48F7-367F-996D97C14B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038" y="2717800"/>
            <a:ext cx="3600450" cy="484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lnSpc>
                <a:spcPct val="115000"/>
              </a:lnSpc>
              <a:buClr>
                <a:schemeClr val="tx2"/>
              </a:buClr>
              <a:buFont typeface="Monotype Sorts" pitchFamily="2" charset="2"/>
              <a:buNone/>
            </a:pPr>
            <a:r>
              <a:rPr lang="zh-CN" altLang="en-US"/>
              <a:t>由角加速度的定义，有</a:t>
            </a:r>
          </a:p>
        </p:txBody>
      </p:sp>
      <p:graphicFrame>
        <p:nvGraphicFramePr>
          <p:cNvPr id="345109" name="Object 21">
            <a:extLst>
              <a:ext uri="{FF2B5EF4-FFF2-40B4-BE49-F238E27FC236}">
                <a16:creationId xmlns:a16="http://schemas.microsoft.com/office/drawing/2014/main" id="{BB5303D6-661A-A5F4-58C6-CE3FE7A3A3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78338" y="2676525"/>
          <a:ext cx="1458912" cy="652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562069" imgH="662857" progId="Equation.3">
                  <p:embed/>
                </p:oleObj>
              </mc:Choice>
              <mc:Fallback>
                <p:oleObj name="公式" r:id="rId4" imgW="1562069" imgH="662857" progId="Equation.3">
                  <p:embed/>
                  <p:pic>
                    <p:nvPicPr>
                      <p:cNvPr id="345109" name="Object 21">
                        <a:extLst>
                          <a:ext uri="{FF2B5EF4-FFF2-40B4-BE49-F238E27FC236}">
                            <a16:creationId xmlns:a16="http://schemas.microsoft.com/office/drawing/2014/main" id="{BB5303D6-661A-A5F4-58C6-CE3FE7A3A3B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8338" y="2676525"/>
                        <a:ext cx="1458912" cy="652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5110" name="Text Box 22">
            <a:extLst>
              <a:ext uri="{FF2B5EF4-FFF2-40B4-BE49-F238E27FC236}">
                <a16:creationId xmlns:a16="http://schemas.microsoft.com/office/drawing/2014/main" id="{4B215F6B-7931-E225-E962-AF239C1D9C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038" y="3400425"/>
            <a:ext cx="3311525" cy="484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lnSpc>
                <a:spcPct val="115000"/>
              </a:lnSpc>
              <a:buClr>
                <a:schemeClr val="tx2"/>
              </a:buClr>
              <a:buFont typeface="Monotype Sorts" pitchFamily="2" charset="2"/>
              <a:buNone/>
            </a:pPr>
            <a:r>
              <a:rPr lang="zh-CN" altLang="en-US"/>
              <a:t>分离变量并积分，有</a:t>
            </a:r>
          </a:p>
        </p:txBody>
      </p:sp>
      <p:graphicFrame>
        <p:nvGraphicFramePr>
          <p:cNvPr id="345112" name="Object 24">
            <a:extLst>
              <a:ext uri="{FF2B5EF4-FFF2-40B4-BE49-F238E27FC236}">
                <a16:creationId xmlns:a16="http://schemas.microsoft.com/office/drawing/2014/main" id="{990CB45C-7BCA-0508-4539-50103A777B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22763" y="3487738"/>
          <a:ext cx="1690687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828800" imgH="541159" progId="Equation.3">
                  <p:embed/>
                </p:oleObj>
              </mc:Choice>
              <mc:Fallback>
                <p:oleObj name="公式" r:id="rId6" imgW="1828800" imgH="541159" progId="Equation.3">
                  <p:embed/>
                  <p:pic>
                    <p:nvPicPr>
                      <p:cNvPr id="345112" name="Object 24">
                        <a:extLst>
                          <a:ext uri="{FF2B5EF4-FFF2-40B4-BE49-F238E27FC236}">
                            <a16:creationId xmlns:a16="http://schemas.microsoft.com/office/drawing/2014/main" id="{990CB45C-7BCA-0508-4539-50103A777B0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2763" y="3487738"/>
                        <a:ext cx="1690687" cy="538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5116" name="Text Box 28">
            <a:extLst>
              <a:ext uri="{FF2B5EF4-FFF2-40B4-BE49-F238E27FC236}">
                <a16:creationId xmlns:a16="http://schemas.microsoft.com/office/drawing/2014/main" id="{7A6A7959-B6EB-A140-50D4-6AB7B2D972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275" y="1606550"/>
            <a:ext cx="7185025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lnSpc>
                <a:spcPct val="115000"/>
              </a:lnSpc>
              <a:buClr>
                <a:schemeClr val="tx2"/>
              </a:buClr>
              <a:buFont typeface="Monotype Sorts" pitchFamily="2" charset="2"/>
              <a:buChar char="&amp;"/>
            </a:pPr>
            <a:r>
              <a:rPr lang="zh-CN" altLang="en-US"/>
              <a:t>在这段时间内，转子转过的圈数。</a:t>
            </a:r>
          </a:p>
        </p:txBody>
      </p:sp>
      <p:sp>
        <p:nvSpPr>
          <p:cNvPr id="345117" name="Rectangle 29">
            <a:extLst>
              <a:ext uri="{FF2B5EF4-FFF2-40B4-BE49-F238E27FC236}">
                <a16:creationId xmlns:a16="http://schemas.microsoft.com/office/drawing/2014/main" id="{B5011CAE-9383-B997-DDA4-E4A527B868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350" y="300038"/>
            <a:ext cx="647700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None/>
            </a:pPr>
            <a:r>
              <a:rPr lang="zh-CN" altLang="en-US">
                <a:solidFill>
                  <a:srgbClr val="FFFF00"/>
                </a:solidFill>
                <a:latin typeface="Times New Roman" panose="02020603050405020304" pitchFamily="18" charset="0"/>
              </a:rPr>
              <a:t>例</a:t>
            </a:r>
          </a:p>
        </p:txBody>
      </p:sp>
      <p:sp>
        <p:nvSpPr>
          <p:cNvPr id="345118" name="Rectangle 30">
            <a:extLst>
              <a:ext uri="{FF2B5EF4-FFF2-40B4-BE49-F238E27FC236}">
                <a16:creationId xmlns:a16="http://schemas.microsoft.com/office/drawing/2014/main" id="{78D5F680-7194-7D61-DC8E-556FDAD6AA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450" y="2076450"/>
            <a:ext cx="647700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None/>
            </a:pPr>
            <a:r>
              <a:rPr lang="zh-CN" altLang="en-US">
                <a:solidFill>
                  <a:srgbClr val="FFFF00"/>
                </a:solidFill>
                <a:latin typeface="Times New Roman" panose="02020603050405020304" pitchFamily="18" charset="0"/>
              </a:rPr>
              <a:t>解</a:t>
            </a:r>
          </a:p>
        </p:txBody>
      </p:sp>
      <p:sp>
        <p:nvSpPr>
          <p:cNvPr id="345119" name="Rectangle 31">
            <a:extLst>
              <a:ext uri="{FF2B5EF4-FFF2-40B4-BE49-F238E27FC236}">
                <a16:creationId xmlns:a16="http://schemas.microsoft.com/office/drawing/2014/main" id="{D2F79CAE-BA50-150D-3784-86FDBE7890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513" y="1620838"/>
            <a:ext cx="492125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None/>
            </a:pPr>
            <a:r>
              <a:rPr lang="zh-CN" altLang="en-US">
                <a:solidFill>
                  <a:srgbClr val="FFFF00"/>
                </a:solidFill>
                <a:latin typeface="Times New Roman" panose="02020603050405020304" pitchFamily="18" charset="0"/>
              </a:rPr>
              <a:t>求</a:t>
            </a:r>
          </a:p>
        </p:txBody>
      </p:sp>
      <p:sp>
        <p:nvSpPr>
          <p:cNvPr id="345120" name="Text Box 32">
            <a:extLst>
              <a:ext uri="{FF2B5EF4-FFF2-40B4-BE49-F238E27FC236}">
                <a16:creationId xmlns:a16="http://schemas.microsoft.com/office/drawing/2014/main" id="{EB535E03-BBD8-172D-81F6-1DF9A1BDA4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4863" y="4362450"/>
            <a:ext cx="3381375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  <a:buClr>
                <a:schemeClr val="tx2"/>
              </a:buClr>
              <a:buFont typeface="Monotype Sorts" pitchFamily="2" charset="2"/>
              <a:buNone/>
            </a:pPr>
            <a:r>
              <a:rPr lang="en-US" altLang="zh-CN" i="1">
                <a:solidFill>
                  <a:srgbClr val="FFCC00"/>
                </a:solidFill>
                <a:latin typeface="Times New Roman" panose="02020603050405020304" pitchFamily="18" charset="0"/>
              </a:rPr>
              <a:t>t </a:t>
            </a:r>
            <a:r>
              <a:rPr lang="zh-CN" altLang="en-US"/>
              <a:t>时刻转子的角速度为</a:t>
            </a:r>
          </a:p>
        </p:txBody>
      </p:sp>
      <p:graphicFrame>
        <p:nvGraphicFramePr>
          <p:cNvPr id="345126" name="Object 38">
            <a:extLst>
              <a:ext uri="{FF2B5EF4-FFF2-40B4-BE49-F238E27FC236}">
                <a16:creationId xmlns:a16="http://schemas.microsoft.com/office/drawing/2014/main" id="{9D32DCF1-000E-7EE0-E95B-977B5CDABA7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92625" y="4205288"/>
          <a:ext cx="977900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028607" imgH="662857" progId="Equation.3">
                  <p:embed/>
                </p:oleObj>
              </mc:Choice>
              <mc:Fallback>
                <p:oleObj name="公式" r:id="rId8" imgW="1028607" imgH="662857" progId="Equation.3">
                  <p:embed/>
                  <p:pic>
                    <p:nvPicPr>
                      <p:cNvPr id="345126" name="Object 38">
                        <a:extLst>
                          <a:ext uri="{FF2B5EF4-FFF2-40B4-BE49-F238E27FC236}">
                            <a16:creationId xmlns:a16="http://schemas.microsoft.com/office/drawing/2014/main" id="{9D32DCF1-000E-7EE0-E95B-977B5CDABA7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2625" y="4205288"/>
                        <a:ext cx="977900" cy="650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5127" name="Text Box 39">
            <a:extLst>
              <a:ext uri="{FF2B5EF4-FFF2-40B4-BE49-F238E27FC236}">
                <a16:creationId xmlns:a16="http://schemas.microsoft.com/office/drawing/2014/main" id="{20501660-B6AB-0C55-EE94-EDD8814688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2150" y="5075238"/>
            <a:ext cx="5616575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  <a:buClr>
                <a:schemeClr val="tx2"/>
              </a:buClr>
              <a:buFont typeface="Monotype Sorts" pitchFamily="2" charset="2"/>
              <a:buNone/>
            </a:pPr>
            <a:r>
              <a:rPr lang="zh-CN" altLang="en-US"/>
              <a:t>当</a:t>
            </a:r>
            <a:r>
              <a:rPr lang="en-US" altLang="zh-CN" i="1">
                <a:solidFill>
                  <a:srgbClr val="FFCC00"/>
                </a:solidFill>
                <a:latin typeface="Times New Roman" panose="02020603050405020304" pitchFamily="18" charset="0"/>
              </a:rPr>
              <a:t>t </a:t>
            </a:r>
            <a:r>
              <a:rPr lang="en-US" altLang="zh-CN">
                <a:solidFill>
                  <a:srgbClr val="FFCC00"/>
                </a:solidFill>
                <a:latin typeface="Times New Roman" panose="02020603050405020304" pitchFamily="18" charset="0"/>
              </a:rPr>
              <a:t>=150s</a:t>
            </a:r>
            <a:r>
              <a:rPr lang="zh-CN" altLang="en-US"/>
              <a:t>，转子的角速度为</a:t>
            </a:r>
          </a:p>
        </p:txBody>
      </p:sp>
      <p:graphicFrame>
        <p:nvGraphicFramePr>
          <p:cNvPr id="345128" name="Object 40">
            <a:extLst>
              <a:ext uri="{FF2B5EF4-FFF2-40B4-BE49-F238E27FC236}">
                <a16:creationId xmlns:a16="http://schemas.microsoft.com/office/drawing/2014/main" id="{F2B69BCB-B064-DDEE-7EFE-323FE666B4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57713" y="4984750"/>
          <a:ext cx="3997325" cy="649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4381656" imgH="662857" progId="Equation.3">
                  <p:embed/>
                </p:oleObj>
              </mc:Choice>
              <mc:Fallback>
                <p:oleObj name="公式" r:id="rId10" imgW="4381656" imgH="662857" progId="Equation.3">
                  <p:embed/>
                  <p:pic>
                    <p:nvPicPr>
                      <p:cNvPr id="345128" name="Object 40">
                        <a:extLst>
                          <a:ext uri="{FF2B5EF4-FFF2-40B4-BE49-F238E27FC236}">
                            <a16:creationId xmlns:a16="http://schemas.microsoft.com/office/drawing/2014/main" id="{F2B69BCB-B064-DDEE-7EFE-323FE666B40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7713" y="4984750"/>
                        <a:ext cx="3997325" cy="649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5129" name="Text Box 41">
            <a:extLst>
              <a:ext uri="{FF2B5EF4-FFF2-40B4-BE49-F238E27FC236}">
                <a16:creationId xmlns:a16="http://schemas.microsoft.com/office/drawing/2014/main" id="{E7AB05A2-1446-0EF5-6B30-2EAACC325B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9875" y="5813425"/>
            <a:ext cx="2160588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  <a:buClr>
                <a:schemeClr val="tx2"/>
              </a:buClr>
              <a:buFont typeface="Monotype Sorts" pitchFamily="2" charset="2"/>
              <a:buNone/>
            </a:pPr>
            <a:r>
              <a:rPr lang="zh-CN" altLang="en-US"/>
              <a:t>则有</a:t>
            </a:r>
          </a:p>
        </p:txBody>
      </p:sp>
      <p:graphicFrame>
        <p:nvGraphicFramePr>
          <p:cNvPr id="345130" name="Object 42">
            <a:extLst>
              <a:ext uri="{FF2B5EF4-FFF2-40B4-BE49-F238E27FC236}">
                <a16:creationId xmlns:a16="http://schemas.microsoft.com/office/drawing/2014/main" id="{4069A891-2EC6-7B39-A409-3C8437D548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76588" y="5735638"/>
          <a:ext cx="790575" cy="649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815122" imgH="662857" progId="Equation.3">
                  <p:embed/>
                </p:oleObj>
              </mc:Choice>
              <mc:Fallback>
                <p:oleObj name="公式" r:id="rId12" imgW="815122" imgH="662857" progId="Equation.3">
                  <p:embed/>
                  <p:pic>
                    <p:nvPicPr>
                      <p:cNvPr id="345130" name="Object 42">
                        <a:extLst>
                          <a:ext uri="{FF2B5EF4-FFF2-40B4-BE49-F238E27FC236}">
                            <a16:creationId xmlns:a16="http://schemas.microsoft.com/office/drawing/2014/main" id="{4069A891-2EC6-7B39-A409-3C8437D548B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6588" y="5735638"/>
                        <a:ext cx="790575" cy="649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5131" name="Object 43">
            <a:extLst>
              <a:ext uri="{FF2B5EF4-FFF2-40B4-BE49-F238E27FC236}">
                <a16:creationId xmlns:a16="http://schemas.microsoft.com/office/drawing/2014/main" id="{CB160072-0A19-A6CE-1689-B7BD71BA81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76688" y="5748338"/>
          <a:ext cx="3446462" cy="649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3772056" imgH="662857" progId="Equation.3">
                  <p:embed/>
                </p:oleObj>
              </mc:Choice>
              <mc:Fallback>
                <p:oleObj name="公式" r:id="rId14" imgW="3772056" imgH="662857" progId="Equation.3">
                  <p:embed/>
                  <p:pic>
                    <p:nvPicPr>
                      <p:cNvPr id="345131" name="Object 43">
                        <a:extLst>
                          <a:ext uri="{FF2B5EF4-FFF2-40B4-BE49-F238E27FC236}">
                            <a16:creationId xmlns:a16="http://schemas.microsoft.com/office/drawing/2014/main" id="{CB160072-0A19-A6CE-1689-B7BD71BA81D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6688" y="5748338"/>
                        <a:ext cx="3446462" cy="649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5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45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45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45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45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45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45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45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45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45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45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45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45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4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45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4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45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45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45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5093" grpId="0"/>
      <p:bldP spid="345098" grpId="0"/>
      <p:bldP spid="345105" grpId="0"/>
      <p:bldP spid="345107" grpId="0"/>
      <p:bldP spid="345110" grpId="0"/>
      <p:bldP spid="345116" grpId="0"/>
      <p:bldP spid="345117" grpId="0"/>
      <p:bldP spid="345118" grpId="0"/>
      <p:bldP spid="345119" grpId="0"/>
      <p:bldP spid="345120" grpId="0"/>
      <p:bldP spid="345127" grpId="0"/>
      <p:bldP spid="34512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6116" name="Object 4">
            <a:extLst>
              <a:ext uri="{FF2B5EF4-FFF2-40B4-BE49-F238E27FC236}">
                <a16:creationId xmlns:a16="http://schemas.microsoft.com/office/drawing/2014/main" id="{4018595B-C4DD-DD12-996B-B1BE099613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98675" y="612775"/>
          <a:ext cx="4724400" cy="722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4663316" imgH="662857" progId="Equation.3">
                  <p:embed/>
                </p:oleObj>
              </mc:Choice>
              <mc:Fallback>
                <p:oleObj name="公式" r:id="rId2" imgW="4663316" imgH="662857" progId="Equation.3">
                  <p:embed/>
                  <p:pic>
                    <p:nvPicPr>
                      <p:cNvPr id="346116" name="Object 4">
                        <a:extLst>
                          <a:ext uri="{FF2B5EF4-FFF2-40B4-BE49-F238E27FC236}">
                            <a16:creationId xmlns:a16="http://schemas.microsoft.com/office/drawing/2014/main" id="{4018595B-C4DD-DD12-996B-B1BE0996131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8675" y="612775"/>
                        <a:ext cx="4724400" cy="722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6117" name="Text Box 5">
            <a:extLst>
              <a:ext uri="{FF2B5EF4-FFF2-40B4-BE49-F238E27FC236}">
                <a16:creationId xmlns:a16="http://schemas.microsoft.com/office/drawing/2014/main" id="{3283CB6B-9976-B356-DD45-34DC1DCBE1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6813" y="1693863"/>
            <a:ext cx="1727200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  <a:buClr>
                <a:schemeClr val="tx2"/>
              </a:buClr>
              <a:buFont typeface="Monotype Sorts" pitchFamily="2" charset="2"/>
              <a:buNone/>
            </a:pPr>
            <a:r>
              <a:rPr lang="zh-CN" altLang="en-US"/>
              <a:t>由此得 </a:t>
            </a:r>
          </a:p>
        </p:txBody>
      </p:sp>
      <p:graphicFrame>
        <p:nvGraphicFramePr>
          <p:cNvPr id="346118" name="Object 6">
            <a:extLst>
              <a:ext uri="{FF2B5EF4-FFF2-40B4-BE49-F238E27FC236}">
                <a16:creationId xmlns:a16="http://schemas.microsoft.com/office/drawing/2014/main" id="{FF9CE711-7135-0559-421A-76261F0F37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19388" y="1549400"/>
          <a:ext cx="1792287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729771" imgH="662857" progId="Equation.3">
                  <p:embed/>
                </p:oleObj>
              </mc:Choice>
              <mc:Fallback>
                <p:oleObj name="公式" r:id="rId4" imgW="1729771" imgH="662857" progId="Equation.3">
                  <p:embed/>
                  <p:pic>
                    <p:nvPicPr>
                      <p:cNvPr id="346118" name="Object 6">
                        <a:extLst>
                          <a:ext uri="{FF2B5EF4-FFF2-40B4-BE49-F238E27FC236}">
                            <a16:creationId xmlns:a16="http://schemas.microsoft.com/office/drawing/2014/main" id="{FF9CE711-7135-0559-421A-76261F0F37C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9388" y="1549400"/>
                        <a:ext cx="1792287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6121" name="Text Box 9">
            <a:extLst>
              <a:ext uri="{FF2B5EF4-FFF2-40B4-BE49-F238E27FC236}">
                <a16:creationId xmlns:a16="http://schemas.microsoft.com/office/drawing/2014/main" id="{3902C230-DBA3-B07A-9466-CCA228DE79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138" y="2651125"/>
            <a:ext cx="8280400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  <a:buClr>
                <a:schemeClr val="tx2"/>
              </a:buClr>
              <a:buFont typeface="Monotype Sorts" pitchFamily="2" charset="2"/>
              <a:buNone/>
            </a:pPr>
            <a:r>
              <a:rPr lang="zh-CN" altLang="en-US"/>
              <a:t>由角速度的定义        ，得转子在</a:t>
            </a:r>
            <a:r>
              <a:rPr lang="en-US" altLang="zh-CN">
                <a:solidFill>
                  <a:srgbClr val="FFCC00"/>
                </a:solidFill>
                <a:latin typeface="Times New Roman" panose="02020603050405020304" pitchFamily="18" charset="0"/>
              </a:rPr>
              <a:t>150s</a:t>
            </a:r>
            <a:r>
              <a:rPr lang="zh-CN" altLang="en-US"/>
              <a:t>内转过的角度为</a:t>
            </a:r>
          </a:p>
        </p:txBody>
      </p:sp>
      <p:graphicFrame>
        <p:nvGraphicFramePr>
          <p:cNvPr id="346122" name="Object 10">
            <a:extLst>
              <a:ext uri="{FF2B5EF4-FFF2-40B4-BE49-F238E27FC236}">
                <a16:creationId xmlns:a16="http://schemas.microsoft.com/office/drawing/2014/main" id="{146F4F7D-C369-22E1-EB50-C8B82FEAE07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59100" y="2527300"/>
          <a:ext cx="930275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876331" imgH="662857" progId="Equation.3">
                  <p:embed/>
                </p:oleObj>
              </mc:Choice>
              <mc:Fallback>
                <p:oleObj name="公式" r:id="rId6" imgW="876331" imgH="662857" progId="Equation.3">
                  <p:embed/>
                  <p:pic>
                    <p:nvPicPr>
                      <p:cNvPr id="346122" name="Object 10">
                        <a:extLst>
                          <a:ext uri="{FF2B5EF4-FFF2-40B4-BE49-F238E27FC236}">
                            <a16:creationId xmlns:a16="http://schemas.microsoft.com/office/drawing/2014/main" id="{146F4F7D-C369-22E1-EB50-C8B82FEAE0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9100" y="2527300"/>
                        <a:ext cx="930275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6123" name="Object 11">
            <a:extLst>
              <a:ext uri="{FF2B5EF4-FFF2-40B4-BE49-F238E27FC236}">
                <a16:creationId xmlns:a16="http://schemas.microsoft.com/office/drawing/2014/main" id="{DC742AC9-679C-215D-5430-E5407C9B3B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24038" y="3597275"/>
          <a:ext cx="2452687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400082" imgH="662857" progId="Equation.3">
                  <p:embed/>
                </p:oleObj>
              </mc:Choice>
              <mc:Fallback>
                <p:oleObj name="公式" r:id="rId8" imgW="2400082" imgH="662857" progId="Equation.3">
                  <p:embed/>
                  <p:pic>
                    <p:nvPicPr>
                      <p:cNvPr id="346123" name="Object 11">
                        <a:extLst>
                          <a:ext uri="{FF2B5EF4-FFF2-40B4-BE49-F238E27FC236}">
                            <a16:creationId xmlns:a16="http://schemas.microsoft.com/office/drawing/2014/main" id="{DC742AC9-679C-215D-5430-E5407C9B3B6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4038" y="3597275"/>
                        <a:ext cx="2452687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6129" name="Object 17">
            <a:extLst>
              <a:ext uri="{FF2B5EF4-FFF2-40B4-BE49-F238E27FC236}">
                <a16:creationId xmlns:a16="http://schemas.microsoft.com/office/drawing/2014/main" id="{71EF59A2-2096-3A28-D0CD-F0E78F2FA1E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14825" y="3717925"/>
          <a:ext cx="2120900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065176" imgH="281801" progId="Equation.3">
                  <p:embed/>
                </p:oleObj>
              </mc:Choice>
              <mc:Fallback>
                <p:oleObj name="公式" r:id="rId10" imgW="2065176" imgH="281801" progId="Equation.3">
                  <p:embed/>
                  <p:pic>
                    <p:nvPicPr>
                      <p:cNvPr id="346129" name="Object 17">
                        <a:extLst>
                          <a:ext uri="{FF2B5EF4-FFF2-40B4-BE49-F238E27FC236}">
                            <a16:creationId xmlns:a16="http://schemas.microsoft.com/office/drawing/2014/main" id="{71EF59A2-2096-3A28-D0CD-F0E78F2FA1E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4825" y="3717925"/>
                        <a:ext cx="2120900" cy="341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6130" name="Text Box 18">
            <a:extLst>
              <a:ext uri="{FF2B5EF4-FFF2-40B4-BE49-F238E27FC236}">
                <a16:creationId xmlns:a16="http://schemas.microsoft.com/office/drawing/2014/main" id="{D36D81F7-E23A-E03F-3587-59C1C20BAE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538" y="4570413"/>
            <a:ext cx="5724525" cy="484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lnSpc>
                <a:spcPct val="115000"/>
              </a:lnSpc>
              <a:buClr>
                <a:schemeClr val="tx2"/>
              </a:buClr>
              <a:buFont typeface="Monotype Sorts" pitchFamily="2" charset="2"/>
              <a:buNone/>
            </a:pPr>
            <a:r>
              <a:rPr lang="zh-CN" altLang="en-US"/>
              <a:t>因而转子在这一段时间内转过的圈数为</a:t>
            </a:r>
          </a:p>
        </p:txBody>
      </p:sp>
      <p:graphicFrame>
        <p:nvGraphicFramePr>
          <p:cNvPr id="346131" name="Object 19">
            <a:extLst>
              <a:ext uri="{FF2B5EF4-FFF2-40B4-BE49-F238E27FC236}">
                <a16:creationId xmlns:a16="http://schemas.microsoft.com/office/drawing/2014/main" id="{CA778C82-88EB-AED0-7C3B-49F66BB31C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2013" y="5427663"/>
          <a:ext cx="939800" cy="725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883796" imgH="662857" progId="Equation.3">
                  <p:embed/>
                </p:oleObj>
              </mc:Choice>
              <mc:Fallback>
                <p:oleObj name="公式" r:id="rId12" imgW="883796" imgH="662857" progId="Equation.3">
                  <p:embed/>
                  <p:pic>
                    <p:nvPicPr>
                      <p:cNvPr id="346131" name="Object 19">
                        <a:extLst>
                          <a:ext uri="{FF2B5EF4-FFF2-40B4-BE49-F238E27FC236}">
                            <a16:creationId xmlns:a16="http://schemas.microsoft.com/office/drawing/2014/main" id="{CA778C82-88EB-AED0-7C3B-49F66BB31C6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2013" y="5427663"/>
                        <a:ext cx="939800" cy="725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6132" name="Object 20">
            <a:extLst>
              <a:ext uri="{FF2B5EF4-FFF2-40B4-BE49-F238E27FC236}">
                <a16:creationId xmlns:a16="http://schemas.microsoft.com/office/drawing/2014/main" id="{8B27EB59-85DA-D0B1-4380-61241782351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97213" y="5383213"/>
          <a:ext cx="3416300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3360513" imgH="701262" progId="Equation.3">
                  <p:embed/>
                </p:oleObj>
              </mc:Choice>
              <mc:Fallback>
                <p:oleObj name="公式" r:id="rId14" imgW="3360513" imgH="701262" progId="Equation.3">
                  <p:embed/>
                  <p:pic>
                    <p:nvPicPr>
                      <p:cNvPr id="346132" name="Object 20">
                        <a:extLst>
                          <a:ext uri="{FF2B5EF4-FFF2-40B4-BE49-F238E27FC236}">
                            <a16:creationId xmlns:a16="http://schemas.microsoft.com/office/drawing/2014/main" id="{8B27EB59-85DA-D0B1-4380-61241782351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7213" y="5383213"/>
                        <a:ext cx="3416300" cy="765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6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46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46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46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46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46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46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46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46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46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6117" grpId="0"/>
      <p:bldP spid="346121" grpId="0"/>
      <p:bldP spid="346130" grpId="0"/>
    </p:bldLst>
  </p:timing>
</p:sld>
</file>

<file path=ppt/theme/theme1.xml><?xml version="1.0" encoding="utf-8"?>
<a:theme xmlns:a="http://schemas.openxmlformats.org/drawingml/2006/main" name="1_默认设计模板">
  <a:themeElements>
    <a:clrScheme name="1_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457200" marR="0" indent="-457200" algn="ctr" defTabSz="914400" rtl="0" eaLnBrk="0" fontAlgn="base" latinLnBrk="0" hangingPunct="0">
          <a:lnSpc>
            <a:spcPct val="120000"/>
          </a:lnSpc>
          <a:spcBef>
            <a:spcPct val="0"/>
          </a:spcBef>
          <a:spcAft>
            <a:spcPct val="0"/>
          </a:spcAft>
          <a:buClr>
            <a:schemeClr val="tx2"/>
          </a:buClr>
          <a:buSzTx/>
          <a:buFont typeface="Monotype Sorts" pitchFamily="2" charset="2"/>
          <a:buChar char="&amp;"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仿宋_GB2312" pitchFamily="49" charset="-122"/>
            <a:ea typeface="仿宋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457200" marR="0" indent="-457200" algn="ctr" defTabSz="914400" rtl="0" eaLnBrk="0" fontAlgn="base" latinLnBrk="0" hangingPunct="0">
          <a:lnSpc>
            <a:spcPct val="120000"/>
          </a:lnSpc>
          <a:spcBef>
            <a:spcPct val="0"/>
          </a:spcBef>
          <a:spcAft>
            <a:spcPct val="0"/>
          </a:spcAft>
          <a:buClr>
            <a:schemeClr val="tx2"/>
          </a:buClr>
          <a:buSzTx/>
          <a:buFont typeface="Monotype Sorts" pitchFamily="2" charset="2"/>
          <a:buChar char="&amp;"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仿宋_GB2312" pitchFamily="49" charset="-122"/>
            <a:ea typeface="仿宋_GB2312" pitchFamily="49" charset="-122"/>
          </a:defRPr>
        </a:defPPr>
      </a:lstStyle>
    </a:lnDef>
  </a:objectDefaults>
  <a:extraClrSchemeLst>
    <a:extraClrScheme>
      <a:clrScheme name="1_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13346</TotalTime>
  <Words>2029</Words>
  <Application>Microsoft Office PowerPoint</Application>
  <PresentationFormat>全屏显示(4:3)</PresentationFormat>
  <Paragraphs>307</Paragraphs>
  <Slides>31</Slides>
  <Notes>0</Notes>
  <HiddenSlides>0</HiddenSlides>
  <MMClips>1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31</vt:i4>
      </vt:variant>
    </vt:vector>
  </HeadingPairs>
  <TitlesOfParts>
    <vt:vector size="47" baseType="lpstr">
      <vt:lpstr>Monotype Sorts</vt:lpstr>
      <vt:lpstr>仿宋_GB2312</vt:lpstr>
      <vt:lpstr>黑体</vt:lpstr>
      <vt:lpstr>楷体_GB2312</vt:lpstr>
      <vt:lpstr>隶书</vt:lpstr>
      <vt:lpstr>宋体</vt:lpstr>
      <vt:lpstr>Arial</vt:lpstr>
      <vt:lpstr>Bookman Old Style</vt:lpstr>
      <vt:lpstr>Symbol</vt:lpstr>
      <vt:lpstr>Times New Roman</vt:lpstr>
      <vt:lpstr>Wingdings</vt:lpstr>
      <vt:lpstr>1_默认设计模板</vt:lpstr>
      <vt:lpstr>公式</vt:lpstr>
      <vt:lpstr>Equation</vt:lpstr>
      <vt:lpstr>剪辑</vt:lpstr>
      <vt:lpstr>Clip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第3章 功和能</dc:title>
  <dc:subject>大学物理电子教案</dc:subject>
  <dc:creator>zhaoshumin</dc:creator>
  <cp:lastModifiedBy>davidly .</cp:lastModifiedBy>
  <cp:revision>826</cp:revision>
  <dcterms:created xsi:type="dcterms:W3CDTF">2004-11-16T23:52:09Z</dcterms:created>
  <dcterms:modified xsi:type="dcterms:W3CDTF">2025-03-17T12:56:15Z</dcterms:modified>
</cp:coreProperties>
</file>