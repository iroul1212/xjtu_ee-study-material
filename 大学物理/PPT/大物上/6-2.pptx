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4"/>
  </p:notesMasterIdLst>
  <p:sldIdLst>
    <p:sldId id="859" r:id="rId2"/>
    <p:sldId id="836" r:id="rId3"/>
    <p:sldId id="869" r:id="rId4"/>
    <p:sldId id="847" r:id="rId5"/>
    <p:sldId id="848" r:id="rId6"/>
    <p:sldId id="540" r:id="rId7"/>
    <p:sldId id="541" r:id="rId8"/>
    <p:sldId id="849" r:id="rId9"/>
    <p:sldId id="850" r:id="rId10"/>
    <p:sldId id="851" r:id="rId11"/>
    <p:sldId id="725" r:id="rId12"/>
    <p:sldId id="726" r:id="rId13"/>
    <p:sldId id="852" r:id="rId14"/>
    <p:sldId id="853" r:id="rId15"/>
    <p:sldId id="860" r:id="rId16"/>
    <p:sldId id="861" r:id="rId17"/>
    <p:sldId id="862" r:id="rId18"/>
    <p:sldId id="863" r:id="rId19"/>
    <p:sldId id="864" r:id="rId20"/>
    <p:sldId id="865" r:id="rId21"/>
    <p:sldId id="866" r:id="rId22"/>
    <p:sldId id="867" r:id="rId23"/>
  </p:sldIdLst>
  <p:sldSz cx="9144000" cy="6858000" type="screen4x3"/>
  <p:notesSz cx="6858000" cy="9144000"/>
  <p:defaultTextStyle>
    <a:defPPr>
      <a:defRPr lang="zh-CN"/>
    </a:defPPr>
    <a:lvl1pPr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1pPr>
    <a:lvl2pPr marL="457200"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2pPr>
    <a:lvl3pPr marL="914400"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3pPr>
    <a:lvl4pPr marL="1371600"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4pPr>
    <a:lvl5pPr marL="1828800"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5pPr>
    <a:lvl6pPr marL="2286000" algn="l" defTabSz="914400" rtl="0" eaLnBrk="1" latinLnBrk="0" hangingPunct="1">
      <a:defRPr sz="2400" b="1" kern="1200">
        <a:solidFill>
          <a:schemeClr val="bg1"/>
        </a:solidFill>
        <a:latin typeface="仿宋_GB2312" pitchFamily="49" charset="-122"/>
        <a:ea typeface="仿宋_GB2312" pitchFamily="49" charset="-122"/>
        <a:cs typeface="+mn-cs"/>
      </a:defRPr>
    </a:lvl6pPr>
    <a:lvl7pPr marL="2743200" algn="l" defTabSz="914400" rtl="0" eaLnBrk="1" latinLnBrk="0" hangingPunct="1">
      <a:defRPr sz="2400" b="1" kern="1200">
        <a:solidFill>
          <a:schemeClr val="bg1"/>
        </a:solidFill>
        <a:latin typeface="仿宋_GB2312" pitchFamily="49" charset="-122"/>
        <a:ea typeface="仿宋_GB2312" pitchFamily="49" charset="-122"/>
        <a:cs typeface="+mn-cs"/>
      </a:defRPr>
    </a:lvl7pPr>
    <a:lvl8pPr marL="3200400" algn="l" defTabSz="914400" rtl="0" eaLnBrk="1" latinLnBrk="0" hangingPunct="1">
      <a:defRPr sz="2400" b="1" kern="1200">
        <a:solidFill>
          <a:schemeClr val="bg1"/>
        </a:solidFill>
        <a:latin typeface="仿宋_GB2312" pitchFamily="49" charset="-122"/>
        <a:ea typeface="仿宋_GB2312" pitchFamily="49" charset="-122"/>
        <a:cs typeface="+mn-cs"/>
      </a:defRPr>
    </a:lvl8pPr>
    <a:lvl9pPr marL="3657600" algn="l" defTabSz="914400" rtl="0" eaLnBrk="1" latinLnBrk="0" hangingPunct="1">
      <a:defRPr sz="2400" b="1" kern="1200">
        <a:solidFill>
          <a:schemeClr val="bg1"/>
        </a:solidFill>
        <a:latin typeface="仿宋_GB2312" pitchFamily="49" charset="-122"/>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FF"/>
    <a:srgbClr val="FF66CC"/>
    <a:srgbClr val="FFCC00"/>
    <a:srgbClr val="33CCCC"/>
    <a:srgbClr val="00FFFF"/>
    <a:srgbClr val="FF9900"/>
    <a:srgbClr val="FFFF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649" autoAdjust="0"/>
    <p:restoredTop sz="94683" autoAdjust="0"/>
  </p:normalViewPr>
  <p:slideViewPr>
    <p:cSldViewPr snapToGrid="0" showGuides="1">
      <p:cViewPr varScale="1">
        <p:scale>
          <a:sx n="83" d="100"/>
          <a:sy n="83" d="100"/>
        </p:scale>
        <p:origin x="183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D176571-6FA8-D560-8C1C-E57352DBDDD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7651" name="Rectangle 3">
            <a:extLst>
              <a:ext uri="{FF2B5EF4-FFF2-40B4-BE49-F238E27FC236}">
                <a16:creationId xmlns:a16="http://schemas.microsoft.com/office/drawing/2014/main" id="{1F4FC234-7C1E-C9C1-4754-CFB68B39497D}"/>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3556" name="Rectangle 4">
            <a:extLst>
              <a:ext uri="{FF2B5EF4-FFF2-40B4-BE49-F238E27FC236}">
                <a16:creationId xmlns:a16="http://schemas.microsoft.com/office/drawing/2014/main" id="{9F29CBCA-763B-AC09-2935-4F599B9EDC9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89A19943-2F0E-D884-8950-269035FCA76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BB02D1C3-1B20-E1C6-8CF7-B2E6025D21E6}"/>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7655" name="Rectangle 7">
            <a:extLst>
              <a:ext uri="{FF2B5EF4-FFF2-40B4-BE49-F238E27FC236}">
                <a16:creationId xmlns:a16="http://schemas.microsoft.com/office/drawing/2014/main" id="{F6D3542D-6270-210E-1098-7D3E95DF422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buClrTx/>
              <a:buFontTx/>
              <a:buNone/>
              <a:defRPr sz="1200" b="0">
                <a:solidFill>
                  <a:schemeClr val="tx1"/>
                </a:solidFill>
                <a:latin typeface="Arial" panose="020B0604020202020204" pitchFamily="34" charset="0"/>
                <a:ea typeface="宋体" panose="02010600030101010101" pitchFamily="2" charset="-122"/>
              </a:defRPr>
            </a:lvl1pPr>
          </a:lstStyle>
          <a:p>
            <a:fld id="{3D058125-39C3-49E0-AE82-77D4964C417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084770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31446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034923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69520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48005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79285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889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920636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69016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5938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821760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51368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B3B"/>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33B6938-E6CB-6AA7-2BC1-115FAD427F6B}"/>
              </a:ext>
            </a:extLst>
          </p:cNvPr>
          <p:cNvSpPr>
            <a:spLocks noChangeArrowheads="1"/>
          </p:cNvSpPr>
          <p:nvPr/>
        </p:nvSpPr>
        <p:spPr bwMode="auto">
          <a:xfrm>
            <a:off x="250825" y="265113"/>
            <a:ext cx="8626475" cy="6272212"/>
          </a:xfrm>
          <a:prstGeom prst="rect">
            <a:avLst/>
          </a:prstGeom>
          <a:noFill/>
          <a:ln w="19050">
            <a:solidFill>
              <a:srgbClr val="006699">
                <a:alpha val="35001"/>
              </a:srgbClr>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4103" name="AutoShape 7">
            <a:hlinkClick r:id="" action="ppaction://hlinkshowjump?jump=previousslide" highlightClick="1"/>
            <a:extLst>
              <a:ext uri="{FF2B5EF4-FFF2-40B4-BE49-F238E27FC236}">
                <a16:creationId xmlns:a16="http://schemas.microsoft.com/office/drawing/2014/main" id="{91AA2AA4-0690-2849-B32E-F962E99B7454}"/>
              </a:ext>
            </a:extLst>
          </p:cNvPr>
          <p:cNvSpPr>
            <a:spLocks noChangeArrowheads="1"/>
          </p:cNvSpPr>
          <p:nvPr userDrawn="1"/>
        </p:nvSpPr>
        <p:spPr bwMode="auto">
          <a:xfrm flipH="1">
            <a:off x="7239000" y="6602413"/>
            <a:ext cx="501650" cy="168275"/>
          </a:xfrm>
          <a:prstGeom prst="actionButtonForwardNext">
            <a:avLst/>
          </a:prstGeom>
          <a:solidFill>
            <a:srgbClr val="126072"/>
          </a:soli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4104" name="AutoShape 8">
            <a:hlinkClick r:id="" action="ppaction://hlinkshowjump?jump=nextslide" highlightClick="1"/>
            <a:extLst>
              <a:ext uri="{FF2B5EF4-FFF2-40B4-BE49-F238E27FC236}">
                <a16:creationId xmlns:a16="http://schemas.microsoft.com/office/drawing/2014/main" id="{61D3AA1C-869F-4734-DDFA-E2BDDB35061B}"/>
              </a:ext>
            </a:extLst>
          </p:cNvPr>
          <p:cNvSpPr>
            <a:spLocks noChangeArrowheads="1"/>
          </p:cNvSpPr>
          <p:nvPr userDrawn="1"/>
        </p:nvSpPr>
        <p:spPr bwMode="auto">
          <a:xfrm>
            <a:off x="8391525" y="6602413"/>
            <a:ext cx="501650" cy="168275"/>
          </a:xfrm>
          <a:prstGeom prst="actionButtonForwardNext">
            <a:avLst/>
          </a:prstGeom>
          <a:solidFill>
            <a:srgbClr val="126072"/>
          </a:soli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4105" name="AutoShape 9">
            <a:hlinkClick r:id="" action="ppaction://hlinkshowjump?jump=firstslide" highlightClick="1"/>
            <a:extLst>
              <a:ext uri="{FF2B5EF4-FFF2-40B4-BE49-F238E27FC236}">
                <a16:creationId xmlns:a16="http://schemas.microsoft.com/office/drawing/2014/main" id="{E0C34171-566B-CFD0-E7DC-80FE21AC9E36}"/>
              </a:ext>
            </a:extLst>
          </p:cNvPr>
          <p:cNvSpPr>
            <a:spLocks noChangeArrowheads="1"/>
          </p:cNvSpPr>
          <p:nvPr userDrawn="1"/>
        </p:nvSpPr>
        <p:spPr bwMode="auto">
          <a:xfrm>
            <a:off x="7812088" y="6602413"/>
            <a:ext cx="504825" cy="161925"/>
          </a:xfrm>
          <a:prstGeom prst="actionButtonHome">
            <a:avLst/>
          </a:prstGeom>
          <a:solidFill>
            <a:srgbClr val="126072"/>
          </a:solidFill>
          <a:ln w="28575">
            <a:noFill/>
            <a:miter lim="800000"/>
            <a:headEnd/>
            <a:tailEnd type="none" w="med" len="lg"/>
          </a:ln>
          <a:effectLst/>
        </p:spPr>
        <p:txBody>
          <a:bodyPr anchor="ctr">
            <a:spAutoFit/>
          </a:bodyPr>
          <a:lstStyle/>
          <a:p>
            <a:pPr>
              <a:defRPr/>
            </a:pPr>
            <a:endParaRPr lang="zh-CN" altLang="en-US">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emf"/><Relationship Id="rId7"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6.emf"/><Relationship Id="rId5" Type="http://schemas.openxmlformats.org/officeDocument/2006/relationships/image" Target="../media/image3.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5.emf"/></Relationships>
</file>

<file path=ppt/slides/_rels/slide3.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oleObject" Target="../embeddings/oleObject11.bin"/><Relationship Id="rId18" Type="http://schemas.openxmlformats.org/officeDocument/2006/relationships/image" Target="../media/image14.emf"/><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1.emf"/><Relationship Id="rId17" Type="http://schemas.openxmlformats.org/officeDocument/2006/relationships/oleObject" Target="../embeddings/oleObject13.bin"/><Relationship Id="rId2" Type="http://schemas.openxmlformats.org/officeDocument/2006/relationships/hyperlink" Target="../zxl/&#32993;&#20854;&#22270;1.0/ZLCAI.EXE" TargetMode="External"/><Relationship Id="rId16" Type="http://schemas.openxmlformats.org/officeDocument/2006/relationships/image" Target="../media/image13.emf"/><Relationship Id="rId20" Type="http://schemas.openxmlformats.org/officeDocument/2006/relationships/image" Target="../media/image15.emf"/><Relationship Id="rId1" Type="http://schemas.openxmlformats.org/officeDocument/2006/relationships/slideLayout" Target="../slideLayouts/slideLayout7.xml"/><Relationship Id="rId6" Type="http://schemas.openxmlformats.org/officeDocument/2006/relationships/image" Target="../media/image8.emf"/><Relationship Id="rId11" Type="http://schemas.openxmlformats.org/officeDocument/2006/relationships/oleObject" Target="../embeddings/oleObject10.bin"/><Relationship Id="rId5" Type="http://schemas.openxmlformats.org/officeDocument/2006/relationships/oleObject" Target="../embeddings/oleObject7.bin"/><Relationship Id="rId15" Type="http://schemas.openxmlformats.org/officeDocument/2006/relationships/oleObject" Target="../embeddings/oleObject12.bin"/><Relationship Id="rId10" Type="http://schemas.openxmlformats.org/officeDocument/2006/relationships/image" Target="../media/image10.emf"/><Relationship Id="rId19" Type="http://schemas.openxmlformats.org/officeDocument/2006/relationships/oleObject" Target="../embeddings/oleObject14.bin"/><Relationship Id="rId4" Type="http://schemas.openxmlformats.org/officeDocument/2006/relationships/image" Target="../media/image7.emf"/><Relationship Id="rId9" Type="http://schemas.openxmlformats.org/officeDocument/2006/relationships/oleObject" Target="../embeddings/oleObject9.bin"/><Relationship Id="rId14" Type="http://schemas.openxmlformats.org/officeDocument/2006/relationships/image" Target="../media/image1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1.emf"/><Relationship Id="rId18" Type="http://schemas.openxmlformats.org/officeDocument/2006/relationships/oleObject" Target="../embeddings/oleObject23.bin"/><Relationship Id="rId26" Type="http://schemas.openxmlformats.org/officeDocument/2006/relationships/oleObject" Target="../embeddings/oleObject27.bin"/><Relationship Id="rId3" Type="http://schemas.openxmlformats.org/officeDocument/2006/relationships/image" Target="../media/image16.emf"/><Relationship Id="rId21" Type="http://schemas.openxmlformats.org/officeDocument/2006/relationships/image" Target="../media/image25.emf"/><Relationship Id="rId7" Type="http://schemas.openxmlformats.org/officeDocument/2006/relationships/image" Target="../media/image18.emf"/><Relationship Id="rId12" Type="http://schemas.openxmlformats.org/officeDocument/2006/relationships/oleObject" Target="../embeddings/oleObject20.bin"/><Relationship Id="rId17" Type="http://schemas.openxmlformats.org/officeDocument/2006/relationships/image" Target="../media/image23.emf"/><Relationship Id="rId25" Type="http://schemas.openxmlformats.org/officeDocument/2006/relationships/image" Target="../media/image27.emf"/><Relationship Id="rId2" Type="http://schemas.openxmlformats.org/officeDocument/2006/relationships/oleObject" Target="../embeddings/oleObject15.bin"/><Relationship Id="rId16" Type="http://schemas.openxmlformats.org/officeDocument/2006/relationships/oleObject" Target="../embeddings/oleObject22.bin"/><Relationship Id="rId20" Type="http://schemas.openxmlformats.org/officeDocument/2006/relationships/oleObject" Target="../embeddings/oleObject24.bin"/><Relationship Id="rId1" Type="http://schemas.openxmlformats.org/officeDocument/2006/relationships/slideLayout" Target="../slideLayouts/slideLayout7.xml"/><Relationship Id="rId6" Type="http://schemas.openxmlformats.org/officeDocument/2006/relationships/oleObject" Target="../embeddings/oleObject17.bin"/><Relationship Id="rId11" Type="http://schemas.openxmlformats.org/officeDocument/2006/relationships/image" Target="../media/image20.emf"/><Relationship Id="rId24" Type="http://schemas.openxmlformats.org/officeDocument/2006/relationships/oleObject" Target="../embeddings/oleObject26.bin"/><Relationship Id="rId5" Type="http://schemas.openxmlformats.org/officeDocument/2006/relationships/image" Target="../media/image17.emf"/><Relationship Id="rId15" Type="http://schemas.openxmlformats.org/officeDocument/2006/relationships/image" Target="../media/image22.emf"/><Relationship Id="rId23" Type="http://schemas.openxmlformats.org/officeDocument/2006/relationships/image" Target="../media/image26.emf"/><Relationship Id="rId28" Type="http://schemas.openxmlformats.org/officeDocument/2006/relationships/image" Target="../media/image29.emf"/><Relationship Id="rId10" Type="http://schemas.openxmlformats.org/officeDocument/2006/relationships/oleObject" Target="../embeddings/oleObject19.bin"/><Relationship Id="rId19" Type="http://schemas.openxmlformats.org/officeDocument/2006/relationships/image" Target="../media/image24.emf"/><Relationship Id="rId4" Type="http://schemas.openxmlformats.org/officeDocument/2006/relationships/oleObject" Target="../embeddings/oleObject16.bin"/><Relationship Id="rId9" Type="http://schemas.openxmlformats.org/officeDocument/2006/relationships/image" Target="../media/image19.emf"/><Relationship Id="rId14" Type="http://schemas.openxmlformats.org/officeDocument/2006/relationships/oleObject" Target="../embeddings/oleObject21.bin"/><Relationship Id="rId22" Type="http://schemas.openxmlformats.org/officeDocument/2006/relationships/oleObject" Target="../embeddings/oleObject25.bin"/><Relationship Id="rId27" Type="http://schemas.openxmlformats.org/officeDocument/2006/relationships/image" Target="../media/image28.emf"/></Relationships>
</file>

<file path=ppt/slides/_rels/slide6.xml.rels><?xml version="1.0" encoding="UTF-8" standalone="yes"?>
<Relationships xmlns="http://schemas.openxmlformats.org/package/2006/relationships"><Relationship Id="rId13" Type="http://schemas.openxmlformats.org/officeDocument/2006/relationships/image" Target="../media/image35.emf"/><Relationship Id="rId18" Type="http://schemas.openxmlformats.org/officeDocument/2006/relationships/oleObject" Target="../embeddings/oleObject36.bin"/><Relationship Id="rId26" Type="http://schemas.openxmlformats.org/officeDocument/2006/relationships/oleObject" Target="../embeddings/oleObject40.bin"/><Relationship Id="rId39" Type="http://schemas.openxmlformats.org/officeDocument/2006/relationships/image" Target="../media/image48.emf"/><Relationship Id="rId3" Type="http://schemas.openxmlformats.org/officeDocument/2006/relationships/image" Target="../media/image30.emf"/><Relationship Id="rId21" Type="http://schemas.openxmlformats.org/officeDocument/2006/relationships/image" Target="../media/image39.emf"/><Relationship Id="rId34" Type="http://schemas.openxmlformats.org/officeDocument/2006/relationships/oleObject" Target="../embeddings/oleObject44.bin"/><Relationship Id="rId42" Type="http://schemas.openxmlformats.org/officeDocument/2006/relationships/oleObject" Target="../embeddings/oleObject48.bin"/><Relationship Id="rId47" Type="http://schemas.openxmlformats.org/officeDocument/2006/relationships/image" Target="../media/image52.emf"/><Relationship Id="rId50" Type="http://schemas.openxmlformats.org/officeDocument/2006/relationships/oleObject" Target="../embeddings/oleObject52.bin"/><Relationship Id="rId7" Type="http://schemas.openxmlformats.org/officeDocument/2006/relationships/image" Target="../media/image32.emf"/><Relationship Id="rId12" Type="http://schemas.openxmlformats.org/officeDocument/2006/relationships/oleObject" Target="../embeddings/oleObject33.bin"/><Relationship Id="rId17" Type="http://schemas.openxmlformats.org/officeDocument/2006/relationships/image" Target="../media/image37.emf"/><Relationship Id="rId25" Type="http://schemas.openxmlformats.org/officeDocument/2006/relationships/image" Target="../media/image41.emf"/><Relationship Id="rId33" Type="http://schemas.openxmlformats.org/officeDocument/2006/relationships/image" Target="../media/image45.emf"/><Relationship Id="rId38" Type="http://schemas.openxmlformats.org/officeDocument/2006/relationships/oleObject" Target="../embeddings/oleObject46.bin"/><Relationship Id="rId46" Type="http://schemas.openxmlformats.org/officeDocument/2006/relationships/oleObject" Target="../embeddings/oleObject50.bin"/><Relationship Id="rId2" Type="http://schemas.openxmlformats.org/officeDocument/2006/relationships/oleObject" Target="../embeddings/oleObject28.bin"/><Relationship Id="rId16" Type="http://schemas.openxmlformats.org/officeDocument/2006/relationships/oleObject" Target="../embeddings/oleObject35.bin"/><Relationship Id="rId20" Type="http://schemas.openxmlformats.org/officeDocument/2006/relationships/oleObject" Target="../embeddings/oleObject37.bin"/><Relationship Id="rId29" Type="http://schemas.openxmlformats.org/officeDocument/2006/relationships/image" Target="../media/image43.emf"/><Relationship Id="rId41" Type="http://schemas.openxmlformats.org/officeDocument/2006/relationships/image" Target="../media/image49.emf"/><Relationship Id="rId1" Type="http://schemas.openxmlformats.org/officeDocument/2006/relationships/slideLayout" Target="../slideLayouts/slideLayout7.xml"/><Relationship Id="rId6" Type="http://schemas.openxmlformats.org/officeDocument/2006/relationships/oleObject" Target="../embeddings/oleObject30.bin"/><Relationship Id="rId11" Type="http://schemas.openxmlformats.org/officeDocument/2006/relationships/image" Target="../media/image34.emf"/><Relationship Id="rId24" Type="http://schemas.openxmlformats.org/officeDocument/2006/relationships/oleObject" Target="../embeddings/oleObject39.bin"/><Relationship Id="rId32" Type="http://schemas.openxmlformats.org/officeDocument/2006/relationships/oleObject" Target="../embeddings/oleObject43.bin"/><Relationship Id="rId37" Type="http://schemas.openxmlformats.org/officeDocument/2006/relationships/image" Target="../media/image47.emf"/><Relationship Id="rId40" Type="http://schemas.openxmlformats.org/officeDocument/2006/relationships/oleObject" Target="../embeddings/oleObject47.bin"/><Relationship Id="rId45" Type="http://schemas.openxmlformats.org/officeDocument/2006/relationships/image" Target="../media/image51.emf"/><Relationship Id="rId5" Type="http://schemas.openxmlformats.org/officeDocument/2006/relationships/image" Target="../media/image31.emf"/><Relationship Id="rId15" Type="http://schemas.openxmlformats.org/officeDocument/2006/relationships/image" Target="../media/image36.emf"/><Relationship Id="rId23" Type="http://schemas.openxmlformats.org/officeDocument/2006/relationships/image" Target="../media/image40.emf"/><Relationship Id="rId28" Type="http://schemas.openxmlformats.org/officeDocument/2006/relationships/oleObject" Target="../embeddings/oleObject41.bin"/><Relationship Id="rId36" Type="http://schemas.openxmlformats.org/officeDocument/2006/relationships/oleObject" Target="../embeddings/oleObject45.bin"/><Relationship Id="rId49" Type="http://schemas.openxmlformats.org/officeDocument/2006/relationships/image" Target="../media/image53.emf"/><Relationship Id="rId10" Type="http://schemas.openxmlformats.org/officeDocument/2006/relationships/oleObject" Target="../embeddings/oleObject32.bin"/><Relationship Id="rId19" Type="http://schemas.openxmlformats.org/officeDocument/2006/relationships/image" Target="../media/image38.emf"/><Relationship Id="rId31" Type="http://schemas.openxmlformats.org/officeDocument/2006/relationships/image" Target="../media/image44.emf"/><Relationship Id="rId44" Type="http://schemas.openxmlformats.org/officeDocument/2006/relationships/oleObject" Target="../embeddings/oleObject49.bin"/><Relationship Id="rId4" Type="http://schemas.openxmlformats.org/officeDocument/2006/relationships/oleObject" Target="../embeddings/oleObject29.bin"/><Relationship Id="rId9" Type="http://schemas.openxmlformats.org/officeDocument/2006/relationships/image" Target="../media/image33.emf"/><Relationship Id="rId14" Type="http://schemas.openxmlformats.org/officeDocument/2006/relationships/oleObject" Target="../embeddings/oleObject34.bin"/><Relationship Id="rId22" Type="http://schemas.openxmlformats.org/officeDocument/2006/relationships/oleObject" Target="../embeddings/oleObject38.bin"/><Relationship Id="rId27" Type="http://schemas.openxmlformats.org/officeDocument/2006/relationships/image" Target="../media/image42.emf"/><Relationship Id="rId30" Type="http://schemas.openxmlformats.org/officeDocument/2006/relationships/oleObject" Target="../embeddings/oleObject42.bin"/><Relationship Id="rId35" Type="http://schemas.openxmlformats.org/officeDocument/2006/relationships/image" Target="../media/image46.emf"/><Relationship Id="rId43" Type="http://schemas.openxmlformats.org/officeDocument/2006/relationships/image" Target="../media/image50.emf"/><Relationship Id="rId48" Type="http://schemas.openxmlformats.org/officeDocument/2006/relationships/oleObject" Target="../embeddings/oleObject51.bin"/><Relationship Id="rId8" Type="http://schemas.openxmlformats.org/officeDocument/2006/relationships/oleObject" Target="../embeddings/oleObject31.bin"/><Relationship Id="rId51" Type="http://schemas.openxmlformats.org/officeDocument/2006/relationships/image" Target="../media/image54.emf"/></Relationships>
</file>

<file path=ppt/slides/_rels/slide7.xml.rels><?xml version="1.0" encoding="UTF-8" standalone="yes"?>
<Relationships xmlns="http://schemas.openxmlformats.org/package/2006/relationships"><Relationship Id="rId13" Type="http://schemas.openxmlformats.org/officeDocument/2006/relationships/image" Target="../media/image60.emf"/><Relationship Id="rId18" Type="http://schemas.openxmlformats.org/officeDocument/2006/relationships/oleObject" Target="../embeddings/oleObject61.bin"/><Relationship Id="rId26" Type="http://schemas.openxmlformats.org/officeDocument/2006/relationships/oleObject" Target="../embeddings/oleObject32.bin"/><Relationship Id="rId39" Type="http://schemas.openxmlformats.org/officeDocument/2006/relationships/image" Target="../media/image73.emf"/><Relationship Id="rId21" Type="http://schemas.openxmlformats.org/officeDocument/2006/relationships/image" Target="../media/image64.emf"/><Relationship Id="rId34" Type="http://schemas.openxmlformats.org/officeDocument/2006/relationships/oleObject" Target="../embeddings/oleObject36.bin"/><Relationship Id="rId42" Type="http://schemas.openxmlformats.org/officeDocument/2006/relationships/oleObject" Target="../embeddings/oleObject70.bin"/><Relationship Id="rId47" Type="http://schemas.openxmlformats.org/officeDocument/2006/relationships/image" Target="../media/image77.emf"/><Relationship Id="rId50" Type="http://schemas.openxmlformats.org/officeDocument/2006/relationships/oleObject" Target="../embeddings/oleObject73.bin"/><Relationship Id="rId55" Type="http://schemas.openxmlformats.org/officeDocument/2006/relationships/image" Target="../media/image81.emf"/><Relationship Id="rId7" Type="http://schemas.openxmlformats.org/officeDocument/2006/relationships/image" Target="../media/image57.emf"/><Relationship Id="rId2" Type="http://schemas.openxmlformats.org/officeDocument/2006/relationships/oleObject" Target="../embeddings/oleObject53.bin"/><Relationship Id="rId16" Type="http://schemas.openxmlformats.org/officeDocument/2006/relationships/oleObject" Target="../embeddings/oleObject60.bin"/><Relationship Id="rId20" Type="http://schemas.openxmlformats.org/officeDocument/2006/relationships/oleObject" Target="../embeddings/oleObject62.bin"/><Relationship Id="rId29" Type="http://schemas.openxmlformats.org/officeDocument/2006/relationships/image" Target="../media/image68.emf"/><Relationship Id="rId41" Type="http://schemas.openxmlformats.org/officeDocument/2006/relationships/image" Target="../media/image74.emf"/><Relationship Id="rId54" Type="http://schemas.openxmlformats.org/officeDocument/2006/relationships/oleObject" Target="../embeddings/oleObject74.bin"/><Relationship Id="rId1" Type="http://schemas.openxmlformats.org/officeDocument/2006/relationships/slideLayout" Target="../slideLayouts/slideLayout7.xml"/><Relationship Id="rId6" Type="http://schemas.openxmlformats.org/officeDocument/2006/relationships/oleObject" Target="../embeddings/oleObject55.bin"/><Relationship Id="rId11" Type="http://schemas.openxmlformats.org/officeDocument/2006/relationships/image" Target="../media/image59.emf"/><Relationship Id="rId24" Type="http://schemas.openxmlformats.org/officeDocument/2006/relationships/oleObject" Target="../embeddings/oleObject64.bin"/><Relationship Id="rId32" Type="http://schemas.openxmlformats.org/officeDocument/2006/relationships/oleObject" Target="../embeddings/oleObject67.bin"/><Relationship Id="rId37" Type="http://schemas.openxmlformats.org/officeDocument/2006/relationships/image" Target="../media/image72.emf"/><Relationship Id="rId40" Type="http://schemas.openxmlformats.org/officeDocument/2006/relationships/oleObject" Target="../embeddings/oleObject39.bin"/><Relationship Id="rId45" Type="http://schemas.openxmlformats.org/officeDocument/2006/relationships/image" Target="../media/image76.emf"/><Relationship Id="rId53" Type="http://schemas.openxmlformats.org/officeDocument/2006/relationships/image" Target="../media/image80.emf"/><Relationship Id="rId58" Type="http://schemas.openxmlformats.org/officeDocument/2006/relationships/oleObject" Target="../embeddings/oleObject76.bin"/><Relationship Id="rId5" Type="http://schemas.openxmlformats.org/officeDocument/2006/relationships/image" Target="../media/image56.emf"/><Relationship Id="rId15" Type="http://schemas.openxmlformats.org/officeDocument/2006/relationships/image" Target="../media/image61.emf"/><Relationship Id="rId23" Type="http://schemas.openxmlformats.org/officeDocument/2006/relationships/image" Target="../media/image65.emf"/><Relationship Id="rId28" Type="http://schemas.openxmlformats.org/officeDocument/2006/relationships/oleObject" Target="../embeddings/oleObject65.bin"/><Relationship Id="rId36" Type="http://schemas.openxmlformats.org/officeDocument/2006/relationships/oleObject" Target="../embeddings/oleObject68.bin"/><Relationship Id="rId49" Type="http://schemas.openxmlformats.org/officeDocument/2006/relationships/image" Target="../media/image78.emf"/><Relationship Id="rId57" Type="http://schemas.openxmlformats.org/officeDocument/2006/relationships/image" Target="../media/image82.emf"/><Relationship Id="rId61" Type="http://schemas.openxmlformats.org/officeDocument/2006/relationships/image" Target="../media/image84.emf"/><Relationship Id="rId10" Type="http://schemas.openxmlformats.org/officeDocument/2006/relationships/oleObject" Target="../embeddings/oleObject57.bin"/><Relationship Id="rId19" Type="http://schemas.openxmlformats.org/officeDocument/2006/relationships/image" Target="../media/image63.emf"/><Relationship Id="rId31" Type="http://schemas.openxmlformats.org/officeDocument/2006/relationships/image" Target="../media/image69.emf"/><Relationship Id="rId44" Type="http://schemas.openxmlformats.org/officeDocument/2006/relationships/oleObject" Target="../embeddings/oleObject71.bin"/><Relationship Id="rId52" Type="http://schemas.openxmlformats.org/officeDocument/2006/relationships/oleObject" Target="../embeddings/oleObject45.bin"/><Relationship Id="rId60" Type="http://schemas.openxmlformats.org/officeDocument/2006/relationships/oleObject" Target="../embeddings/oleObject77.bin"/><Relationship Id="rId4" Type="http://schemas.openxmlformats.org/officeDocument/2006/relationships/oleObject" Target="../embeddings/oleObject54.bin"/><Relationship Id="rId9" Type="http://schemas.openxmlformats.org/officeDocument/2006/relationships/image" Target="../media/image58.emf"/><Relationship Id="rId14" Type="http://schemas.openxmlformats.org/officeDocument/2006/relationships/oleObject" Target="../embeddings/oleObject59.bin"/><Relationship Id="rId22" Type="http://schemas.openxmlformats.org/officeDocument/2006/relationships/oleObject" Target="../embeddings/oleObject63.bin"/><Relationship Id="rId27" Type="http://schemas.openxmlformats.org/officeDocument/2006/relationships/image" Target="../media/image67.emf"/><Relationship Id="rId30" Type="http://schemas.openxmlformats.org/officeDocument/2006/relationships/oleObject" Target="../embeddings/oleObject66.bin"/><Relationship Id="rId35" Type="http://schemas.openxmlformats.org/officeDocument/2006/relationships/image" Target="../media/image71.emf"/><Relationship Id="rId43" Type="http://schemas.openxmlformats.org/officeDocument/2006/relationships/image" Target="../media/image75.emf"/><Relationship Id="rId48" Type="http://schemas.openxmlformats.org/officeDocument/2006/relationships/oleObject" Target="../embeddings/oleObject72.bin"/><Relationship Id="rId56" Type="http://schemas.openxmlformats.org/officeDocument/2006/relationships/oleObject" Target="../embeddings/oleObject75.bin"/><Relationship Id="rId8" Type="http://schemas.openxmlformats.org/officeDocument/2006/relationships/oleObject" Target="../embeddings/oleObject56.bin"/><Relationship Id="rId51" Type="http://schemas.openxmlformats.org/officeDocument/2006/relationships/image" Target="../media/image79.emf"/><Relationship Id="rId3" Type="http://schemas.openxmlformats.org/officeDocument/2006/relationships/image" Target="../media/image55.emf"/><Relationship Id="rId12" Type="http://schemas.openxmlformats.org/officeDocument/2006/relationships/oleObject" Target="../embeddings/oleObject58.bin"/><Relationship Id="rId17" Type="http://schemas.openxmlformats.org/officeDocument/2006/relationships/image" Target="../media/image62.emf"/><Relationship Id="rId25" Type="http://schemas.openxmlformats.org/officeDocument/2006/relationships/image" Target="../media/image66.emf"/><Relationship Id="rId33" Type="http://schemas.openxmlformats.org/officeDocument/2006/relationships/image" Target="../media/image70.emf"/><Relationship Id="rId38" Type="http://schemas.openxmlformats.org/officeDocument/2006/relationships/oleObject" Target="../embeddings/oleObject69.bin"/><Relationship Id="rId46" Type="http://schemas.openxmlformats.org/officeDocument/2006/relationships/oleObject" Target="../embeddings/oleObject42.bin"/><Relationship Id="rId59" Type="http://schemas.openxmlformats.org/officeDocument/2006/relationships/image" Target="../media/image83.emf"/></Relationships>
</file>

<file path=ppt/slides/_rels/slide8.xml.rels><?xml version="1.0" encoding="UTF-8" standalone="yes"?>
<Relationships xmlns="http://schemas.openxmlformats.org/package/2006/relationships"><Relationship Id="rId8" Type="http://schemas.openxmlformats.org/officeDocument/2006/relationships/image" Target="../media/image88.emf"/><Relationship Id="rId13" Type="http://schemas.openxmlformats.org/officeDocument/2006/relationships/oleObject" Target="../embeddings/oleObject83.bin"/><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90.emf"/><Relationship Id="rId17" Type="http://schemas.openxmlformats.org/officeDocument/2006/relationships/image" Target="../media/image93.emf"/><Relationship Id="rId2" Type="http://schemas.openxmlformats.org/officeDocument/2006/relationships/image" Target="../media/image85.jpeg"/><Relationship Id="rId16" Type="http://schemas.openxmlformats.org/officeDocument/2006/relationships/image" Target="../media/image92.emf"/><Relationship Id="rId1" Type="http://schemas.openxmlformats.org/officeDocument/2006/relationships/slideLayout" Target="../slideLayouts/slideLayout7.xml"/><Relationship Id="rId6" Type="http://schemas.openxmlformats.org/officeDocument/2006/relationships/image" Target="../media/image87.wmf"/><Relationship Id="rId11" Type="http://schemas.openxmlformats.org/officeDocument/2006/relationships/oleObject" Target="../embeddings/oleObject82.bin"/><Relationship Id="rId5" Type="http://schemas.openxmlformats.org/officeDocument/2006/relationships/oleObject" Target="../embeddings/oleObject79.bin"/><Relationship Id="rId15" Type="http://schemas.openxmlformats.org/officeDocument/2006/relationships/oleObject" Target="../embeddings/oleObject84.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81.bin"/><Relationship Id="rId14" Type="http://schemas.openxmlformats.org/officeDocument/2006/relationships/image" Target="../media/image91.emf"/></Relationships>
</file>

<file path=ppt/slides/_rels/slide9.xml.rels><?xml version="1.0" encoding="UTF-8" standalone="yes"?>
<Relationships xmlns="http://schemas.openxmlformats.org/package/2006/relationships"><Relationship Id="rId8" Type="http://schemas.openxmlformats.org/officeDocument/2006/relationships/image" Target="../media/image96.emf"/><Relationship Id="rId13" Type="http://schemas.openxmlformats.org/officeDocument/2006/relationships/oleObject" Target="../embeddings/oleObject90.bin"/><Relationship Id="rId18" Type="http://schemas.openxmlformats.org/officeDocument/2006/relationships/image" Target="../media/image101.wmf"/><Relationship Id="rId26" Type="http://schemas.openxmlformats.org/officeDocument/2006/relationships/image" Target="../media/image105.emf"/><Relationship Id="rId39" Type="http://schemas.openxmlformats.org/officeDocument/2006/relationships/oleObject" Target="../embeddings/oleObject103.bin"/><Relationship Id="rId3" Type="http://schemas.openxmlformats.org/officeDocument/2006/relationships/oleObject" Target="../embeddings/oleObject85.bin"/><Relationship Id="rId21" Type="http://schemas.openxmlformats.org/officeDocument/2006/relationships/oleObject" Target="../embeddings/oleObject94.bin"/><Relationship Id="rId34" Type="http://schemas.openxmlformats.org/officeDocument/2006/relationships/image" Target="../media/image109.wmf"/><Relationship Id="rId42" Type="http://schemas.openxmlformats.org/officeDocument/2006/relationships/image" Target="../media/image113.emf"/><Relationship Id="rId7" Type="http://schemas.openxmlformats.org/officeDocument/2006/relationships/oleObject" Target="../embeddings/oleObject87.bin"/><Relationship Id="rId12" Type="http://schemas.openxmlformats.org/officeDocument/2006/relationships/image" Target="../media/image98.wmf"/><Relationship Id="rId17" Type="http://schemas.openxmlformats.org/officeDocument/2006/relationships/oleObject" Target="../embeddings/oleObject92.bin"/><Relationship Id="rId25" Type="http://schemas.openxmlformats.org/officeDocument/2006/relationships/oleObject" Target="../embeddings/oleObject96.bin"/><Relationship Id="rId33" Type="http://schemas.openxmlformats.org/officeDocument/2006/relationships/oleObject" Target="../embeddings/oleObject100.bin"/><Relationship Id="rId38" Type="http://schemas.openxmlformats.org/officeDocument/2006/relationships/image" Target="../media/image111.emf"/><Relationship Id="rId2" Type="http://schemas.openxmlformats.org/officeDocument/2006/relationships/image" Target="../media/image85.jpeg"/><Relationship Id="rId16" Type="http://schemas.openxmlformats.org/officeDocument/2006/relationships/image" Target="../media/image100.wmf"/><Relationship Id="rId20" Type="http://schemas.openxmlformats.org/officeDocument/2006/relationships/image" Target="../media/image102.wmf"/><Relationship Id="rId29" Type="http://schemas.openxmlformats.org/officeDocument/2006/relationships/oleObject" Target="../embeddings/oleObject98.bin"/><Relationship Id="rId41" Type="http://schemas.openxmlformats.org/officeDocument/2006/relationships/oleObject" Target="../embeddings/oleObject104.bin"/><Relationship Id="rId1" Type="http://schemas.openxmlformats.org/officeDocument/2006/relationships/slideLayout" Target="../slideLayouts/slideLayout7.xml"/><Relationship Id="rId6" Type="http://schemas.openxmlformats.org/officeDocument/2006/relationships/image" Target="../media/image95.emf"/><Relationship Id="rId11" Type="http://schemas.openxmlformats.org/officeDocument/2006/relationships/oleObject" Target="../embeddings/oleObject89.bin"/><Relationship Id="rId24" Type="http://schemas.openxmlformats.org/officeDocument/2006/relationships/image" Target="../media/image104.emf"/><Relationship Id="rId32" Type="http://schemas.openxmlformats.org/officeDocument/2006/relationships/image" Target="../media/image108.wmf"/><Relationship Id="rId37" Type="http://schemas.openxmlformats.org/officeDocument/2006/relationships/oleObject" Target="../embeddings/oleObject102.bin"/><Relationship Id="rId40" Type="http://schemas.openxmlformats.org/officeDocument/2006/relationships/image" Target="../media/image112.emf"/><Relationship Id="rId45" Type="http://schemas.openxmlformats.org/officeDocument/2006/relationships/image" Target="../media/image115.emf"/><Relationship Id="rId5" Type="http://schemas.openxmlformats.org/officeDocument/2006/relationships/oleObject" Target="../embeddings/oleObject86.bin"/><Relationship Id="rId15" Type="http://schemas.openxmlformats.org/officeDocument/2006/relationships/oleObject" Target="../embeddings/oleObject91.bin"/><Relationship Id="rId23" Type="http://schemas.openxmlformats.org/officeDocument/2006/relationships/oleObject" Target="../embeddings/oleObject95.bin"/><Relationship Id="rId28" Type="http://schemas.openxmlformats.org/officeDocument/2006/relationships/image" Target="../media/image106.emf"/><Relationship Id="rId36" Type="http://schemas.openxmlformats.org/officeDocument/2006/relationships/image" Target="../media/image110.wmf"/><Relationship Id="rId10" Type="http://schemas.openxmlformats.org/officeDocument/2006/relationships/image" Target="../media/image97.emf"/><Relationship Id="rId19" Type="http://schemas.openxmlformats.org/officeDocument/2006/relationships/oleObject" Target="../embeddings/oleObject93.bin"/><Relationship Id="rId31" Type="http://schemas.openxmlformats.org/officeDocument/2006/relationships/oleObject" Target="../embeddings/oleObject99.bin"/><Relationship Id="rId44" Type="http://schemas.openxmlformats.org/officeDocument/2006/relationships/image" Target="../media/image114.emf"/><Relationship Id="rId4" Type="http://schemas.openxmlformats.org/officeDocument/2006/relationships/image" Target="../media/image94.emf"/><Relationship Id="rId9" Type="http://schemas.openxmlformats.org/officeDocument/2006/relationships/oleObject" Target="../embeddings/oleObject88.bin"/><Relationship Id="rId14" Type="http://schemas.openxmlformats.org/officeDocument/2006/relationships/image" Target="../media/image99.wmf"/><Relationship Id="rId22" Type="http://schemas.openxmlformats.org/officeDocument/2006/relationships/image" Target="../media/image103.wmf"/><Relationship Id="rId27" Type="http://schemas.openxmlformats.org/officeDocument/2006/relationships/oleObject" Target="../embeddings/oleObject97.bin"/><Relationship Id="rId30" Type="http://schemas.openxmlformats.org/officeDocument/2006/relationships/image" Target="../media/image107.wmf"/><Relationship Id="rId35" Type="http://schemas.openxmlformats.org/officeDocument/2006/relationships/oleObject" Target="../embeddings/oleObject101.bin"/><Relationship Id="rId43" Type="http://schemas.openxmlformats.org/officeDocument/2006/relationships/oleObject" Target="../embeddings/oleObject105.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9.bin"/><Relationship Id="rId13" Type="http://schemas.openxmlformats.org/officeDocument/2006/relationships/image" Target="../media/image121.emf"/><Relationship Id="rId18" Type="http://schemas.openxmlformats.org/officeDocument/2006/relationships/image" Target="../media/image124.emf"/><Relationship Id="rId3" Type="http://schemas.openxmlformats.org/officeDocument/2006/relationships/image" Target="../media/image116.emf"/><Relationship Id="rId21" Type="http://schemas.openxmlformats.org/officeDocument/2006/relationships/oleObject" Target="../embeddings/oleObject115.bin"/><Relationship Id="rId7" Type="http://schemas.openxmlformats.org/officeDocument/2006/relationships/image" Target="../media/image118.emf"/><Relationship Id="rId12" Type="http://schemas.openxmlformats.org/officeDocument/2006/relationships/oleObject" Target="../embeddings/oleObject111.bin"/><Relationship Id="rId17" Type="http://schemas.openxmlformats.org/officeDocument/2006/relationships/oleObject" Target="../embeddings/oleObject113.bin"/><Relationship Id="rId2" Type="http://schemas.openxmlformats.org/officeDocument/2006/relationships/oleObject" Target="../embeddings/oleObject106.bin"/><Relationship Id="rId16" Type="http://schemas.openxmlformats.org/officeDocument/2006/relationships/image" Target="../media/image123.emf"/><Relationship Id="rId20" Type="http://schemas.openxmlformats.org/officeDocument/2006/relationships/image" Target="../media/image125.emf"/><Relationship Id="rId1" Type="http://schemas.openxmlformats.org/officeDocument/2006/relationships/slideLayout" Target="../slideLayouts/slideLayout7.xml"/><Relationship Id="rId6" Type="http://schemas.openxmlformats.org/officeDocument/2006/relationships/oleObject" Target="../embeddings/oleObject108.bin"/><Relationship Id="rId11" Type="http://schemas.openxmlformats.org/officeDocument/2006/relationships/image" Target="../media/image120.emf"/><Relationship Id="rId5" Type="http://schemas.openxmlformats.org/officeDocument/2006/relationships/image" Target="../media/image117.emf"/><Relationship Id="rId15" Type="http://schemas.openxmlformats.org/officeDocument/2006/relationships/image" Target="../media/image122.emf"/><Relationship Id="rId23" Type="http://schemas.openxmlformats.org/officeDocument/2006/relationships/image" Target="../media/image127.emf"/><Relationship Id="rId10" Type="http://schemas.openxmlformats.org/officeDocument/2006/relationships/oleObject" Target="../embeddings/oleObject110.bin"/><Relationship Id="rId19" Type="http://schemas.openxmlformats.org/officeDocument/2006/relationships/oleObject" Target="../embeddings/oleObject114.bin"/><Relationship Id="rId4" Type="http://schemas.openxmlformats.org/officeDocument/2006/relationships/oleObject" Target="../embeddings/oleObject107.bin"/><Relationship Id="rId9" Type="http://schemas.openxmlformats.org/officeDocument/2006/relationships/image" Target="../media/image119.emf"/><Relationship Id="rId14" Type="http://schemas.openxmlformats.org/officeDocument/2006/relationships/oleObject" Target="../embeddings/oleObject112.bin"/><Relationship Id="rId22" Type="http://schemas.openxmlformats.org/officeDocument/2006/relationships/image" Target="../media/image126.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19.bin"/><Relationship Id="rId13" Type="http://schemas.openxmlformats.org/officeDocument/2006/relationships/image" Target="../media/image133.emf"/><Relationship Id="rId18" Type="http://schemas.openxmlformats.org/officeDocument/2006/relationships/oleObject" Target="../embeddings/oleObject124.bin"/><Relationship Id="rId26" Type="http://schemas.openxmlformats.org/officeDocument/2006/relationships/oleObject" Target="../embeddings/oleObject128.bin"/><Relationship Id="rId3" Type="http://schemas.openxmlformats.org/officeDocument/2006/relationships/image" Target="../media/image128.emf"/><Relationship Id="rId21" Type="http://schemas.openxmlformats.org/officeDocument/2006/relationships/image" Target="../media/image137.emf"/><Relationship Id="rId34" Type="http://schemas.openxmlformats.org/officeDocument/2006/relationships/image" Target="../media/image144.emf"/><Relationship Id="rId7" Type="http://schemas.openxmlformats.org/officeDocument/2006/relationships/image" Target="../media/image130.emf"/><Relationship Id="rId12" Type="http://schemas.openxmlformats.org/officeDocument/2006/relationships/oleObject" Target="../embeddings/oleObject121.bin"/><Relationship Id="rId17" Type="http://schemas.openxmlformats.org/officeDocument/2006/relationships/image" Target="../media/image135.emf"/><Relationship Id="rId25" Type="http://schemas.openxmlformats.org/officeDocument/2006/relationships/image" Target="../media/image139.emf"/><Relationship Id="rId33" Type="http://schemas.openxmlformats.org/officeDocument/2006/relationships/image" Target="../media/image143.emf"/><Relationship Id="rId2" Type="http://schemas.openxmlformats.org/officeDocument/2006/relationships/oleObject" Target="../embeddings/oleObject116.bin"/><Relationship Id="rId16" Type="http://schemas.openxmlformats.org/officeDocument/2006/relationships/oleObject" Target="../embeddings/oleObject123.bin"/><Relationship Id="rId20" Type="http://schemas.openxmlformats.org/officeDocument/2006/relationships/oleObject" Target="../embeddings/oleObject125.bin"/><Relationship Id="rId29" Type="http://schemas.openxmlformats.org/officeDocument/2006/relationships/image" Target="../media/image141.emf"/><Relationship Id="rId1" Type="http://schemas.openxmlformats.org/officeDocument/2006/relationships/slideLayout" Target="../slideLayouts/slideLayout2.xml"/><Relationship Id="rId6" Type="http://schemas.openxmlformats.org/officeDocument/2006/relationships/oleObject" Target="../embeddings/oleObject118.bin"/><Relationship Id="rId11" Type="http://schemas.openxmlformats.org/officeDocument/2006/relationships/image" Target="../media/image132.emf"/><Relationship Id="rId24" Type="http://schemas.openxmlformats.org/officeDocument/2006/relationships/oleObject" Target="../embeddings/oleObject127.bin"/><Relationship Id="rId32" Type="http://schemas.openxmlformats.org/officeDocument/2006/relationships/oleObject" Target="../embeddings/oleObject131.bin"/><Relationship Id="rId5" Type="http://schemas.openxmlformats.org/officeDocument/2006/relationships/image" Target="../media/image129.emf"/><Relationship Id="rId15" Type="http://schemas.openxmlformats.org/officeDocument/2006/relationships/image" Target="../media/image134.emf"/><Relationship Id="rId23" Type="http://schemas.openxmlformats.org/officeDocument/2006/relationships/image" Target="../media/image138.emf"/><Relationship Id="rId28" Type="http://schemas.openxmlformats.org/officeDocument/2006/relationships/oleObject" Target="../embeddings/oleObject129.bin"/><Relationship Id="rId10" Type="http://schemas.openxmlformats.org/officeDocument/2006/relationships/oleObject" Target="../embeddings/oleObject120.bin"/><Relationship Id="rId19" Type="http://schemas.openxmlformats.org/officeDocument/2006/relationships/image" Target="../media/image136.emf"/><Relationship Id="rId31" Type="http://schemas.openxmlformats.org/officeDocument/2006/relationships/image" Target="../media/image142.emf"/><Relationship Id="rId4" Type="http://schemas.openxmlformats.org/officeDocument/2006/relationships/oleObject" Target="../embeddings/oleObject117.bin"/><Relationship Id="rId9" Type="http://schemas.openxmlformats.org/officeDocument/2006/relationships/image" Target="../media/image131.emf"/><Relationship Id="rId14" Type="http://schemas.openxmlformats.org/officeDocument/2006/relationships/oleObject" Target="../embeddings/oleObject122.bin"/><Relationship Id="rId22" Type="http://schemas.openxmlformats.org/officeDocument/2006/relationships/oleObject" Target="../embeddings/oleObject126.bin"/><Relationship Id="rId27" Type="http://schemas.openxmlformats.org/officeDocument/2006/relationships/image" Target="../media/image140.emf"/><Relationship Id="rId30" Type="http://schemas.openxmlformats.org/officeDocument/2006/relationships/oleObject" Target="../embeddings/oleObject130.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27.bin"/><Relationship Id="rId13" Type="http://schemas.openxmlformats.org/officeDocument/2006/relationships/image" Target="../media/image150.emf"/><Relationship Id="rId3" Type="http://schemas.openxmlformats.org/officeDocument/2006/relationships/image" Target="../media/image145.emf"/><Relationship Id="rId7" Type="http://schemas.openxmlformats.org/officeDocument/2006/relationships/image" Target="../media/image147.emf"/><Relationship Id="rId12" Type="http://schemas.openxmlformats.org/officeDocument/2006/relationships/oleObject" Target="../embeddings/oleObject134.bin"/><Relationship Id="rId2" Type="http://schemas.openxmlformats.org/officeDocument/2006/relationships/oleObject" Target="../embeddings/oleObject132.bin"/><Relationship Id="rId1" Type="http://schemas.openxmlformats.org/officeDocument/2006/relationships/slideLayout" Target="../slideLayouts/slideLayout7.xml"/><Relationship Id="rId6" Type="http://schemas.openxmlformats.org/officeDocument/2006/relationships/oleObject" Target="../embeddings/oleObject126.bin"/><Relationship Id="rId11" Type="http://schemas.openxmlformats.org/officeDocument/2006/relationships/image" Target="../media/image149.emf"/><Relationship Id="rId5" Type="http://schemas.openxmlformats.org/officeDocument/2006/relationships/image" Target="../media/image146.emf"/><Relationship Id="rId10" Type="http://schemas.openxmlformats.org/officeDocument/2006/relationships/oleObject" Target="../embeddings/oleObject133.bin"/><Relationship Id="rId4" Type="http://schemas.openxmlformats.org/officeDocument/2006/relationships/oleObject" Target="../embeddings/oleObject125.bin"/><Relationship Id="rId9" Type="http://schemas.openxmlformats.org/officeDocument/2006/relationships/image" Target="../media/image148.e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38.bin"/><Relationship Id="rId13" Type="http://schemas.openxmlformats.org/officeDocument/2006/relationships/image" Target="../media/image156.emf"/><Relationship Id="rId18" Type="http://schemas.openxmlformats.org/officeDocument/2006/relationships/oleObject" Target="../embeddings/oleObject143.bin"/><Relationship Id="rId26" Type="http://schemas.openxmlformats.org/officeDocument/2006/relationships/image" Target="../media/image163.emf"/><Relationship Id="rId3" Type="http://schemas.openxmlformats.org/officeDocument/2006/relationships/image" Target="../media/image151.emf"/><Relationship Id="rId21" Type="http://schemas.openxmlformats.org/officeDocument/2006/relationships/oleObject" Target="../embeddings/oleObject144.bin"/><Relationship Id="rId7" Type="http://schemas.openxmlformats.org/officeDocument/2006/relationships/image" Target="../media/image153.emf"/><Relationship Id="rId12" Type="http://schemas.openxmlformats.org/officeDocument/2006/relationships/oleObject" Target="../embeddings/oleObject140.bin"/><Relationship Id="rId17" Type="http://schemas.openxmlformats.org/officeDocument/2006/relationships/image" Target="../media/image158.emf"/><Relationship Id="rId25" Type="http://schemas.openxmlformats.org/officeDocument/2006/relationships/oleObject" Target="../embeddings/oleObject146.bin"/><Relationship Id="rId2" Type="http://schemas.openxmlformats.org/officeDocument/2006/relationships/oleObject" Target="../embeddings/oleObject135.bin"/><Relationship Id="rId16" Type="http://schemas.openxmlformats.org/officeDocument/2006/relationships/oleObject" Target="../embeddings/oleObject142.bin"/><Relationship Id="rId20" Type="http://schemas.openxmlformats.org/officeDocument/2006/relationships/image" Target="../media/image160.emf"/><Relationship Id="rId29" Type="http://schemas.openxmlformats.org/officeDocument/2006/relationships/oleObject" Target="../embeddings/oleObject148.bin"/><Relationship Id="rId1" Type="http://schemas.openxmlformats.org/officeDocument/2006/relationships/slideLayout" Target="../slideLayouts/slideLayout7.xml"/><Relationship Id="rId6" Type="http://schemas.openxmlformats.org/officeDocument/2006/relationships/oleObject" Target="../embeddings/oleObject137.bin"/><Relationship Id="rId11" Type="http://schemas.openxmlformats.org/officeDocument/2006/relationships/image" Target="../media/image155.emf"/><Relationship Id="rId24" Type="http://schemas.openxmlformats.org/officeDocument/2006/relationships/image" Target="../media/image162.emf"/><Relationship Id="rId5" Type="http://schemas.openxmlformats.org/officeDocument/2006/relationships/image" Target="../media/image152.emf"/><Relationship Id="rId15" Type="http://schemas.openxmlformats.org/officeDocument/2006/relationships/image" Target="../media/image157.emf"/><Relationship Id="rId23" Type="http://schemas.openxmlformats.org/officeDocument/2006/relationships/oleObject" Target="../embeddings/oleObject145.bin"/><Relationship Id="rId28" Type="http://schemas.openxmlformats.org/officeDocument/2006/relationships/image" Target="../media/image164.emf"/><Relationship Id="rId10" Type="http://schemas.openxmlformats.org/officeDocument/2006/relationships/oleObject" Target="../embeddings/oleObject139.bin"/><Relationship Id="rId19" Type="http://schemas.openxmlformats.org/officeDocument/2006/relationships/image" Target="../media/image159.emf"/><Relationship Id="rId4" Type="http://schemas.openxmlformats.org/officeDocument/2006/relationships/oleObject" Target="../embeddings/oleObject136.bin"/><Relationship Id="rId9" Type="http://schemas.openxmlformats.org/officeDocument/2006/relationships/image" Target="../media/image154.emf"/><Relationship Id="rId14" Type="http://schemas.openxmlformats.org/officeDocument/2006/relationships/oleObject" Target="../embeddings/oleObject141.bin"/><Relationship Id="rId22" Type="http://schemas.openxmlformats.org/officeDocument/2006/relationships/image" Target="../media/image161.emf"/><Relationship Id="rId27" Type="http://schemas.openxmlformats.org/officeDocument/2006/relationships/oleObject" Target="../embeddings/oleObject147.bin"/><Relationship Id="rId30" Type="http://schemas.openxmlformats.org/officeDocument/2006/relationships/image" Target="../media/image165.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image" Target="../media/image171.emf"/><Relationship Id="rId18" Type="http://schemas.openxmlformats.org/officeDocument/2006/relationships/oleObject" Target="../embeddings/oleObject157.bin"/><Relationship Id="rId26" Type="http://schemas.openxmlformats.org/officeDocument/2006/relationships/oleObject" Target="../embeddings/oleObject161.bin"/><Relationship Id="rId3" Type="http://schemas.openxmlformats.org/officeDocument/2006/relationships/image" Target="../media/image166.emf"/><Relationship Id="rId21" Type="http://schemas.openxmlformats.org/officeDocument/2006/relationships/image" Target="../media/image175.emf"/><Relationship Id="rId7" Type="http://schemas.openxmlformats.org/officeDocument/2006/relationships/image" Target="../media/image168.emf"/><Relationship Id="rId12" Type="http://schemas.openxmlformats.org/officeDocument/2006/relationships/oleObject" Target="../embeddings/oleObject154.bin"/><Relationship Id="rId17" Type="http://schemas.openxmlformats.org/officeDocument/2006/relationships/image" Target="../media/image173.emf"/><Relationship Id="rId25" Type="http://schemas.openxmlformats.org/officeDocument/2006/relationships/image" Target="../media/image177.emf"/><Relationship Id="rId2" Type="http://schemas.openxmlformats.org/officeDocument/2006/relationships/oleObject" Target="../embeddings/oleObject149.bin"/><Relationship Id="rId16" Type="http://schemas.openxmlformats.org/officeDocument/2006/relationships/oleObject" Target="../embeddings/oleObject156.bin"/><Relationship Id="rId20" Type="http://schemas.openxmlformats.org/officeDocument/2006/relationships/oleObject" Target="../embeddings/oleObject158.bin"/><Relationship Id="rId1" Type="http://schemas.openxmlformats.org/officeDocument/2006/relationships/slideLayout" Target="../slideLayouts/slideLayout7.xml"/><Relationship Id="rId6" Type="http://schemas.openxmlformats.org/officeDocument/2006/relationships/oleObject" Target="../embeddings/oleObject151.bin"/><Relationship Id="rId11" Type="http://schemas.openxmlformats.org/officeDocument/2006/relationships/image" Target="../media/image170.emf"/><Relationship Id="rId24" Type="http://schemas.openxmlformats.org/officeDocument/2006/relationships/oleObject" Target="../embeddings/oleObject160.bin"/><Relationship Id="rId5" Type="http://schemas.openxmlformats.org/officeDocument/2006/relationships/image" Target="../media/image167.emf"/><Relationship Id="rId15" Type="http://schemas.openxmlformats.org/officeDocument/2006/relationships/image" Target="../media/image172.emf"/><Relationship Id="rId23" Type="http://schemas.openxmlformats.org/officeDocument/2006/relationships/image" Target="../media/image176.emf"/><Relationship Id="rId10" Type="http://schemas.openxmlformats.org/officeDocument/2006/relationships/oleObject" Target="../embeddings/oleObject153.bin"/><Relationship Id="rId19" Type="http://schemas.openxmlformats.org/officeDocument/2006/relationships/image" Target="../media/image174.emf"/><Relationship Id="rId4" Type="http://schemas.openxmlformats.org/officeDocument/2006/relationships/oleObject" Target="../embeddings/oleObject150.bin"/><Relationship Id="rId9" Type="http://schemas.openxmlformats.org/officeDocument/2006/relationships/image" Target="../media/image169.emf"/><Relationship Id="rId14" Type="http://schemas.openxmlformats.org/officeDocument/2006/relationships/oleObject" Target="../embeddings/oleObject155.bin"/><Relationship Id="rId22" Type="http://schemas.openxmlformats.org/officeDocument/2006/relationships/oleObject" Target="../embeddings/oleObject159.bin"/><Relationship Id="rId27" Type="http://schemas.openxmlformats.org/officeDocument/2006/relationships/image" Target="../media/image178.e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65.bin"/><Relationship Id="rId13" Type="http://schemas.openxmlformats.org/officeDocument/2006/relationships/image" Target="../media/image184.emf"/><Relationship Id="rId18" Type="http://schemas.openxmlformats.org/officeDocument/2006/relationships/oleObject" Target="../embeddings/oleObject170.bin"/><Relationship Id="rId3" Type="http://schemas.openxmlformats.org/officeDocument/2006/relationships/image" Target="../media/image179.emf"/><Relationship Id="rId21" Type="http://schemas.openxmlformats.org/officeDocument/2006/relationships/image" Target="../media/image188.emf"/><Relationship Id="rId7" Type="http://schemas.openxmlformats.org/officeDocument/2006/relationships/image" Target="../media/image181.emf"/><Relationship Id="rId12" Type="http://schemas.openxmlformats.org/officeDocument/2006/relationships/oleObject" Target="../embeddings/oleObject167.bin"/><Relationship Id="rId17" Type="http://schemas.openxmlformats.org/officeDocument/2006/relationships/image" Target="../media/image186.emf"/><Relationship Id="rId2" Type="http://schemas.openxmlformats.org/officeDocument/2006/relationships/oleObject" Target="../embeddings/oleObject162.bin"/><Relationship Id="rId16" Type="http://schemas.openxmlformats.org/officeDocument/2006/relationships/oleObject" Target="../embeddings/oleObject169.bin"/><Relationship Id="rId20" Type="http://schemas.openxmlformats.org/officeDocument/2006/relationships/oleObject" Target="../embeddings/oleObject171.bin"/><Relationship Id="rId1" Type="http://schemas.openxmlformats.org/officeDocument/2006/relationships/slideLayout" Target="../slideLayouts/slideLayout7.xml"/><Relationship Id="rId6" Type="http://schemas.openxmlformats.org/officeDocument/2006/relationships/oleObject" Target="../embeddings/oleObject164.bin"/><Relationship Id="rId11" Type="http://schemas.openxmlformats.org/officeDocument/2006/relationships/image" Target="../media/image183.emf"/><Relationship Id="rId5" Type="http://schemas.openxmlformats.org/officeDocument/2006/relationships/image" Target="../media/image180.emf"/><Relationship Id="rId15" Type="http://schemas.openxmlformats.org/officeDocument/2006/relationships/image" Target="../media/image185.emf"/><Relationship Id="rId23" Type="http://schemas.openxmlformats.org/officeDocument/2006/relationships/image" Target="../media/image189.emf"/><Relationship Id="rId10" Type="http://schemas.openxmlformats.org/officeDocument/2006/relationships/oleObject" Target="../embeddings/oleObject166.bin"/><Relationship Id="rId19" Type="http://schemas.openxmlformats.org/officeDocument/2006/relationships/image" Target="../media/image187.emf"/><Relationship Id="rId4" Type="http://schemas.openxmlformats.org/officeDocument/2006/relationships/oleObject" Target="../embeddings/oleObject163.bin"/><Relationship Id="rId9" Type="http://schemas.openxmlformats.org/officeDocument/2006/relationships/image" Target="../media/image182.emf"/><Relationship Id="rId14" Type="http://schemas.openxmlformats.org/officeDocument/2006/relationships/oleObject" Target="../embeddings/oleObject168.bin"/><Relationship Id="rId22" Type="http://schemas.openxmlformats.org/officeDocument/2006/relationships/oleObject" Target="../embeddings/oleObject172.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76.bin"/><Relationship Id="rId13" Type="http://schemas.openxmlformats.org/officeDocument/2006/relationships/image" Target="../media/image195.wmf"/><Relationship Id="rId18" Type="http://schemas.openxmlformats.org/officeDocument/2006/relationships/oleObject" Target="../embeddings/oleObject181.bin"/><Relationship Id="rId26" Type="http://schemas.openxmlformats.org/officeDocument/2006/relationships/image" Target="../media/image202.emf"/><Relationship Id="rId3" Type="http://schemas.openxmlformats.org/officeDocument/2006/relationships/image" Target="../media/image190.wmf"/><Relationship Id="rId21" Type="http://schemas.openxmlformats.org/officeDocument/2006/relationships/image" Target="../media/image199.emf"/><Relationship Id="rId7" Type="http://schemas.openxmlformats.org/officeDocument/2006/relationships/image" Target="../media/image192.wmf"/><Relationship Id="rId12" Type="http://schemas.openxmlformats.org/officeDocument/2006/relationships/oleObject" Target="../embeddings/oleObject178.bin"/><Relationship Id="rId17" Type="http://schemas.openxmlformats.org/officeDocument/2006/relationships/image" Target="../media/image197.emf"/><Relationship Id="rId25" Type="http://schemas.openxmlformats.org/officeDocument/2006/relationships/oleObject" Target="../embeddings/oleObject184.bin"/><Relationship Id="rId2" Type="http://schemas.openxmlformats.org/officeDocument/2006/relationships/oleObject" Target="../embeddings/oleObject173.bin"/><Relationship Id="rId16" Type="http://schemas.openxmlformats.org/officeDocument/2006/relationships/oleObject" Target="../embeddings/oleObject180.bin"/><Relationship Id="rId20" Type="http://schemas.openxmlformats.org/officeDocument/2006/relationships/oleObject" Target="../embeddings/oleObject182.bin"/><Relationship Id="rId1" Type="http://schemas.openxmlformats.org/officeDocument/2006/relationships/slideLayout" Target="../slideLayouts/slideLayout7.xml"/><Relationship Id="rId6" Type="http://schemas.openxmlformats.org/officeDocument/2006/relationships/oleObject" Target="../embeddings/oleObject175.bin"/><Relationship Id="rId11" Type="http://schemas.openxmlformats.org/officeDocument/2006/relationships/image" Target="../media/image194.wmf"/><Relationship Id="rId24" Type="http://schemas.openxmlformats.org/officeDocument/2006/relationships/image" Target="../media/image201.emf"/><Relationship Id="rId5" Type="http://schemas.openxmlformats.org/officeDocument/2006/relationships/image" Target="../media/image191.emf"/><Relationship Id="rId15" Type="http://schemas.openxmlformats.org/officeDocument/2006/relationships/image" Target="../media/image196.emf"/><Relationship Id="rId23" Type="http://schemas.openxmlformats.org/officeDocument/2006/relationships/image" Target="../media/image200.emf"/><Relationship Id="rId10" Type="http://schemas.openxmlformats.org/officeDocument/2006/relationships/oleObject" Target="../embeddings/oleObject177.bin"/><Relationship Id="rId19" Type="http://schemas.openxmlformats.org/officeDocument/2006/relationships/image" Target="../media/image198.emf"/><Relationship Id="rId4" Type="http://schemas.openxmlformats.org/officeDocument/2006/relationships/oleObject" Target="../embeddings/oleObject174.bin"/><Relationship Id="rId9" Type="http://schemas.openxmlformats.org/officeDocument/2006/relationships/image" Target="../media/image193.wmf"/><Relationship Id="rId14" Type="http://schemas.openxmlformats.org/officeDocument/2006/relationships/oleObject" Target="../embeddings/oleObject179.bin"/><Relationship Id="rId22" Type="http://schemas.openxmlformats.org/officeDocument/2006/relationships/oleObject" Target="../embeddings/oleObject183.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88.bin"/><Relationship Id="rId13" Type="http://schemas.openxmlformats.org/officeDocument/2006/relationships/image" Target="../media/image208.emf"/><Relationship Id="rId3" Type="http://schemas.openxmlformats.org/officeDocument/2006/relationships/image" Target="../media/image203.emf"/><Relationship Id="rId7" Type="http://schemas.openxmlformats.org/officeDocument/2006/relationships/image" Target="../media/image205.emf"/><Relationship Id="rId12" Type="http://schemas.openxmlformats.org/officeDocument/2006/relationships/oleObject" Target="../embeddings/oleObject190.bin"/><Relationship Id="rId2" Type="http://schemas.openxmlformats.org/officeDocument/2006/relationships/oleObject" Target="../embeddings/oleObject185.bin"/><Relationship Id="rId16" Type="http://schemas.openxmlformats.org/officeDocument/2006/relationships/image" Target="../media/image210.emf"/><Relationship Id="rId1" Type="http://schemas.openxmlformats.org/officeDocument/2006/relationships/slideLayout" Target="../slideLayouts/slideLayout2.xml"/><Relationship Id="rId6" Type="http://schemas.openxmlformats.org/officeDocument/2006/relationships/oleObject" Target="../embeddings/oleObject187.bin"/><Relationship Id="rId11" Type="http://schemas.openxmlformats.org/officeDocument/2006/relationships/image" Target="../media/image207.emf"/><Relationship Id="rId5" Type="http://schemas.openxmlformats.org/officeDocument/2006/relationships/image" Target="../media/image204.emf"/><Relationship Id="rId15" Type="http://schemas.openxmlformats.org/officeDocument/2006/relationships/image" Target="../media/image209.emf"/><Relationship Id="rId10" Type="http://schemas.openxmlformats.org/officeDocument/2006/relationships/oleObject" Target="../embeddings/oleObject189.bin"/><Relationship Id="rId4" Type="http://schemas.openxmlformats.org/officeDocument/2006/relationships/oleObject" Target="../embeddings/oleObject186.bin"/><Relationship Id="rId9" Type="http://schemas.openxmlformats.org/officeDocument/2006/relationships/image" Target="../media/image206.emf"/><Relationship Id="rId14" Type="http://schemas.openxmlformats.org/officeDocument/2006/relationships/oleObject" Target="../embeddings/oleObject191.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95.bin"/><Relationship Id="rId13" Type="http://schemas.openxmlformats.org/officeDocument/2006/relationships/image" Target="../media/image216.emf"/><Relationship Id="rId18" Type="http://schemas.openxmlformats.org/officeDocument/2006/relationships/image" Target="../media/image219.emf"/><Relationship Id="rId3" Type="http://schemas.openxmlformats.org/officeDocument/2006/relationships/image" Target="../media/image211.emf"/><Relationship Id="rId21" Type="http://schemas.openxmlformats.org/officeDocument/2006/relationships/oleObject" Target="../embeddings/oleObject201.bin"/><Relationship Id="rId7" Type="http://schemas.openxmlformats.org/officeDocument/2006/relationships/image" Target="../media/image213.emf"/><Relationship Id="rId12" Type="http://schemas.openxmlformats.org/officeDocument/2006/relationships/oleObject" Target="../embeddings/oleObject197.bin"/><Relationship Id="rId17" Type="http://schemas.openxmlformats.org/officeDocument/2006/relationships/image" Target="../media/image218.emf"/><Relationship Id="rId2" Type="http://schemas.openxmlformats.org/officeDocument/2006/relationships/oleObject" Target="../embeddings/oleObject192.bin"/><Relationship Id="rId16" Type="http://schemas.openxmlformats.org/officeDocument/2006/relationships/oleObject" Target="../embeddings/oleObject199.bin"/><Relationship Id="rId20" Type="http://schemas.openxmlformats.org/officeDocument/2006/relationships/image" Target="../media/image220.emf"/><Relationship Id="rId1" Type="http://schemas.openxmlformats.org/officeDocument/2006/relationships/slideLayout" Target="../slideLayouts/slideLayout12.xml"/><Relationship Id="rId6" Type="http://schemas.openxmlformats.org/officeDocument/2006/relationships/oleObject" Target="../embeddings/oleObject194.bin"/><Relationship Id="rId11" Type="http://schemas.openxmlformats.org/officeDocument/2006/relationships/image" Target="../media/image215.emf"/><Relationship Id="rId5" Type="http://schemas.openxmlformats.org/officeDocument/2006/relationships/image" Target="../media/image212.emf"/><Relationship Id="rId15" Type="http://schemas.openxmlformats.org/officeDocument/2006/relationships/image" Target="../media/image217.emf"/><Relationship Id="rId10" Type="http://schemas.openxmlformats.org/officeDocument/2006/relationships/oleObject" Target="../embeddings/oleObject196.bin"/><Relationship Id="rId19" Type="http://schemas.openxmlformats.org/officeDocument/2006/relationships/oleObject" Target="../embeddings/oleObject200.bin"/><Relationship Id="rId4" Type="http://schemas.openxmlformats.org/officeDocument/2006/relationships/oleObject" Target="../embeddings/oleObject193.bin"/><Relationship Id="rId9" Type="http://schemas.openxmlformats.org/officeDocument/2006/relationships/image" Target="../media/image214.emf"/><Relationship Id="rId14" Type="http://schemas.openxmlformats.org/officeDocument/2006/relationships/oleObject" Target="../embeddings/oleObject198.bin"/><Relationship Id="rId22" Type="http://schemas.openxmlformats.org/officeDocument/2006/relationships/image" Target="../media/image221.e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05.bin"/><Relationship Id="rId3" Type="http://schemas.openxmlformats.org/officeDocument/2006/relationships/image" Target="../media/image222.emf"/><Relationship Id="rId7" Type="http://schemas.openxmlformats.org/officeDocument/2006/relationships/image" Target="../media/image224.emf"/><Relationship Id="rId2" Type="http://schemas.openxmlformats.org/officeDocument/2006/relationships/oleObject" Target="../embeddings/oleObject202.bin"/><Relationship Id="rId1" Type="http://schemas.openxmlformats.org/officeDocument/2006/relationships/slideLayout" Target="../slideLayouts/slideLayout7.xml"/><Relationship Id="rId6" Type="http://schemas.openxmlformats.org/officeDocument/2006/relationships/oleObject" Target="../embeddings/oleObject204.bin"/><Relationship Id="rId5" Type="http://schemas.openxmlformats.org/officeDocument/2006/relationships/image" Target="../media/image223.emf"/><Relationship Id="rId4" Type="http://schemas.openxmlformats.org/officeDocument/2006/relationships/oleObject" Target="../embeddings/oleObject203.bin"/><Relationship Id="rId9" Type="http://schemas.openxmlformats.org/officeDocument/2006/relationships/image" Target="../media/image225.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09.bin"/><Relationship Id="rId13" Type="http://schemas.openxmlformats.org/officeDocument/2006/relationships/image" Target="../media/image231.emf"/><Relationship Id="rId18" Type="http://schemas.openxmlformats.org/officeDocument/2006/relationships/oleObject" Target="../embeddings/oleObject214.bin"/><Relationship Id="rId3" Type="http://schemas.openxmlformats.org/officeDocument/2006/relationships/image" Target="../media/image226.emf"/><Relationship Id="rId21" Type="http://schemas.openxmlformats.org/officeDocument/2006/relationships/image" Target="../media/image236.emf"/><Relationship Id="rId7" Type="http://schemas.openxmlformats.org/officeDocument/2006/relationships/image" Target="../media/image228.emf"/><Relationship Id="rId12" Type="http://schemas.openxmlformats.org/officeDocument/2006/relationships/oleObject" Target="../embeddings/oleObject211.bin"/><Relationship Id="rId17" Type="http://schemas.openxmlformats.org/officeDocument/2006/relationships/image" Target="../media/image233.emf"/><Relationship Id="rId2" Type="http://schemas.openxmlformats.org/officeDocument/2006/relationships/oleObject" Target="../embeddings/oleObject206.bin"/><Relationship Id="rId16" Type="http://schemas.openxmlformats.org/officeDocument/2006/relationships/oleObject" Target="../embeddings/oleObject213.bin"/><Relationship Id="rId20" Type="http://schemas.openxmlformats.org/officeDocument/2006/relationships/image" Target="../media/image235.emf"/><Relationship Id="rId1" Type="http://schemas.openxmlformats.org/officeDocument/2006/relationships/slideLayout" Target="../slideLayouts/slideLayout7.xml"/><Relationship Id="rId6" Type="http://schemas.openxmlformats.org/officeDocument/2006/relationships/oleObject" Target="../embeddings/oleObject208.bin"/><Relationship Id="rId11" Type="http://schemas.openxmlformats.org/officeDocument/2006/relationships/image" Target="../media/image230.emf"/><Relationship Id="rId5" Type="http://schemas.openxmlformats.org/officeDocument/2006/relationships/image" Target="../media/image227.emf"/><Relationship Id="rId15" Type="http://schemas.openxmlformats.org/officeDocument/2006/relationships/image" Target="../media/image232.emf"/><Relationship Id="rId10" Type="http://schemas.openxmlformats.org/officeDocument/2006/relationships/oleObject" Target="../embeddings/oleObject210.bin"/><Relationship Id="rId19" Type="http://schemas.openxmlformats.org/officeDocument/2006/relationships/image" Target="../media/image234.emf"/><Relationship Id="rId4" Type="http://schemas.openxmlformats.org/officeDocument/2006/relationships/oleObject" Target="../embeddings/oleObject207.bin"/><Relationship Id="rId9" Type="http://schemas.openxmlformats.org/officeDocument/2006/relationships/image" Target="../media/image229.emf"/><Relationship Id="rId14" Type="http://schemas.openxmlformats.org/officeDocument/2006/relationships/oleObject" Target="../embeddings/oleObject212.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18.bin"/><Relationship Id="rId13" Type="http://schemas.openxmlformats.org/officeDocument/2006/relationships/oleObject" Target="../embeddings/oleObject220.bin"/><Relationship Id="rId3" Type="http://schemas.openxmlformats.org/officeDocument/2006/relationships/image" Target="../media/image237.emf"/><Relationship Id="rId7" Type="http://schemas.openxmlformats.org/officeDocument/2006/relationships/image" Target="../media/image239.emf"/><Relationship Id="rId12" Type="http://schemas.openxmlformats.org/officeDocument/2006/relationships/image" Target="../media/image242.png"/><Relationship Id="rId2" Type="http://schemas.openxmlformats.org/officeDocument/2006/relationships/oleObject" Target="../embeddings/oleObject215.bin"/><Relationship Id="rId1" Type="http://schemas.openxmlformats.org/officeDocument/2006/relationships/slideLayout" Target="../slideLayouts/slideLayout7.xml"/><Relationship Id="rId6" Type="http://schemas.openxmlformats.org/officeDocument/2006/relationships/oleObject" Target="../embeddings/oleObject217.bin"/><Relationship Id="rId11" Type="http://schemas.openxmlformats.org/officeDocument/2006/relationships/image" Target="../media/image241.emf"/><Relationship Id="rId5" Type="http://schemas.openxmlformats.org/officeDocument/2006/relationships/image" Target="../media/image238.emf"/><Relationship Id="rId10" Type="http://schemas.openxmlformats.org/officeDocument/2006/relationships/oleObject" Target="../embeddings/oleObject219.bin"/><Relationship Id="rId4" Type="http://schemas.openxmlformats.org/officeDocument/2006/relationships/oleObject" Target="../embeddings/oleObject216.bin"/><Relationship Id="rId9" Type="http://schemas.openxmlformats.org/officeDocument/2006/relationships/image" Target="../media/image240.emf"/><Relationship Id="rId14" Type="http://schemas.openxmlformats.org/officeDocument/2006/relationships/image" Target="../media/image243.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24.bin"/><Relationship Id="rId13" Type="http://schemas.openxmlformats.org/officeDocument/2006/relationships/oleObject" Target="../embeddings/oleObject226.bin"/><Relationship Id="rId3" Type="http://schemas.openxmlformats.org/officeDocument/2006/relationships/image" Target="../media/image244.emf"/><Relationship Id="rId7" Type="http://schemas.openxmlformats.org/officeDocument/2006/relationships/image" Target="../media/image246.emf"/><Relationship Id="rId12" Type="http://schemas.openxmlformats.org/officeDocument/2006/relationships/image" Target="../media/image248.emf"/><Relationship Id="rId17" Type="http://schemas.openxmlformats.org/officeDocument/2006/relationships/image" Target="../media/image251.emf"/><Relationship Id="rId2" Type="http://schemas.openxmlformats.org/officeDocument/2006/relationships/oleObject" Target="../embeddings/oleObject221.bin"/><Relationship Id="rId16" Type="http://schemas.openxmlformats.org/officeDocument/2006/relationships/image" Target="../media/image250.emf"/><Relationship Id="rId1" Type="http://schemas.openxmlformats.org/officeDocument/2006/relationships/slideLayout" Target="../slideLayouts/slideLayout7.xml"/><Relationship Id="rId6" Type="http://schemas.openxmlformats.org/officeDocument/2006/relationships/oleObject" Target="../embeddings/oleObject223.bin"/><Relationship Id="rId11" Type="http://schemas.openxmlformats.org/officeDocument/2006/relationships/oleObject" Target="../embeddings/oleObject225.bin"/><Relationship Id="rId5" Type="http://schemas.openxmlformats.org/officeDocument/2006/relationships/image" Target="../media/image245.emf"/><Relationship Id="rId15" Type="http://schemas.openxmlformats.org/officeDocument/2006/relationships/oleObject" Target="../embeddings/oleObject227.bin"/><Relationship Id="rId10" Type="http://schemas.openxmlformats.org/officeDocument/2006/relationships/image" Target="../media/image242.png"/><Relationship Id="rId4" Type="http://schemas.openxmlformats.org/officeDocument/2006/relationships/oleObject" Target="../embeddings/oleObject222.bin"/><Relationship Id="rId9" Type="http://schemas.openxmlformats.org/officeDocument/2006/relationships/image" Target="../media/image247.emf"/><Relationship Id="rId14" Type="http://schemas.openxmlformats.org/officeDocument/2006/relationships/image" Target="../media/image24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91">
            <a:extLst>
              <a:ext uri="{FF2B5EF4-FFF2-40B4-BE49-F238E27FC236}">
                <a16:creationId xmlns:a16="http://schemas.microsoft.com/office/drawing/2014/main" id="{A40B97C6-8820-3288-F6E8-F8BC10C8F5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85288" cy="692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23557" name="Text Box 293">
            <a:extLst>
              <a:ext uri="{FF2B5EF4-FFF2-40B4-BE49-F238E27FC236}">
                <a16:creationId xmlns:a16="http://schemas.microsoft.com/office/drawing/2014/main" id="{DCC7ACC4-DC21-29B6-20E7-FA3063BE4993}"/>
              </a:ext>
            </a:extLst>
          </p:cNvPr>
          <p:cNvSpPr txBox="1">
            <a:spLocks noChangeArrowheads="1"/>
          </p:cNvSpPr>
          <p:nvPr/>
        </p:nvSpPr>
        <p:spPr bwMode="auto">
          <a:xfrm>
            <a:off x="228600" y="1176338"/>
            <a:ext cx="8686800" cy="914400"/>
          </a:xfrm>
          <a:prstGeom prst="rect">
            <a:avLst/>
          </a:prstGeom>
          <a:noFill/>
          <a:ln w="9525">
            <a:noFill/>
            <a:miter lim="800000"/>
            <a:headEnd/>
            <a:tailEnd/>
          </a:ln>
          <a:effectLst/>
        </p:spPr>
        <p:txBody>
          <a:bodyPr>
            <a:spAutoFit/>
          </a:bodyPr>
          <a:lstStyle/>
          <a:p>
            <a:pPr eaLnBrk="1" hangingPunct="1">
              <a:lnSpc>
                <a:spcPct val="75000"/>
              </a:lnSpc>
              <a:buClrTx/>
              <a:buFontTx/>
              <a:buNone/>
              <a:defRPr/>
            </a:pPr>
            <a:r>
              <a:rPr kumimoji="1" lang="en-US" altLang="zh-CN" sz="7200">
                <a:solidFill>
                  <a:srgbClr val="FF66CC"/>
                </a:solidFill>
                <a:effectLst>
                  <a:outerShdw blurRad="38100" dist="38100" dir="2700000" algn="tl">
                    <a:srgbClr val="000000"/>
                  </a:outerShdw>
                </a:effectLst>
                <a:latin typeface="华文新魏" pitchFamily="2" charset="-122"/>
                <a:ea typeface="华文新魏" pitchFamily="2" charset="-122"/>
              </a:rPr>
              <a:t>University Physics</a:t>
            </a:r>
          </a:p>
        </p:txBody>
      </p:sp>
      <p:sp>
        <p:nvSpPr>
          <p:cNvPr id="5" name="Text Box 276">
            <a:extLst>
              <a:ext uri="{FF2B5EF4-FFF2-40B4-BE49-F238E27FC236}">
                <a16:creationId xmlns:a16="http://schemas.microsoft.com/office/drawing/2014/main" id="{D45FFAE1-6AEA-0E6F-F68F-2BE885008D79}"/>
              </a:ext>
            </a:extLst>
          </p:cNvPr>
          <p:cNvSpPr txBox="1">
            <a:spLocks noChangeArrowheads="1"/>
          </p:cNvSpPr>
          <p:nvPr/>
        </p:nvSpPr>
        <p:spPr bwMode="auto">
          <a:xfrm>
            <a:off x="1295400" y="3549650"/>
            <a:ext cx="6705600" cy="2378075"/>
          </a:xfrm>
          <a:prstGeom prst="rect">
            <a:avLst/>
          </a:prstGeom>
          <a:noFill/>
          <a:ln w="9525">
            <a:noFill/>
            <a:miter lim="800000"/>
            <a:headEnd/>
            <a:tailEnd/>
          </a:ln>
          <a:effectLst/>
        </p:spPr>
        <p:txBody>
          <a:bodyPr>
            <a:spAutoFit/>
          </a:bodyPr>
          <a:lstStyle/>
          <a:p>
            <a:pPr eaLnBrk="1" hangingPunct="1">
              <a:lnSpc>
                <a:spcPct val="75000"/>
              </a:lnSpc>
              <a:buClrTx/>
              <a:buFontTx/>
              <a:buNone/>
              <a:defRPr/>
            </a:pPr>
            <a:r>
              <a:rPr kumimoji="1" lang="en-US" altLang="zh-CN" sz="3800" dirty="0">
                <a:solidFill>
                  <a:srgbClr val="FFFF00"/>
                </a:solidFill>
                <a:effectLst>
                  <a:outerShdw blurRad="38100" dist="38100" dir="2700000" algn="tl">
                    <a:srgbClr val="000000"/>
                  </a:outerShdw>
                </a:effectLst>
                <a:latin typeface="Arial" pitchFamily="34" charset="0"/>
                <a:ea typeface="宋体" pitchFamily="2" charset="-122"/>
              </a:rPr>
              <a:t>Xi’an  </a:t>
            </a:r>
            <a:r>
              <a:rPr kumimoji="1" lang="en-US" altLang="zh-CN" sz="3800" dirty="0" err="1">
                <a:solidFill>
                  <a:srgbClr val="FFFF00"/>
                </a:solidFill>
                <a:effectLst>
                  <a:outerShdw blurRad="38100" dist="38100" dir="2700000" algn="tl">
                    <a:srgbClr val="000000"/>
                  </a:outerShdw>
                </a:effectLst>
                <a:latin typeface="Arial" pitchFamily="34" charset="0"/>
                <a:ea typeface="宋体" pitchFamily="2" charset="-122"/>
              </a:rPr>
              <a:t>Jiaotong</a:t>
            </a:r>
            <a:r>
              <a:rPr kumimoji="1" lang="en-US" altLang="zh-CN" sz="3800" dirty="0">
                <a:solidFill>
                  <a:srgbClr val="FFFF00"/>
                </a:solidFill>
                <a:effectLst>
                  <a:outerShdw blurRad="38100" dist="38100" dir="2700000" algn="tl">
                    <a:srgbClr val="000000"/>
                  </a:outerShdw>
                </a:effectLst>
                <a:latin typeface="Arial" pitchFamily="34" charset="0"/>
                <a:ea typeface="宋体" pitchFamily="2" charset="-122"/>
              </a:rPr>
              <a:t>  University</a:t>
            </a:r>
          </a:p>
          <a:p>
            <a:pPr eaLnBrk="1" hangingPunct="1">
              <a:lnSpc>
                <a:spcPct val="75000"/>
              </a:lnSpc>
              <a:buClrTx/>
              <a:buFontTx/>
              <a:buNone/>
              <a:defRPr/>
            </a:pPr>
            <a:endParaRPr kumimoji="1" lang="en-US" altLang="zh-CN" sz="2800" dirty="0">
              <a:solidFill>
                <a:srgbClr val="FFFF00"/>
              </a:solidFill>
              <a:effectLst>
                <a:outerShdw blurRad="38100" dist="38100" dir="2700000" algn="tl">
                  <a:srgbClr val="000000"/>
                </a:outerShdw>
              </a:effectLst>
              <a:latin typeface="Times New Roman" pitchFamily="18" charset="0"/>
              <a:ea typeface="华文仿宋" pitchFamily="2" charset="-122"/>
            </a:endParaRPr>
          </a:p>
          <a:p>
            <a:pPr eaLnBrk="1" hangingPunct="1">
              <a:lnSpc>
                <a:spcPct val="130000"/>
              </a:lnSpc>
              <a:buClrTx/>
              <a:buFontTx/>
              <a:buNone/>
              <a:defRPr/>
            </a:pPr>
            <a:r>
              <a:rPr kumimoji="1" lang="en-US" altLang="zh-CN" sz="3000" dirty="0">
                <a:solidFill>
                  <a:srgbClr val="FFFF00"/>
                </a:solidFill>
                <a:effectLst>
                  <a:outerShdw blurRad="38100" dist="38100" dir="2700000" algn="tl">
                    <a:srgbClr val="000000"/>
                  </a:outerShdw>
                </a:effectLst>
                <a:latin typeface="Arial" pitchFamily="34" charset="0"/>
                <a:ea typeface="楷体_GB2312" pitchFamily="49" charset="-122"/>
              </a:rPr>
              <a:t>Zhao </a:t>
            </a:r>
            <a:r>
              <a:rPr kumimoji="1" lang="en-US" altLang="zh-CN" sz="3000" dirty="0" err="1">
                <a:solidFill>
                  <a:srgbClr val="FFFF00"/>
                </a:solidFill>
                <a:effectLst>
                  <a:outerShdw blurRad="38100" dist="38100" dir="2700000" algn="tl">
                    <a:srgbClr val="000000"/>
                  </a:outerShdw>
                </a:effectLst>
                <a:latin typeface="Arial" pitchFamily="34" charset="0"/>
                <a:ea typeface="楷体_GB2312" pitchFamily="49" charset="-122"/>
              </a:rPr>
              <a:t>ShuMin</a:t>
            </a:r>
            <a:endParaRPr kumimoji="1" lang="en-US" altLang="zh-CN" sz="3000" dirty="0">
              <a:solidFill>
                <a:srgbClr val="FFFF00"/>
              </a:solidFill>
              <a:effectLst>
                <a:outerShdw blurRad="38100" dist="38100" dir="2700000" algn="tl">
                  <a:srgbClr val="000000"/>
                </a:outerShdw>
              </a:effectLst>
              <a:latin typeface="Arial" pitchFamily="34" charset="0"/>
              <a:ea typeface="楷体_GB2312" pitchFamily="49" charset="-122"/>
            </a:endParaRPr>
          </a:p>
          <a:p>
            <a:pPr eaLnBrk="1" hangingPunct="1">
              <a:lnSpc>
                <a:spcPct val="130000"/>
              </a:lnSpc>
              <a:buClrTx/>
              <a:buFontTx/>
              <a:buNone/>
              <a:defRPr/>
            </a:pPr>
            <a:endParaRPr kumimoji="1" lang="en-US" altLang="zh-CN" sz="3000" dirty="0">
              <a:solidFill>
                <a:srgbClr val="FFFF00"/>
              </a:solidFill>
              <a:effectLst>
                <a:outerShdw blurRad="38100" dist="38100" dir="2700000" algn="tl">
                  <a:srgbClr val="000000"/>
                </a:outerShdw>
              </a:effectLst>
              <a:latin typeface="Arial" pitchFamily="34" charset="0"/>
              <a:ea typeface="楷体_GB2312" pitchFamily="49" charset="-122"/>
            </a:endParaRPr>
          </a:p>
          <a:p>
            <a:pPr eaLnBrk="1" hangingPunct="1">
              <a:lnSpc>
                <a:spcPct val="75000"/>
              </a:lnSpc>
              <a:buClrTx/>
              <a:buFontTx/>
              <a:buNone/>
              <a:defRPr/>
            </a:pPr>
            <a:endParaRPr kumimoji="1" lang="en-US" altLang="zh-CN" sz="2800" dirty="0">
              <a:solidFill>
                <a:srgbClr val="FFFF00"/>
              </a:solidFill>
              <a:effectLst>
                <a:outerShdw blurRad="38100" dist="38100" dir="2700000" algn="tl">
                  <a:srgbClr val="000000"/>
                </a:outerShdw>
              </a:effectLst>
              <a:latin typeface="Arial" pitchFamily="34"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42" fill="hold" nodeType="afterEffect">
                                  <p:stCondLst>
                                    <p:cond delay="20000"/>
                                  </p:stCondLst>
                                  <p:iterate type="lt">
                                    <p:tmPct val="100000"/>
                                  </p:iterate>
                                  <p:childTnLst>
                                    <p:set>
                                      <p:cBhvr>
                                        <p:cTn id="6" dur="1" fill="hold">
                                          <p:stCondLst>
                                            <p:cond delay="0"/>
                                          </p:stCondLst>
                                        </p:cTn>
                                        <p:tgtEl>
                                          <p:spTgt spid="523557"/>
                                        </p:tgtEl>
                                        <p:attrNameLst>
                                          <p:attrName>style.visibility</p:attrName>
                                        </p:attrNameLst>
                                      </p:cBhvr>
                                      <p:to>
                                        <p:strVal val="visible"/>
                                      </p:to>
                                    </p:set>
                                    <p:animEffect transition="in" filter="barn(outHorizontal)">
                                      <p:cBhvr>
                                        <p:cTn id="7" dur="75"/>
                                        <p:tgtEl>
                                          <p:spTgt spid="523557"/>
                                        </p:tgtEl>
                                      </p:cBhvr>
                                    </p:animEffect>
                                  </p:childTnLst>
                                </p:cTn>
                              </p:par>
                            </p:childTnLst>
                          </p:cTn>
                        </p:par>
                        <p:par>
                          <p:cTn id="8" fill="hold" nodeType="afterGroup">
                            <p:stCondLst>
                              <p:cond delay="21275"/>
                            </p:stCondLst>
                            <p:childTnLst>
                              <p:par>
                                <p:cTn id="9" presetID="16" presetClass="entr" presetSubtype="42" fill="hold" nodeType="afterEffect">
                                  <p:stCondLst>
                                    <p:cond delay="20000"/>
                                  </p:stCondLst>
                                  <p:iterate type="lt">
                                    <p:tmPct val="100000"/>
                                  </p:iterate>
                                  <p:childTnLst>
                                    <p:set>
                                      <p:cBhvr>
                                        <p:cTn id="10" dur="1" fill="hold">
                                          <p:stCondLst>
                                            <p:cond delay="0"/>
                                          </p:stCondLst>
                                        </p:cTn>
                                        <p:tgtEl>
                                          <p:spTgt spid="5"/>
                                        </p:tgtEl>
                                        <p:attrNameLst>
                                          <p:attrName>style.visibility</p:attrName>
                                        </p:attrNameLst>
                                      </p:cBhvr>
                                      <p:to>
                                        <p:strVal val="visible"/>
                                      </p:to>
                                    </p:set>
                                    <p:animEffect transition="in" filter="barn(outHorizontal)">
                                      <p:cBhvr>
                                        <p:cTn id="11" dur="75"/>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557" grpId="0" autoUpdateAnimBg="0"/>
      <p:bldP spid="5"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ext Box 2">
            <a:extLst>
              <a:ext uri="{FF2B5EF4-FFF2-40B4-BE49-F238E27FC236}">
                <a16:creationId xmlns:a16="http://schemas.microsoft.com/office/drawing/2014/main" id="{EB347028-9940-1E52-C0F5-2E7ED078D21F}"/>
              </a:ext>
            </a:extLst>
          </p:cNvPr>
          <p:cNvSpPr txBox="1">
            <a:spLocks noChangeArrowheads="1"/>
          </p:cNvSpPr>
          <p:nvPr/>
        </p:nvSpPr>
        <p:spPr bwMode="auto">
          <a:xfrm>
            <a:off x="322263" y="323850"/>
            <a:ext cx="2736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 typeface="Wingdings" panose="05000000000000000000" pitchFamily="2" charset="2"/>
              <a:buChar char="l"/>
            </a:pPr>
            <a:r>
              <a:rPr lang="en-US" altLang="zh-CN" sz="2800">
                <a:solidFill>
                  <a:schemeClr val="accent1"/>
                </a:solidFill>
                <a:latin typeface="Times New Roman" panose="02020603050405020304" pitchFamily="18" charset="0"/>
                <a:ea typeface="宋体" panose="02010600030101010101" pitchFamily="2" charset="-122"/>
              </a:rPr>
              <a:t> </a:t>
            </a:r>
            <a:r>
              <a:rPr lang="zh-CN" altLang="en-US" sz="2800">
                <a:solidFill>
                  <a:schemeClr val="accent1"/>
                </a:solidFill>
                <a:latin typeface="Times New Roman" panose="02020603050405020304" pitchFamily="18" charset="0"/>
                <a:ea typeface="宋体" panose="02010600030101010101" pitchFamily="2" charset="-122"/>
              </a:rPr>
              <a:t>转动定律</a:t>
            </a:r>
            <a:endParaRPr lang="zh-CN" altLang="en-US" sz="2800" i="1">
              <a:solidFill>
                <a:schemeClr val="accent1"/>
              </a:solidFill>
              <a:latin typeface="Times New Roman" panose="02020603050405020304" pitchFamily="18" charset="0"/>
              <a:ea typeface="宋体" panose="02010600030101010101" pitchFamily="2" charset="-122"/>
            </a:endParaRPr>
          </a:p>
        </p:txBody>
      </p:sp>
      <p:graphicFrame>
        <p:nvGraphicFramePr>
          <p:cNvPr id="847875" name="Object 3">
            <a:extLst>
              <a:ext uri="{FF2B5EF4-FFF2-40B4-BE49-F238E27FC236}">
                <a16:creationId xmlns:a16="http://schemas.microsoft.com/office/drawing/2014/main" id="{5209543A-1A61-A978-7FDF-B88F421A48ED}"/>
              </a:ext>
            </a:extLst>
          </p:cNvPr>
          <p:cNvGraphicFramePr>
            <a:graphicFrameLocks/>
          </p:cNvGraphicFramePr>
          <p:nvPr/>
        </p:nvGraphicFramePr>
        <p:xfrm>
          <a:off x="2700338" y="852488"/>
          <a:ext cx="1176337" cy="304800"/>
        </p:xfrm>
        <a:graphic>
          <a:graphicData uri="http://schemas.openxmlformats.org/presentationml/2006/ole">
            <mc:AlternateContent xmlns:mc="http://schemas.openxmlformats.org/markup-compatibility/2006">
              <mc:Choice xmlns:v="urn:schemas-microsoft-com:vml" Requires="v">
                <p:oleObj name="公式" r:id="rId2" imgW="1180800" imgH="304560" progId="Equation.3">
                  <p:embed/>
                </p:oleObj>
              </mc:Choice>
              <mc:Fallback>
                <p:oleObj name="公式" r:id="rId2" imgW="1180800" imgH="30456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852488"/>
                        <a:ext cx="1176337"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7876" name="Rectangle 4">
            <a:extLst>
              <a:ext uri="{FF2B5EF4-FFF2-40B4-BE49-F238E27FC236}">
                <a16:creationId xmlns:a16="http://schemas.microsoft.com/office/drawing/2014/main" id="{72210FDF-1BAC-53CA-02F5-8F3A7A3C898C}"/>
              </a:ext>
            </a:extLst>
          </p:cNvPr>
          <p:cNvSpPr>
            <a:spLocks noChangeArrowheads="1"/>
          </p:cNvSpPr>
          <p:nvPr/>
        </p:nvSpPr>
        <p:spPr bwMode="auto">
          <a:xfrm>
            <a:off x="323850" y="1341438"/>
            <a:ext cx="2876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 typeface="Wingdings" panose="05000000000000000000" pitchFamily="2" charset="2"/>
              <a:buChar char="l"/>
            </a:pPr>
            <a:r>
              <a:rPr lang="en-US" altLang="zh-CN" sz="2800">
                <a:solidFill>
                  <a:schemeClr val="accent1"/>
                </a:solidFill>
                <a:latin typeface="Times New Roman" panose="02020603050405020304" pitchFamily="18" charset="0"/>
                <a:ea typeface="宋体" panose="02010600030101010101" pitchFamily="2" charset="-122"/>
              </a:rPr>
              <a:t> </a:t>
            </a:r>
            <a:r>
              <a:rPr lang="zh-CN" altLang="en-US" sz="2800">
                <a:solidFill>
                  <a:schemeClr val="accent1"/>
                </a:solidFill>
                <a:latin typeface="Times New Roman" panose="02020603050405020304" pitchFamily="18" charset="0"/>
                <a:ea typeface="宋体" panose="02010600030101010101" pitchFamily="2" charset="-122"/>
              </a:rPr>
              <a:t>转动惯量</a:t>
            </a:r>
            <a:endParaRPr lang="zh-CN" altLang="en-US" sz="1800" b="0">
              <a:solidFill>
                <a:schemeClr val="accent1"/>
              </a:solidFill>
              <a:latin typeface="Arial" panose="020B0604020202020204" pitchFamily="34" charset="0"/>
              <a:ea typeface="宋体" panose="02010600030101010101" pitchFamily="2" charset="-122"/>
            </a:endParaRPr>
          </a:p>
        </p:txBody>
      </p:sp>
      <p:graphicFrame>
        <p:nvGraphicFramePr>
          <p:cNvPr id="847877" name="Object 5">
            <a:extLst>
              <a:ext uri="{FF2B5EF4-FFF2-40B4-BE49-F238E27FC236}">
                <a16:creationId xmlns:a16="http://schemas.microsoft.com/office/drawing/2014/main" id="{00AB0DB4-370D-3CDD-0DE7-9794EB74E5E2}"/>
              </a:ext>
            </a:extLst>
          </p:cNvPr>
          <p:cNvGraphicFramePr>
            <a:graphicFrameLocks/>
          </p:cNvGraphicFramePr>
          <p:nvPr/>
        </p:nvGraphicFramePr>
        <p:xfrm>
          <a:off x="2627313" y="1947863"/>
          <a:ext cx="1714500" cy="490537"/>
        </p:xfrm>
        <a:graphic>
          <a:graphicData uri="http://schemas.openxmlformats.org/presentationml/2006/ole">
            <mc:AlternateContent xmlns:mc="http://schemas.openxmlformats.org/markup-compatibility/2006">
              <mc:Choice xmlns:v="urn:schemas-microsoft-com:vml" Requires="v">
                <p:oleObj name="公式" r:id="rId4" imgW="1904760" imgH="545760" progId="Equation.3">
                  <p:embed/>
                </p:oleObj>
              </mc:Choice>
              <mc:Fallback>
                <p:oleObj name="公式" r:id="rId4" imgW="1904760" imgH="545760"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1947863"/>
                        <a:ext cx="1714500"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7878" name="Object 6">
            <a:extLst>
              <a:ext uri="{FF2B5EF4-FFF2-40B4-BE49-F238E27FC236}">
                <a16:creationId xmlns:a16="http://schemas.microsoft.com/office/drawing/2014/main" id="{7475053E-0390-0C5E-C23A-7A3AEC2AAEC2}"/>
              </a:ext>
            </a:extLst>
          </p:cNvPr>
          <p:cNvGraphicFramePr>
            <a:graphicFrameLocks/>
          </p:cNvGraphicFramePr>
          <p:nvPr/>
        </p:nvGraphicFramePr>
        <p:xfrm>
          <a:off x="5580063" y="1876425"/>
          <a:ext cx="1393825" cy="525463"/>
        </p:xfrm>
        <a:graphic>
          <a:graphicData uri="http://schemas.openxmlformats.org/presentationml/2006/ole">
            <mc:AlternateContent xmlns:mc="http://schemas.openxmlformats.org/markup-compatibility/2006">
              <mc:Choice xmlns:v="urn:schemas-microsoft-com:vml" Requires="v">
                <p:oleObj name="公式" r:id="rId6" imgW="1549080" imgH="583920" progId="Equation.3">
                  <p:embed/>
                </p:oleObj>
              </mc:Choice>
              <mc:Fallback>
                <p:oleObj name="公式" r:id="rId6" imgW="1549080" imgH="583920" progId="Equation.3">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063" y="1876425"/>
                        <a:ext cx="1393825"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46">
            <a:extLst>
              <a:ext uri="{FF2B5EF4-FFF2-40B4-BE49-F238E27FC236}">
                <a16:creationId xmlns:a16="http://schemas.microsoft.com/office/drawing/2014/main" id="{348AB3C2-C1CE-D3CD-CCFA-EEFAF8D3B3A9}"/>
              </a:ext>
            </a:extLst>
          </p:cNvPr>
          <p:cNvSpPr txBox="1">
            <a:spLocks noChangeArrowheads="1"/>
          </p:cNvSpPr>
          <p:nvPr/>
        </p:nvSpPr>
        <p:spPr bwMode="auto">
          <a:xfrm>
            <a:off x="876300" y="3255963"/>
            <a:ext cx="3213100" cy="530225"/>
          </a:xfrm>
          <a:prstGeom prst="rect">
            <a:avLst/>
          </a:prstGeom>
          <a:noFill/>
          <a:ln w="6350">
            <a:noFill/>
            <a:miter lim="800000"/>
            <a:headEnd type="none" w="sm" len="sm"/>
            <a:tailEnd type="none" w="sm" len="sm"/>
          </a:ln>
          <a:effectLst/>
        </p:spPr>
        <p:txBody>
          <a:bodyPr anchor="ctr">
            <a:spAutoFit/>
          </a:bodyPr>
          <a:lstStyle/>
          <a:p>
            <a:pPr marL="457200" indent="-457200" algn="l" eaLnBrk="1" hangingPunct="1">
              <a:spcAft>
                <a:spcPct val="20000"/>
              </a:spcAft>
              <a:buClr>
                <a:srgbClr val="CCFF33"/>
              </a:buClr>
              <a:buSzPct val="75000"/>
              <a:buFont typeface="Monotype Sorts" pitchFamily="2" charset="2"/>
              <a:buNone/>
              <a:defRPr/>
            </a:pPr>
            <a:r>
              <a:rPr kumimoji="1" lang="en-US" altLang="zh-CN">
                <a:effectLst>
                  <a:outerShdw blurRad="38100" dist="38100" dir="2700000" algn="tl">
                    <a:srgbClr val="000000"/>
                  </a:outerShdw>
                </a:effectLst>
                <a:latin typeface="Times New Roman" pitchFamily="18" charset="0"/>
              </a:rPr>
              <a:t>(1) </a:t>
            </a:r>
            <a:r>
              <a:rPr kumimoji="1" lang="zh-CN" altLang="en-US">
                <a:effectLst>
                  <a:outerShdw blurRad="38100" dist="38100" dir="2700000" algn="tl">
                    <a:srgbClr val="000000"/>
                  </a:outerShdw>
                </a:effectLst>
                <a:latin typeface="Times New Roman" pitchFamily="18" charset="0"/>
              </a:rPr>
              <a:t>刚体的总质量：</a:t>
            </a:r>
            <a:endParaRPr kumimoji="1" lang="zh-CN" altLang="en-US" sz="2000">
              <a:effectLst>
                <a:outerShdw blurRad="38100" dist="38100" dir="2700000" algn="tl">
                  <a:srgbClr val="000000"/>
                </a:outerShdw>
              </a:effectLst>
              <a:latin typeface="Times New Roman" pitchFamily="18" charset="0"/>
            </a:endParaRPr>
          </a:p>
        </p:txBody>
      </p:sp>
      <p:sp>
        <p:nvSpPr>
          <p:cNvPr id="13" name="Rectangle 50">
            <a:extLst>
              <a:ext uri="{FF2B5EF4-FFF2-40B4-BE49-F238E27FC236}">
                <a16:creationId xmlns:a16="http://schemas.microsoft.com/office/drawing/2014/main" id="{957C5EF9-A7E8-DDC3-592D-837045408B39}"/>
              </a:ext>
            </a:extLst>
          </p:cNvPr>
          <p:cNvSpPr>
            <a:spLocks noChangeArrowheads="1"/>
          </p:cNvSpPr>
          <p:nvPr/>
        </p:nvSpPr>
        <p:spPr bwMode="auto">
          <a:xfrm>
            <a:off x="465138" y="2847975"/>
            <a:ext cx="6113462" cy="457200"/>
          </a:xfrm>
          <a:prstGeom prst="rect">
            <a:avLst/>
          </a:prstGeom>
          <a:noFill/>
          <a:ln w="9525">
            <a:noFill/>
            <a:miter lim="800000"/>
            <a:headEnd/>
            <a:tailEnd/>
          </a:ln>
          <a:effectLst/>
        </p:spPr>
        <p:txBody>
          <a:bodyPr>
            <a:spAutoFit/>
          </a:bodyPr>
          <a:lstStyle/>
          <a:p>
            <a:pPr algn="l">
              <a:lnSpc>
                <a:spcPct val="100000"/>
              </a:lnSpc>
              <a:spcAft>
                <a:spcPct val="20000"/>
              </a:spcAft>
              <a:buClr>
                <a:srgbClr val="FFCC00"/>
              </a:buClr>
              <a:buSzPct val="80000"/>
              <a:buFont typeface="Wingdings" pitchFamily="2" charset="2"/>
              <a:buChar char="l"/>
              <a:defRPr/>
            </a:pPr>
            <a:r>
              <a:rPr kumimoji="1" lang="en-US" altLang="zh-CN" dirty="0">
                <a:solidFill>
                  <a:schemeClr val="accent1"/>
                </a:solidFill>
                <a:effectLst>
                  <a:outerShdw blurRad="38100" dist="38100" dir="2700000" algn="tl">
                    <a:srgbClr val="000000"/>
                  </a:outerShdw>
                </a:effectLst>
                <a:latin typeface="Times New Roman" pitchFamily="18" charset="0"/>
              </a:rPr>
              <a:t> </a:t>
            </a:r>
            <a:r>
              <a:rPr kumimoji="1" lang="zh-CN" altLang="en-US" dirty="0">
                <a:solidFill>
                  <a:schemeClr val="accent1"/>
                </a:solidFill>
                <a:effectLst>
                  <a:outerShdw blurRad="38100" dist="38100" dir="2700000" algn="tl">
                    <a:srgbClr val="000000"/>
                  </a:outerShdw>
                </a:effectLst>
                <a:latin typeface="Times New Roman" pitchFamily="18" charset="0"/>
              </a:rPr>
              <a:t>影响转动惯量</a:t>
            </a:r>
            <a:r>
              <a:rPr kumimoji="1" lang="en-US" altLang="zh-CN" i="1" dirty="0">
                <a:solidFill>
                  <a:srgbClr val="FFC000"/>
                </a:solidFill>
                <a:effectLst>
                  <a:outerShdw blurRad="38100" dist="38100" dir="2700000" algn="tl">
                    <a:srgbClr val="000000"/>
                  </a:outerShdw>
                </a:effectLst>
                <a:latin typeface="Times New Roman" pitchFamily="18" charset="0"/>
              </a:rPr>
              <a:t>J</a:t>
            </a:r>
            <a:r>
              <a:rPr kumimoji="1" lang="zh-CN" altLang="en-US" dirty="0">
                <a:solidFill>
                  <a:schemeClr val="accent1"/>
                </a:solidFill>
                <a:effectLst>
                  <a:outerShdw blurRad="38100" dist="38100" dir="2700000" algn="tl">
                    <a:srgbClr val="000000"/>
                  </a:outerShdw>
                </a:effectLst>
                <a:latin typeface="Times New Roman" pitchFamily="18" charset="0"/>
              </a:rPr>
              <a:t>大小的三个因素</a:t>
            </a:r>
          </a:p>
        </p:txBody>
      </p:sp>
      <p:sp>
        <p:nvSpPr>
          <p:cNvPr id="14" name="Text Box 51">
            <a:extLst>
              <a:ext uri="{FF2B5EF4-FFF2-40B4-BE49-F238E27FC236}">
                <a16:creationId xmlns:a16="http://schemas.microsoft.com/office/drawing/2014/main" id="{7D6BD690-EB38-FE63-69B8-392C8FFA364C}"/>
              </a:ext>
            </a:extLst>
          </p:cNvPr>
          <p:cNvSpPr txBox="1">
            <a:spLocks noChangeArrowheads="1"/>
          </p:cNvSpPr>
          <p:nvPr/>
        </p:nvSpPr>
        <p:spPr bwMode="auto">
          <a:xfrm>
            <a:off x="854075" y="4341813"/>
            <a:ext cx="8089900" cy="530225"/>
          </a:xfrm>
          <a:prstGeom prst="rect">
            <a:avLst/>
          </a:prstGeom>
          <a:noFill/>
          <a:ln w="6350">
            <a:noFill/>
            <a:miter lim="800000"/>
            <a:headEnd type="none" w="sm" len="sm"/>
            <a:tailEnd type="none" w="sm" len="sm"/>
          </a:ln>
          <a:effectLst/>
        </p:spPr>
        <p:txBody>
          <a:bodyPr anchor="ctr">
            <a:spAutoFit/>
          </a:bodyPr>
          <a:lstStyle/>
          <a:p>
            <a:pPr marL="457200" indent="-457200" algn="l" eaLnBrk="1" hangingPunct="1">
              <a:spcAft>
                <a:spcPct val="20000"/>
              </a:spcAft>
              <a:buClr>
                <a:srgbClr val="CCFF33"/>
              </a:buClr>
              <a:buSzPct val="75000"/>
              <a:buFont typeface="Monotype Sorts" pitchFamily="2" charset="2"/>
              <a:buNone/>
              <a:defRPr/>
            </a:pPr>
            <a:r>
              <a:rPr kumimoji="1" lang="en-US" altLang="zh-CN" dirty="0">
                <a:effectLst>
                  <a:outerShdw blurRad="38100" dist="38100" dir="2700000" algn="tl">
                    <a:srgbClr val="000000"/>
                  </a:outerShdw>
                </a:effectLst>
                <a:latin typeface="Times New Roman" pitchFamily="18" charset="0"/>
              </a:rPr>
              <a:t>(3) </a:t>
            </a:r>
            <a:r>
              <a:rPr kumimoji="1" lang="zh-CN" altLang="en-US" dirty="0">
                <a:effectLst>
                  <a:outerShdw blurRad="38100" dist="38100" dir="2700000" algn="tl">
                    <a:srgbClr val="000000"/>
                  </a:outerShdw>
                </a:effectLst>
                <a:latin typeface="Times New Roman" pitchFamily="18" charset="0"/>
              </a:rPr>
              <a:t>刚体的转轴位置：</a:t>
            </a:r>
            <a:endParaRPr kumimoji="1" lang="zh-CN" altLang="en-US" sz="2000" dirty="0">
              <a:effectLst>
                <a:outerShdw blurRad="38100" dist="38100" dir="2700000" algn="tl">
                  <a:srgbClr val="000000"/>
                </a:outerShdw>
              </a:effectLst>
              <a:latin typeface="Times New Roman" pitchFamily="18" charset="0"/>
            </a:endParaRPr>
          </a:p>
        </p:txBody>
      </p:sp>
      <p:sp>
        <p:nvSpPr>
          <p:cNvPr id="15" name="Text Box 54">
            <a:extLst>
              <a:ext uri="{FF2B5EF4-FFF2-40B4-BE49-F238E27FC236}">
                <a16:creationId xmlns:a16="http://schemas.microsoft.com/office/drawing/2014/main" id="{86501F6E-147D-263B-CE91-C45F13264776}"/>
              </a:ext>
            </a:extLst>
          </p:cNvPr>
          <p:cNvSpPr txBox="1">
            <a:spLocks noChangeArrowheads="1"/>
          </p:cNvSpPr>
          <p:nvPr/>
        </p:nvSpPr>
        <p:spPr bwMode="auto">
          <a:xfrm>
            <a:off x="876300" y="3789363"/>
            <a:ext cx="3962400" cy="530225"/>
          </a:xfrm>
          <a:prstGeom prst="rect">
            <a:avLst/>
          </a:prstGeom>
          <a:noFill/>
          <a:ln w="6350">
            <a:noFill/>
            <a:miter lim="800000"/>
            <a:headEnd type="none" w="sm" len="sm"/>
            <a:tailEnd type="none" w="sm" len="sm"/>
          </a:ln>
          <a:effectLst/>
        </p:spPr>
        <p:txBody>
          <a:bodyPr anchor="ctr">
            <a:spAutoFit/>
          </a:bodyPr>
          <a:lstStyle/>
          <a:p>
            <a:pPr marL="457200" indent="-457200" algn="l" eaLnBrk="1" hangingPunct="1">
              <a:spcAft>
                <a:spcPct val="20000"/>
              </a:spcAft>
              <a:buClr>
                <a:srgbClr val="CCFF33"/>
              </a:buClr>
              <a:buSzPct val="75000"/>
              <a:buFont typeface="Monotype Sorts" pitchFamily="2" charset="2"/>
              <a:buNone/>
              <a:defRPr/>
            </a:pPr>
            <a:r>
              <a:rPr lang="en-US" altLang="zh-CN">
                <a:effectLst>
                  <a:outerShdw blurRad="38100" dist="38100" dir="2700000" algn="tl">
                    <a:srgbClr val="000000"/>
                  </a:outerShdw>
                </a:effectLst>
                <a:latin typeface="Times New Roman" pitchFamily="18" charset="0"/>
              </a:rPr>
              <a:t>(2) </a:t>
            </a:r>
            <a:r>
              <a:rPr lang="zh-CN" altLang="en-US">
                <a:effectLst>
                  <a:outerShdw blurRad="38100" dist="38100" dir="2700000" algn="tl">
                    <a:srgbClr val="000000"/>
                  </a:outerShdw>
                </a:effectLst>
                <a:latin typeface="Times New Roman" pitchFamily="18" charset="0"/>
              </a:rPr>
              <a:t>质</a:t>
            </a:r>
            <a:r>
              <a:rPr kumimoji="1" lang="zh-CN" altLang="en-US">
                <a:effectLst>
                  <a:outerShdw blurRad="38100" dist="38100" dir="2700000" algn="tl">
                    <a:srgbClr val="000000"/>
                  </a:outerShdw>
                </a:effectLst>
                <a:latin typeface="Times New Roman" pitchFamily="18" charset="0"/>
              </a:rPr>
              <a:t>量相对转轴的分布：</a:t>
            </a:r>
            <a:endParaRPr kumimoji="1" lang="zh-CN" altLang="en-US" sz="2000">
              <a:effectLst>
                <a:outerShdw blurRad="38100" dist="38100" dir="2700000" algn="tl">
                  <a:srgbClr val="000000"/>
                </a:outerShdw>
              </a:effectLst>
              <a:latin typeface="Times New Roman" pitchFamily="18" charset="0"/>
            </a:endParaRPr>
          </a:p>
        </p:txBody>
      </p:sp>
      <p:graphicFrame>
        <p:nvGraphicFramePr>
          <p:cNvPr id="11" name="Object 4">
            <a:extLst>
              <a:ext uri="{FF2B5EF4-FFF2-40B4-BE49-F238E27FC236}">
                <a16:creationId xmlns:a16="http://schemas.microsoft.com/office/drawing/2014/main" id="{02F134EB-5BDE-8519-636D-BA289F6120FE}"/>
              </a:ext>
            </a:extLst>
          </p:cNvPr>
          <p:cNvGraphicFramePr>
            <a:graphicFrameLocks/>
          </p:cNvGraphicFramePr>
          <p:nvPr/>
        </p:nvGraphicFramePr>
        <p:xfrm>
          <a:off x="2874963" y="5027613"/>
          <a:ext cx="1851025" cy="422275"/>
        </p:xfrm>
        <a:graphic>
          <a:graphicData uri="http://schemas.openxmlformats.org/presentationml/2006/ole">
            <mc:AlternateContent xmlns:mc="http://schemas.openxmlformats.org/markup-compatibility/2006">
              <mc:Choice xmlns:v="urn:schemas-microsoft-com:vml" Requires="v">
                <p:oleObj name="公式" r:id="rId8" imgW="2057400" imgH="469800" progId="Equation.3">
                  <p:embed/>
                </p:oleObj>
              </mc:Choice>
              <mc:Fallback>
                <p:oleObj name="公式" r:id="rId8" imgW="2057400" imgH="469800" progId="Equation.3">
                  <p:embed/>
                  <p:pic>
                    <p:nvPicPr>
                      <p:cNvPr id="0" name="Object 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4963" y="5027613"/>
                        <a:ext cx="1851025" cy="42227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 Box 52">
            <a:extLst>
              <a:ext uri="{FF2B5EF4-FFF2-40B4-BE49-F238E27FC236}">
                <a16:creationId xmlns:a16="http://schemas.microsoft.com/office/drawing/2014/main" id="{5977139D-EC1F-3FE2-F578-AA9592628B23}"/>
              </a:ext>
            </a:extLst>
          </p:cNvPr>
          <p:cNvSpPr txBox="1">
            <a:spLocks noChangeArrowheads="1"/>
          </p:cNvSpPr>
          <p:nvPr/>
        </p:nvSpPr>
        <p:spPr bwMode="auto">
          <a:xfrm>
            <a:off x="471488" y="4992688"/>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solidFill>
                  <a:srgbClr val="66FFFF"/>
                </a:solidFill>
                <a:latin typeface="Times New Roman" panose="02020603050405020304" pitchFamily="18" charset="0"/>
                <a:ea typeface="宋体" panose="02010600030101010101" pitchFamily="2" charset="-122"/>
              </a:rPr>
              <a:t>平行轴定理</a:t>
            </a:r>
          </a:p>
        </p:txBody>
      </p:sp>
      <p:sp>
        <p:nvSpPr>
          <p:cNvPr id="17" name="Rectangle 16">
            <a:extLst>
              <a:ext uri="{FF2B5EF4-FFF2-40B4-BE49-F238E27FC236}">
                <a16:creationId xmlns:a16="http://schemas.microsoft.com/office/drawing/2014/main" id="{5A14B340-F195-7DB7-AA48-8C80698A3E60}"/>
              </a:ext>
            </a:extLst>
          </p:cNvPr>
          <p:cNvSpPr>
            <a:spLocks noChangeArrowheads="1"/>
          </p:cNvSpPr>
          <p:nvPr/>
        </p:nvSpPr>
        <p:spPr bwMode="auto">
          <a:xfrm>
            <a:off x="523875" y="5678488"/>
            <a:ext cx="306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a:t>
            </a:r>
            <a:r>
              <a:rPr lang="zh-CN" altLang="en-US">
                <a:solidFill>
                  <a:srgbClr val="FF3300"/>
                </a:solidFill>
                <a:latin typeface="Times New Roman" panose="02020603050405020304" pitchFamily="18" charset="0"/>
                <a:ea typeface="宋体" panose="02010600030101010101" pitchFamily="2" charset="-122"/>
              </a:rPr>
              <a:t>薄板</a:t>
            </a:r>
            <a:r>
              <a:rPr lang="en-US" altLang="zh-CN">
                <a:solidFill>
                  <a:srgbClr val="66FFFF"/>
                </a:solidFill>
                <a:latin typeface="Times New Roman" panose="02020603050405020304" pitchFamily="18" charset="0"/>
                <a:ea typeface="宋体" panose="02010600030101010101" pitchFamily="2" charset="-122"/>
              </a:rPr>
              <a:t>)</a:t>
            </a:r>
            <a:r>
              <a:rPr lang="zh-CN" altLang="en-US">
                <a:solidFill>
                  <a:srgbClr val="66FFFF"/>
                </a:solidFill>
                <a:latin typeface="Times New Roman" panose="02020603050405020304" pitchFamily="18" charset="0"/>
                <a:ea typeface="宋体" panose="02010600030101010101" pitchFamily="2" charset="-122"/>
              </a:rPr>
              <a:t>垂直轴定理</a:t>
            </a:r>
          </a:p>
        </p:txBody>
      </p:sp>
      <p:graphicFrame>
        <p:nvGraphicFramePr>
          <p:cNvPr id="18" name="Object 6">
            <a:extLst>
              <a:ext uri="{FF2B5EF4-FFF2-40B4-BE49-F238E27FC236}">
                <a16:creationId xmlns:a16="http://schemas.microsoft.com/office/drawing/2014/main" id="{EF86F629-73D2-5CC3-6D34-0AA62151C101}"/>
              </a:ext>
            </a:extLst>
          </p:cNvPr>
          <p:cNvGraphicFramePr>
            <a:graphicFrameLocks/>
          </p:cNvGraphicFramePr>
          <p:nvPr/>
        </p:nvGraphicFramePr>
        <p:xfrm>
          <a:off x="3998913" y="5699125"/>
          <a:ext cx="1554162" cy="422275"/>
        </p:xfrm>
        <a:graphic>
          <a:graphicData uri="http://schemas.openxmlformats.org/presentationml/2006/ole">
            <mc:AlternateContent xmlns:mc="http://schemas.openxmlformats.org/markup-compatibility/2006">
              <mc:Choice xmlns:v="urn:schemas-microsoft-com:vml" Requires="v">
                <p:oleObj name="公式" r:id="rId10" imgW="1726920" imgH="469800" progId="Equation.3">
                  <p:embed/>
                </p:oleObj>
              </mc:Choice>
              <mc:Fallback>
                <p:oleObj name="公式" r:id="rId10" imgW="1726920" imgH="469800"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98913" y="5699125"/>
                        <a:ext cx="1554162" cy="42227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47875"/>
                                        </p:tgtEl>
                                        <p:attrNameLst>
                                          <p:attrName>style.visibility</p:attrName>
                                        </p:attrNameLst>
                                      </p:cBhvr>
                                      <p:to>
                                        <p:strVal val="visible"/>
                                      </p:to>
                                    </p:set>
                                    <p:animEffect transition="in" filter="wipe(left)">
                                      <p:cBhvr>
                                        <p:cTn id="7" dur="500"/>
                                        <p:tgtEl>
                                          <p:spTgt spid="8478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47876"/>
                                        </p:tgtEl>
                                        <p:attrNameLst>
                                          <p:attrName>style.visibility</p:attrName>
                                        </p:attrNameLst>
                                      </p:cBhvr>
                                      <p:to>
                                        <p:strVal val="visible"/>
                                      </p:to>
                                    </p:set>
                                    <p:animEffect transition="in" filter="wipe(left)">
                                      <p:cBhvr>
                                        <p:cTn id="12" dur="500"/>
                                        <p:tgtEl>
                                          <p:spTgt spid="8478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47877"/>
                                        </p:tgtEl>
                                        <p:attrNameLst>
                                          <p:attrName>style.visibility</p:attrName>
                                        </p:attrNameLst>
                                      </p:cBhvr>
                                      <p:to>
                                        <p:strVal val="visible"/>
                                      </p:to>
                                    </p:set>
                                    <p:animEffect transition="in" filter="wipe(left)">
                                      <p:cBhvr>
                                        <p:cTn id="17" dur="500"/>
                                        <p:tgtEl>
                                          <p:spTgt spid="8478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47878"/>
                                        </p:tgtEl>
                                        <p:attrNameLst>
                                          <p:attrName>style.visibility</p:attrName>
                                        </p:attrNameLst>
                                      </p:cBhvr>
                                      <p:to>
                                        <p:strVal val="visible"/>
                                      </p:to>
                                    </p:set>
                                    <p:animEffect transition="in" filter="wipe(left)">
                                      <p:cBhvr>
                                        <p:cTn id="22" dur="500"/>
                                        <p:tgtEl>
                                          <p:spTgt spid="8478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animEffect transition="in" filter="wipe(left)">
                                      <p:cBhvr>
                                        <p:cTn id="32" dur="500"/>
                                        <p:tgtEl>
                                          <p:spTgt spid="12">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Effect transition="in" filter="wipe(left)">
                                      <p:cBhvr>
                                        <p:cTn id="37" dur="500"/>
                                        <p:tgtEl>
                                          <p:spTgt spid="1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4">
                                            <p:txEl>
                                              <p:pRg st="0" end="0"/>
                                            </p:txEl>
                                          </p:spTgt>
                                        </p:tgtEl>
                                        <p:attrNameLst>
                                          <p:attrName>style.visibility</p:attrName>
                                        </p:attrNameLst>
                                      </p:cBhvr>
                                      <p:to>
                                        <p:strVal val="visible"/>
                                      </p:to>
                                    </p:set>
                                    <p:animEffect transition="in" filter="wipe(left)">
                                      <p:cBhvr>
                                        <p:cTn id="42" dur="500"/>
                                        <p:tgtEl>
                                          <p:spTgt spid="14">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left)">
                                      <p:cBhvr>
                                        <p:cTn id="6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6" grpId="0" autoUpdateAnimBg="0"/>
      <p:bldP spid="12" grpId="0" build="p" autoUpdateAnimBg="0"/>
      <p:bldP spid="13" grpId="0"/>
      <p:bldP spid="14" grpId="0" build="p" autoUpdateAnimBg="0"/>
      <p:bldP spid="15" grpId="0" build="p" autoUpdateAnimBg="0"/>
      <p:bldP spid="16" grpId="0"/>
      <p:bldP spid="1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Text Box 2">
            <a:hlinkClick r:id="rId2" action="ppaction://hlinkfile"/>
            <a:extLst>
              <a:ext uri="{FF2B5EF4-FFF2-40B4-BE49-F238E27FC236}">
                <a16:creationId xmlns:a16="http://schemas.microsoft.com/office/drawing/2014/main" id="{6BAD42AB-E56B-A3EF-EE82-E9BCA7539E63}"/>
              </a:ext>
            </a:extLst>
          </p:cNvPr>
          <p:cNvSpPr txBox="1">
            <a:spLocks noChangeArrowheads="1"/>
          </p:cNvSpPr>
          <p:nvPr/>
        </p:nvSpPr>
        <p:spPr bwMode="auto">
          <a:xfrm>
            <a:off x="304800" y="1384300"/>
            <a:ext cx="568325" cy="3378200"/>
          </a:xfrm>
          <a:prstGeom prst="rect">
            <a:avLst/>
          </a:prstGeom>
          <a:noFill/>
          <a:ln w="12700">
            <a:noFill/>
            <a:miter lim="800000"/>
            <a:headEnd type="none" w="sm" len="sm"/>
            <a:tailEnd type="none" w="sm" len="sm"/>
          </a:ln>
          <a:effectLst/>
        </p:spPr>
        <p:txBody>
          <a:bodyPr anchor="ctr">
            <a:spAutoFit/>
          </a:bodyPr>
          <a:lstStyle/>
          <a:p>
            <a:pPr>
              <a:lnSpc>
                <a:spcPct val="100000"/>
              </a:lnSpc>
              <a:spcBef>
                <a:spcPct val="50000"/>
              </a:spcBef>
              <a:buClrTx/>
              <a:buFontTx/>
              <a:buNone/>
              <a:defRPr/>
            </a:pPr>
            <a:r>
              <a:rPr kumimoji="1" lang="zh-CN" altLang="en-US">
                <a:solidFill>
                  <a:srgbClr val="FF9900"/>
                </a:solidFill>
                <a:effectLst>
                  <a:outerShdw blurRad="38100" dist="38100" dir="2700000" algn="tl">
                    <a:srgbClr val="000000"/>
                  </a:outerShdw>
                </a:effectLst>
                <a:latin typeface="Times New Roman" pitchFamily="18" charset="0"/>
                <a:ea typeface="隶书" pitchFamily="49" charset="-122"/>
              </a:rPr>
              <a:t>常见刚体的转动惯量</a:t>
            </a:r>
          </a:p>
        </p:txBody>
      </p:sp>
      <p:graphicFrame>
        <p:nvGraphicFramePr>
          <p:cNvPr id="738307" name="Group 3">
            <a:extLst>
              <a:ext uri="{FF2B5EF4-FFF2-40B4-BE49-F238E27FC236}">
                <a16:creationId xmlns:a16="http://schemas.microsoft.com/office/drawing/2014/main" id="{9613E883-1B91-B100-E514-B21A2616DAEF}"/>
              </a:ext>
            </a:extLst>
          </p:cNvPr>
          <p:cNvGraphicFramePr>
            <a:graphicFrameLocks noGrp="1"/>
          </p:cNvGraphicFramePr>
          <p:nvPr/>
        </p:nvGraphicFramePr>
        <p:xfrm>
          <a:off x="1001713" y="254000"/>
          <a:ext cx="7812087" cy="6291264"/>
        </p:xfrm>
        <a:graphic>
          <a:graphicData uri="http://schemas.openxmlformats.org/drawingml/2006/table">
            <a:tbl>
              <a:tblPr/>
              <a:tblGrid>
                <a:gridCol w="2452687">
                  <a:extLst>
                    <a:ext uri="{9D8B030D-6E8A-4147-A177-3AD203B41FA5}">
                      <a16:colId xmlns:a16="http://schemas.microsoft.com/office/drawing/2014/main" val="20000"/>
                    </a:ext>
                  </a:extLst>
                </a:gridCol>
                <a:gridCol w="2655888">
                  <a:extLst>
                    <a:ext uri="{9D8B030D-6E8A-4147-A177-3AD203B41FA5}">
                      <a16:colId xmlns:a16="http://schemas.microsoft.com/office/drawing/2014/main" val="20001"/>
                    </a:ext>
                  </a:extLst>
                </a:gridCol>
                <a:gridCol w="2703512">
                  <a:extLst>
                    <a:ext uri="{9D8B030D-6E8A-4147-A177-3AD203B41FA5}">
                      <a16:colId xmlns:a16="http://schemas.microsoft.com/office/drawing/2014/main" val="20002"/>
                    </a:ext>
                  </a:extLst>
                </a:gridCol>
              </a:tblGrid>
              <a:tr h="6401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刚体</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（质量为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m</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转轴位置</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rPr>
                        <a:t>转动惯量</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61760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细棒</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（棒长为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l</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通过中心与棒垂直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609662">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通过端点与棒垂直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647765">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细圆环</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R</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通过中心与环面垂直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584259">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直径</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r h="622363">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薄圆盘</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R</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通过中心与盘面垂直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5"/>
                  </a:ext>
                </a:extLst>
              </a:tr>
              <a:tr h="56520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直径</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r h="6401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rPr>
                        <a:t>空心圆柱</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rPr>
                        <a:t>（内外半径为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rPr>
                        <a:t>R</a:t>
                      </a:r>
                      <a:r>
                        <a:rPr kumimoji="0" lang="en-US" altLang="zh-CN" sz="1600" b="1" i="0" u="none" strike="noStrike" cap="none" normalizeH="0" baseline="-25000">
                          <a:ln>
                            <a:noFill/>
                          </a:ln>
                          <a:solidFill>
                            <a:srgbClr val="FFCC00"/>
                          </a:solidFill>
                          <a:effectLst/>
                          <a:latin typeface="Times New Roman" pitchFamily="18" charset="0"/>
                          <a:ea typeface="仿宋_GB2312" pitchFamily="49" charset="-122"/>
                        </a:rPr>
                        <a:t>1</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rPr>
                        <a:t>和</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rPr>
                        <a:t>R</a:t>
                      </a:r>
                      <a:r>
                        <a:rPr kumimoji="0" lang="en-US" altLang="zh-CN" sz="1600" b="1" i="0" u="none" strike="noStrike" cap="none" normalizeH="0" baseline="-25000">
                          <a:ln>
                            <a:noFill/>
                          </a:ln>
                          <a:solidFill>
                            <a:srgbClr val="FFCC00"/>
                          </a:solidFill>
                          <a:effectLst/>
                          <a:latin typeface="Times New Roman" pitchFamily="18" charset="0"/>
                          <a:ea typeface="仿宋_GB2312" pitchFamily="49" charset="-122"/>
                        </a:rPr>
                        <a:t>2</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rPr>
                        <a:t>对称轴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7"/>
                  </a:ext>
                </a:extLst>
              </a:tr>
              <a:tr h="6401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球壳</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R</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中心轴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8"/>
                  </a:ext>
                </a:extLst>
              </a:tr>
              <a:tr h="7239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球体</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（半径为</a:t>
                      </a:r>
                      <a:r>
                        <a:rPr kumimoji="0" lang="en-US" altLang="zh-CN" sz="1600" b="1" i="1" u="none" strike="noStrike" cap="none" normalizeH="0" baseline="0">
                          <a:ln>
                            <a:noFill/>
                          </a:ln>
                          <a:solidFill>
                            <a:srgbClr val="FFCC00"/>
                          </a:solidFill>
                          <a:effectLst/>
                          <a:latin typeface="Times New Roman" pitchFamily="18" charset="0"/>
                          <a:ea typeface="仿宋_GB2312" pitchFamily="49" charset="-122"/>
                          <a:cs typeface="Times New Roman" pitchFamily="18" charset="0"/>
                        </a:rPr>
                        <a:t>R</a:t>
                      </a:r>
                      <a:r>
                        <a:rPr kumimoji="0" lang="zh-CN" altLang="en-US" sz="16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Times New Roman" pitchFamily="18" charset="0"/>
                          <a:ea typeface="仿宋_GB2312" pitchFamily="49" charset="-122"/>
                          <a:cs typeface="Times New Roman" pitchFamily="18" charset="0"/>
                        </a:rPr>
                        <a:t>中心轴</a:t>
                      </a: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000" b="1" i="0" u="none" strike="noStrike" cap="none" normalizeH="0" baseline="0">
                        <a:ln>
                          <a:noFill/>
                        </a:ln>
                        <a:solidFill>
                          <a:schemeClr val="bg1"/>
                        </a:solidFill>
                        <a:effectLst/>
                        <a:latin typeface="Times New Roman" pitchFamily="18" charset="0"/>
                        <a:ea typeface="仿宋_GB2312" pitchFamily="49" charset="-122"/>
                      </a:endParaRPr>
                    </a:p>
                  </a:txBody>
                  <a:tcPr marT="45725" marB="45725" anchor="ctr" horzOverflow="overflow">
                    <a:lnL w="12700" cap="flat" cmpd="sng" algn="ctr">
                      <a:solidFill>
                        <a:srgbClr val="3399FF"/>
                      </a:solidFill>
                      <a:prstDash val="solid"/>
                      <a:round/>
                      <a:headEnd type="none" w="med" len="med"/>
                      <a:tailEnd type="none" w="med" len="med"/>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9"/>
                  </a:ext>
                </a:extLst>
              </a:tr>
            </a:tbl>
          </a:graphicData>
        </a:graphic>
      </p:graphicFrame>
      <p:graphicFrame>
        <p:nvGraphicFramePr>
          <p:cNvPr id="738350" name="Object 2">
            <a:extLst>
              <a:ext uri="{FF2B5EF4-FFF2-40B4-BE49-F238E27FC236}">
                <a16:creationId xmlns:a16="http://schemas.microsoft.com/office/drawing/2014/main" id="{4998FEAF-1EBB-620F-96FD-BE9D31EF6601}"/>
              </a:ext>
            </a:extLst>
          </p:cNvPr>
          <p:cNvGraphicFramePr>
            <a:graphicFrameLocks noChangeAspect="1"/>
          </p:cNvGraphicFramePr>
          <p:nvPr/>
        </p:nvGraphicFramePr>
        <p:xfrm>
          <a:off x="6302375" y="1041400"/>
          <a:ext cx="1320800" cy="419100"/>
        </p:xfrm>
        <a:graphic>
          <a:graphicData uri="http://schemas.openxmlformats.org/presentationml/2006/ole">
            <mc:AlternateContent xmlns:mc="http://schemas.openxmlformats.org/markup-compatibility/2006">
              <mc:Choice xmlns:v="urn:schemas-microsoft-com:vml" Requires="v">
                <p:oleObj name="公式" r:id="rId3" imgW="1320480" imgH="419040" progId="Equation.3">
                  <p:embed/>
                </p:oleObj>
              </mc:Choice>
              <mc:Fallback>
                <p:oleObj name="公式" r:id="rId3" imgW="1320480" imgH="4190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2375" y="1041400"/>
                        <a:ext cx="13208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8351" name="Object 3">
            <a:extLst>
              <a:ext uri="{FF2B5EF4-FFF2-40B4-BE49-F238E27FC236}">
                <a16:creationId xmlns:a16="http://schemas.microsoft.com/office/drawing/2014/main" id="{93051802-82A8-A5B1-8086-52C93A7DAAE5}"/>
              </a:ext>
            </a:extLst>
          </p:cNvPr>
          <p:cNvGraphicFramePr>
            <a:graphicFrameLocks noChangeAspect="1"/>
          </p:cNvGraphicFramePr>
          <p:nvPr/>
        </p:nvGraphicFramePr>
        <p:xfrm>
          <a:off x="6302375" y="1647825"/>
          <a:ext cx="1257300" cy="419100"/>
        </p:xfrm>
        <a:graphic>
          <a:graphicData uri="http://schemas.openxmlformats.org/presentationml/2006/ole">
            <mc:AlternateContent xmlns:mc="http://schemas.openxmlformats.org/markup-compatibility/2006">
              <mc:Choice xmlns:v="urn:schemas-microsoft-com:vml" Requires="v">
                <p:oleObj name="公式" r:id="rId5" imgW="1257120" imgH="419040" progId="Equation.3">
                  <p:embed/>
                </p:oleObj>
              </mc:Choice>
              <mc:Fallback>
                <p:oleObj name="公式" r:id="rId5" imgW="1257120" imgH="4190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2375" y="1647825"/>
                        <a:ext cx="12573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8352" name="Object 4">
            <a:extLst>
              <a:ext uri="{FF2B5EF4-FFF2-40B4-BE49-F238E27FC236}">
                <a16:creationId xmlns:a16="http://schemas.microsoft.com/office/drawing/2014/main" id="{4A7619C5-6E83-B511-A5C0-6349E668559E}"/>
              </a:ext>
            </a:extLst>
          </p:cNvPr>
          <p:cNvGraphicFramePr>
            <a:graphicFrameLocks noChangeAspect="1"/>
          </p:cNvGraphicFramePr>
          <p:nvPr/>
        </p:nvGraphicFramePr>
        <p:xfrm>
          <a:off x="6302375" y="2868613"/>
          <a:ext cx="1914525" cy="438150"/>
        </p:xfrm>
        <a:graphic>
          <a:graphicData uri="http://schemas.openxmlformats.org/presentationml/2006/ole">
            <mc:AlternateContent xmlns:mc="http://schemas.openxmlformats.org/markup-compatibility/2006">
              <mc:Choice xmlns:v="urn:schemas-microsoft-com:vml" Requires="v">
                <p:oleObj name="公式" r:id="rId7" imgW="2400120" imgH="545760" progId="Equation.3">
                  <p:embed/>
                </p:oleObj>
              </mc:Choice>
              <mc:Fallback>
                <p:oleObj name="公式" r:id="rId7" imgW="2400120" imgH="54576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2375" y="2868613"/>
                        <a:ext cx="191452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8353" name="Object 5">
            <a:extLst>
              <a:ext uri="{FF2B5EF4-FFF2-40B4-BE49-F238E27FC236}">
                <a16:creationId xmlns:a16="http://schemas.microsoft.com/office/drawing/2014/main" id="{165D649B-D4AB-FA51-E1EE-E42449DE77C7}"/>
              </a:ext>
            </a:extLst>
          </p:cNvPr>
          <p:cNvGraphicFramePr>
            <a:graphicFrameLocks noChangeAspect="1"/>
          </p:cNvGraphicFramePr>
          <p:nvPr/>
        </p:nvGraphicFramePr>
        <p:xfrm>
          <a:off x="6302375" y="2287588"/>
          <a:ext cx="1193800" cy="419100"/>
        </p:xfrm>
        <a:graphic>
          <a:graphicData uri="http://schemas.openxmlformats.org/presentationml/2006/ole">
            <mc:AlternateContent xmlns:mc="http://schemas.openxmlformats.org/markup-compatibility/2006">
              <mc:Choice xmlns:v="urn:schemas-microsoft-com:vml" Requires="v">
                <p:oleObj name="公式" r:id="rId9" imgW="1193760" imgH="419040" progId="Equation.3">
                  <p:embed/>
                </p:oleObj>
              </mc:Choice>
              <mc:Fallback>
                <p:oleObj name="公式" r:id="rId9" imgW="1193760" imgH="41904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02375" y="2287588"/>
                        <a:ext cx="11938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8354" name="Object 6">
            <a:extLst>
              <a:ext uri="{FF2B5EF4-FFF2-40B4-BE49-F238E27FC236}">
                <a16:creationId xmlns:a16="http://schemas.microsoft.com/office/drawing/2014/main" id="{01F6B530-AF6B-C42B-AAC1-EB7DAC139E23}"/>
              </a:ext>
            </a:extLst>
          </p:cNvPr>
          <p:cNvGraphicFramePr>
            <a:graphicFrameLocks noChangeAspect="1"/>
          </p:cNvGraphicFramePr>
          <p:nvPr/>
        </p:nvGraphicFramePr>
        <p:xfrm>
          <a:off x="6302375" y="3490913"/>
          <a:ext cx="1346200" cy="419100"/>
        </p:xfrm>
        <a:graphic>
          <a:graphicData uri="http://schemas.openxmlformats.org/presentationml/2006/ole">
            <mc:AlternateContent xmlns:mc="http://schemas.openxmlformats.org/markup-compatibility/2006">
              <mc:Choice xmlns:v="urn:schemas-microsoft-com:vml" Requires="v">
                <p:oleObj name="公式" r:id="rId11" imgW="1346040" imgH="419040" progId="Equation.3">
                  <p:embed/>
                </p:oleObj>
              </mc:Choice>
              <mc:Fallback>
                <p:oleObj name="公式" r:id="rId11" imgW="1346040" imgH="41904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02375" y="3490913"/>
                        <a:ext cx="13462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8355" name="Object 7">
            <a:extLst>
              <a:ext uri="{FF2B5EF4-FFF2-40B4-BE49-F238E27FC236}">
                <a16:creationId xmlns:a16="http://schemas.microsoft.com/office/drawing/2014/main" id="{084DFB66-125D-1AA3-3370-0B46DA392F74}"/>
              </a:ext>
            </a:extLst>
          </p:cNvPr>
          <p:cNvGraphicFramePr>
            <a:graphicFrameLocks noChangeAspect="1"/>
          </p:cNvGraphicFramePr>
          <p:nvPr/>
        </p:nvGraphicFramePr>
        <p:xfrm>
          <a:off x="6302375" y="4037013"/>
          <a:ext cx="1928813" cy="439737"/>
        </p:xfrm>
        <a:graphic>
          <a:graphicData uri="http://schemas.openxmlformats.org/presentationml/2006/ole">
            <mc:AlternateContent xmlns:mc="http://schemas.openxmlformats.org/markup-compatibility/2006">
              <mc:Choice xmlns:v="urn:schemas-microsoft-com:vml" Requires="v">
                <p:oleObj name="公式" r:id="rId13" imgW="2400120" imgH="545760" progId="Equation.3">
                  <p:embed/>
                </p:oleObj>
              </mc:Choice>
              <mc:Fallback>
                <p:oleObj name="公式" r:id="rId13" imgW="2400120" imgH="54576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02375" y="4037013"/>
                        <a:ext cx="1928813"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8356" name="Object 8">
            <a:extLst>
              <a:ext uri="{FF2B5EF4-FFF2-40B4-BE49-F238E27FC236}">
                <a16:creationId xmlns:a16="http://schemas.microsoft.com/office/drawing/2014/main" id="{F1E6877F-9CBC-9664-FB7D-B093432B51B6}"/>
              </a:ext>
            </a:extLst>
          </p:cNvPr>
          <p:cNvGraphicFramePr>
            <a:graphicFrameLocks noChangeAspect="1"/>
          </p:cNvGraphicFramePr>
          <p:nvPr/>
        </p:nvGraphicFramePr>
        <p:xfrm>
          <a:off x="6302375" y="4706938"/>
          <a:ext cx="2208213" cy="419100"/>
        </p:xfrm>
        <a:graphic>
          <a:graphicData uri="http://schemas.openxmlformats.org/presentationml/2006/ole">
            <mc:AlternateContent xmlns:mc="http://schemas.openxmlformats.org/markup-compatibility/2006">
              <mc:Choice xmlns:v="urn:schemas-microsoft-com:vml" Requires="v">
                <p:oleObj name="公式" r:id="rId15" imgW="2209680" imgH="419040" progId="Equation.3">
                  <p:embed/>
                </p:oleObj>
              </mc:Choice>
              <mc:Fallback>
                <p:oleObj name="公式" r:id="rId15" imgW="2209680" imgH="41904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02375" y="4706938"/>
                        <a:ext cx="2208213"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8357" name="Object 9">
            <a:extLst>
              <a:ext uri="{FF2B5EF4-FFF2-40B4-BE49-F238E27FC236}">
                <a16:creationId xmlns:a16="http://schemas.microsoft.com/office/drawing/2014/main" id="{12F44E30-EDEF-6350-3F72-45E58A018F44}"/>
              </a:ext>
            </a:extLst>
          </p:cNvPr>
          <p:cNvGraphicFramePr>
            <a:graphicFrameLocks noChangeAspect="1"/>
          </p:cNvGraphicFramePr>
          <p:nvPr/>
        </p:nvGraphicFramePr>
        <p:xfrm>
          <a:off x="6302375" y="5327650"/>
          <a:ext cx="1346200" cy="419100"/>
        </p:xfrm>
        <a:graphic>
          <a:graphicData uri="http://schemas.openxmlformats.org/presentationml/2006/ole">
            <mc:AlternateContent xmlns:mc="http://schemas.openxmlformats.org/markup-compatibility/2006">
              <mc:Choice xmlns:v="urn:schemas-microsoft-com:vml" Requires="v">
                <p:oleObj name="公式" r:id="rId17" imgW="1346040" imgH="419040" progId="Equation.3">
                  <p:embed/>
                </p:oleObj>
              </mc:Choice>
              <mc:Fallback>
                <p:oleObj name="公式" r:id="rId17" imgW="1346040" imgH="41904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02375" y="5327650"/>
                        <a:ext cx="13462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8358" name="Object 10">
            <a:extLst>
              <a:ext uri="{FF2B5EF4-FFF2-40B4-BE49-F238E27FC236}">
                <a16:creationId xmlns:a16="http://schemas.microsoft.com/office/drawing/2014/main" id="{629F37DE-215C-FA8F-675B-8A1DC11847ED}"/>
              </a:ext>
            </a:extLst>
          </p:cNvPr>
          <p:cNvGraphicFramePr>
            <a:graphicFrameLocks noChangeAspect="1"/>
          </p:cNvGraphicFramePr>
          <p:nvPr/>
        </p:nvGraphicFramePr>
        <p:xfrm>
          <a:off x="6302375" y="6026150"/>
          <a:ext cx="1346200" cy="419100"/>
        </p:xfrm>
        <a:graphic>
          <a:graphicData uri="http://schemas.openxmlformats.org/presentationml/2006/ole">
            <mc:AlternateContent xmlns:mc="http://schemas.openxmlformats.org/markup-compatibility/2006">
              <mc:Choice xmlns:v="urn:schemas-microsoft-com:vml" Requires="v">
                <p:oleObj name="公式" r:id="rId19" imgW="1346040" imgH="419040" progId="Equation.3">
                  <p:embed/>
                </p:oleObj>
              </mc:Choice>
              <mc:Fallback>
                <p:oleObj name="公式" r:id="rId19" imgW="1346040" imgH="41904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02375" y="6026150"/>
                        <a:ext cx="13462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38306"/>
                                        </p:tgtEl>
                                        <p:attrNameLst>
                                          <p:attrName>style.visibility</p:attrName>
                                        </p:attrNameLst>
                                      </p:cBhvr>
                                      <p:to>
                                        <p:strVal val="visible"/>
                                      </p:to>
                                    </p:set>
                                    <p:animEffect transition="in" filter="wipe(up)">
                                      <p:cBhvr>
                                        <p:cTn id="7" dur="500"/>
                                        <p:tgtEl>
                                          <p:spTgt spid="7383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38307"/>
                                        </p:tgtEl>
                                        <p:attrNameLst>
                                          <p:attrName>style.visibility</p:attrName>
                                        </p:attrNameLst>
                                      </p:cBhvr>
                                      <p:to>
                                        <p:strVal val="visible"/>
                                      </p:to>
                                    </p:set>
                                    <p:animEffect transition="in" filter="wipe(up)">
                                      <p:cBhvr>
                                        <p:cTn id="12" dur="500"/>
                                        <p:tgtEl>
                                          <p:spTgt spid="738307"/>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738350"/>
                                        </p:tgtEl>
                                        <p:attrNameLst>
                                          <p:attrName>style.visibility</p:attrName>
                                        </p:attrNameLst>
                                      </p:cBhvr>
                                      <p:to>
                                        <p:strVal val="visible"/>
                                      </p:to>
                                    </p:set>
                                    <p:animEffect transition="in" filter="wipe(up)">
                                      <p:cBhvr>
                                        <p:cTn id="16" dur="500"/>
                                        <p:tgtEl>
                                          <p:spTgt spid="738350"/>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738351"/>
                                        </p:tgtEl>
                                        <p:attrNameLst>
                                          <p:attrName>style.visibility</p:attrName>
                                        </p:attrNameLst>
                                      </p:cBhvr>
                                      <p:to>
                                        <p:strVal val="visible"/>
                                      </p:to>
                                    </p:set>
                                    <p:animEffect transition="in" filter="wipe(up)">
                                      <p:cBhvr>
                                        <p:cTn id="20" dur="500"/>
                                        <p:tgtEl>
                                          <p:spTgt spid="738351"/>
                                        </p:tgtEl>
                                      </p:cBhvr>
                                    </p:animEffect>
                                  </p:childTnLst>
                                </p:cTn>
                              </p:par>
                            </p:childTnLst>
                          </p:cTn>
                        </p:par>
                        <p:par>
                          <p:cTn id="21" fill="hold" nodeType="afterGroup">
                            <p:stCondLst>
                              <p:cond delay="1500"/>
                            </p:stCondLst>
                            <p:childTnLst>
                              <p:par>
                                <p:cTn id="22" presetID="22" presetClass="entr" presetSubtype="1" fill="hold" nodeType="afterEffect">
                                  <p:stCondLst>
                                    <p:cond delay="0"/>
                                  </p:stCondLst>
                                  <p:childTnLst>
                                    <p:set>
                                      <p:cBhvr>
                                        <p:cTn id="23" dur="1" fill="hold">
                                          <p:stCondLst>
                                            <p:cond delay="0"/>
                                          </p:stCondLst>
                                        </p:cTn>
                                        <p:tgtEl>
                                          <p:spTgt spid="738353"/>
                                        </p:tgtEl>
                                        <p:attrNameLst>
                                          <p:attrName>style.visibility</p:attrName>
                                        </p:attrNameLst>
                                      </p:cBhvr>
                                      <p:to>
                                        <p:strVal val="visible"/>
                                      </p:to>
                                    </p:set>
                                    <p:animEffect transition="in" filter="wipe(up)">
                                      <p:cBhvr>
                                        <p:cTn id="24" dur="500"/>
                                        <p:tgtEl>
                                          <p:spTgt spid="738353"/>
                                        </p:tgtEl>
                                      </p:cBhvr>
                                    </p:animEffec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738352"/>
                                        </p:tgtEl>
                                        <p:attrNameLst>
                                          <p:attrName>style.visibility</p:attrName>
                                        </p:attrNameLst>
                                      </p:cBhvr>
                                      <p:to>
                                        <p:strVal val="visible"/>
                                      </p:to>
                                    </p:set>
                                    <p:animEffect transition="in" filter="wipe(up)">
                                      <p:cBhvr>
                                        <p:cTn id="28" dur="500"/>
                                        <p:tgtEl>
                                          <p:spTgt spid="738352"/>
                                        </p:tgtEl>
                                      </p:cBhvr>
                                    </p:animEffect>
                                  </p:childTnLst>
                                </p:cTn>
                              </p:par>
                            </p:childTnLst>
                          </p:cTn>
                        </p:par>
                        <p:par>
                          <p:cTn id="29" fill="hold" nodeType="afterGroup">
                            <p:stCondLst>
                              <p:cond delay="2500"/>
                            </p:stCondLst>
                            <p:childTnLst>
                              <p:par>
                                <p:cTn id="30" presetID="22" presetClass="entr" presetSubtype="1" fill="hold" nodeType="afterEffect">
                                  <p:stCondLst>
                                    <p:cond delay="0"/>
                                  </p:stCondLst>
                                  <p:childTnLst>
                                    <p:set>
                                      <p:cBhvr>
                                        <p:cTn id="31" dur="1" fill="hold">
                                          <p:stCondLst>
                                            <p:cond delay="0"/>
                                          </p:stCondLst>
                                        </p:cTn>
                                        <p:tgtEl>
                                          <p:spTgt spid="738354"/>
                                        </p:tgtEl>
                                        <p:attrNameLst>
                                          <p:attrName>style.visibility</p:attrName>
                                        </p:attrNameLst>
                                      </p:cBhvr>
                                      <p:to>
                                        <p:strVal val="visible"/>
                                      </p:to>
                                    </p:set>
                                    <p:animEffect transition="in" filter="wipe(up)">
                                      <p:cBhvr>
                                        <p:cTn id="32" dur="500"/>
                                        <p:tgtEl>
                                          <p:spTgt spid="738354"/>
                                        </p:tgtEl>
                                      </p:cBhvr>
                                    </p:animEffect>
                                  </p:childTnLst>
                                </p:cTn>
                              </p:par>
                            </p:childTnLst>
                          </p:cTn>
                        </p:par>
                        <p:par>
                          <p:cTn id="33" fill="hold" nodeType="afterGroup">
                            <p:stCondLst>
                              <p:cond delay="3000"/>
                            </p:stCondLst>
                            <p:childTnLst>
                              <p:par>
                                <p:cTn id="34" presetID="22" presetClass="entr" presetSubtype="1" fill="hold" nodeType="afterEffect">
                                  <p:stCondLst>
                                    <p:cond delay="0"/>
                                  </p:stCondLst>
                                  <p:childTnLst>
                                    <p:set>
                                      <p:cBhvr>
                                        <p:cTn id="35" dur="1" fill="hold">
                                          <p:stCondLst>
                                            <p:cond delay="0"/>
                                          </p:stCondLst>
                                        </p:cTn>
                                        <p:tgtEl>
                                          <p:spTgt spid="738355"/>
                                        </p:tgtEl>
                                        <p:attrNameLst>
                                          <p:attrName>style.visibility</p:attrName>
                                        </p:attrNameLst>
                                      </p:cBhvr>
                                      <p:to>
                                        <p:strVal val="visible"/>
                                      </p:to>
                                    </p:set>
                                    <p:animEffect transition="in" filter="wipe(up)">
                                      <p:cBhvr>
                                        <p:cTn id="36" dur="500"/>
                                        <p:tgtEl>
                                          <p:spTgt spid="738355"/>
                                        </p:tgtEl>
                                      </p:cBhvr>
                                    </p:animEffect>
                                  </p:childTnLst>
                                </p:cTn>
                              </p:par>
                            </p:childTnLst>
                          </p:cTn>
                        </p:par>
                        <p:par>
                          <p:cTn id="37" fill="hold" nodeType="afterGroup">
                            <p:stCondLst>
                              <p:cond delay="3500"/>
                            </p:stCondLst>
                            <p:childTnLst>
                              <p:par>
                                <p:cTn id="38" presetID="22" presetClass="entr" presetSubtype="1" fill="hold" nodeType="afterEffect">
                                  <p:stCondLst>
                                    <p:cond delay="0"/>
                                  </p:stCondLst>
                                  <p:childTnLst>
                                    <p:set>
                                      <p:cBhvr>
                                        <p:cTn id="39" dur="1" fill="hold">
                                          <p:stCondLst>
                                            <p:cond delay="0"/>
                                          </p:stCondLst>
                                        </p:cTn>
                                        <p:tgtEl>
                                          <p:spTgt spid="738356"/>
                                        </p:tgtEl>
                                        <p:attrNameLst>
                                          <p:attrName>style.visibility</p:attrName>
                                        </p:attrNameLst>
                                      </p:cBhvr>
                                      <p:to>
                                        <p:strVal val="visible"/>
                                      </p:to>
                                    </p:set>
                                    <p:animEffect transition="in" filter="wipe(up)">
                                      <p:cBhvr>
                                        <p:cTn id="40" dur="500"/>
                                        <p:tgtEl>
                                          <p:spTgt spid="738356"/>
                                        </p:tgtEl>
                                      </p:cBhvr>
                                    </p:animEffect>
                                  </p:childTnLst>
                                </p:cTn>
                              </p:par>
                            </p:childTnLst>
                          </p:cTn>
                        </p:par>
                        <p:par>
                          <p:cTn id="41" fill="hold" nodeType="afterGroup">
                            <p:stCondLst>
                              <p:cond delay="4000"/>
                            </p:stCondLst>
                            <p:childTnLst>
                              <p:par>
                                <p:cTn id="42" presetID="22" presetClass="entr" presetSubtype="1" fill="hold" nodeType="afterEffect">
                                  <p:stCondLst>
                                    <p:cond delay="0"/>
                                  </p:stCondLst>
                                  <p:childTnLst>
                                    <p:set>
                                      <p:cBhvr>
                                        <p:cTn id="43" dur="1" fill="hold">
                                          <p:stCondLst>
                                            <p:cond delay="0"/>
                                          </p:stCondLst>
                                        </p:cTn>
                                        <p:tgtEl>
                                          <p:spTgt spid="738357"/>
                                        </p:tgtEl>
                                        <p:attrNameLst>
                                          <p:attrName>style.visibility</p:attrName>
                                        </p:attrNameLst>
                                      </p:cBhvr>
                                      <p:to>
                                        <p:strVal val="visible"/>
                                      </p:to>
                                    </p:set>
                                    <p:animEffect transition="in" filter="wipe(up)">
                                      <p:cBhvr>
                                        <p:cTn id="44" dur="500"/>
                                        <p:tgtEl>
                                          <p:spTgt spid="738357"/>
                                        </p:tgtEl>
                                      </p:cBhvr>
                                    </p:animEffect>
                                  </p:childTnLst>
                                </p:cTn>
                              </p:par>
                            </p:childTnLst>
                          </p:cTn>
                        </p:par>
                        <p:par>
                          <p:cTn id="45" fill="hold" nodeType="afterGroup">
                            <p:stCondLst>
                              <p:cond delay="4500"/>
                            </p:stCondLst>
                            <p:childTnLst>
                              <p:par>
                                <p:cTn id="46" presetID="22" presetClass="entr" presetSubtype="1" fill="hold" nodeType="afterEffect">
                                  <p:stCondLst>
                                    <p:cond delay="0"/>
                                  </p:stCondLst>
                                  <p:childTnLst>
                                    <p:set>
                                      <p:cBhvr>
                                        <p:cTn id="47" dur="1" fill="hold">
                                          <p:stCondLst>
                                            <p:cond delay="0"/>
                                          </p:stCondLst>
                                        </p:cTn>
                                        <p:tgtEl>
                                          <p:spTgt spid="738358"/>
                                        </p:tgtEl>
                                        <p:attrNameLst>
                                          <p:attrName>style.visibility</p:attrName>
                                        </p:attrNameLst>
                                      </p:cBhvr>
                                      <p:to>
                                        <p:strVal val="visible"/>
                                      </p:to>
                                    </p:set>
                                    <p:animEffect transition="in" filter="wipe(up)">
                                      <p:cBhvr>
                                        <p:cTn id="48" dur="500"/>
                                        <p:tgtEl>
                                          <p:spTgt spid="738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30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Text Box 2">
            <a:extLst>
              <a:ext uri="{FF2B5EF4-FFF2-40B4-BE49-F238E27FC236}">
                <a16:creationId xmlns:a16="http://schemas.microsoft.com/office/drawing/2014/main" id="{375BE965-20B3-9907-0F24-DE24E7B04740}"/>
              </a:ext>
            </a:extLst>
          </p:cNvPr>
          <p:cNvSpPr txBox="1">
            <a:spLocks noChangeArrowheads="1"/>
          </p:cNvSpPr>
          <p:nvPr/>
        </p:nvSpPr>
        <p:spPr bwMode="auto">
          <a:xfrm>
            <a:off x="274638" y="322263"/>
            <a:ext cx="7543800" cy="519112"/>
          </a:xfrm>
          <a:prstGeom prst="rect">
            <a:avLst/>
          </a:prstGeom>
          <a:noFill/>
          <a:ln w="9525">
            <a:noFill/>
            <a:miter lim="800000"/>
            <a:headEnd/>
            <a:tailEnd/>
          </a:ln>
        </p:spPr>
        <p:txBody>
          <a:bodyPr>
            <a:spAutoFit/>
          </a:bodyPr>
          <a:lstStyle/>
          <a:p>
            <a:pPr algn="l">
              <a:lnSpc>
                <a:spcPct val="100000"/>
              </a:lnSpc>
              <a:buClrTx/>
              <a:buFontTx/>
              <a:buNone/>
              <a:defRPr/>
            </a:pPr>
            <a:r>
              <a:rPr lang="zh-CN" altLang="en-US" sz="2800">
                <a:solidFill>
                  <a:srgbClr val="66FF33"/>
                </a:solidFill>
                <a:effectLst>
                  <a:outerShdw blurRad="38100" dist="38100" dir="2700000" algn="tl">
                    <a:srgbClr val="000000"/>
                  </a:outerShdw>
                </a:effectLst>
                <a:latin typeface="Times New Roman" pitchFamily="18" charset="0"/>
                <a:ea typeface="宋体" pitchFamily="2" charset="-122"/>
              </a:rPr>
              <a:t>五、 刚体定轴转动定律的应用</a:t>
            </a:r>
          </a:p>
        </p:txBody>
      </p:sp>
      <p:sp>
        <p:nvSpPr>
          <p:cNvPr id="740355" name="Text Box 3">
            <a:extLst>
              <a:ext uri="{FF2B5EF4-FFF2-40B4-BE49-F238E27FC236}">
                <a16:creationId xmlns:a16="http://schemas.microsoft.com/office/drawing/2014/main" id="{31841EFB-B299-EE96-FA72-AD795C704A49}"/>
              </a:ext>
            </a:extLst>
          </p:cNvPr>
          <p:cNvSpPr txBox="1">
            <a:spLocks noChangeArrowheads="1"/>
          </p:cNvSpPr>
          <p:nvPr/>
        </p:nvSpPr>
        <p:spPr bwMode="auto">
          <a:xfrm>
            <a:off x="455613" y="1319213"/>
            <a:ext cx="8205787" cy="1354137"/>
          </a:xfrm>
          <a:prstGeom prst="rect">
            <a:avLst/>
          </a:prstGeom>
          <a:noFill/>
          <a:ln w="9525">
            <a:noFill/>
            <a:miter lim="800000"/>
            <a:headEnd/>
            <a:tailEnd/>
          </a:ln>
        </p:spPr>
        <p:txBody>
          <a:bodyPr>
            <a:spAutoFit/>
          </a:bodyPr>
          <a:lstStyle/>
          <a:p>
            <a:pPr marL="290513" indent="-290513" algn="l">
              <a:lnSpc>
                <a:spcPct val="115000"/>
              </a:lnSpc>
              <a:buClr>
                <a:srgbClr val="FFCC00"/>
              </a:buClr>
              <a:buSzPct val="80000"/>
              <a:buFont typeface="Wingdings" pitchFamily="2" charset="2"/>
              <a:buChar char="l"/>
              <a:defRPr/>
            </a:pPr>
            <a:r>
              <a:rPr lang="zh-CN" altLang="en-US">
                <a:effectLst>
                  <a:outerShdw blurRad="38100" dist="38100" dir="2700000" algn="tl">
                    <a:srgbClr val="000000"/>
                  </a:outerShdw>
                </a:effectLst>
                <a:latin typeface="Times New Roman" pitchFamily="18" charset="0"/>
              </a:rPr>
              <a:t>已知转动运动方程</a:t>
            </a:r>
            <a:r>
              <a:rPr lang="el-GR" altLang="zh-CN" i="1">
                <a:solidFill>
                  <a:srgbClr val="FFCC00"/>
                </a:solidFill>
                <a:effectLst>
                  <a:outerShdw blurRad="38100" dist="38100" dir="2700000" algn="tl">
                    <a:srgbClr val="000000"/>
                  </a:outerShdw>
                </a:effectLst>
                <a:latin typeface="Times New Roman" pitchFamily="18" charset="0"/>
                <a:cs typeface="Times New Roman" pitchFamily="18" charset="0"/>
              </a:rPr>
              <a:t>θ</a:t>
            </a:r>
            <a:r>
              <a:rPr lang="en-US" altLang="zh-CN">
                <a:solidFill>
                  <a:srgbClr val="FFCC00"/>
                </a:solidFill>
                <a:effectLst>
                  <a:outerShdw blurRad="38100" dist="38100" dir="2700000" algn="tl">
                    <a:srgbClr val="000000"/>
                  </a:outerShdw>
                </a:effectLst>
                <a:latin typeface="Times New Roman" pitchFamily="18" charset="0"/>
                <a:cs typeface="Times New Roman" pitchFamily="18" charset="0"/>
              </a:rPr>
              <a:t>=</a:t>
            </a:r>
            <a:r>
              <a:rPr lang="el-GR" altLang="zh-CN" i="1">
                <a:solidFill>
                  <a:srgbClr val="FFCC00"/>
                </a:solidFill>
                <a:effectLst>
                  <a:outerShdw blurRad="38100" dist="38100" dir="2700000" algn="tl">
                    <a:srgbClr val="000000"/>
                  </a:outerShdw>
                </a:effectLst>
                <a:latin typeface="Times New Roman" pitchFamily="18" charset="0"/>
                <a:cs typeface="Times New Roman" pitchFamily="18" charset="0"/>
              </a:rPr>
              <a:t>θ</a:t>
            </a:r>
            <a:r>
              <a:rPr lang="en-US" altLang="zh-CN">
                <a:solidFill>
                  <a:srgbClr val="FFCC00"/>
                </a:solidFill>
                <a:effectLst>
                  <a:outerShdw blurRad="38100" dist="38100" dir="2700000" algn="tl">
                    <a:srgbClr val="000000"/>
                  </a:outerShdw>
                </a:effectLst>
                <a:latin typeface="Times New Roman" pitchFamily="18" charset="0"/>
                <a:cs typeface="Times New Roman" pitchFamily="18" charset="0"/>
              </a:rPr>
              <a:t>( </a:t>
            </a:r>
            <a:r>
              <a:rPr lang="en-US" altLang="zh-CN" i="1">
                <a:solidFill>
                  <a:srgbClr val="FFCC00"/>
                </a:solidFill>
                <a:effectLst>
                  <a:outerShdw blurRad="38100" dist="38100" dir="2700000" algn="tl">
                    <a:srgbClr val="000000"/>
                  </a:outerShdw>
                </a:effectLst>
                <a:latin typeface="Times New Roman" pitchFamily="18" charset="0"/>
                <a:cs typeface="Times New Roman" pitchFamily="18" charset="0"/>
              </a:rPr>
              <a:t>t </a:t>
            </a:r>
            <a:r>
              <a:rPr lang="en-US" altLang="zh-CN">
                <a:solidFill>
                  <a:srgbClr val="FFCC00"/>
                </a:solidFill>
                <a:effectLst>
                  <a:outerShdw blurRad="38100" dist="38100" dir="2700000" algn="tl">
                    <a:srgbClr val="000000"/>
                  </a:outerShdw>
                </a:effectLst>
                <a:latin typeface="Times New Roman" pitchFamily="18" charset="0"/>
                <a:cs typeface="Times New Roman" pitchFamily="18" charset="0"/>
              </a:rPr>
              <a:t>) </a:t>
            </a:r>
            <a:r>
              <a:rPr lang="zh-CN" altLang="en-US">
                <a:effectLst>
                  <a:outerShdw blurRad="38100" dist="38100" dir="2700000" algn="tl">
                    <a:srgbClr val="000000"/>
                  </a:outerShdw>
                </a:effectLst>
                <a:latin typeface="Times New Roman" pitchFamily="18" charset="0"/>
              </a:rPr>
              <a:t>，求刚体所受合外力矩</a:t>
            </a:r>
            <a:r>
              <a:rPr lang="en-US" altLang="zh-CN" i="1">
                <a:solidFill>
                  <a:srgbClr val="FFCC00"/>
                </a:solidFill>
                <a:effectLst>
                  <a:outerShdw blurRad="38100" dist="38100" dir="2700000" algn="tl">
                    <a:srgbClr val="000000"/>
                  </a:outerShdw>
                </a:effectLst>
                <a:latin typeface="Times New Roman" pitchFamily="18" charset="0"/>
              </a:rPr>
              <a:t>M</a:t>
            </a:r>
            <a:r>
              <a:rPr lang="zh-CN" altLang="en-US">
                <a:effectLst>
                  <a:outerShdw blurRad="38100" dist="38100" dir="2700000" algn="tl">
                    <a:srgbClr val="000000"/>
                  </a:outerShdw>
                </a:effectLst>
                <a:latin typeface="Times New Roman" pitchFamily="18" charset="0"/>
              </a:rPr>
              <a:t>；</a:t>
            </a:r>
          </a:p>
          <a:p>
            <a:pPr marL="290513" indent="-290513" algn="l">
              <a:lnSpc>
                <a:spcPct val="115000"/>
              </a:lnSpc>
              <a:buClr>
                <a:srgbClr val="FFCC00"/>
              </a:buClr>
              <a:buSzPct val="80000"/>
              <a:buFont typeface="Wingdings" pitchFamily="2" charset="2"/>
              <a:buChar char="l"/>
              <a:defRPr/>
            </a:pPr>
            <a:r>
              <a:rPr lang="zh-CN" altLang="en-US">
                <a:effectLst>
                  <a:outerShdw blurRad="38100" dist="38100" dir="2700000" algn="tl">
                    <a:srgbClr val="000000"/>
                  </a:outerShdw>
                </a:effectLst>
                <a:latin typeface="Times New Roman" pitchFamily="18" charset="0"/>
              </a:rPr>
              <a:t>已知刚体所受合外力矩 </a:t>
            </a:r>
            <a:r>
              <a:rPr lang="en-US" altLang="zh-CN" i="1">
                <a:solidFill>
                  <a:srgbClr val="FFCC00"/>
                </a:solidFill>
                <a:effectLst>
                  <a:outerShdw blurRad="38100" dist="38100" dir="2700000" algn="tl">
                    <a:srgbClr val="000000"/>
                  </a:outerShdw>
                </a:effectLst>
                <a:latin typeface="Times New Roman" pitchFamily="18" charset="0"/>
              </a:rPr>
              <a:t>M </a:t>
            </a:r>
            <a:r>
              <a:rPr lang="zh-CN" altLang="en-US">
                <a:effectLst>
                  <a:outerShdw blurRad="38100" dist="38100" dir="2700000" algn="tl">
                    <a:srgbClr val="000000"/>
                  </a:outerShdw>
                </a:effectLst>
                <a:latin typeface="Times New Roman" pitchFamily="18" charset="0"/>
              </a:rPr>
              <a:t>及初始条件，求刚体的角加速度 </a:t>
            </a:r>
            <a:r>
              <a:rPr lang="zh-CN" altLang="en-US" i="1">
                <a:solidFill>
                  <a:srgbClr val="FFCC00"/>
                </a:solidFill>
                <a:effectLst>
                  <a:outerShdw blurRad="38100" dist="38100" dir="2700000" algn="tl">
                    <a:srgbClr val="000000"/>
                  </a:outerShdw>
                </a:effectLst>
                <a:latin typeface="Times New Roman" pitchFamily="18" charset="0"/>
                <a:sym typeface="Symbol" pitchFamily="18" charset="2"/>
              </a:rPr>
              <a:t></a:t>
            </a:r>
            <a:r>
              <a:rPr lang="zh-CN" altLang="en-US">
                <a:effectLst>
                  <a:outerShdw blurRad="38100" dist="38100" dir="2700000" algn="tl">
                    <a:srgbClr val="000000"/>
                  </a:outerShdw>
                </a:effectLst>
                <a:latin typeface="Times New Roman" pitchFamily="18" charset="0"/>
              </a:rPr>
              <a:t> 、角速度</a:t>
            </a:r>
            <a:r>
              <a:rPr lang="el-GR" altLang="zh-CN" i="1">
                <a:solidFill>
                  <a:srgbClr val="FFCC00"/>
                </a:solidFill>
                <a:effectLst>
                  <a:outerShdw blurRad="38100" dist="38100" dir="2700000" algn="tl">
                    <a:srgbClr val="000000"/>
                  </a:outerShdw>
                </a:effectLst>
                <a:latin typeface="Times New Roman" pitchFamily="18" charset="0"/>
              </a:rPr>
              <a:t>ω</a:t>
            </a:r>
            <a:r>
              <a:rPr lang="zh-CN" altLang="en-US">
                <a:effectLst>
                  <a:outerShdw blurRad="38100" dist="38100" dir="2700000" algn="tl">
                    <a:srgbClr val="000000"/>
                  </a:outerShdw>
                </a:effectLst>
                <a:latin typeface="Times New Roman" pitchFamily="18" charset="0"/>
              </a:rPr>
              <a:t>和转动运动方程。</a:t>
            </a:r>
          </a:p>
        </p:txBody>
      </p:sp>
      <p:sp>
        <p:nvSpPr>
          <p:cNvPr id="740356" name="Text Box 4">
            <a:extLst>
              <a:ext uri="{FF2B5EF4-FFF2-40B4-BE49-F238E27FC236}">
                <a16:creationId xmlns:a16="http://schemas.microsoft.com/office/drawing/2014/main" id="{AB39E568-17BD-BD74-4BD6-7E2365164CF0}"/>
              </a:ext>
            </a:extLst>
          </p:cNvPr>
          <p:cNvSpPr txBox="1">
            <a:spLocks noChangeArrowheads="1"/>
          </p:cNvSpPr>
          <p:nvPr/>
        </p:nvSpPr>
        <p:spPr bwMode="auto">
          <a:xfrm>
            <a:off x="311150" y="850900"/>
            <a:ext cx="7543800" cy="457200"/>
          </a:xfrm>
          <a:prstGeom prst="rect">
            <a:avLst/>
          </a:prstGeom>
          <a:noFill/>
          <a:ln w="9525">
            <a:noFill/>
            <a:miter lim="800000"/>
            <a:headEnd/>
            <a:tailEnd/>
          </a:ln>
        </p:spPr>
        <p:txBody>
          <a:bodyPr>
            <a:spAutoFit/>
          </a:bodyPr>
          <a:lstStyle/>
          <a:p>
            <a:pPr algn="l">
              <a:lnSpc>
                <a:spcPct val="100000"/>
              </a:lnSpc>
              <a:buClr>
                <a:srgbClr val="00FFCC"/>
              </a:buClr>
              <a:buFont typeface="Wingdings" pitchFamily="2" charset="2"/>
              <a:buChar char="u"/>
              <a:defRPr/>
            </a:pPr>
            <a:r>
              <a:rPr lang="en-US" altLang="zh-CN">
                <a:solidFill>
                  <a:srgbClr val="00FFFF"/>
                </a:solidFill>
                <a:effectLst>
                  <a:outerShdw blurRad="38100" dist="38100" dir="2700000" algn="tl">
                    <a:srgbClr val="000000"/>
                  </a:outerShdw>
                </a:effectLst>
                <a:latin typeface="Times New Roman" pitchFamily="18" charset="0"/>
              </a:rPr>
              <a:t> </a:t>
            </a:r>
            <a:r>
              <a:rPr lang="zh-CN" altLang="en-US">
                <a:solidFill>
                  <a:srgbClr val="00FFFF"/>
                </a:solidFill>
                <a:effectLst>
                  <a:outerShdw blurRad="38100" dist="38100" dir="2700000" algn="tl">
                    <a:srgbClr val="000000"/>
                  </a:outerShdw>
                </a:effectLst>
                <a:latin typeface="Times New Roman" pitchFamily="18" charset="0"/>
              </a:rPr>
              <a:t>刚体动力学的两类问题</a:t>
            </a:r>
          </a:p>
        </p:txBody>
      </p:sp>
      <p:sp>
        <p:nvSpPr>
          <p:cNvPr id="740357" name="Text Box 5">
            <a:extLst>
              <a:ext uri="{FF2B5EF4-FFF2-40B4-BE49-F238E27FC236}">
                <a16:creationId xmlns:a16="http://schemas.microsoft.com/office/drawing/2014/main" id="{E71424D6-28BC-D12E-A666-0DC656484DD9}"/>
              </a:ext>
            </a:extLst>
          </p:cNvPr>
          <p:cNvSpPr txBox="1">
            <a:spLocks noChangeArrowheads="1"/>
          </p:cNvSpPr>
          <p:nvPr/>
        </p:nvSpPr>
        <p:spPr bwMode="auto">
          <a:xfrm>
            <a:off x="457200" y="4930775"/>
            <a:ext cx="8180388" cy="1406525"/>
          </a:xfrm>
          <a:prstGeom prst="rect">
            <a:avLst/>
          </a:prstGeom>
          <a:noFill/>
          <a:ln w="9525">
            <a:noFill/>
            <a:miter lim="800000"/>
            <a:headEnd/>
            <a:tailEnd/>
          </a:ln>
        </p:spPr>
        <p:txBody>
          <a:bodyPr>
            <a:spAutoFit/>
          </a:bodyPr>
          <a:lstStyle/>
          <a:p>
            <a:pPr algn="l">
              <a:buClr>
                <a:srgbClr val="FFCC00"/>
              </a:buClr>
              <a:buSzPct val="80000"/>
              <a:buFont typeface="Wingdings" pitchFamily="2" charset="2"/>
              <a:buChar char="l"/>
              <a:defRPr/>
            </a:pPr>
            <a:r>
              <a:rPr lang="en-US" altLang="zh-CN">
                <a:effectLst>
                  <a:outerShdw blurRad="38100" dist="38100" dir="2700000" algn="tl">
                    <a:srgbClr val="000000"/>
                  </a:outerShdw>
                </a:effectLst>
                <a:latin typeface="Times New Roman" pitchFamily="18" charset="0"/>
              </a:rPr>
              <a:t> </a:t>
            </a:r>
            <a:r>
              <a:rPr lang="zh-CN" altLang="en-US">
                <a:effectLst>
                  <a:outerShdw blurRad="38100" dist="38100" dir="2700000" algn="tl">
                    <a:srgbClr val="000000"/>
                  </a:outerShdw>
                </a:effectLst>
                <a:latin typeface="Times New Roman" pitchFamily="18" charset="0"/>
              </a:rPr>
              <a:t>对平动的刚体列出牛顿第二定律方程，对定轴转动的刚体</a:t>
            </a:r>
          </a:p>
          <a:p>
            <a:pPr algn="l">
              <a:buClr>
                <a:srgbClr val="FFCC00"/>
              </a:buClr>
              <a:buSzPct val="80000"/>
              <a:buFont typeface="Wingdings" pitchFamily="2" charset="2"/>
              <a:buNone/>
              <a:defRPr/>
            </a:pPr>
            <a:r>
              <a:rPr lang="zh-CN" altLang="en-US">
                <a:effectLst>
                  <a:outerShdw blurRad="38100" dist="38100" dir="2700000" algn="tl">
                    <a:srgbClr val="000000"/>
                  </a:outerShdw>
                </a:effectLst>
                <a:latin typeface="Times New Roman" pitchFamily="18" charset="0"/>
              </a:rPr>
              <a:t>   列出定轴转动定律方程；</a:t>
            </a:r>
          </a:p>
          <a:p>
            <a:pPr algn="l">
              <a:buClr>
                <a:srgbClr val="FFCC00"/>
              </a:buClr>
              <a:buSzPct val="80000"/>
              <a:buFont typeface="Wingdings" pitchFamily="2" charset="2"/>
              <a:buChar char="l"/>
              <a:defRPr/>
            </a:pPr>
            <a:r>
              <a:rPr lang="zh-CN" altLang="en-US">
                <a:effectLst>
                  <a:outerShdw blurRad="38100" dist="38100" dir="2700000" algn="tl">
                    <a:srgbClr val="000000"/>
                  </a:outerShdw>
                </a:effectLst>
                <a:latin typeface="Times New Roman" pitchFamily="18" charset="0"/>
              </a:rPr>
              <a:t> 注意利用角量与线量的关系。</a:t>
            </a:r>
          </a:p>
        </p:txBody>
      </p:sp>
      <p:sp>
        <p:nvSpPr>
          <p:cNvPr id="740358" name="Text Box 6">
            <a:extLst>
              <a:ext uri="{FF2B5EF4-FFF2-40B4-BE49-F238E27FC236}">
                <a16:creationId xmlns:a16="http://schemas.microsoft.com/office/drawing/2014/main" id="{83F8B5C6-A76A-3076-9404-31F01C312A3F}"/>
              </a:ext>
            </a:extLst>
          </p:cNvPr>
          <p:cNvSpPr txBox="1">
            <a:spLocks noChangeArrowheads="1"/>
          </p:cNvSpPr>
          <p:nvPr/>
        </p:nvSpPr>
        <p:spPr bwMode="auto">
          <a:xfrm>
            <a:off x="311150" y="2798763"/>
            <a:ext cx="7543800" cy="457200"/>
          </a:xfrm>
          <a:prstGeom prst="rect">
            <a:avLst/>
          </a:prstGeom>
          <a:noFill/>
          <a:ln w="9525">
            <a:noFill/>
            <a:miter lim="800000"/>
            <a:headEnd/>
            <a:tailEnd/>
          </a:ln>
        </p:spPr>
        <p:txBody>
          <a:bodyPr>
            <a:spAutoFit/>
          </a:bodyPr>
          <a:lstStyle/>
          <a:p>
            <a:pPr algn="l">
              <a:lnSpc>
                <a:spcPct val="100000"/>
              </a:lnSpc>
              <a:buClr>
                <a:srgbClr val="00FFCC"/>
              </a:buClr>
              <a:buFont typeface="Wingdings" pitchFamily="2" charset="2"/>
              <a:buChar char="u"/>
              <a:defRPr/>
            </a:pPr>
            <a:r>
              <a:rPr lang="en-US" altLang="zh-CN">
                <a:solidFill>
                  <a:srgbClr val="00FFFF"/>
                </a:solidFill>
                <a:effectLst>
                  <a:outerShdw blurRad="38100" dist="38100" dir="2700000" algn="tl">
                    <a:srgbClr val="000000"/>
                  </a:outerShdw>
                </a:effectLst>
                <a:latin typeface="Times New Roman" pitchFamily="18" charset="0"/>
              </a:rPr>
              <a:t> </a:t>
            </a:r>
            <a:r>
              <a:rPr lang="zh-CN" altLang="en-US">
                <a:solidFill>
                  <a:srgbClr val="00FFFF"/>
                </a:solidFill>
                <a:effectLst>
                  <a:outerShdw blurRad="38100" dist="38100" dir="2700000" algn="tl">
                    <a:srgbClr val="000000"/>
                  </a:outerShdw>
                </a:effectLst>
                <a:latin typeface="Times New Roman" pitchFamily="18" charset="0"/>
              </a:rPr>
              <a:t>应用定轴转动定律求解刚体动力学的一般思路</a:t>
            </a:r>
          </a:p>
        </p:txBody>
      </p:sp>
      <p:sp>
        <p:nvSpPr>
          <p:cNvPr id="740359" name="Text Box 7">
            <a:extLst>
              <a:ext uri="{FF2B5EF4-FFF2-40B4-BE49-F238E27FC236}">
                <a16:creationId xmlns:a16="http://schemas.microsoft.com/office/drawing/2014/main" id="{93DAC30E-A5C9-949F-3E5D-965A24882312}"/>
              </a:ext>
            </a:extLst>
          </p:cNvPr>
          <p:cNvSpPr txBox="1">
            <a:spLocks noChangeArrowheads="1"/>
          </p:cNvSpPr>
          <p:nvPr/>
        </p:nvSpPr>
        <p:spPr bwMode="auto">
          <a:xfrm>
            <a:off x="455613" y="3279775"/>
            <a:ext cx="8205787" cy="530225"/>
          </a:xfrm>
          <a:prstGeom prst="rect">
            <a:avLst/>
          </a:prstGeom>
          <a:noFill/>
          <a:ln w="9525">
            <a:noFill/>
            <a:miter lim="800000"/>
            <a:headEnd/>
            <a:tailEnd/>
          </a:ln>
        </p:spPr>
        <p:txBody>
          <a:bodyPr>
            <a:spAutoFit/>
          </a:bodyPr>
          <a:lstStyle/>
          <a:p>
            <a:pPr algn="l">
              <a:buClr>
                <a:srgbClr val="FFCC00"/>
              </a:buClr>
              <a:buSzPct val="80000"/>
              <a:buFont typeface="Wingdings" pitchFamily="2" charset="2"/>
              <a:buChar char="l"/>
              <a:defRPr/>
            </a:pPr>
            <a:r>
              <a:rPr lang="en-US" altLang="zh-CN">
                <a:effectLst>
                  <a:outerShdw blurRad="38100" dist="38100" dir="2700000" algn="tl">
                    <a:srgbClr val="000000"/>
                  </a:outerShdw>
                </a:effectLst>
                <a:latin typeface="Times New Roman" pitchFamily="18" charset="0"/>
              </a:rPr>
              <a:t> </a:t>
            </a:r>
            <a:r>
              <a:rPr lang="zh-CN" altLang="en-US">
                <a:effectLst>
                  <a:outerShdw blurRad="38100" dist="38100" dir="2700000" algn="tl">
                    <a:srgbClr val="000000"/>
                  </a:outerShdw>
                </a:effectLst>
                <a:latin typeface="Times New Roman" pitchFamily="18" charset="0"/>
              </a:rPr>
              <a:t>要注意正确选取角速度、角加速度和力矩的正负；</a:t>
            </a:r>
          </a:p>
        </p:txBody>
      </p:sp>
      <p:sp>
        <p:nvSpPr>
          <p:cNvPr id="740360" name="Text Box 8">
            <a:extLst>
              <a:ext uri="{FF2B5EF4-FFF2-40B4-BE49-F238E27FC236}">
                <a16:creationId xmlns:a16="http://schemas.microsoft.com/office/drawing/2014/main" id="{92BD478F-9ADB-871B-259F-271D25C7409B}"/>
              </a:ext>
            </a:extLst>
          </p:cNvPr>
          <p:cNvSpPr txBox="1">
            <a:spLocks noChangeArrowheads="1"/>
          </p:cNvSpPr>
          <p:nvPr/>
        </p:nvSpPr>
        <p:spPr bwMode="auto">
          <a:xfrm>
            <a:off x="465138" y="3876675"/>
            <a:ext cx="8320087" cy="968375"/>
          </a:xfrm>
          <a:prstGeom prst="rect">
            <a:avLst/>
          </a:prstGeom>
          <a:noFill/>
          <a:ln w="9525">
            <a:noFill/>
            <a:miter lim="800000"/>
            <a:headEnd/>
            <a:tailEnd/>
          </a:ln>
        </p:spPr>
        <p:txBody>
          <a:bodyPr>
            <a:spAutoFit/>
          </a:bodyPr>
          <a:lstStyle/>
          <a:p>
            <a:pPr algn="l">
              <a:buClr>
                <a:srgbClr val="FFCC00"/>
              </a:buClr>
              <a:buSzPct val="80000"/>
              <a:buFont typeface="Wingdings" pitchFamily="2" charset="2"/>
              <a:buChar char="l"/>
              <a:defRPr/>
            </a:pPr>
            <a:r>
              <a:rPr lang="en-US" altLang="zh-CN">
                <a:effectLst>
                  <a:outerShdw blurRad="38100" dist="38100" dir="2700000" algn="tl">
                    <a:srgbClr val="000000"/>
                  </a:outerShdw>
                </a:effectLst>
                <a:latin typeface="Times New Roman" pitchFamily="18" charset="0"/>
              </a:rPr>
              <a:t> </a:t>
            </a:r>
            <a:r>
              <a:rPr lang="zh-CN" altLang="en-US">
                <a:effectLst>
                  <a:outerShdw blurRad="38100" dist="38100" dir="2700000" algn="tl">
                    <a:srgbClr val="000000"/>
                  </a:outerShdw>
                </a:effectLst>
                <a:latin typeface="Times New Roman" pitchFamily="18" charset="0"/>
              </a:rPr>
              <a:t>除了受力分析，还要进行力矩分析。在进行受力、力矩分   </a:t>
            </a:r>
          </a:p>
          <a:p>
            <a:pPr algn="l">
              <a:buClr>
                <a:srgbClr val="FFCC00"/>
              </a:buClr>
              <a:buSzPct val="80000"/>
              <a:buFont typeface="Wingdings" pitchFamily="2" charset="2"/>
              <a:buNone/>
              <a:defRPr/>
            </a:pPr>
            <a:r>
              <a:rPr lang="zh-CN" altLang="en-US">
                <a:effectLst>
                  <a:outerShdw blurRad="38100" dist="38100" dir="2700000" algn="tl">
                    <a:srgbClr val="000000"/>
                  </a:outerShdw>
                </a:effectLst>
                <a:latin typeface="Times New Roman" pitchFamily="18" charset="0"/>
              </a:rPr>
              <a:t>   析时，对刚体要找准力的作用点，以便求力矩；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40354"/>
                                        </p:tgtEl>
                                        <p:attrNameLst>
                                          <p:attrName>style.visibility</p:attrName>
                                        </p:attrNameLst>
                                      </p:cBhvr>
                                      <p:to>
                                        <p:strVal val="visible"/>
                                      </p:to>
                                    </p:set>
                                    <p:animEffect transition="in" filter="wipe(left)">
                                      <p:cBhvr>
                                        <p:cTn id="7" dur="500"/>
                                        <p:tgtEl>
                                          <p:spTgt spid="7403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40356"/>
                                        </p:tgtEl>
                                        <p:attrNameLst>
                                          <p:attrName>style.visibility</p:attrName>
                                        </p:attrNameLst>
                                      </p:cBhvr>
                                      <p:to>
                                        <p:strVal val="visible"/>
                                      </p:to>
                                    </p:set>
                                    <p:animEffect transition="in" filter="wipe(left)">
                                      <p:cBhvr>
                                        <p:cTn id="12" dur="500"/>
                                        <p:tgtEl>
                                          <p:spTgt spid="7403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40355">
                                            <p:txEl>
                                              <p:pRg st="0" end="0"/>
                                            </p:txEl>
                                          </p:spTgt>
                                        </p:tgtEl>
                                        <p:attrNameLst>
                                          <p:attrName>style.visibility</p:attrName>
                                        </p:attrNameLst>
                                      </p:cBhvr>
                                      <p:to>
                                        <p:strVal val="visible"/>
                                      </p:to>
                                    </p:set>
                                    <p:animEffect transition="in" filter="wipe(left)">
                                      <p:cBhvr>
                                        <p:cTn id="17" dur="500"/>
                                        <p:tgtEl>
                                          <p:spTgt spid="7403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40355">
                                            <p:txEl>
                                              <p:pRg st="1" end="1"/>
                                            </p:txEl>
                                          </p:spTgt>
                                        </p:tgtEl>
                                        <p:attrNameLst>
                                          <p:attrName>style.visibility</p:attrName>
                                        </p:attrNameLst>
                                      </p:cBhvr>
                                      <p:to>
                                        <p:strVal val="visible"/>
                                      </p:to>
                                    </p:set>
                                    <p:animEffect transition="in" filter="wipe(left)">
                                      <p:cBhvr>
                                        <p:cTn id="22" dur="500"/>
                                        <p:tgtEl>
                                          <p:spTgt spid="74035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40358"/>
                                        </p:tgtEl>
                                        <p:attrNameLst>
                                          <p:attrName>style.visibility</p:attrName>
                                        </p:attrNameLst>
                                      </p:cBhvr>
                                      <p:to>
                                        <p:strVal val="visible"/>
                                      </p:to>
                                    </p:set>
                                    <p:animEffect transition="in" filter="wipe(left)">
                                      <p:cBhvr>
                                        <p:cTn id="27" dur="500"/>
                                        <p:tgtEl>
                                          <p:spTgt spid="7403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40359"/>
                                        </p:tgtEl>
                                        <p:attrNameLst>
                                          <p:attrName>style.visibility</p:attrName>
                                        </p:attrNameLst>
                                      </p:cBhvr>
                                      <p:to>
                                        <p:strVal val="visible"/>
                                      </p:to>
                                    </p:set>
                                    <p:animEffect transition="in" filter="wipe(left)">
                                      <p:cBhvr>
                                        <p:cTn id="32" dur="500"/>
                                        <p:tgtEl>
                                          <p:spTgt spid="74035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40360"/>
                                        </p:tgtEl>
                                        <p:attrNameLst>
                                          <p:attrName>style.visibility</p:attrName>
                                        </p:attrNameLst>
                                      </p:cBhvr>
                                      <p:to>
                                        <p:strVal val="visible"/>
                                      </p:to>
                                    </p:set>
                                    <p:animEffect transition="in" filter="wipe(left)">
                                      <p:cBhvr>
                                        <p:cTn id="37" dur="500"/>
                                        <p:tgtEl>
                                          <p:spTgt spid="7403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40357">
                                            <p:txEl>
                                              <p:pRg st="0" end="0"/>
                                            </p:txEl>
                                          </p:spTgt>
                                        </p:tgtEl>
                                        <p:attrNameLst>
                                          <p:attrName>style.visibility</p:attrName>
                                        </p:attrNameLst>
                                      </p:cBhvr>
                                      <p:to>
                                        <p:strVal val="visible"/>
                                      </p:to>
                                    </p:set>
                                    <p:animEffect transition="in" filter="wipe(left)">
                                      <p:cBhvr>
                                        <p:cTn id="42" dur="500"/>
                                        <p:tgtEl>
                                          <p:spTgt spid="740357">
                                            <p:txEl>
                                              <p:pRg st="0" end="0"/>
                                            </p:txEl>
                                          </p:spTgt>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740357">
                                            <p:txEl>
                                              <p:pRg st="1" end="1"/>
                                            </p:txEl>
                                          </p:spTgt>
                                        </p:tgtEl>
                                        <p:attrNameLst>
                                          <p:attrName>style.visibility</p:attrName>
                                        </p:attrNameLst>
                                      </p:cBhvr>
                                      <p:to>
                                        <p:strVal val="visible"/>
                                      </p:to>
                                    </p:set>
                                    <p:animEffect transition="in" filter="wipe(left)">
                                      <p:cBhvr>
                                        <p:cTn id="46" dur="500"/>
                                        <p:tgtEl>
                                          <p:spTgt spid="740357">
                                            <p:txEl>
                                              <p:pRg st="1" end="1"/>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40357">
                                            <p:txEl>
                                              <p:pRg st="2" end="2"/>
                                            </p:txEl>
                                          </p:spTgt>
                                        </p:tgtEl>
                                        <p:attrNameLst>
                                          <p:attrName>style.visibility</p:attrName>
                                        </p:attrNameLst>
                                      </p:cBhvr>
                                      <p:to>
                                        <p:strVal val="visible"/>
                                      </p:to>
                                    </p:set>
                                    <p:animEffect transition="in" filter="wipe(left)">
                                      <p:cBhvr>
                                        <p:cTn id="51" dur="500"/>
                                        <p:tgtEl>
                                          <p:spTgt spid="74035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354" grpId="0" autoUpdateAnimBg="0"/>
      <p:bldP spid="740355" grpId="0" build="p" autoUpdateAnimBg="0"/>
      <p:bldP spid="740356" grpId="0" autoUpdateAnimBg="0"/>
      <p:bldP spid="740357" grpId="0" build="p" autoUpdateAnimBg="0"/>
      <p:bldP spid="740358" grpId="0" autoUpdateAnimBg="0"/>
      <p:bldP spid="740359" grpId="0" autoUpdateAnimBg="0"/>
      <p:bldP spid="740360"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EDCB5DC-6362-7FF1-3DDD-C4E1130249D6}"/>
              </a:ext>
            </a:extLst>
          </p:cNvPr>
          <p:cNvGrpSpPr>
            <a:grpSpLocks/>
          </p:cNvGrpSpPr>
          <p:nvPr/>
        </p:nvGrpSpPr>
        <p:grpSpPr bwMode="auto">
          <a:xfrm>
            <a:off x="6696075" y="1598613"/>
            <a:ext cx="1828800" cy="2755900"/>
            <a:chOff x="4128" y="2238"/>
            <a:chExt cx="1152" cy="1736"/>
          </a:xfrm>
        </p:grpSpPr>
        <p:grpSp>
          <p:nvGrpSpPr>
            <p:cNvPr id="4125" name="Group 3">
              <a:extLst>
                <a:ext uri="{FF2B5EF4-FFF2-40B4-BE49-F238E27FC236}">
                  <a16:creationId xmlns:a16="http://schemas.microsoft.com/office/drawing/2014/main" id="{285364D1-6168-A66D-EA8A-6AE974C78FF1}"/>
                </a:ext>
              </a:extLst>
            </p:cNvPr>
            <p:cNvGrpSpPr>
              <a:grpSpLocks/>
            </p:cNvGrpSpPr>
            <p:nvPr/>
          </p:nvGrpSpPr>
          <p:grpSpPr bwMode="auto">
            <a:xfrm>
              <a:off x="4395" y="2323"/>
              <a:ext cx="617" cy="1651"/>
              <a:chOff x="4395" y="2323"/>
              <a:chExt cx="617" cy="1651"/>
            </a:xfrm>
          </p:grpSpPr>
          <p:sp>
            <p:nvSpPr>
              <p:cNvPr id="710660" name="Oval 4">
                <a:extLst>
                  <a:ext uri="{FF2B5EF4-FFF2-40B4-BE49-F238E27FC236}">
                    <a16:creationId xmlns:a16="http://schemas.microsoft.com/office/drawing/2014/main" id="{AD6D4192-CAA6-615E-C9CC-07A2ABF26D5B}"/>
                  </a:ext>
                </a:extLst>
              </p:cNvPr>
              <p:cNvSpPr>
                <a:spLocks noChangeArrowheads="1"/>
              </p:cNvSpPr>
              <p:nvPr/>
            </p:nvSpPr>
            <p:spPr bwMode="auto">
              <a:xfrm>
                <a:off x="4395" y="2654"/>
                <a:ext cx="609" cy="626"/>
              </a:xfrm>
              <a:prstGeom prst="ellipse">
                <a:avLst/>
              </a:prstGeom>
              <a:solidFill>
                <a:srgbClr val="00FF00"/>
              </a:solidFill>
              <a:ln w="38100">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0661" name="Rectangle 5">
                <a:extLst>
                  <a:ext uri="{FF2B5EF4-FFF2-40B4-BE49-F238E27FC236}">
                    <a16:creationId xmlns:a16="http://schemas.microsoft.com/office/drawing/2014/main" id="{85ABB78E-9FC4-43BF-E8D5-9F83FBA96690}"/>
                  </a:ext>
                </a:extLst>
              </p:cNvPr>
              <p:cNvSpPr>
                <a:spLocks noChangeArrowheads="1"/>
              </p:cNvSpPr>
              <p:nvPr/>
            </p:nvSpPr>
            <p:spPr bwMode="auto">
              <a:xfrm>
                <a:off x="4666" y="2323"/>
                <a:ext cx="67" cy="663"/>
              </a:xfrm>
              <a:prstGeom prst="rect">
                <a:avLst/>
              </a:prstGeom>
              <a:noFill/>
              <a:ln w="38100">
                <a:solidFill>
                  <a:schemeClr val="accent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0662" name="Line 6">
                <a:extLst>
                  <a:ext uri="{FF2B5EF4-FFF2-40B4-BE49-F238E27FC236}">
                    <a16:creationId xmlns:a16="http://schemas.microsoft.com/office/drawing/2014/main" id="{1577A976-72E6-2C2B-53B6-F39620A75821}"/>
                  </a:ext>
                </a:extLst>
              </p:cNvPr>
              <p:cNvSpPr>
                <a:spLocks noChangeShapeType="1"/>
              </p:cNvSpPr>
              <p:nvPr/>
            </p:nvSpPr>
            <p:spPr bwMode="auto">
              <a:xfrm>
                <a:off x="5012" y="2943"/>
                <a:ext cx="0" cy="1031"/>
              </a:xfrm>
              <a:prstGeom prst="line">
                <a:avLst/>
              </a:prstGeom>
              <a:noFill/>
              <a:ln w="38100">
                <a:solidFill>
                  <a:schemeClr val="hlink"/>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4108" name="Object 12">
                <a:extLst>
                  <a:ext uri="{FF2B5EF4-FFF2-40B4-BE49-F238E27FC236}">
                    <a16:creationId xmlns:a16="http://schemas.microsoft.com/office/drawing/2014/main" id="{43AC2AB1-BE34-94E2-BE41-1948233E078F}"/>
                  </a:ext>
                </a:extLst>
              </p:cNvPr>
              <p:cNvGraphicFramePr>
                <a:graphicFrameLocks noChangeAspect="1"/>
              </p:cNvGraphicFramePr>
              <p:nvPr/>
            </p:nvGraphicFramePr>
            <p:xfrm>
              <a:off x="4666" y="3685"/>
              <a:ext cx="244" cy="266"/>
            </p:xfrm>
            <a:graphic>
              <a:graphicData uri="http://schemas.openxmlformats.org/presentationml/2006/ole">
                <mc:AlternateContent xmlns:mc="http://schemas.openxmlformats.org/markup-compatibility/2006">
                  <mc:Choice xmlns:v="urn:schemas-microsoft-com:vml" Requires="v">
                    <p:oleObj name="Equation" r:id="rId2" imgW="164880" imgH="164880" progId="Equation.3">
                      <p:embed/>
                    </p:oleObj>
                  </mc:Choice>
                  <mc:Fallback>
                    <p:oleObj name="Equation" r:id="rId2" imgW="164880" imgH="164880" progId="Equation.3">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6" y="3685"/>
                            <a:ext cx="244" cy="2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0664" name="Line 8">
                <a:extLst>
                  <a:ext uri="{FF2B5EF4-FFF2-40B4-BE49-F238E27FC236}">
                    <a16:creationId xmlns:a16="http://schemas.microsoft.com/office/drawing/2014/main" id="{16AAC325-0024-3F40-6A16-E01A67C30010}"/>
                  </a:ext>
                </a:extLst>
              </p:cNvPr>
              <p:cNvSpPr>
                <a:spLocks noChangeShapeType="1"/>
              </p:cNvSpPr>
              <p:nvPr/>
            </p:nvSpPr>
            <p:spPr bwMode="auto">
              <a:xfrm flipH="1">
                <a:off x="4429" y="2912"/>
                <a:ext cx="271" cy="221"/>
              </a:xfrm>
              <a:prstGeom prst="line">
                <a:avLst/>
              </a:prstGeom>
              <a:noFill/>
              <a:ln w="38100">
                <a:solidFill>
                  <a:schemeClr val="tx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4109" name="Object 13">
                <a:extLst>
                  <a:ext uri="{FF2B5EF4-FFF2-40B4-BE49-F238E27FC236}">
                    <a16:creationId xmlns:a16="http://schemas.microsoft.com/office/drawing/2014/main" id="{9A9B9A6F-C31F-CA59-E283-589C72D00888}"/>
                  </a:ext>
                </a:extLst>
              </p:cNvPr>
              <p:cNvGraphicFramePr>
                <a:graphicFrameLocks/>
              </p:cNvGraphicFramePr>
              <p:nvPr/>
            </p:nvGraphicFramePr>
            <p:xfrm>
              <a:off x="4737" y="2868"/>
              <a:ext cx="184" cy="199"/>
            </p:xfrm>
            <a:graphic>
              <a:graphicData uri="http://schemas.openxmlformats.org/presentationml/2006/ole">
                <mc:AlternateContent xmlns:mc="http://schemas.openxmlformats.org/markup-compatibility/2006">
                  <mc:Choice xmlns:v="urn:schemas-microsoft-com:vml" Requires="v">
                    <p:oleObj name="公式" r:id="rId4" imgW="291960" imgH="317160" progId="Equation.3">
                      <p:embed/>
                    </p:oleObj>
                  </mc:Choice>
                  <mc:Fallback>
                    <p:oleObj name="公式" r:id="rId4" imgW="291960" imgH="317160" progId="Equation.3">
                      <p:embed/>
                      <p:pic>
                        <p:nvPicPr>
                          <p:cNvPr id="0" name="Object 1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7" y="2868"/>
                            <a:ext cx="184" cy="19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10" name="Object 14">
                <a:extLst>
                  <a:ext uri="{FF2B5EF4-FFF2-40B4-BE49-F238E27FC236}">
                    <a16:creationId xmlns:a16="http://schemas.microsoft.com/office/drawing/2014/main" id="{2582565F-D7FB-3E40-31BB-61BC70BFCC13}"/>
                  </a:ext>
                </a:extLst>
              </p:cNvPr>
              <p:cNvGraphicFramePr>
                <a:graphicFrameLocks/>
              </p:cNvGraphicFramePr>
              <p:nvPr/>
            </p:nvGraphicFramePr>
            <p:xfrm>
              <a:off x="4574" y="3022"/>
              <a:ext cx="120" cy="136"/>
            </p:xfrm>
            <a:graphic>
              <a:graphicData uri="http://schemas.openxmlformats.org/presentationml/2006/ole">
                <mc:AlternateContent xmlns:mc="http://schemas.openxmlformats.org/markup-compatibility/2006">
                  <mc:Choice xmlns:v="urn:schemas-microsoft-com:vml" Requires="v">
                    <p:oleObj name="公式" r:id="rId6" imgW="190440" imgH="215640" progId="Equation.3">
                      <p:embed/>
                    </p:oleObj>
                  </mc:Choice>
                  <mc:Fallback>
                    <p:oleObj name="公式" r:id="rId6" imgW="190440" imgH="215640" progId="Equation.3">
                      <p:embed/>
                      <p:pic>
                        <p:nvPicPr>
                          <p:cNvPr id="0" name="Object 1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4" y="3022"/>
                            <a:ext cx="120" cy="13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126" name="Group 11">
              <a:extLst>
                <a:ext uri="{FF2B5EF4-FFF2-40B4-BE49-F238E27FC236}">
                  <a16:creationId xmlns:a16="http://schemas.microsoft.com/office/drawing/2014/main" id="{E262380D-2C28-C5C2-34D8-0E4113040757}"/>
                </a:ext>
              </a:extLst>
            </p:cNvPr>
            <p:cNvGrpSpPr>
              <a:grpSpLocks/>
            </p:cNvGrpSpPr>
            <p:nvPr/>
          </p:nvGrpSpPr>
          <p:grpSpPr bwMode="auto">
            <a:xfrm>
              <a:off x="4128" y="2238"/>
              <a:ext cx="1152" cy="74"/>
              <a:chOff x="1344" y="3120"/>
              <a:chExt cx="1632" cy="96"/>
            </a:xfrm>
          </p:grpSpPr>
          <p:sp>
            <p:nvSpPr>
              <p:cNvPr id="710668" name="Line 12">
                <a:extLst>
                  <a:ext uri="{FF2B5EF4-FFF2-40B4-BE49-F238E27FC236}">
                    <a16:creationId xmlns:a16="http://schemas.microsoft.com/office/drawing/2014/main" id="{678FC8CB-4633-653A-1C40-80BA6584CF00}"/>
                  </a:ext>
                </a:extLst>
              </p:cNvPr>
              <p:cNvSpPr>
                <a:spLocks noChangeShapeType="1"/>
              </p:cNvSpPr>
              <p:nvPr/>
            </p:nvSpPr>
            <p:spPr bwMode="auto">
              <a:xfrm>
                <a:off x="1344" y="3216"/>
                <a:ext cx="1632" cy="0"/>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69" name="Line 13">
                <a:extLst>
                  <a:ext uri="{FF2B5EF4-FFF2-40B4-BE49-F238E27FC236}">
                    <a16:creationId xmlns:a16="http://schemas.microsoft.com/office/drawing/2014/main" id="{7C10FB5D-E9D8-F269-F2E6-3B5575990416}"/>
                  </a:ext>
                </a:extLst>
              </p:cNvPr>
              <p:cNvSpPr>
                <a:spLocks noChangeShapeType="1"/>
              </p:cNvSpPr>
              <p:nvPr/>
            </p:nvSpPr>
            <p:spPr bwMode="auto">
              <a:xfrm flipH="1">
                <a:off x="1392"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70" name="Line 14">
                <a:extLst>
                  <a:ext uri="{FF2B5EF4-FFF2-40B4-BE49-F238E27FC236}">
                    <a16:creationId xmlns:a16="http://schemas.microsoft.com/office/drawing/2014/main" id="{AAF6CE73-1168-2EA5-043C-F1B450AE16C5}"/>
                  </a:ext>
                </a:extLst>
              </p:cNvPr>
              <p:cNvSpPr>
                <a:spLocks noChangeShapeType="1"/>
              </p:cNvSpPr>
              <p:nvPr/>
            </p:nvSpPr>
            <p:spPr bwMode="auto">
              <a:xfrm flipH="1">
                <a:off x="1549"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71" name="Line 15">
                <a:extLst>
                  <a:ext uri="{FF2B5EF4-FFF2-40B4-BE49-F238E27FC236}">
                    <a16:creationId xmlns:a16="http://schemas.microsoft.com/office/drawing/2014/main" id="{C041CC59-B633-4978-546E-E101B444736B}"/>
                  </a:ext>
                </a:extLst>
              </p:cNvPr>
              <p:cNvSpPr>
                <a:spLocks noChangeShapeType="1"/>
              </p:cNvSpPr>
              <p:nvPr/>
            </p:nvSpPr>
            <p:spPr bwMode="auto">
              <a:xfrm flipH="1">
                <a:off x="1710"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72" name="Line 16">
                <a:extLst>
                  <a:ext uri="{FF2B5EF4-FFF2-40B4-BE49-F238E27FC236}">
                    <a16:creationId xmlns:a16="http://schemas.microsoft.com/office/drawing/2014/main" id="{5B170028-79AD-C9DC-BF45-1521B3EAA08D}"/>
                  </a:ext>
                </a:extLst>
              </p:cNvPr>
              <p:cNvSpPr>
                <a:spLocks noChangeShapeType="1"/>
              </p:cNvSpPr>
              <p:nvPr/>
            </p:nvSpPr>
            <p:spPr bwMode="auto">
              <a:xfrm flipH="1">
                <a:off x="1867"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73" name="Line 17">
                <a:extLst>
                  <a:ext uri="{FF2B5EF4-FFF2-40B4-BE49-F238E27FC236}">
                    <a16:creationId xmlns:a16="http://schemas.microsoft.com/office/drawing/2014/main" id="{90463A4D-5323-A948-B9B0-3AD9349846DA}"/>
                  </a:ext>
                </a:extLst>
              </p:cNvPr>
              <p:cNvSpPr>
                <a:spLocks noChangeShapeType="1"/>
              </p:cNvSpPr>
              <p:nvPr/>
            </p:nvSpPr>
            <p:spPr bwMode="auto">
              <a:xfrm flipH="1">
                <a:off x="2025"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74" name="Line 18">
                <a:extLst>
                  <a:ext uri="{FF2B5EF4-FFF2-40B4-BE49-F238E27FC236}">
                    <a16:creationId xmlns:a16="http://schemas.microsoft.com/office/drawing/2014/main" id="{B9222BDD-8422-5201-667E-93E8BBE9716E}"/>
                  </a:ext>
                </a:extLst>
              </p:cNvPr>
              <p:cNvSpPr>
                <a:spLocks noChangeShapeType="1"/>
              </p:cNvSpPr>
              <p:nvPr/>
            </p:nvSpPr>
            <p:spPr bwMode="auto">
              <a:xfrm flipH="1">
                <a:off x="2819"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75" name="Line 19">
                <a:extLst>
                  <a:ext uri="{FF2B5EF4-FFF2-40B4-BE49-F238E27FC236}">
                    <a16:creationId xmlns:a16="http://schemas.microsoft.com/office/drawing/2014/main" id="{240350DB-5FC8-EC73-0FD8-FAF149D8BE8B}"/>
                  </a:ext>
                </a:extLst>
              </p:cNvPr>
              <p:cNvSpPr>
                <a:spLocks noChangeShapeType="1"/>
              </p:cNvSpPr>
              <p:nvPr/>
            </p:nvSpPr>
            <p:spPr bwMode="auto">
              <a:xfrm flipH="1">
                <a:off x="2184"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76" name="Line 20">
                <a:extLst>
                  <a:ext uri="{FF2B5EF4-FFF2-40B4-BE49-F238E27FC236}">
                    <a16:creationId xmlns:a16="http://schemas.microsoft.com/office/drawing/2014/main" id="{0E1CF6EF-9F4F-8622-41B4-63AA0B7CD643}"/>
                  </a:ext>
                </a:extLst>
              </p:cNvPr>
              <p:cNvSpPr>
                <a:spLocks noChangeShapeType="1"/>
              </p:cNvSpPr>
              <p:nvPr/>
            </p:nvSpPr>
            <p:spPr bwMode="auto">
              <a:xfrm flipH="1">
                <a:off x="2343"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77" name="Line 21">
                <a:extLst>
                  <a:ext uri="{FF2B5EF4-FFF2-40B4-BE49-F238E27FC236}">
                    <a16:creationId xmlns:a16="http://schemas.microsoft.com/office/drawing/2014/main" id="{88A411D9-72A2-1641-7BB9-239ACA7BD172}"/>
                  </a:ext>
                </a:extLst>
              </p:cNvPr>
              <p:cNvSpPr>
                <a:spLocks noChangeShapeType="1"/>
              </p:cNvSpPr>
              <p:nvPr/>
            </p:nvSpPr>
            <p:spPr bwMode="auto">
              <a:xfrm flipH="1">
                <a:off x="2501"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78" name="Line 22">
                <a:extLst>
                  <a:ext uri="{FF2B5EF4-FFF2-40B4-BE49-F238E27FC236}">
                    <a16:creationId xmlns:a16="http://schemas.microsoft.com/office/drawing/2014/main" id="{BABB4E81-998F-3737-BFE0-DCCA6CEFC2FC}"/>
                  </a:ext>
                </a:extLst>
              </p:cNvPr>
              <p:cNvSpPr>
                <a:spLocks noChangeShapeType="1"/>
              </p:cNvSpPr>
              <p:nvPr/>
            </p:nvSpPr>
            <p:spPr bwMode="auto">
              <a:xfrm flipH="1">
                <a:off x="2660" y="3120"/>
                <a:ext cx="48" cy="96"/>
              </a:xfrm>
              <a:prstGeom prst="line">
                <a:avLst/>
              </a:prstGeom>
              <a:noFill/>
              <a:ln w="38100">
                <a:solidFill>
                  <a:schemeClr val="accent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grpSp>
      </p:grpSp>
      <p:sp>
        <p:nvSpPr>
          <p:cNvPr id="710679" name="Text Box 23">
            <a:extLst>
              <a:ext uri="{FF2B5EF4-FFF2-40B4-BE49-F238E27FC236}">
                <a16:creationId xmlns:a16="http://schemas.microsoft.com/office/drawing/2014/main" id="{C8062B74-85C5-20BB-8147-32F1C986A745}"/>
              </a:ext>
            </a:extLst>
          </p:cNvPr>
          <p:cNvSpPr txBox="1">
            <a:spLocks noChangeArrowheads="1"/>
          </p:cNvSpPr>
          <p:nvPr/>
        </p:nvSpPr>
        <p:spPr bwMode="auto">
          <a:xfrm>
            <a:off x="615950" y="1958975"/>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latin typeface="Times New Roman" panose="02020603050405020304" pitchFamily="18" charset="0"/>
                <a:ea typeface="宋体" panose="02010600030101010101" pitchFamily="2" charset="-122"/>
              </a:rPr>
              <a:t>(1) </a:t>
            </a:r>
            <a:r>
              <a:rPr lang="zh-CN" altLang="en-US">
                <a:latin typeface="Times New Roman" panose="02020603050405020304" pitchFamily="18" charset="0"/>
                <a:ea typeface="宋体" panose="02010600030101010101" pitchFamily="2" charset="-122"/>
              </a:rPr>
              <a:t>飞轮的角加速度</a:t>
            </a:r>
          </a:p>
        </p:txBody>
      </p:sp>
      <p:sp>
        <p:nvSpPr>
          <p:cNvPr id="710680" name="Text Box 24">
            <a:extLst>
              <a:ext uri="{FF2B5EF4-FFF2-40B4-BE49-F238E27FC236}">
                <a16:creationId xmlns:a16="http://schemas.microsoft.com/office/drawing/2014/main" id="{3D22F383-1774-B105-0195-0FD9952DC692}"/>
              </a:ext>
            </a:extLst>
          </p:cNvPr>
          <p:cNvSpPr txBox="1">
            <a:spLocks noChangeArrowheads="1"/>
          </p:cNvSpPr>
          <p:nvPr/>
        </p:nvSpPr>
        <p:spPr bwMode="auto">
          <a:xfrm>
            <a:off x="639763" y="2390775"/>
            <a:ext cx="47672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en-US" altLang="zh-CN">
                <a:latin typeface="Times New Roman" panose="02020603050405020304" pitchFamily="18" charset="0"/>
                <a:ea typeface="宋体" panose="02010600030101010101" pitchFamily="2" charset="-122"/>
              </a:rPr>
              <a:t>(2) </a:t>
            </a:r>
            <a:r>
              <a:rPr lang="zh-CN" altLang="en-US">
                <a:latin typeface="Times New Roman" panose="02020603050405020304" pitchFamily="18" charset="0"/>
                <a:ea typeface="宋体" panose="02010600030101010101" pitchFamily="2" charset="-122"/>
              </a:rPr>
              <a:t>如以重量</a:t>
            </a:r>
            <a:r>
              <a:rPr lang="en-US" altLang="zh-CN" i="1">
                <a:solidFill>
                  <a:srgbClr val="66FFFF"/>
                </a:solidFill>
                <a:latin typeface="Times New Roman" panose="02020603050405020304" pitchFamily="18" charset="0"/>
                <a:ea typeface="宋体" panose="02010600030101010101" pitchFamily="2" charset="-122"/>
              </a:rPr>
              <a:t>P </a:t>
            </a:r>
            <a:r>
              <a:rPr lang="en-US" altLang="zh-CN">
                <a:solidFill>
                  <a:srgbClr val="66FFFF"/>
                </a:solidFill>
                <a:latin typeface="Times New Roman" panose="02020603050405020304" pitchFamily="18" charset="0"/>
                <a:ea typeface="宋体" panose="02010600030101010101" pitchFamily="2" charset="-122"/>
              </a:rPr>
              <a:t>=98 N</a:t>
            </a:r>
            <a:r>
              <a:rPr lang="zh-CN" altLang="en-US">
                <a:latin typeface="Times New Roman" panose="02020603050405020304" pitchFamily="18" charset="0"/>
                <a:ea typeface="宋体" panose="02010600030101010101" pitchFamily="2" charset="-122"/>
              </a:rPr>
              <a:t>的物体挂在绳端，试计算飞轮的角加速</a:t>
            </a:r>
          </a:p>
        </p:txBody>
      </p:sp>
      <p:sp>
        <p:nvSpPr>
          <p:cNvPr id="710681" name="Text Box 25">
            <a:extLst>
              <a:ext uri="{FF2B5EF4-FFF2-40B4-BE49-F238E27FC236}">
                <a16:creationId xmlns:a16="http://schemas.microsoft.com/office/drawing/2014/main" id="{2B328EFA-8054-CD47-F33F-E7E87D56432F}"/>
              </a:ext>
            </a:extLst>
          </p:cNvPr>
          <p:cNvSpPr txBox="1">
            <a:spLocks noChangeArrowheads="1"/>
          </p:cNvSpPr>
          <p:nvPr/>
        </p:nvSpPr>
        <p:spPr bwMode="auto">
          <a:xfrm>
            <a:off x="179388" y="3552825"/>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解  </a:t>
            </a:r>
            <a:r>
              <a:rPr lang="en-US" altLang="zh-CN">
                <a:latin typeface="Times New Roman" panose="02020603050405020304" pitchFamily="18" charset="0"/>
                <a:ea typeface="宋体" panose="02010600030101010101" pitchFamily="2" charset="-122"/>
              </a:rPr>
              <a:t>(1)</a:t>
            </a:r>
          </a:p>
        </p:txBody>
      </p:sp>
      <p:graphicFrame>
        <p:nvGraphicFramePr>
          <p:cNvPr id="710682" name="Object 2">
            <a:extLst>
              <a:ext uri="{FF2B5EF4-FFF2-40B4-BE49-F238E27FC236}">
                <a16:creationId xmlns:a16="http://schemas.microsoft.com/office/drawing/2014/main" id="{0F6D7957-8CAC-4D4C-B5BD-5B3D3BF7159F}"/>
              </a:ext>
            </a:extLst>
          </p:cNvPr>
          <p:cNvGraphicFramePr>
            <a:graphicFrameLocks/>
          </p:cNvGraphicFramePr>
          <p:nvPr/>
        </p:nvGraphicFramePr>
        <p:xfrm>
          <a:off x="1323975" y="3697288"/>
          <a:ext cx="1085850" cy="354012"/>
        </p:xfrm>
        <a:graphic>
          <a:graphicData uri="http://schemas.openxmlformats.org/presentationml/2006/ole">
            <mc:AlternateContent xmlns:mc="http://schemas.openxmlformats.org/markup-compatibility/2006">
              <mc:Choice xmlns:v="urn:schemas-microsoft-com:vml" Requires="v">
                <p:oleObj name="Equation" r:id="rId8" imgW="1206360" imgH="393480" progId="Equation.3">
                  <p:embed/>
                </p:oleObj>
              </mc:Choice>
              <mc:Fallback>
                <p:oleObj name="Equation" r:id="rId8" imgW="1206360" imgH="393480" progId="Equation.3">
                  <p:embed/>
                  <p:pic>
                    <p:nvPicPr>
                      <p:cNvPr id="0" name="Object 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3975" y="3697288"/>
                        <a:ext cx="1085850" cy="3540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0683" name="Object 3">
            <a:extLst>
              <a:ext uri="{FF2B5EF4-FFF2-40B4-BE49-F238E27FC236}">
                <a16:creationId xmlns:a16="http://schemas.microsoft.com/office/drawing/2014/main" id="{4F5A66B8-6C7F-A268-3D04-53822C961260}"/>
              </a:ext>
            </a:extLst>
          </p:cNvPr>
          <p:cNvGraphicFramePr>
            <a:graphicFrameLocks/>
          </p:cNvGraphicFramePr>
          <p:nvPr/>
        </p:nvGraphicFramePr>
        <p:xfrm>
          <a:off x="2814638" y="3449638"/>
          <a:ext cx="3919537" cy="708025"/>
        </p:xfrm>
        <a:graphic>
          <a:graphicData uri="http://schemas.openxmlformats.org/presentationml/2006/ole">
            <mc:AlternateContent xmlns:mc="http://schemas.openxmlformats.org/markup-compatibility/2006">
              <mc:Choice xmlns:v="urn:schemas-microsoft-com:vml" Requires="v">
                <p:oleObj name="公式" r:id="rId10" imgW="4356000" imgH="787320" progId="Equation.3">
                  <p:embed/>
                </p:oleObj>
              </mc:Choice>
              <mc:Fallback>
                <p:oleObj name="公式" r:id="rId10" imgW="4356000" imgH="787320" progId="Equation.3">
                  <p:embed/>
                  <p:pic>
                    <p:nvPicPr>
                      <p:cNvPr id="0" name="Object 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4638" y="3449638"/>
                        <a:ext cx="3919537" cy="7080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0684" name="Object 4">
            <a:extLst>
              <a:ext uri="{FF2B5EF4-FFF2-40B4-BE49-F238E27FC236}">
                <a16:creationId xmlns:a16="http://schemas.microsoft.com/office/drawing/2014/main" id="{B2A9DC14-4913-14E1-7C8D-03BD5B275A90}"/>
              </a:ext>
            </a:extLst>
          </p:cNvPr>
          <p:cNvGraphicFramePr>
            <a:graphicFrameLocks/>
          </p:cNvGraphicFramePr>
          <p:nvPr/>
        </p:nvGraphicFramePr>
        <p:xfrm>
          <a:off x="1143000" y="4459288"/>
          <a:ext cx="1668463" cy="342900"/>
        </p:xfrm>
        <a:graphic>
          <a:graphicData uri="http://schemas.openxmlformats.org/presentationml/2006/ole">
            <mc:AlternateContent xmlns:mc="http://schemas.openxmlformats.org/markup-compatibility/2006">
              <mc:Choice xmlns:v="urn:schemas-microsoft-com:vml" Requires="v">
                <p:oleObj name="Equation" r:id="rId12" imgW="1854000" imgH="380880" progId="Equation.3">
                  <p:embed/>
                </p:oleObj>
              </mc:Choice>
              <mc:Fallback>
                <p:oleObj name="Equation" r:id="rId12" imgW="1854000" imgH="380880" progId="Equation.3">
                  <p:embed/>
                  <p:pic>
                    <p:nvPicPr>
                      <p:cNvPr id="0" name="Object 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43000" y="4459288"/>
                        <a:ext cx="1668463" cy="3429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0685" name="Text Box 29">
            <a:extLst>
              <a:ext uri="{FF2B5EF4-FFF2-40B4-BE49-F238E27FC236}">
                <a16:creationId xmlns:a16="http://schemas.microsoft.com/office/drawing/2014/main" id="{6D781A19-EBA9-2CC0-A160-CD4E443B722D}"/>
              </a:ext>
            </a:extLst>
          </p:cNvPr>
          <p:cNvSpPr txBox="1">
            <a:spLocks noChangeArrowheads="1"/>
          </p:cNvSpPr>
          <p:nvPr/>
        </p:nvSpPr>
        <p:spPr bwMode="auto">
          <a:xfrm>
            <a:off x="604838" y="434181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a:latin typeface="Times New Roman" panose="02020603050405020304" pitchFamily="18" charset="0"/>
                <a:ea typeface="宋体" panose="02010600030101010101" pitchFamily="2" charset="-122"/>
              </a:rPr>
              <a:t>(2)</a:t>
            </a:r>
          </a:p>
        </p:txBody>
      </p:sp>
      <p:graphicFrame>
        <p:nvGraphicFramePr>
          <p:cNvPr id="710686" name="Object 5">
            <a:extLst>
              <a:ext uri="{FF2B5EF4-FFF2-40B4-BE49-F238E27FC236}">
                <a16:creationId xmlns:a16="http://schemas.microsoft.com/office/drawing/2014/main" id="{118E3BA9-2377-B551-69B6-8115D7A998AA}"/>
              </a:ext>
            </a:extLst>
          </p:cNvPr>
          <p:cNvGraphicFramePr>
            <a:graphicFrameLocks/>
          </p:cNvGraphicFramePr>
          <p:nvPr/>
        </p:nvGraphicFramePr>
        <p:xfrm>
          <a:off x="1157288" y="4954588"/>
          <a:ext cx="1039812" cy="354012"/>
        </p:xfrm>
        <a:graphic>
          <a:graphicData uri="http://schemas.openxmlformats.org/presentationml/2006/ole">
            <mc:AlternateContent xmlns:mc="http://schemas.openxmlformats.org/markup-compatibility/2006">
              <mc:Choice xmlns:v="urn:schemas-microsoft-com:vml" Requires="v">
                <p:oleObj name="Equation" r:id="rId14" imgW="1155600" imgH="393480" progId="Equation.3">
                  <p:embed/>
                </p:oleObj>
              </mc:Choice>
              <mc:Fallback>
                <p:oleObj name="Equation" r:id="rId14" imgW="1155600" imgH="393480" progId="Equation.3">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57288" y="4954588"/>
                        <a:ext cx="1039812" cy="3540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0687" name="Object 6">
            <a:extLst>
              <a:ext uri="{FF2B5EF4-FFF2-40B4-BE49-F238E27FC236}">
                <a16:creationId xmlns:a16="http://schemas.microsoft.com/office/drawing/2014/main" id="{E489E87E-812C-3253-1C8A-9B200835F082}"/>
              </a:ext>
            </a:extLst>
          </p:cNvPr>
          <p:cNvGraphicFramePr>
            <a:graphicFrameLocks/>
          </p:cNvGraphicFramePr>
          <p:nvPr/>
        </p:nvGraphicFramePr>
        <p:xfrm>
          <a:off x="1165225" y="5384800"/>
          <a:ext cx="879475" cy="354013"/>
        </p:xfrm>
        <a:graphic>
          <a:graphicData uri="http://schemas.openxmlformats.org/presentationml/2006/ole">
            <mc:AlternateContent xmlns:mc="http://schemas.openxmlformats.org/markup-compatibility/2006">
              <mc:Choice xmlns:v="urn:schemas-microsoft-com:vml" Requires="v">
                <p:oleObj name="Equation" r:id="rId16" imgW="977760" imgH="393480" progId="Equation.3">
                  <p:embed/>
                </p:oleObj>
              </mc:Choice>
              <mc:Fallback>
                <p:oleObj name="Equation" r:id="rId16" imgW="977760" imgH="393480" progId="Equation.3">
                  <p:embed/>
                  <p:pic>
                    <p:nvPicPr>
                      <p:cNvPr id="0" name="Object 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65225" y="5384800"/>
                        <a:ext cx="879475" cy="3540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0688" name="AutoShape 32">
            <a:extLst>
              <a:ext uri="{FF2B5EF4-FFF2-40B4-BE49-F238E27FC236}">
                <a16:creationId xmlns:a16="http://schemas.microsoft.com/office/drawing/2014/main" id="{A535D642-FEB4-9C72-F0BE-9F51F31AD641}"/>
              </a:ext>
            </a:extLst>
          </p:cNvPr>
          <p:cNvSpPr>
            <a:spLocks/>
          </p:cNvSpPr>
          <p:nvPr/>
        </p:nvSpPr>
        <p:spPr bwMode="auto">
          <a:xfrm rot="10800000">
            <a:off x="2989263" y="4530725"/>
            <a:ext cx="225425" cy="1143000"/>
          </a:xfrm>
          <a:prstGeom prst="leftBrace">
            <a:avLst>
              <a:gd name="adj1" fmla="val 42254"/>
              <a:gd name="adj2" fmla="val 52495"/>
            </a:avLst>
          </a:prstGeom>
          <a:noFill/>
          <a:ln w="28575">
            <a:solidFill>
              <a:srgbClr val="66FF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0689" name="AutoShape 33">
            <a:extLst>
              <a:ext uri="{FF2B5EF4-FFF2-40B4-BE49-F238E27FC236}">
                <a16:creationId xmlns:a16="http://schemas.microsoft.com/office/drawing/2014/main" id="{EE91EE29-F3DE-E329-C799-402D399504AF}"/>
              </a:ext>
            </a:extLst>
          </p:cNvPr>
          <p:cNvSpPr>
            <a:spLocks noChangeArrowheads="1"/>
          </p:cNvSpPr>
          <p:nvPr/>
        </p:nvSpPr>
        <p:spPr bwMode="auto">
          <a:xfrm>
            <a:off x="5910263" y="4240213"/>
            <a:ext cx="1439862" cy="1079500"/>
          </a:xfrm>
          <a:prstGeom prst="upDownArrowCallout">
            <a:avLst>
              <a:gd name="adj1" fmla="val 33346"/>
              <a:gd name="adj2" fmla="val 33346"/>
              <a:gd name="adj3" fmla="val 12500"/>
              <a:gd name="adj4" fmla="val 50000"/>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sz="2000">
                <a:latin typeface="Times New Roman" panose="02020603050405020304" pitchFamily="18" charset="0"/>
                <a:ea typeface="楷体_GB2312" pitchFamily="49" charset="-122"/>
              </a:rPr>
              <a:t>两者区别</a:t>
            </a:r>
          </a:p>
        </p:txBody>
      </p:sp>
      <p:sp>
        <p:nvSpPr>
          <p:cNvPr id="710691" name="Rectangle 35">
            <a:extLst>
              <a:ext uri="{FF2B5EF4-FFF2-40B4-BE49-F238E27FC236}">
                <a16:creationId xmlns:a16="http://schemas.microsoft.com/office/drawing/2014/main" id="{A84B761F-E605-3792-8914-C17365646305}"/>
              </a:ext>
            </a:extLst>
          </p:cNvPr>
          <p:cNvSpPr>
            <a:spLocks noChangeArrowheads="1"/>
          </p:cNvSpPr>
          <p:nvPr/>
        </p:nvSpPr>
        <p:spPr bwMode="auto">
          <a:xfrm>
            <a:off x="7953375" y="5146675"/>
            <a:ext cx="304800" cy="304800"/>
          </a:xfrm>
          <a:prstGeom prst="rect">
            <a:avLst/>
          </a:prstGeom>
          <a:solidFill>
            <a:srgbClr val="CCFF66"/>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0692" name="Line 36">
            <a:extLst>
              <a:ext uri="{FF2B5EF4-FFF2-40B4-BE49-F238E27FC236}">
                <a16:creationId xmlns:a16="http://schemas.microsoft.com/office/drawing/2014/main" id="{6AC8E4BD-8869-D507-2F60-5563FF83EC72}"/>
              </a:ext>
            </a:extLst>
          </p:cNvPr>
          <p:cNvSpPr>
            <a:spLocks noChangeShapeType="1"/>
          </p:cNvSpPr>
          <p:nvPr/>
        </p:nvSpPr>
        <p:spPr bwMode="auto">
          <a:xfrm>
            <a:off x="8105775" y="5299075"/>
            <a:ext cx="0" cy="533400"/>
          </a:xfrm>
          <a:prstGeom prst="line">
            <a:avLst/>
          </a:prstGeom>
          <a:noFill/>
          <a:ln w="38100">
            <a:solidFill>
              <a:srgbClr val="66FF33"/>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0693" name="Line 37">
            <a:extLst>
              <a:ext uri="{FF2B5EF4-FFF2-40B4-BE49-F238E27FC236}">
                <a16:creationId xmlns:a16="http://schemas.microsoft.com/office/drawing/2014/main" id="{41208EAE-9D2F-FA81-5C1B-38D81C75042F}"/>
              </a:ext>
            </a:extLst>
          </p:cNvPr>
          <p:cNvSpPr>
            <a:spLocks noChangeShapeType="1"/>
          </p:cNvSpPr>
          <p:nvPr/>
        </p:nvSpPr>
        <p:spPr bwMode="auto">
          <a:xfrm flipV="1">
            <a:off x="8105775" y="4765675"/>
            <a:ext cx="0" cy="381000"/>
          </a:xfrm>
          <a:prstGeom prst="line">
            <a:avLst/>
          </a:prstGeom>
          <a:noFill/>
          <a:ln w="38100">
            <a:solidFill>
              <a:srgbClr val="66FF33"/>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710694" name="Object 7">
            <a:extLst>
              <a:ext uri="{FF2B5EF4-FFF2-40B4-BE49-F238E27FC236}">
                <a16:creationId xmlns:a16="http://schemas.microsoft.com/office/drawing/2014/main" id="{E11F8CAD-277B-905F-A08D-EC7FD7C52EEB}"/>
              </a:ext>
            </a:extLst>
          </p:cNvPr>
          <p:cNvGraphicFramePr>
            <a:graphicFrameLocks noChangeAspect="1"/>
          </p:cNvGraphicFramePr>
          <p:nvPr/>
        </p:nvGraphicFramePr>
        <p:xfrm>
          <a:off x="7900988" y="5908675"/>
          <a:ext cx="457200" cy="298450"/>
        </p:xfrm>
        <a:graphic>
          <a:graphicData uri="http://schemas.openxmlformats.org/presentationml/2006/ole">
            <mc:AlternateContent xmlns:mc="http://schemas.openxmlformats.org/markup-compatibility/2006">
              <mc:Choice xmlns:v="urn:schemas-microsoft-com:vml" Requires="v">
                <p:oleObj name="Equation" r:id="rId18" imgW="368280" imgH="241200" progId="Equation.3">
                  <p:embed/>
                </p:oleObj>
              </mc:Choice>
              <mc:Fallback>
                <p:oleObj name="Equation" r:id="rId18" imgW="368280" imgH="241200" progId="Equation.3">
                  <p:embed/>
                  <p:pic>
                    <p:nvPicPr>
                      <p:cNvPr id="0" name="Object 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00988" y="5908675"/>
                        <a:ext cx="457200" cy="2984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0695" name="Object 8">
            <a:extLst>
              <a:ext uri="{FF2B5EF4-FFF2-40B4-BE49-F238E27FC236}">
                <a16:creationId xmlns:a16="http://schemas.microsoft.com/office/drawing/2014/main" id="{1EC6AB26-D08F-75C5-0101-FA59B10235D4}"/>
              </a:ext>
            </a:extLst>
          </p:cNvPr>
          <p:cNvGraphicFramePr>
            <a:graphicFrameLocks noChangeAspect="1"/>
          </p:cNvGraphicFramePr>
          <p:nvPr/>
        </p:nvGraphicFramePr>
        <p:xfrm>
          <a:off x="7981950" y="4460875"/>
          <a:ext cx="276225" cy="309563"/>
        </p:xfrm>
        <a:graphic>
          <a:graphicData uri="http://schemas.openxmlformats.org/presentationml/2006/ole">
            <mc:AlternateContent xmlns:mc="http://schemas.openxmlformats.org/markup-compatibility/2006">
              <mc:Choice xmlns:v="urn:schemas-microsoft-com:vml" Requires="v">
                <p:oleObj name="Equation" r:id="rId20" imgW="203040" imgH="228600" progId="Equation.3">
                  <p:embed/>
                </p:oleObj>
              </mc:Choice>
              <mc:Fallback>
                <p:oleObj name="Equation" r:id="rId20" imgW="203040" imgH="228600" progId="Equation.3">
                  <p:embed/>
                  <p:pic>
                    <p:nvPicPr>
                      <p:cNvPr id="0" name="Object 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981950" y="4460875"/>
                        <a:ext cx="276225" cy="30956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0696" name="Text Box 40">
            <a:extLst>
              <a:ext uri="{FF2B5EF4-FFF2-40B4-BE49-F238E27FC236}">
                <a16:creationId xmlns:a16="http://schemas.microsoft.com/office/drawing/2014/main" id="{8CEF9988-F632-1F7A-E412-E708E3E0A48F}"/>
              </a:ext>
            </a:extLst>
          </p:cNvPr>
          <p:cNvSpPr txBox="1">
            <a:spLocks noChangeArrowheads="1"/>
          </p:cNvSpPr>
          <p:nvPr/>
        </p:nvSpPr>
        <p:spPr bwMode="auto">
          <a:xfrm>
            <a:off x="14288" y="609600"/>
            <a:ext cx="827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zh-CN" altLang="en-US">
                <a:solidFill>
                  <a:srgbClr val="FFFF00"/>
                </a:solidFill>
                <a:latin typeface="Times New Roman" panose="02020603050405020304" pitchFamily="18" charset="0"/>
                <a:ea typeface="宋体" panose="02010600030101010101" pitchFamily="2" charset="-122"/>
              </a:rPr>
              <a:t>例</a:t>
            </a:r>
          </a:p>
        </p:txBody>
      </p:sp>
      <p:sp>
        <p:nvSpPr>
          <p:cNvPr id="710697" name="Text Box 41">
            <a:extLst>
              <a:ext uri="{FF2B5EF4-FFF2-40B4-BE49-F238E27FC236}">
                <a16:creationId xmlns:a16="http://schemas.microsoft.com/office/drawing/2014/main" id="{BD62C217-3A00-7F1A-FB28-54F36C8DD459}"/>
              </a:ext>
            </a:extLst>
          </p:cNvPr>
          <p:cNvSpPr txBox="1">
            <a:spLocks noChangeArrowheads="1"/>
          </p:cNvSpPr>
          <p:nvPr/>
        </p:nvSpPr>
        <p:spPr bwMode="auto">
          <a:xfrm>
            <a:off x="0" y="1958975"/>
            <a:ext cx="827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zh-CN" altLang="en-US">
                <a:solidFill>
                  <a:srgbClr val="FFFF00"/>
                </a:solidFill>
                <a:latin typeface="Times New Roman" panose="02020603050405020304" pitchFamily="18" charset="0"/>
                <a:ea typeface="宋体" panose="02010600030101010101" pitchFamily="2" charset="-122"/>
              </a:rPr>
              <a:t>求</a:t>
            </a:r>
          </a:p>
        </p:txBody>
      </p:sp>
      <p:sp>
        <p:nvSpPr>
          <p:cNvPr id="710698" name="Text Box 42">
            <a:extLst>
              <a:ext uri="{FF2B5EF4-FFF2-40B4-BE49-F238E27FC236}">
                <a16:creationId xmlns:a16="http://schemas.microsoft.com/office/drawing/2014/main" id="{EDEDBE99-2863-AC54-4B55-6C51E6717C52}"/>
              </a:ext>
            </a:extLst>
          </p:cNvPr>
          <p:cNvSpPr txBox="1">
            <a:spLocks noChangeArrowheads="1"/>
          </p:cNvSpPr>
          <p:nvPr/>
        </p:nvSpPr>
        <p:spPr bwMode="auto">
          <a:xfrm>
            <a:off x="635000" y="519113"/>
            <a:ext cx="826928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lang="zh-CN" altLang="en-US">
                <a:latin typeface="Times New Roman" panose="02020603050405020304" pitchFamily="18" charset="0"/>
                <a:ea typeface="宋体" panose="02010600030101010101" pitchFamily="2" charset="-122"/>
              </a:rPr>
              <a:t>一轻绳绕在半径 </a:t>
            </a:r>
            <a:r>
              <a:rPr lang="en-US" altLang="zh-CN" i="1">
                <a:solidFill>
                  <a:srgbClr val="66FFFF"/>
                </a:solidFill>
                <a:latin typeface="Times New Roman" panose="02020603050405020304" pitchFamily="18" charset="0"/>
                <a:ea typeface="宋体" panose="02010600030101010101" pitchFamily="2" charset="-122"/>
              </a:rPr>
              <a:t>r </a:t>
            </a:r>
            <a:r>
              <a:rPr lang="en-US" altLang="zh-CN">
                <a:solidFill>
                  <a:srgbClr val="66FFFF"/>
                </a:solidFill>
                <a:latin typeface="Times New Roman" panose="02020603050405020304" pitchFamily="18" charset="0"/>
                <a:ea typeface="宋体" panose="02010600030101010101" pitchFamily="2" charset="-122"/>
              </a:rPr>
              <a:t>=20 cm </a:t>
            </a:r>
            <a:r>
              <a:rPr lang="zh-CN" altLang="en-US">
                <a:latin typeface="Times New Roman" panose="02020603050405020304" pitchFamily="18" charset="0"/>
                <a:ea typeface="宋体" panose="02010600030101010101" pitchFamily="2" charset="-122"/>
              </a:rPr>
              <a:t>的飞轮边缘，在绳端施以</a:t>
            </a:r>
            <a:r>
              <a:rPr lang="en-US" altLang="zh-CN" i="1">
                <a:solidFill>
                  <a:srgbClr val="66FFFF"/>
                </a:solidFill>
                <a:latin typeface="Times New Roman" panose="02020603050405020304" pitchFamily="18" charset="0"/>
                <a:ea typeface="宋体" panose="02010600030101010101" pitchFamily="2" charset="-122"/>
              </a:rPr>
              <a:t>F</a:t>
            </a:r>
            <a:r>
              <a:rPr lang="en-US" altLang="zh-CN">
                <a:solidFill>
                  <a:srgbClr val="66FFFF"/>
                </a:solidFill>
                <a:latin typeface="Times New Roman" panose="02020603050405020304" pitchFamily="18" charset="0"/>
                <a:ea typeface="宋体" panose="02010600030101010101" pitchFamily="2" charset="-122"/>
              </a:rPr>
              <a:t>=98 N</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的拉力，飞轮的转动惯量 </a:t>
            </a:r>
            <a:r>
              <a:rPr lang="en-US" altLang="zh-CN" i="1">
                <a:solidFill>
                  <a:srgbClr val="66FFFF"/>
                </a:solidFill>
                <a:latin typeface="Times New Roman" panose="02020603050405020304" pitchFamily="18" charset="0"/>
                <a:ea typeface="宋体" panose="02010600030101010101" pitchFamily="2" charset="-122"/>
              </a:rPr>
              <a:t>J</a:t>
            </a:r>
            <a:r>
              <a:rPr lang="en-US" altLang="zh-CN">
                <a:solidFill>
                  <a:srgbClr val="66FFFF"/>
                </a:solidFill>
                <a:latin typeface="Times New Roman" panose="02020603050405020304" pitchFamily="18" charset="0"/>
                <a:ea typeface="宋体" panose="02010600030101010101" pitchFamily="2" charset="-122"/>
              </a:rPr>
              <a:t>=0.5 kg·m</a:t>
            </a:r>
            <a:r>
              <a:rPr lang="en-US" altLang="zh-CN" baseline="45000">
                <a:solidFill>
                  <a:srgbClr val="66FFFF"/>
                </a:solidFill>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，飞轮与转轴间的摩擦不计，</a:t>
            </a:r>
            <a:r>
              <a:rPr kumimoji="1" lang="zh-CN" altLang="en-US">
                <a:latin typeface="Times New Roman" panose="02020603050405020304" pitchFamily="18" charset="0"/>
                <a:ea typeface="宋体" panose="02010600030101010101" pitchFamily="2" charset="-122"/>
              </a:rPr>
              <a:t>绳与滑轮间无相对滑动</a:t>
            </a:r>
            <a:r>
              <a:rPr kumimoji="1" lang="zh-CN" altLang="en-US">
                <a:latin typeface="Times New Roman" panose="02020603050405020304" pitchFamily="18" charset="0"/>
                <a:ea typeface="楷体_GB2312" pitchFamily="49" charset="-122"/>
              </a:rPr>
              <a:t>，</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见图</a:t>
            </a:r>
            <a:r>
              <a:rPr lang="en-US" altLang="zh-CN">
                <a:latin typeface="Times New Roman" panose="02020603050405020304" pitchFamily="18" charset="0"/>
                <a:ea typeface="宋体" panose="02010600030101010101" pitchFamily="2" charset="-122"/>
              </a:rPr>
              <a:t>)</a:t>
            </a:r>
          </a:p>
        </p:txBody>
      </p:sp>
      <p:graphicFrame>
        <p:nvGraphicFramePr>
          <p:cNvPr id="710699" name="Object 9">
            <a:extLst>
              <a:ext uri="{FF2B5EF4-FFF2-40B4-BE49-F238E27FC236}">
                <a16:creationId xmlns:a16="http://schemas.microsoft.com/office/drawing/2014/main" id="{891608E7-964D-C572-C699-CE60EBDDAFBC}"/>
              </a:ext>
            </a:extLst>
          </p:cNvPr>
          <p:cNvGraphicFramePr>
            <a:graphicFrameLocks/>
          </p:cNvGraphicFramePr>
          <p:nvPr/>
        </p:nvGraphicFramePr>
        <p:xfrm>
          <a:off x="3568700" y="4378325"/>
          <a:ext cx="1611313" cy="754063"/>
        </p:xfrm>
        <a:graphic>
          <a:graphicData uri="http://schemas.openxmlformats.org/presentationml/2006/ole">
            <mc:AlternateContent xmlns:mc="http://schemas.openxmlformats.org/markup-compatibility/2006">
              <mc:Choice xmlns:v="urn:schemas-microsoft-com:vml" Requires="v">
                <p:oleObj name="公式" r:id="rId22" imgW="1790640" imgH="838080" progId="Equation.3">
                  <p:embed/>
                </p:oleObj>
              </mc:Choice>
              <mc:Fallback>
                <p:oleObj name="公式" r:id="rId22" imgW="1790640" imgH="838080" progId="Equation.3">
                  <p:embed/>
                  <p:pic>
                    <p:nvPicPr>
                      <p:cNvPr id="0" name="Object 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68700" y="4378325"/>
                        <a:ext cx="1611313" cy="75406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0700" name="Object 10">
            <a:extLst>
              <a:ext uri="{FF2B5EF4-FFF2-40B4-BE49-F238E27FC236}">
                <a16:creationId xmlns:a16="http://schemas.microsoft.com/office/drawing/2014/main" id="{26DAE268-4203-6387-69A1-19D1E7B9519B}"/>
              </a:ext>
            </a:extLst>
          </p:cNvPr>
          <p:cNvGraphicFramePr>
            <a:graphicFrameLocks/>
          </p:cNvGraphicFramePr>
          <p:nvPr/>
        </p:nvGraphicFramePr>
        <p:xfrm>
          <a:off x="3835400" y="5392738"/>
          <a:ext cx="3724275" cy="742950"/>
        </p:xfrm>
        <a:graphic>
          <a:graphicData uri="http://schemas.openxmlformats.org/presentationml/2006/ole">
            <mc:AlternateContent xmlns:mc="http://schemas.openxmlformats.org/markup-compatibility/2006">
              <mc:Choice xmlns:v="urn:schemas-microsoft-com:vml" Requires="v">
                <p:oleObj name="公式" r:id="rId24" imgW="4140000" imgH="825480" progId="Equation.3">
                  <p:embed/>
                </p:oleObj>
              </mc:Choice>
              <mc:Fallback>
                <p:oleObj name="公式" r:id="rId24" imgW="4140000" imgH="825480" progId="Equation.3">
                  <p:embed/>
                  <p:pic>
                    <p:nvPicPr>
                      <p:cNvPr id="0" name="Object 1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35400" y="5392738"/>
                        <a:ext cx="3724275" cy="7429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0701" name="Object 11">
            <a:extLst>
              <a:ext uri="{FF2B5EF4-FFF2-40B4-BE49-F238E27FC236}">
                <a16:creationId xmlns:a16="http://schemas.microsoft.com/office/drawing/2014/main" id="{3F1B98EE-DF73-F905-2214-788312EEC299}"/>
              </a:ext>
            </a:extLst>
          </p:cNvPr>
          <p:cNvGraphicFramePr>
            <a:graphicFrameLocks noChangeAspect="1"/>
          </p:cNvGraphicFramePr>
          <p:nvPr/>
        </p:nvGraphicFramePr>
        <p:xfrm>
          <a:off x="7566025" y="3956050"/>
          <a:ext cx="360363" cy="334963"/>
        </p:xfrm>
        <a:graphic>
          <a:graphicData uri="http://schemas.openxmlformats.org/presentationml/2006/ole">
            <mc:AlternateContent xmlns:mc="http://schemas.openxmlformats.org/markup-compatibility/2006">
              <mc:Choice xmlns:v="urn:schemas-microsoft-com:vml" Requires="v">
                <p:oleObj name="公式" r:id="rId26" imgW="177480" imgH="164880" progId="Equation.3">
                  <p:embed/>
                </p:oleObj>
              </mc:Choice>
              <mc:Fallback>
                <p:oleObj name="公式" r:id="rId26" imgW="177480" imgH="164880" progId="Equation.3">
                  <p:embed/>
                  <p:pic>
                    <p:nvPicPr>
                      <p:cNvPr id="0" name="Object 1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566025" y="3956050"/>
                        <a:ext cx="360363" cy="334963"/>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10702" name="Picture 46" descr="j0293240">
            <a:extLst>
              <a:ext uri="{FF2B5EF4-FFF2-40B4-BE49-F238E27FC236}">
                <a16:creationId xmlns:a16="http://schemas.microsoft.com/office/drawing/2014/main" id="{B24CC4F7-32B7-6963-D376-738BBE68E360}"/>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467725" y="6135688"/>
            <a:ext cx="611188"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0696"/>
                                        </p:tgtEl>
                                        <p:attrNameLst>
                                          <p:attrName>style.visibility</p:attrName>
                                        </p:attrNameLst>
                                      </p:cBhvr>
                                      <p:to>
                                        <p:strVal val="visible"/>
                                      </p:to>
                                    </p:set>
                                    <p:animEffect transition="in" filter="wipe(left)">
                                      <p:cBhvr>
                                        <p:cTn id="7" dur="500"/>
                                        <p:tgtEl>
                                          <p:spTgt spid="7106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0698"/>
                                        </p:tgtEl>
                                        <p:attrNameLst>
                                          <p:attrName>style.visibility</p:attrName>
                                        </p:attrNameLst>
                                      </p:cBhvr>
                                      <p:to>
                                        <p:strVal val="visible"/>
                                      </p:to>
                                    </p:set>
                                    <p:animEffect transition="in" filter="wipe(left)">
                                      <p:cBhvr>
                                        <p:cTn id="12" dur="500"/>
                                        <p:tgtEl>
                                          <p:spTgt spid="7106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ppt_h/2"/>
                                          </p:val>
                                        </p:tav>
                                        <p:tav tm="100000">
                                          <p:val>
                                            <p:strVal val="#ppt_y"/>
                                          </p:val>
                                        </p:tav>
                                      </p:tavLst>
                                    </p:anim>
                                    <p:anim calcmode="lin" valueType="num">
                                      <p:cBhvr>
                                        <p:cTn id="19" dur="500" fill="hold"/>
                                        <p:tgtEl>
                                          <p:spTgt spid="2"/>
                                        </p:tgtEl>
                                        <p:attrNameLst>
                                          <p:attrName>ppt_w</p:attrName>
                                        </p:attrNameLst>
                                      </p:cBhvr>
                                      <p:tavLst>
                                        <p:tav tm="0">
                                          <p:val>
                                            <p:strVal val="#ppt_w"/>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10697"/>
                                        </p:tgtEl>
                                        <p:attrNameLst>
                                          <p:attrName>style.visibility</p:attrName>
                                        </p:attrNameLst>
                                      </p:cBhvr>
                                      <p:to>
                                        <p:strVal val="visible"/>
                                      </p:to>
                                    </p:set>
                                    <p:animEffect transition="in" filter="wipe(left)">
                                      <p:cBhvr>
                                        <p:cTn id="25" dur="500"/>
                                        <p:tgtEl>
                                          <p:spTgt spid="71069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10679"/>
                                        </p:tgtEl>
                                        <p:attrNameLst>
                                          <p:attrName>style.visibility</p:attrName>
                                        </p:attrNameLst>
                                      </p:cBhvr>
                                      <p:to>
                                        <p:strVal val="visible"/>
                                      </p:to>
                                    </p:set>
                                    <p:animEffect transition="in" filter="wipe(left)">
                                      <p:cBhvr>
                                        <p:cTn id="30" dur="500"/>
                                        <p:tgtEl>
                                          <p:spTgt spid="71067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10680"/>
                                        </p:tgtEl>
                                        <p:attrNameLst>
                                          <p:attrName>style.visibility</p:attrName>
                                        </p:attrNameLst>
                                      </p:cBhvr>
                                      <p:to>
                                        <p:strVal val="visible"/>
                                      </p:to>
                                    </p:set>
                                    <p:animEffect transition="in" filter="wipe(left)">
                                      <p:cBhvr>
                                        <p:cTn id="35" dur="500"/>
                                        <p:tgtEl>
                                          <p:spTgt spid="71068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710681"/>
                                        </p:tgtEl>
                                        <p:attrNameLst>
                                          <p:attrName>style.visibility</p:attrName>
                                        </p:attrNameLst>
                                      </p:cBhvr>
                                      <p:to>
                                        <p:strVal val="visible"/>
                                      </p:to>
                                    </p:set>
                                    <p:animEffect transition="in" filter="wipe(left)">
                                      <p:cBhvr>
                                        <p:cTn id="40" dur="500"/>
                                        <p:tgtEl>
                                          <p:spTgt spid="71068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710682"/>
                                        </p:tgtEl>
                                        <p:attrNameLst>
                                          <p:attrName>style.visibility</p:attrName>
                                        </p:attrNameLst>
                                      </p:cBhvr>
                                      <p:to>
                                        <p:strVal val="visible"/>
                                      </p:to>
                                    </p:set>
                                    <p:animEffect transition="in" filter="wipe(left)">
                                      <p:cBhvr>
                                        <p:cTn id="45" dur="500"/>
                                        <p:tgtEl>
                                          <p:spTgt spid="71068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10683"/>
                                        </p:tgtEl>
                                        <p:attrNameLst>
                                          <p:attrName>style.visibility</p:attrName>
                                        </p:attrNameLst>
                                      </p:cBhvr>
                                      <p:to>
                                        <p:strVal val="visible"/>
                                      </p:to>
                                    </p:set>
                                    <p:animEffect transition="in" filter="wipe(left)">
                                      <p:cBhvr>
                                        <p:cTn id="50" dur="500"/>
                                        <p:tgtEl>
                                          <p:spTgt spid="71068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710685"/>
                                        </p:tgtEl>
                                        <p:attrNameLst>
                                          <p:attrName>style.visibility</p:attrName>
                                        </p:attrNameLst>
                                      </p:cBhvr>
                                      <p:to>
                                        <p:strVal val="visible"/>
                                      </p:to>
                                    </p:set>
                                    <p:animEffect transition="in" filter="wipe(left)">
                                      <p:cBhvr>
                                        <p:cTn id="55" dur="500"/>
                                        <p:tgtEl>
                                          <p:spTgt spid="71068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710691"/>
                                        </p:tgtEl>
                                        <p:attrNameLst>
                                          <p:attrName>style.visibility</p:attrName>
                                        </p:attrNameLst>
                                      </p:cBhvr>
                                      <p:to>
                                        <p:strVal val="visible"/>
                                      </p:to>
                                    </p:set>
                                    <p:animEffect transition="in" filter="wipe(left)">
                                      <p:cBhvr>
                                        <p:cTn id="60" dur="500"/>
                                        <p:tgtEl>
                                          <p:spTgt spid="71069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710692"/>
                                        </p:tgtEl>
                                        <p:attrNameLst>
                                          <p:attrName>style.visibility</p:attrName>
                                        </p:attrNameLst>
                                      </p:cBhvr>
                                      <p:to>
                                        <p:strVal val="visible"/>
                                      </p:to>
                                    </p:set>
                                    <p:animEffect transition="in" filter="wipe(up)">
                                      <p:cBhvr>
                                        <p:cTn id="65" dur="500"/>
                                        <p:tgtEl>
                                          <p:spTgt spid="71069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710694"/>
                                        </p:tgtEl>
                                        <p:attrNameLst>
                                          <p:attrName>style.visibility</p:attrName>
                                        </p:attrNameLst>
                                      </p:cBhvr>
                                      <p:to>
                                        <p:strVal val="visible"/>
                                      </p:to>
                                    </p:set>
                                    <p:animEffect transition="in" filter="wipe(left)">
                                      <p:cBhvr>
                                        <p:cTn id="70" dur="500"/>
                                        <p:tgtEl>
                                          <p:spTgt spid="71069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4" fill="hold" nodeType="clickEffect">
                                  <p:stCondLst>
                                    <p:cond delay="0"/>
                                  </p:stCondLst>
                                  <p:childTnLst>
                                    <p:set>
                                      <p:cBhvr>
                                        <p:cTn id="74" dur="1" fill="hold">
                                          <p:stCondLst>
                                            <p:cond delay="0"/>
                                          </p:stCondLst>
                                        </p:cTn>
                                        <p:tgtEl>
                                          <p:spTgt spid="710693"/>
                                        </p:tgtEl>
                                        <p:attrNameLst>
                                          <p:attrName>style.visibility</p:attrName>
                                        </p:attrNameLst>
                                      </p:cBhvr>
                                      <p:to>
                                        <p:strVal val="visible"/>
                                      </p:to>
                                    </p:set>
                                    <p:animEffect transition="in" filter="wipe(down)">
                                      <p:cBhvr>
                                        <p:cTn id="75" dur="500"/>
                                        <p:tgtEl>
                                          <p:spTgt spid="71069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710695"/>
                                        </p:tgtEl>
                                        <p:attrNameLst>
                                          <p:attrName>style.visibility</p:attrName>
                                        </p:attrNameLst>
                                      </p:cBhvr>
                                      <p:to>
                                        <p:strVal val="visible"/>
                                      </p:to>
                                    </p:set>
                                    <p:animEffect transition="in" filter="wipe(left)">
                                      <p:cBhvr>
                                        <p:cTn id="80" dur="500"/>
                                        <p:tgtEl>
                                          <p:spTgt spid="710695"/>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710701"/>
                                        </p:tgtEl>
                                        <p:attrNameLst>
                                          <p:attrName>style.visibility</p:attrName>
                                        </p:attrNameLst>
                                      </p:cBhvr>
                                      <p:to>
                                        <p:strVal val="visible"/>
                                      </p:to>
                                    </p:set>
                                    <p:animEffect transition="in" filter="wipe(left)">
                                      <p:cBhvr>
                                        <p:cTn id="85" dur="500"/>
                                        <p:tgtEl>
                                          <p:spTgt spid="71070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710684"/>
                                        </p:tgtEl>
                                        <p:attrNameLst>
                                          <p:attrName>style.visibility</p:attrName>
                                        </p:attrNameLst>
                                      </p:cBhvr>
                                      <p:to>
                                        <p:strVal val="visible"/>
                                      </p:to>
                                    </p:set>
                                    <p:animEffect transition="in" filter="wipe(left)">
                                      <p:cBhvr>
                                        <p:cTn id="90" dur="500"/>
                                        <p:tgtEl>
                                          <p:spTgt spid="710684"/>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710686"/>
                                        </p:tgtEl>
                                        <p:attrNameLst>
                                          <p:attrName>style.visibility</p:attrName>
                                        </p:attrNameLst>
                                      </p:cBhvr>
                                      <p:to>
                                        <p:strVal val="visible"/>
                                      </p:to>
                                    </p:set>
                                    <p:animEffect transition="in" filter="wipe(left)">
                                      <p:cBhvr>
                                        <p:cTn id="95" dur="500"/>
                                        <p:tgtEl>
                                          <p:spTgt spid="710686"/>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710687"/>
                                        </p:tgtEl>
                                        <p:attrNameLst>
                                          <p:attrName>style.visibility</p:attrName>
                                        </p:attrNameLst>
                                      </p:cBhvr>
                                      <p:to>
                                        <p:strVal val="visible"/>
                                      </p:to>
                                    </p:set>
                                    <p:animEffect transition="in" filter="wipe(left)">
                                      <p:cBhvr>
                                        <p:cTn id="100" dur="500"/>
                                        <p:tgtEl>
                                          <p:spTgt spid="710687"/>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710688"/>
                                        </p:tgtEl>
                                        <p:attrNameLst>
                                          <p:attrName>style.visibility</p:attrName>
                                        </p:attrNameLst>
                                      </p:cBhvr>
                                      <p:to>
                                        <p:strVal val="visible"/>
                                      </p:to>
                                    </p:set>
                                    <p:animEffect transition="in" filter="wipe(left)">
                                      <p:cBhvr>
                                        <p:cTn id="105" dur="500"/>
                                        <p:tgtEl>
                                          <p:spTgt spid="710688"/>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710699"/>
                                        </p:tgtEl>
                                        <p:attrNameLst>
                                          <p:attrName>style.visibility</p:attrName>
                                        </p:attrNameLst>
                                      </p:cBhvr>
                                      <p:to>
                                        <p:strVal val="visible"/>
                                      </p:to>
                                    </p:set>
                                    <p:animEffect transition="in" filter="wipe(left)">
                                      <p:cBhvr>
                                        <p:cTn id="110" dur="500"/>
                                        <p:tgtEl>
                                          <p:spTgt spid="710699"/>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710700"/>
                                        </p:tgtEl>
                                        <p:attrNameLst>
                                          <p:attrName>style.visibility</p:attrName>
                                        </p:attrNameLst>
                                      </p:cBhvr>
                                      <p:to>
                                        <p:strVal val="visible"/>
                                      </p:to>
                                    </p:set>
                                    <p:animEffect transition="in" filter="wipe(left)">
                                      <p:cBhvr>
                                        <p:cTn id="115" dur="500"/>
                                        <p:tgtEl>
                                          <p:spTgt spid="710700"/>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710689"/>
                                        </p:tgtEl>
                                        <p:attrNameLst>
                                          <p:attrName>style.visibility</p:attrName>
                                        </p:attrNameLst>
                                      </p:cBhvr>
                                      <p:to>
                                        <p:strVal val="visible"/>
                                      </p:to>
                                    </p:set>
                                    <p:animEffect transition="in" filter="wipe(left)">
                                      <p:cBhvr>
                                        <p:cTn id="120" dur="500"/>
                                        <p:tgtEl>
                                          <p:spTgt spid="710689"/>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 presetClass="entr" presetSubtype="2" fill="hold" nodeType="clickEffect">
                                  <p:stCondLst>
                                    <p:cond delay="0"/>
                                  </p:stCondLst>
                                  <p:childTnLst>
                                    <p:set>
                                      <p:cBhvr>
                                        <p:cTn id="124" dur="1" fill="hold">
                                          <p:stCondLst>
                                            <p:cond delay="0"/>
                                          </p:stCondLst>
                                        </p:cTn>
                                        <p:tgtEl>
                                          <p:spTgt spid="710702"/>
                                        </p:tgtEl>
                                        <p:attrNameLst>
                                          <p:attrName>style.visibility</p:attrName>
                                        </p:attrNameLst>
                                      </p:cBhvr>
                                      <p:to>
                                        <p:strVal val="visible"/>
                                      </p:to>
                                    </p:set>
                                    <p:anim calcmode="lin" valueType="num">
                                      <p:cBhvr additive="base">
                                        <p:cTn id="125" dur="500" fill="hold"/>
                                        <p:tgtEl>
                                          <p:spTgt spid="710702"/>
                                        </p:tgtEl>
                                        <p:attrNameLst>
                                          <p:attrName>ppt_x</p:attrName>
                                        </p:attrNameLst>
                                      </p:cBhvr>
                                      <p:tavLst>
                                        <p:tav tm="0">
                                          <p:val>
                                            <p:strVal val="1+#ppt_w/2"/>
                                          </p:val>
                                        </p:tav>
                                        <p:tav tm="100000">
                                          <p:val>
                                            <p:strVal val="#ppt_x"/>
                                          </p:val>
                                        </p:tav>
                                      </p:tavLst>
                                    </p:anim>
                                    <p:anim calcmode="lin" valueType="num">
                                      <p:cBhvr additive="base">
                                        <p:cTn id="126" dur="500" fill="hold"/>
                                        <p:tgtEl>
                                          <p:spTgt spid="7107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79" grpId="0" autoUpdateAnimBg="0"/>
      <p:bldP spid="710680" grpId="0" autoUpdateAnimBg="0"/>
      <p:bldP spid="710681" grpId="0" autoUpdateAnimBg="0"/>
      <p:bldP spid="710685" grpId="0" autoUpdateAnimBg="0"/>
      <p:bldP spid="710688" grpId="0" animBg="1"/>
      <p:bldP spid="710689" grpId="0" animBg="1" autoUpdateAnimBg="0"/>
      <p:bldP spid="710691" grpId="0" animBg="1"/>
      <p:bldP spid="710696" grpId="0"/>
      <p:bldP spid="710697" grpId="0"/>
      <p:bldP spid="71069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Text Box 2">
            <a:extLst>
              <a:ext uri="{FF2B5EF4-FFF2-40B4-BE49-F238E27FC236}">
                <a16:creationId xmlns:a16="http://schemas.microsoft.com/office/drawing/2014/main" id="{6EDCE12E-5D6C-D2DE-C0F8-B14FD1003D98}"/>
              </a:ext>
            </a:extLst>
          </p:cNvPr>
          <p:cNvSpPr txBox="1">
            <a:spLocks noChangeArrowheads="1"/>
          </p:cNvSpPr>
          <p:nvPr/>
        </p:nvSpPr>
        <p:spPr bwMode="auto">
          <a:xfrm>
            <a:off x="625475" y="271463"/>
            <a:ext cx="8274050" cy="1774825"/>
          </a:xfrm>
          <a:prstGeom prst="rect">
            <a:avLst/>
          </a:prstGeom>
          <a:noFill/>
          <a:ln>
            <a:noFill/>
          </a:ln>
          <a:effectLst/>
        </p:spPr>
        <p:txBody>
          <a:bodyPr anchor="ctr">
            <a:spAutoFit/>
          </a:bodyPr>
          <a:lstStyle/>
          <a:p>
            <a:pPr algn="l">
              <a:lnSpc>
                <a:spcPct val="115000"/>
              </a:lnSpc>
              <a:spcAft>
                <a:spcPts val="800"/>
              </a:spcAft>
              <a:defRPr/>
            </a:pPr>
            <a:r>
              <a:rPr kumimoji="1" lang="zh-CN" altLang="en-US">
                <a:effectLst>
                  <a:outerShdw blurRad="38100" dist="38100" dir="2700000" algn="tl">
                    <a:srgbClr val="000000"/>
                  </a:outerShdw>
                </a:effectLst>
                <a:latin typeface="Times New Roman" panose="02020603050405020304" pitchFamily="18" charset="0"/>
              </a:rPr>
              <a:t>滑块</a:t>
            </a:r>
            <a:r>
              <a:rPr kumimoji="1" lang="en-US" altLang="zh-CN">
                <a:solidFill>
                  <a:srgbClr val="FFCC00"/>
                </a:solidFill>
                <a:effectLst>
                  <a:outerShdw blurRad="38100" dist="38100" dir="2700000" algn="tl">
                    <a:srgbClr val="000000"/>
                  </a:outerShdw>
                </a:effectLst>
                <a:latin typeface="Times New Roman" panose="02020603050405020304" pitchFamily="18" charset="0"/>
              </a:rPr>
              <a:t>A</a:t>
            </a:r>
            <a:r>
              <a:rPr kumimoji="1" lang="zh-CN" altLang="en-US">
                <a:effectLst>
                  <a:outerShdw blurRad="38100" dist="38100" dir="2700000" algn="tl">
                    <a:srgbClr val="000000"/>
                  </a:outerShdw>
                </a:effectLst>
                <a:latin typeface="Times New Roman" panose="02020603050405020304" pitchFamily="18" charset="0"/>
              </a:rPr>
              <a:t>、重物</a:t>
            </a:r>
            <a:r>
              <a:rPr kumimoji="1" lang="en-US" altLang="zh-CN">
                <a:solidFill>
                  <a:srgbClr val="FFCC00"/>
                </a:solidFill>
                <a:effectLst>
                  <a:outerShdw blurRad="38100" dist="38100" dir="2700000" algn="tl">
                    <a:srgbClr val="000000"/>
                  </a:outerShdw>
                </a:effectLst>
                <a:latin typeface="Times New Roman" panose="02020603050405020304" pitchFamily="18" charset="0"/>
              </a:rPr>
              <a:t>B</a:t>
            </a:r>
            <a:r>
              <a:rPr kumimoji="1" lang="zh-CN" altLang="en-US">
                <a:effectLst>
                  <a:outerShdw blurRad="38100" dist="38100" dir="2700000" algn="tl">
                    <a:srgbClr val="000000"/>
                  </a:outerShdw>
                </a:effectLst>
                <a:latin typeface="Times New Roman" panose="02020603050405020304" pitchFamily="18" charset="0"/>
              </a:rPr>
              <a:t>的质量分别为</a:t>
            </a:r>
            <a:r>
              <a:rPr kumimoji="1" lang="en-US" altLang="zh-CN" i="1">
                <a:solidFill>
                  <a:srgbClr val="FFCC00"/>
                </a:solidFill>
                <a:effectLst>
                  <a:outerShdw blurRad="38100" dist="38100" dir="2700000" algn="tl">
                    <a:srgbClr val="000000"/>
                  </a:outerShdw>
                </a:effectLst>
                <a:latin typeface="Times New Roman" panose="02020603050405020304" pitchFamily="18" charset="0"/>
              </a:rPr>
              <a:t>m</a:t>
            </a:r>
            <a:r>
              <a:rPr kumimoji="1" lang="en-US" altLang="zh-CN" baseline="-25000">
                <a:solidFill>
                  <a:srgbClr val="FFCC00"/>
                </a:solidFill>
                <a:effectLst>
                  <a:outerShdw blurRad="38100" dist="38100" dir="2700000" algn="tl">
                    <a:srgbClr val="000000"/>
                  </a:outerShdw>
                </a:effectLst>
                <a:latin typeface="Times New Roman" panose="02020603050405020304" pitchFamily="18" charset="0"/>
              </a:rPr>
              <a:t>1</a:t>
            </a:r>
            <a:r>
              <a:rPr kumimoji="1" lang="zh-CN" altLang="en-US">
                <a:effectLst>
                  <a:outerShdw blurRad="38100" dist="38100" dir="2700000" algn="tl">
                    <a:srgbClr val="000000"/>
                  </a:outerShdw>
                </a:effectLst>
                <a:latin typeface="Times New Roman" panose="02020603050405020304" pitchFamily="18" charset="0"/>
              </a:rPr>
              <a:t>和</a:t>
            </a:r>
            <a:r>
              <a:rPr kumimoji="1" lang="en-US" altLang="zh-CN" i="1">
                <a:solidFill>
                  <a:srgbClr val="FFCC00"/>
                </a:solidFill>
                <a:effectLst>
                  <a:outerShdw blurRad="38100" dist="38100" dir="2700000" algn="tl">
                    <a:srgbClr val="000000"/>
                  </a:outerShdw>
                </a:effectLst>
                <a:latin typeface="Times New Roman" panose="02020603050405020304" pitchFamily="18" charset="0"/>
              </a:rPr>
              <a:t>m</a:t>
            </a:r>
            <a:r>
              <a:rPr kumimoji="1" lang="en-US" altLang="zh-CN" baseline="-25000">
                <a:solidFill>
                  <a:srgbClr val="FFCC00"/>
                </a:solidFill>
                <a:effectLst>
                  <a:outerShdw blurRad="38100" dist="38100" dir="2700000" algn="tl">
                    <a:srgbClr val="000000"/>
                  </a:outerShdw>
                </a:effectLst>
                <a:latin typeface="Times New Roman" panose="02020603050405020304" pitchFamily="18" charset="0"/>
              </a:rPr>
              <a:t>2</a:t>
            </a:r>
            <a:r>
              <a:rPr kumimoji="1" lang="zh-CN" altLang="en-US">
                <a:effectLst>
                  <a:outerShdw blurRad="38100" dist="38100" dir="2700000" algn="tl">
                    <a:srgbClr val="000000"/>
                  </a:outerShdw>
                </a:effectLst>
                <a:latin typeface="Times New Roman" panose="02020603050405020304" pitchFamily="18" charset="0"/>
              </a:rPr>
              <a:t>，用一轻绳相连，绳子跨过质量为</a:t>
            </a:r>
            <a:r>
              <a:rPr kumimoji="1" lang="en-US" altLang="zh-CN" i="1">
                <a:solidFill>
                  <a:srgbClr val="FFCC00"/>
                </a:solidFill>
                <a:effectLst>
                  <a:outerShdw blurRad="38100" dist="38100" dir="2700000" algn="tl">
                    <a:srgbClr val="000000"/>
                  </a:outerShdw>
                </a:effectLst>
                <a:latin typeface="Times New Roman" panose="02020603050405020304" pitchFamily="18" charset="0"/>
              </a:rPr>
              <a:t>m</a:t>
            </a:r>
            <a:r>
              <a:rPr kumimoji="1" lang="en-US" altLang="zh-CN" baseline="-25000">
                <a:solidFill>
                  <a:srgbClr val="FFCC00"/>
                </a:solidFill>
                <a:effectLst>
                  <a:outerShdw blurRad="38100" dist="38100" dir="2700000" algn="tl">
                    <a:srgbClr val="000000"/>
                  </a:outerShdw>
                </a:effectLst>
                <a:latin typeface="Times New Roman" panose="02020603050405020304" pitchFamily="18" charset="0"/>
              </a:rPr>
              <a:t>3</a:t>
            </a:r>
            <a:r>
              <a:rPr kumimoji="1" lang="zh-CN" altLang="en-US" i="1">
                <a:effectLst>
                  <a:outerShdw blurRad="38100" dist="38100" dir="2700000" algn="tl">
                    <a:srgbClr val="000000"/>
                  </a:outerShdw>
                </a:effectLst>
                <a:latin typeface="Times New Roman" panose="02020603050405020304" pitchFamily="18" charset="0"/>
              </a:rPr>
              <a:t>、</a:t>
            </a:r>
            <a:r>
              <a:rPr kumimoji="1" lang="zh-CN" altLang="en-US">
                <a:effectLst>
                  <a:outerShdw blurRad="38100" dist="38100" dir="2700000" algn="tl">
                    <a:srgbClr val="000000"/>
                  </a:outerShdw>
                </a:effectLst>
                <a:latin typeface="Times New Roman" panose="02020603050405020304" pitchFamily="18" charset="0"/>
              </a:rPr>
              <a:t>半径为</a:t>
            </a:r>
            <a:r>
              <a:rPr kumimoji="1" lang="en-US" altLang="zh-CN" i="1">
                <a:solidFill>
                  <a:srgbClr val="FFCC00"/>
                </a:solidFill>
                <a:effectLst>
                  <a:outerShdw blurRad="38100" dist="38100" dir="2700000" algn="tl">
                    <a:srgbClr val="000000"/>
                  </a:outerShdw>
                </a:effectLst>
                <a:latin typeface="Times New Roman" panose="02020603050405020304" pitchFamily="18" charset="0"/>
              </a:rPr>
              <a:t>r</a:t>
            </a:r>
            <a:r>
              <a:rPr kumimoji="1" lang="zh-CN" altLang="en-US">
                <a:effectLst>
                  <a:outerShdw blurRad="38100" dist="38100" dir="2700000" algn="tl">
                    <a:srgbClr val="000000"/>
                  </a:outerShdw>
                </a:effectLst>
                <a:latin typeface="Times New Roman" panose="02020603050405020304" pitchFamily="18" charset="0"/>
              </a:rPr>
              <a:t>的定滑轮</a:t>
            </a:r>
            <a:r>
              <a:rPr kumimoji="1" lang="en-US" altLang="zh-CN">
                <a:solidFill>
                  <a:srgbClr val="FFCC00"/>
                </a:solidFill>
                <a:effectLst>
                  <a:outerShdw blurRad="38100" dist="38100" dir="2700000" algn="tl">
                    <a:srgbClr val="000000"/>
                  </a:outerShdw>
                </a:effectLst>
                <a:latin typeface="Times New Roman" panose="02020603050405020304" pitchFamily="18" charset="0"/>
              </a:rPr>
              <a:t>C</a:t>
            </a:r>
            <a:r>
              <a:rPr kumimoji="1" lang="zh-CN" altLang="en-US">
                <a:effectLst>
                  <a:outerShdw blurRad="38100" dist="38100" dir="2700000" algn="tl">
                    <a:srgbClr val="000000"/>
                  </a:outerShdw>
                </a:effectLst>
                <a:latin typeface="Times New Roman" panose="02020603050405020304" pitchFamily="18" charset="0"/>
              </a:rPr>
              <a:t>（可视为均质圆盘）。滑块</a:t>
            </a:r>
            <a:r>
              <a:rPr kumimoji="1" lang="en-US" altLang="zh-CN">
                <a:solidFill>
                  <a:srgbClr val="FFCC00"/>
                </a:solidFill>
                <a:effectLst>
                  <a:outerShdw blurRad="38100" dist="38100" dir="2700000" algn="tl">
                    <a:srgbClr val="000000"/>
                  </a:outerShdw>
                </a:effectLst>
                <a:latin typeface="Times New Roman" panose="02020603050405020304" pitchFamily="18" charset="0"/>
              </a:rPr>
              <a:t>A</a:t>
            </a:r>
            <a:r>
              <a:rPr kumimoji="1" lang="zh-CN" altLang="en-US">
                <a:effectLst>
                  <a:outerShdw blurRad="38100" dist="38100" dir="2700000" algn="tl">
                    <a:srgbClr val="000000"/>
                  </a:outerShdw>
                </a:effectLst>
                <a:latin typeface="Times New Roman" panose="02020603050405020304" pitchFamily="18" charset="0"/>
              </a:rPr>
              <a:t>与水平桌面间的滑动摩擦系数为</a:t>
            </a:r>
            <a:r>
              <a:rPr kumimoji="1" lang="el-GR" altLang="zh-CN" i="1">
                <a:solidFill>
                  <a:srgbClr val="FFCC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μ</a:t>
            </a:r>
            <a:r>
              <a:rPr kumimoji="1" lang="el-GR" altLang="zh-CN" baseline="-25000">
                <a:solidFill>
                  <a:srgbClr val="FFCC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k</a:t>
            </a:r>
            <a:r>
              <a:rPr kumimoji="1" lang="zh-CN" altLang="en-US">
                <a:effectLst>
                  <a:outerShdw blurRad="38100" dist="38100" dir="2700000" algn="tl">
                    <a:srgbClr val="000000"/>
                  </a:outerShdw>
                </a:effectLst>
                <a:latin typeface="Times New Roman" panose="02020603050405020304" pitchFamily="18" charset="0"/>
              </a:rPr>
              <a:t>，滑轮与轴之间的摩擦可忽略不计，不可伸缩的轻绳与滑轮之间无相对滑动。</a:t>
            </a:r>
          </a:p>
        </p:txBody>
      </p:sp>
      <p:sp>
        <p:nvSpPr>
          <p:cNvPr id="464900" name="Text Box 4">
            <a:extLst>
              <a:ext uri="{FF2B5EF4-FFF2-40B4-BE49-F238E27FC236}">
                <a16:creationId xmlns:a16="http://schemas.microsoft.com/office/drawing/2014/main" id="{293721AD-2BD0-2973-E3B4-1E5B79164B39}"/>
              </a:ext>
            </a:extLst>
          </p:cNvPr>
          <p:cNvSpPr txBox="1">
            <a:spLocks noChangeArrowheads="1"/>
          </p:cNvSpPr>
          <p:nvPr/>
        </p:nvSpPr>
        <p:spPr bwMode="auto">
          <a:xfrm>
            <a:off x="453687" y="2475269"/>
            <a:ext cx="2527300" cy="497765"/>
          </a:xfrm>
          <a:prstGeom prst="rect">
            <a:avLst/>
          </a:prstGeom>
          <a:noFill/>
          <a:ln>
            <a:noFill/>
          </a:ln>
          <a:effectLst/>
        </p:spPr>
        <p:txBody>
          <a:bodyPr anchor="ctr">
            <a:spAutoFit/>
          </a:bodyPr>
          <a:lstStyle/>
          <a:p>
            <a:pPr algn="l">
              <a:spcBef>
                <a:spcPct val="50000"/>
              </a:spcBef>
              <a:buFont typeface="Monotype Sorts" pitchFamily="2" charset="2"/>
              <a:buNone/>
              <a:defRPr/>
            </a:pPr>
            <a:r>
              <a:rPr kumimoji="1" lang="zh-CN" altLang="en-US" dirty="0">
                <a:effectLst>
                  <a:outerShdw blurRad="38100" dist="38100" dir="2700000" algn="tl">
                    <a:srgbClr val="000000"/>
                  </a:outerShdw>
                </a:effectLst>
                <a:latin typeface="Times New Roman" panose="02020603050405020304" pitchFamily="18" charset="0"/>
              </a:rPr>
              <a:t>受力分析</a:t>
            </a:r>
          </a:p>
        </p:txBody>
      </p:sp>
      <p:graphicFrame>
        <p:nvGraphicFramePr>
          <p:cNvPr id="464902" name="Object 6">
            <a:extLst>
              <a:ext uri="{FF2B5EF4-FFF2-40B4-BE49-F238E27FC236}">
                <a16:creationId xmlns:a16="http://schemas.microsoft.com/office/drawing/2014/main" id="{5D255754-0E28-41EC-1EE3-37E1BE4285C1}"/>
              </a:ext>
            </a:extLst>
          </p:cNvPr>
          <p:cNvGraphicFramePr>
            <a:graphicFrameLocks noChangeAspect="1"/>
          </p:cNvGraphicFramePr>
          <p:nvPr>
            <p:extLst>
              <p:ext uri="{D42A27DB-BD31-4B8C-83A1-F6EECF244321}">
                <p14:modId xmlns:p14="http://schemas.microsoft.com/office/powerpoint/2010/main" val="2319094901"/>
              </p:ext>
            </p:extLst>
          </p:nvPr>
        </p:nvGraphicFramePr>
        <p:xfrm>
          <a:off x="942975" y="3540125"/>
          <a:ext cx="406400" cy="393700"/>
        </p:xfrm>
        <a:graphic>
          <a:graphicData uri="http://schemas.openxmlformats.org/presentationml/2006/ole">
            <mc:AlternateContent xmlns:mc="http://schemas.openxmlformats.org/markup-compatibility/2006">
              <mc:Choice xmlns:v="urn:schemas-microsoft-com:vml" Requires="v">
                <p:oleObj name="公式" r:id="rId2" imgW="358296" imgH="350631" progId="Equation.3">
                  <p:embed/>
                </p:oleObj>
              </mc:Choice>
              <mc:Fallback>
                <p:oleObj name="公式" r:id="rId2" imgW="358296" imgH="350631" progId="Equation.3">
                  <p:embed/>
                  <p:pic>
                    <p:nvPicPr>
                      <p:cNvPr id="464902" name="Object 6">
                        <a:extLst>
                          <a:ext uri="{FF2B5EF4-FFF2-40B4-BE49-F238E27FC236}">
                            <a16:creationId xmlns:a16="http://schemas.microsoft.com/office/drawing/2014/main" id="{5D255754-0E28-41EC-1EE3-37E1BE428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975" y="3540125"/>
                        <a:ext cx="406400" cy="393700"/>
                      </a:xfrm>
                      <a:prstGeom prst="rect">
                        <a:avLst/>
                      </a:prstGeom>
                      <a:noFill/>
                      <a:ln>
                        <a:noFill/>
                      </a:ln>
                      <a:effectLst/>
                      <a:extLst>
                        <a:ext uri="{909E8E84-426E-40DD-AFC4-6F175D3DCCD1}">
                          <a14:hiddenFill xmlns:a14="http://schemas.microsoft.com/office/drawing/2010/main">
                            <a:solidFill>
                              <a:srgbClr val="00FFFF">
                                <a:alpha val="23921"/>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03" name="Object 7">
            <a:extLst>
              <a:ext uri="{FF2B5EF4-FFF2-40B4-BE49-F238E27FC236}">
                <a16:creationId xmlns:a16="http://schemas.microsoft.com/office/drawing/2014/main" id="{8B8711E0-13C0-591D-E74E-FFC7371E10CB}"/>
              </a:ext>
            </a:extLst>
          </p:cNvPr>
          <p:cNvGraphicFramePr>
            <a:graphicFrameLocks noChangeAspect="1"/>
          </p:cNvGraphicFramePr>
          <p:nvPr>
            <p:extLst>
              <p:ext uri="{D42A27DB-BD31-4B8C-83A1-F6EECF244321}">
                <p14:modId xmlns:p14="http://schemas.microsoft.com/office/powerpoint/2010/main" val="2187628784"/>
              </p:ext>
            </p:extLst>
          </p:nvPr>
        </p:nvGraphicFramePr>
        <p:xfrm>
          <a:off x="952500" y="4081463"/>
          <a:ext cx="431800" cy="393700"/>
        </p:xfrm>
        <a:graphic>
          <a:graphicData uri="http://schemas.openxmlformats.org/presentationml/2006/ole">
            <mc:AlternateContent xmlns:mc="http://schemas.openxmlformats.org/markup-compatibility/2006">
              <mc:Choice xmlns:v="urn:schemas-microsoft-com:vml" Requires="v">
                <p:oleObj name="公式" r:id="rId4" imgW="388651" imgH="350631" progId="Equation.3">
                  <p:embed/>
                </p:oleObj>
              </mc:Choice>
              <mc:Fallback>
                <p:oleObj name="公式" r:id="rId4" imgW="388651" imgH="350631" progId="Equation.3">
                  <p:embed/>
                  <p:pic>
                    <p:nvPicPr>
                      <p:cNvPr id="464903" name="Object 7">
                        <a:extLst>
                          <a:ext uri="{FF2B5EF4-FFF2-40B4-BE49-F238E27FC236}">
                            <a16:creationId xmlns:a16="http://schemas.microsoft.com/office/drawing/2014/main" id="{8B8711E0-13C0-591D-E74E-FFC7371E10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500" y="4081463"/>
                        <a:ext cx="431800" cy="3937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04" name="Object 8">
            <a:extLst>
              <a:ext uri="{FF2B5EF4-FFF2-40B4-BE49-F238E27FC236}">
                <a16:creationId xmlns:a16="http://schemas.microsoft.com/office/drawing/2014/main" id="{F5CB9CC9-DD28-7FF1-F037-FF8B804D4136}"/>
              </a:ext>
            </a:extLst>
          </p:cNvPr>
          <p:cNvGraphicFramePr>
            <a:graphicFrameLocks noChangeAspect="1"/>
          </p:cNvGraphicFramePr>
          <p:nvPr>
            <p:extLst>
              <p:ext uri="{D42A27DB-BD31-4B8C-83A1-F6EECF244321}">
                <p14:modId xmlns:p14="http://schemas.microsoft.com/office/powerpoint/2010/main" val="3720385739"/>
              </p:ext>
            </p:extLst>
          </p:nvPr>
        </p:nvGraphicFramePr>
        <p:xfrm>
          <a:off x="2511425" y="3535363"/>
          <a:ext cx="1498600" cy="406400"/>
        </p:xfrm>
        <a:graphic>
          <a:graphicData uri="http://schemas.openxmlformats.org/presentationml/2006/ole">
            <mc:AlternateContent xmlns:mc="http://schemas.openxmlformats.org/markup-compatibility/2006">
              <mc:Choice xmlns:v="urn:schemas-microsoft-com:vml" Requires="v">
                <p:oleObj name="公式" r:id="rId6" imgW="1455576" imgH="358112" progId="Equation.3">
                  <p:embed/>
                </p:oleObj>
              </mc:Choice>
              <mc:Fallback>
                <p:oleObj name="公式" r:id="rId6" imgW="1455576" imgH="358112" progId="Equation.3">
                  <p:embed/>
                  <p:pic>
                    <p:nvPicPr>
                      <p:cNvPr id="464904" name="Object 8">
                        <a:extLst>
                          <a:ext uri="{FF2B5EF4-FFF2-40B4-BE49-F238E27FC236}">
                            <a16:creationId xmlns:a16="http://schemas.microsoft.com/office/drawing/2014/main" id="{F5CB9CC9-DD28-7FF1-F037-FF8B804D41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1425" y="3535363"/>
                        <a:ext cx="1498600" cy="4064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05" name="Object 9">
            <a:extLst>
              <a:ext uri="{FF2B5EF4-FFF2-40B4-BE49-F238E27FC236}">
                <a16:creationId xmlns:a16="http://schemas.microsoft.com/office/drawing/2014/main" id="{55C3CE58-03EE-A4A9-84DC-6DD438960830}"/>
              </a:ext>
            </a:extLst>
          </p:cNvPr>
          <p:cNvGraphicFramePr>
            <a:graphicFrameLocks noChangeAspect="1"/>
          </p:cNvGraphicFramePr>
          <p:nvPr>
            <p:extLst>
              <p:ext uri="{D42A27DB-BD31-4B8C-83A1-F6EECF244321}">
                <p14:modId xmlns:p14="http://schemas.microsoft.com/office/powerpoint/2010/main" val="293199876"/>
              </p:ext>
            </p:extLst>
          </p:nvPr>
        </p:nvGraphicFramePr>
        <p:xfrm>
          <a:off x="2482850" y="4092575"/>
          <a:ext cx="1371600" cy="406400"/>
        </p:xfrm>
        <a:graphic>
          <a:graphicData uri="http://schemas.openxmlformats.org/presentationml/2006/ole">
            <mc:AlternateContent xmlns:mc="http://schemas.openxmlformats.org/markup-compatibility/2006">
              <mc:Choice xmlns:v="urn:schemas-microsoft-com:vml" Requires="v">
                <p:oleObj name="公式" r:id="rId8" imgW="1325693" imgH="358112" progId="Equation.3">
                  <p:embed/>
                </p:oleObj>
              </mc:Choice>
              <mc:Fallback>
                <p:oleObj name="公式" r:id="rId8" imgW="1325693" imgH="358112" progId="Equation.3">
                  <p:embed/>
                  <p:pic>
                    <p:nvPicPr>
                      <p:cNvPr id="464905" name="Object 9">
                        <a:extLst>
                          <a:ext uri="{FF2B5EF4-FFF2-40B4-BE49-F238E27FC236}">
                            <a16:creationId xmlns:a16="http://schemas.microsoft.com/office/drawing/2014/main" id="{55C3CE58-03EE-A4A9-84DC-6DD4389608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2850" y="4092575"/>
                        <a:ext cx="1371600" cy="4064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4906" name="Rectangle 10">
            <a:extLst>
              <a:ext uri="{FF2B5EF4-FFF2-40B4-BE49-F238E27FC236}">
                <a16:creationId xmlns:a16="http://schemas.microsoft.com/office/drawing/2014/main" id="{C81C63FF-38DD-EE3B-1702-44D2880122E2}"/>
              </a:ext>
            </a:extLst>
          </p:cNvPr>
          <p:cNvSpPr>
            <a:spLocks noChangeArrowheads="1"/>
          </p:cNvSpPr>
          <p:nvPr/>
        </p:nvSpPr>
        <p:spPr bwMode="auto">
          <a:xfrm>
            <a:off x="165589" y="268642"/>
            <a:ext cx="647700"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buNone/>
            </a:pPr>
            <a:r>
              <a:rPr lang="zh-CN" altLang="en-US" dirty="0">
                <a:solidFill>
                  <a:srgbClr val="FFFF00"/>
                </a:solidFill>
                <a:latin typeface="Times New Roman" panose="02020603050405020304" pitchFamily="18" charset="0"/>
              </a:rPr>
              <a:t>例</a:t>
            </a:r>
          </a:p>
        </p:txBody>
      </p:sp>
      <p:sp>
        <p:nvSpPr>
          <p:cNvPr id="464907" name="Rectangle 11">
            <a:extLst>
              <a:ext uri="{FF2B5EF4-FFF2-40B4-BE49-F238E27FC236}">
                <a16:creationId xmlns:a16="http://schemas.microsoft.com/office/drawing/2014/main" id="{B1130A01-DDF1-C30A-05DD-46531742A90B}"/>
              </a:ext>
            </a:extLst>
          </p:cNvPr>
          <p:cNvSpPr>
            <a:spLocks noChangeArrowheads="1"/>
          </p:cNvSpPr>
          <p:nvPr/>
        </p:nvSpPr>
        <p:spPr bwMode="auto">
          <a:xfrm>
            <a:off x="-207659" y="2465104"/>
            <a:ext cx="647700"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r>
              <a:rPr lang="zh-CN" altLang="en-US" dirty="0">
                <a:solidFill>
                  <a:srgbClr val="FFFF00"/>
                </a:solidFill>
                <a:latin typeface="Times New Roman" panose="02020603050405020304" pitchFamily="18" charset="0"/>
              </a:rPr>
              <a:t>解</a:t>
            </a:r>
          </a:p>
        </p:txBody>
      </p:sp>
      <p:sp>
        <p:nvSpPr>
          <p:cNvPr id="464908" name="Text Box 12">
            <a:extLst>
              <a:ext uri="{FF2B5EF4-FFF2-40B4-BE49-F238E27FC236}">
                <a16:creationId xmlns:a16="http://schemas.microsoft.com/office/drawing/2014/main" id="{8EC2FA86-FCA6-E88D-F206-FC47455FC1BE}"/>
              </a:ext>
            </a:extLst>
          </p:cNvPr>
          <p:cNvSpPr txBox="1">
            <a:spLocks noChangeArrowheads="1"/>
          </p:cNvSpPr>
          <p:nvPr/>
        </p:nvSpPr>
        <p:spPr bwMode="auto">
          <a:xfrm>
            <a:off x="489439" y="2843567"/>
            <a:ext cx="2335357" cy="497765"/>
          </a:xfrm>
          <a:prstGeom prst="rect">
            <a:avLst/>
          </a:prstGeom>
          <a:noFill/>
          <a:ln>
            <a:noFill/>
          </a:ln>
          <a:effectLst/>
        </p:spPr>
        <p:txBody>
          <a:bodyPr wrap="square" anchor="ctr">
            <a:spAutoFit/>
          </a:bodyPr>
          <a:lstStyle/>
          <a:p>
            <a:pPr algn="l">
              <a:spcBef>
                <a:spcPct val="50000"/>
              </a:spcBef>
              <a:buClr>
                <a:srgbClr val="FFCC00"/>
              </a:buClr>
              <a:buSzPct val="80000"/>
              <a:buFont typeface="Wingdings" panose="05000000000000000000" pitchFamily="2" charset="2"/>
              <a:buChar char="l"/>
              <a:defRPr/>
            </a:pPr>
            <a:r>
              <a:rPr kumimoji="1" lang="zh-CN" altLang="en-US" dirty="0">
                <a:effectLst>
                  <a:outerShdw blurRad="38100" dist="38100" dir="2700000" algn="tl">
                    <a:srgbClr val="000000"/>
                  </a:outerShdw>
                </a:effectLst>
                <a:latin typeface="Times New Roman" panose="02020603050405020304" pitchFamily="18" charset="0"/>
              </a:rPr>
              <a:t>力矩分析</a:t>
            </a:r>
          </a:p>
        </p:txBody>
      </p:sp>
      <p:grpSp>
        <p:nvGrpSpPr>
          <p:cNvPr id="464909" name="Group 13">
            <a:extLst>
              <a:ext uri="{FF2B5EF4-FFF2-40B4-BE49-F238E27FC236}">
                <a16:creationId xmlns:a16="http://schemas.microsoft.com/office/drawing/2014/main" id="{7DB51B1B-7CC8-C46F-AC7F-FEF8094A8990}"/>
              </a:ext>
            </a:extLst>
          </p:cNvPr>
          <p:cNvGrpSpPr>
            <a:grpSpLocks noChangeAspect="1"/>
          </p:cNvGrpSpPr>
          <p:nvPr/>
        </p:nvGrpSpPr>
        <p:grpSpPr bwMode="auto">
          <a:xfrm>
            <a:off x="4751388" y="3614738"/>
            <a:ext cx="350837" cy="635000"/>
            <a:chOff x="1923" y="1329"/>
            <a:chExt cx="247" cy="448"/>
          </a:xfrm>
        </p:grpSpPr>
        <p:sp>
          <p:nvSpPr>
            <p:cNvPr id="16471" name="Line 14">
              <a:extLst>
                <a:ext uri="{FF2B5EF4-FFF2-40B4-BE49-F238E27FC236}">
                  <a16:creationId xmlns:a16="http://schemas.microsoft.com/office/drawing/2014/main" id="{EC5E4FA1-1CAD-181B-D668-4921F60750D0}"/>
                </a:ext>
              </a:extLst>
            </p:cNvPr>
            <p:cNvSpPr>
              <a:spLocks noChangeAspect="1" noChangeShapeType="1"/>
            </p:cNvSpPr>
            <p:nvPr/>
          </p:nvSpPr>
          <p:spPr bwMode="auto">
            <a:xfrm>
              <a:off x="2170" y="1329"/>
              <a:ext cx="0" cy="448"/>
            </a:xfrm>
            <a:prstGeom prst="line">
              <a:avLst/>
            </a:prstGeom>
            <a:noFill/>
            <a:ln w="28575">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72" name="Object 15">
              <a:extLst>
                <a:ext uri="{FF2B5EF4-FFF2-40B4-BE49-F238E27FC236}">
                  <a16:creationId xmlns:a16="http://schemas.microsoft.com/office/drawing/2014/main" id="{DFF35A57-9E7E-854D-6AB8-B3AA0AD20B97}"/>
                </a:ext>
              </a:extLst>
            </p:cNvPr>
            <p:cNvGraphicFramePr>
              <a:graphicFrameLocks noChangeAspect="1"/>
            </p:cNvGraphicFramePr>
            <p:nvPr/>
          </p:nvGraphicFramePr>
          <p:xfrm>
            <a:off x="1923" y="1398"/>
            <a:ext cx="216" cy="264"/>
          </p:xfrm>
          <a:graphic>
            <a:graphicData uri="http://schemas.openxmlformats.org/presentationml/2006/ole">
              <mc:AlternateContent xmlns:mc="http://schemas.openxmlformats.org/markup-compatibility/2006">
                <mc:Choice xmlns:v="urn:schemas-microsoft-com:vml" Requires="v">
                  <p:oleObj name="公式" r:id="rId10" imgW="297087" imgH="411480" progId="Equation.3">
                    <p:embed/>
                  </p:oleObj>
                </mc:Choice>
                <mc:Fallback>
                  <p:oleObj name="公式" r:id="rId10" imgW="297087" imgH="411480" progId="Equation.3">
                    <p:embed/>
                    <p:pic>
                      <p:nvPicPr>
                        <p:cNvPr id="16472" name="Object 15">
                          <a:extLst>
                            <a:ext uri="{FF2B5EF4-FFF2-40B4-BE49-F238E27FC236}">
                              <a16:creationId xmlns:a16="http://schemas.microsoft.com/office/drawing/2014/main" id="{DFF35A57-9E7E-854D-6AB8-B3AA0AD20B9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23" y="1398"/>
                          <a:ext cx="216"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4912" name="Group 16">
            <a:extLst>
              <a:ext uri="{FF2B5EF4-FFF2-40B4-BE49-F238E27FC236}">
                <a16:creationId xmlns:a16="http://schemas.microsoft.com/office/drawing/2014/main" id="{9E9D0D2B-2AEC-06B3-90FE-9FF1968D746C}"/>
              </a:ext>
            </a:extLst>
          </p:cNvPr>
          <p:cNvGrpSpPr>
            <a:grpSpLocks noChangeAspect="1"/>
          </p:cNvGrpSpPr>
          <p:nvPr/>
        </p:nvGrpSpPr>
        <p:grpSpPr bwMode="auto">
          <a:xfrm>
            <a:off x="5203825" y="2743200"/>
            <a:ext cx="3163888" cy="1800225"/>
            <a:chOff x="3202" y="1657"/>
            <a:chExt cx="2236" cy="1272"/>
          </a:xfrm>
        </p:grpSpPr>
        <p:sp>
          <p:nvSpPr>
            <p:cNvPr id="16453" name="Oval 17">
              <a:extLst>
                <a:ext uri="{FF2B5EF4-FFF2-40B4-BE49-F238E27FC236}">
                  <a16:creationId xmlns:a16="http://schemas.microsoft.com/office/drawing/2014/main" id="{DD349DFB-0368-56CC-88E7-7B0C472403CC}"/>
                </a:ext>
              </a:extLst>
            </p:cNvPr>
            <p:cNvSpPr>
              <a:spLocks noChangeAspect="1" noChangeArrowheads="1"/>
            </p:cNvSpPr>
            <p:nvPr/>
          </p:nvSpPr>
          <p:spPr bwMode="auto">
            <a:xfrm>
              <a:off x="3388" y="1779"/>
              <a:ext cx="378" cy="372"/>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pSp>
          <p:nvGrpSpPr>
            <p:cNvPr id="16454" name="Group 18">
              <a:extLst>
                <a:ext uri="{FF2B5EF4-FFF2-40B4-BE49-F238E27FC236}">
                  <a16:creationId xmlns:a16="http://schemas.microsoft.com/office/drawing/2014/main" id="{222CEC30-347F-7A47-2A6A-B465F64DDE95}"/>
                </a:ext>
              </a:extLst>
            </p:cNvPr>
            <p:cNvGrpSpPr>
              <a:grpSpLocks noChangeAspect="1"/>
            </p:cNvGrpSpPr>
            <p:nvPr/>
          </p:nvGrpSpPr>
          <p:grpSpPr bwMode="auto">
            <a:xfrm>
              <a:off x="3202" y="1657"/>
              <a:ext cx="2236" cy="1272"/>
              <a:chOff x="2418" y="849"/>
              <a:chExt cx="2236" cy="1272"/>
            </a:xfrm>
          </p:grpSpPr>
          <p:grpSp>
            <p:nvGrpSpPr>
              <p:cNvPr id="16455" name="Group 19">
                <a:extLst>
                  <a:ext uri="{FF2B5EF4-FFF2-40B4-BE49-F238E27FC236}">
                    <a16:creationId xmlns:a16="http://schemas.microsoft.com/office/drawing/2014/main" id="{C1CBE0E2-9217-3B6B-926F-43224667DB28}"/>
                  </a:ext>
                </a:extLst>
              </p:cNvPr>
              <p:cNvGrpSpPr>
                <a:grpSpLocks noChangeAspect="1"/>
              </p:cNvGrpSpPr>
              <p:nvPr/>
            </p:nvGrpSpPr>
            <p:grpSpPr bwMode="auto">
              <a:xfrm>
                <a:off x="2752" y="1197"/>
                <a:ext cx="1902" cy="924"/>
                <a:chOff x="2752" y="1197"/>
                <a:chExt cx="1902" cy="924"/>
              </a:xfrm>
            </p:grpSpPr>
            <p:sp>
              <p:nvSpPr>
                <p:cNvPr id="16469" name="Freeform 20">
                  <a:extLst>
                    <a:ext uri="{FF2B5EF4-FFF2-40B4-BE49-F238E27FC236}">
                      <a16:creationId xmlns:a16="http://schemas.microsoft.com/office/drawing/2014/main" id="{20EF4D2B-BCAC-016B-13A5-EB25BD0A25D0}"/>
                    </a:ext>
                  </a:extLst>
                </p:cNvPr>
                <p:cNvSpPr>
                  <a:spLocks noChangeAspect="1"/>
                </p:cNvSpPr>
                <p:nvPr/>
              </p:nvSpPr>
              <p:spPr bwMode="auto">
                <a:xfrm>
                  <a:off x="2810" y="1197"/>
                  <a:ext cx="1844" cy="924"/>
                </a:xfrm>
                <a:custGeom>
                  <a:avLst/>
                  <a:gdLst>
                    <a:gd name="T0" fmla="*/ 0 w 1476"/>
                    <a:gd name="T1" fmla="*/ 173 h 984"/>
                    <a:gd name="T2" fmla="*/ 1141 w 1476"/>
                    <a:gd name="T3" fmla="*/ 0 h 984"/>
                    <a:gd name="T4" fmla="*/ 5613 w 1476"/>
                    <a:gd name="T5" fmla="*/ 0 h 984"/>
                    <a:gd name="T6" fmla="*/ 5613 w 1476"/>
                    <a:gd name="T7" fmla="*/ 674 h 984"/>
                    <a:gd name="T8" fmla="*/ 0 w 1476"/>
                    <a:gd name="T9" fmla="*/ 674 h 984"/>
                    <a:gd name="T10" fmla="*/ 0 w 1476"/>
                    <a:gd name="T11" fmla="*/ 173 h 9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76" h="984">
                      <a:moveTo>
                        <a:pt x="0" y="252"/>
                      </a:moveTo>
                      <a:lnTo>
                        <a:pt x="300" y="0"/>
                      </a:lnTo>
                      <a:lnTo>
                        <a:pt x="1476" y="0"/>
                      </a:lnTo>
                      <a:lnTo>
                        <a:pt x="1476" y="984"/>
                      </a:lnTo>
                      <a:lnTo>
                        <a:pt x="0" y="984"/>
                      </a:lnTo>
                      <a:lnTo>
                        <a:pt x="0" y="252"/>
                      </a:lnTo>
                      <a:close/>
                    </a:path>
                  </a:pathLst>
                </a:custGeom>
                <a:gradFill rotWithShape="0">
                  <a:gsLst>
                    <a:gs pos="0">
                      <a:srgbClr val="CCFF99"/>
                    </a:gs>
                    <a:gs pos="100000">
                      <a:srgbClr val="5E7647"/>
                    </a:gs>
                  </a:gsLst>
                  <a:lin ang="5400000" scaled="1"/>
                </a:gradFill>
                <a:ln w="12700" cap="flat" cmpd="sng">
                  <a:solidFill>
                    <a:schemeClr val="accent2"/>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sp>
              <p:nvSpPr>
                <p:cNvPr id="16470" name="Rectangle 21">
                  <a:extLst>
                    <a:ext uri="{FF2B5EF4-FFF2-40B4-BE49-F238E27FC236}">
                      <a16:creationId xmlns:a16="http://schemas.microsoft.com/office/drawing/2014/main" id="{4653E413-4ED8-67E3-CEC8-AEE14C816991}"/>
                    </a:ext>
                  </a:extLst>
                </p:cNvPr>
                <p:cNvSpPr>
                  <a:spLocks noChangeAspect="1" noChangeArrowheads="1"/>
                </p:cNvSpPr>
                <p:nvPr/>
              </p:nvSpPr>
              <p:spPr bwMode="auto">
                <a:xfrm rot="2427030">
                  <a:off x="2752" y="1236"/>
                  <a:ext cx="320" cy="44"/>
                </a:xfrm>
                <a:prstGeom prst="rect">
                  <a:avLst/>
                </a:prstGeom>
                <a:solidFill>
                  <a:srgbClr val="00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pSp>
          <p:graphicFrame>
            <p:nvGraphicFramePr>
              <p:cNvPr id="16456" name="Object 22">
                <a:extLst>
                  <a:ext uri="{FF2B5EF4-FFF2-40B4-BE49-F238E27FC236}">
                    <a16:creationId xmlns:a16="http://schemas.microsoft.com/office/drawing/2014/main" id="{C213D241-3F4B-C8ED-3643-E20FBA2208D3}"/>
                  </a:ext>
                </a:extLst>
              </p:cNvPr>
              <p:cNvGraphicFramePr>
                <a:graphicFrameLocks noChangeAspect="1"/>
              </p:cNvGraphicFramePr>
              <p:nvPr/>
            </p:nvGraphicFramePr>
            <p:xfrm>
              <a:off x="2418" y="948"/>
              <a:ext cx="153" cy="174"/>
            </p:xfrm>
            <a:graphic>
              <a:graphicData uri="http://schemas.openxmlformats.org/presentationml/2006/ole">
                <mc:AlternateContent xmlns:mc="http://schemas.openxmlformats.org/markup-compatibility/2006">
                  <mc:Choice xmlns:v="urn:schemas-microsoft-com:vml" Requires="v">
                    <p:oleObj name="公式" r:id="rId12" imgW="198058" imgH="236414" progId="Equation.3">
                      <p:embed/>
                    </p:oleObj>
                  </mc:Choice>
                  <mc:Fallback>
                    <p:oleObj name="公式" r:id="rId12" imgW="198058" imgH="236414" progId="Equation.3">
                      <p:embed/>
                      <p:pic>
                        <p:nvPicPr>
                          <p:cNvPr id="16456" name="Object 22">
                            <a:extLst>
                              <a:ext uri="{FF2B5EF4-FFF2-40B4-BE49-F238E27FC236}">
                                <a16:creationId xmlns:a16="http://schemas.microsoft.com/office/drawing/2014/main" id="{C213D241-3F4B-C8ED-3643-E20FBA2208D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18" y="948"/>
                            <a:ext cx="153"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457" name="Group 23">
                <a:extLst>
                  <a:ext uri="{FF2B5EF4-FFF2-40B4-BE49-F238E27FC236}">
                    <a16:creationId xmlns:a16="http://schemas.microsoft.com/office/drawing/2014/main" id="{503E59C5-C094-D33E-7C15-E86B19A1CA4D}"/>
                  </a:ext>
                </a:extLst>
              </p:cNvPr>
              <p:cNvGrpSpPr>
                <a:grpSpLocks noChangeAspect="1"/>
              </p:cNvGrpSpPr>
              <p:nvPr/>
            </p:nvGrpSpPr>
            <p:grpSpPr bwMode="auto">
              <a:xfrm>
                <a:off x="2452" y="849"/>
                <a:ext cx="1480" cy="1004"/>
                <a:chOff x="2452" y="849"/>
                <a:chExt cx="1480" cy="1004"/>
              </a:xfrm>
            </p:grpSpPr>
            <p:grpSp>
              <p:nvGrpSpPr>
                <p:cNvPr id="16458" name="Group 24">
                  <a:extLst>
                    <a:ext uri="{FF2B5EF4-FFF2-40B4-BE49-F238E27FC236}">
                      <a16:creationId xmlns:a16="http://schemas.microsoft.com/office/drawing/2014/main" id="{CFC29DD6-3808-6824-5BF0-3859E3FEAA26}"/>
                    </a:ext>
                  </a:extLst>
                </p:cNvPr>
                <p:cNvGrpSpPr>
                  <a:grpSpLocks noChangeAspect="1"/>
                </p:cNvGrpSpPr>
                <p:nvPr/>
              </p:nvGrpSpPr>
              <p:grpSpPr bwMode="auto">
                <a:xfrm>
                  <a:off x="2769" y="849"/>
                  <a:ext cx="1163" cy="349"/>
                  <a:chOff x="2775" y="849"/>
                  <a:chExt cx="1163" cy="349"/>
                </a:xfrm>
              </p:grpSpPr>
              <p:sp>
                <p:nvSpPr>
                  <p:cNvPr id="16465" name="Line 25">
                    <a:extLst>
                      <a:ext uri="{FF2B5EF4-FFF2-40B4-BE49-F238E27FC236}">
                        <a16:creationId xmlns:a16="http://schemas.microsoft.com/office/drawing/2014/main" id="{75F125D6-24E9-BE31-7944-EEC3B2556092}"/>
                      </a:ext>
                    </a:extLst>
                  </p:cNvPr>
                  <p:cNvSpPr>
                    <a:spLocks noChangeAspect="1" noChangeShapeType="1"/>
                  </p:cNvSpPr>
                  <p:nvPr/>
                </p:nvSpPr>
                <p:spPr bwMode="auto">
                  <a:xfrm>
                    <a:off x="2775" y="968"/>
                    <a:ext cx="848" cy="0"/>
                  </a:xfrm>
                  <a:prstGeom prst="line">
                    <a:avLst/>
                  </a:prstGeom>
                  <a:noFill/>
                  <a:ln w="381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nvGrpSpPr>
                  <p:cNvPr id="16466" name="Group 26">
                    <a:extLst>
                      <a:ext uri="{FF2B5EF4-FFF2-40B4-BE49-F238E27FC236}">
                        <a16:creationId xmlns:a16="http://schemas.microsoft.com/office/drawing/2014/main" id="{EE399B87-036F-86CA-4E9C-97E748879177}"/>
                      </a:ext>
                    </a:extLst>
                  </p:cNvPr>
                  <p:cNvGrpSpPr>
                    <a:grpSpLocks noChangeAspect="1"/>
                  </p:cNvGrpSpPr>
                  <p:nvPr/>
                </p:nvGrpSpPr>
                <p:grpSpPr bwMode="auto">
                  <a:xfrm>
                    <a:off x="3617" y="849"/>
                    <a:ext cx="321" cy="349"/>
                    <a:chOff x="3623" y="852"/>
                    <a:chExt cx="321" cy="349"/>
                  </a:xfrm>
                </p:grpSpPr>
                <p:sp>
                  <p:nvSpPr>
                    <p:cNvPr id="16467" name="Rectangle 27">
                      <a:extLst>
                        <a:ext uri="{FF2B5EF4-FFF2-40B4-BE49-F238E27FC236}">
                          <a16:creationId xmlns:a16="http://schemas.microsoft.com/office/drawing/2014/main" id="{BB0A7A56-6701-FB9C-04E0-E39D5061B58E}"/>
                        </a:ext>
                      </a:extLst>
                    </p:cNvPr>
                    <p:cNvSpPr>
                      <a:spLocks noChangeAspect="1" noChangeArrowheads="1"/>
                    </p:cNvSpPr>
                    <p:nvPr/>
                  </p:nvSpPr>
                  <p:spPr bwMode="auto">
                    <a:xfrm>
                      <a:off x="3623" y="852"/>
                      <a:ext cx="321" cy="349"/>
                    </a:xfrm>
                    <a:prstGeom prst="rect">
                      <a:avLst/>
                    </a:prstGeom>
                    <a:solidFill>
                      <a:srgbClr val="FF0000"/>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aphicFrame>
                  <p:nvGraphicFramePr>
                    <p:cNvPr id="16468" name="Object 28">
                      <a:extLst>
                        <a:ext uri="{FF2B5EF4-FFF2-40B4-BE49-F238E27FC236}">
                          <a16:creationId xmlns:a16="http://schemas.microsoft.com/office/drawing/2014/main" id="{0DD5B881-5E23-1E8A-FE3B-42B3A8876D81}"/>
                        </a:ext>
                      </a:extLst>
                    </p:cNvPr>
                    <p:cNvGraphicFramePr>
                      <a:graphicFrameLocks noChangeAspect="1"/>
                    </p:cNvGraphicFramePr>
                    <p:nvPr/>
                  </p:nvGraphicFramePr>
                  <p:xfrm>
                    <a:off x="3681" y="932"/>
                    <a:ext cx="177" cy="172"/>
                  </p:xfrm>
                  <a:graphic>
                    <a:graphicData uri="http://schemas.openxmlformats.org/presentationml/2006/ole">
                      <mc:AlternateContent xmlns:mc="http://schemas.openxmlformats.org/markup-compatibility/2006">
                        <mc:Choice xmlns:v="urn:schemas-microsoft-com:vml" Requires="v">
                          <p:oleObj name="公式" r:id="rId14" imgW="236376" imgH="236414" progId="Equation.3">
                            <p:embed/>
                          </p:oleObj>
                        </mc:Choice>
                        <mc:Fallback>
                          <p:oleObj name="公式" r:id="rId14" imgW="236376" imgH="236414" progId="Equation.3">
                            <p:embed/>
                            <p:pic>
                              <p:nvPicPr>
                                <p:cNvPr id="16468" name="Object 28">
                                  <a:extLst>
                                    <a:ext uri="{FF2B5EF4-FFF2-40B4-BE49-F238E27FC236}">
                                      <a16:creationId xmlns:a16="http://schemas.microsoft.com/office/drawing/2014/main" id="{0DD5B881-5E23-1E8A-FE3B-42B3A8876D8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81" y="932"/>
                                  <a:ext cx="177"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6459" name="Group 29">
                  <a:extLst>
                    <a:ext uri="{FF2B5EF4-FFF2-40B4-BE49-F238E27FC236}">
                      <a16:creationId xmlns:a16="http://schemas.microsoft.com/office/drawing/2014/main" id="{933EFEE3-7214-1E92-8EB5-1502E6D37DEC}"/>
                    </a:ext>
                  </a:extLst>
                </p:cNvPr>
                <p:cNvGrpSpPr>
                  <a:grpSpLocks noChangeAspect="1"/>
                </p:cNvGrpSpPr>
                <p:nvPr/>
              </p:nvGrpSpPr>
              <p:grpSpPr bwMode="auto">
                <a:xfrm>
                  <a:off x="2452" y="1142"/>
                  <a:ext cx="275" cy="711"/>
                  <a:chOff x="2448" y="1137"/>
                  <a:chExt cx="275" cy="711"/>
                </a:xfrm>
              </p:grpSpPr>
              <p:sp>
                <p:nvSpPr>
                  <p:cNvPr id="16461" name="Line 30">
                    <a:extLst>
                      <a:ext uri="{FF2B5EF4-FFF2-40B4-BE49-F238E27FC236}">
                        <a16:creationId xmlns:a16="http://schemas.microsoft.com/office/drawing/2014/main" id="{015303B4-43CE-29F5-B9E7-27D32C578172}"/>
                      </a:ext>
                    </a:extLst>
                  </p:cNvPr>
                  <p:cNvSpPr>
                    <a:spLocks noChangeAspect="1" noChangeShapeType="1"/>
                  </p:cNvSpPr>
                  <p:nvPr/>
                </p:nvSpPr>
                <p:spPr bwMode="auto">
                  <a:xfrm>
                    <a:off x="2595" y="1137"/>
                    <a:ext cx="0" cy="361"/>
                  </a:xfrm>
                  <a:prstGeom prst="line">
                    <a:avLst/>
                  </a:prstGeom>
                  <a:noFill/>
                  <a:ln w="381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nvGrpSpPr>
                  <p:cNvPr id="16462" name="Group 31">
                    <a:extLst>
                      <a:ext uri="{FF2B5EF4-FFF2-40B4-BE49-F238E27FC236}">
                        <a16:creationId xmlns:a16="http://schemas.microsoft.com/office/drawing/2014/main" id="{2259B8C8-EACD-AD7F-EBF1-2199D2570A83}"/>
                      </a:ext>
                    </a:extLst>
                  </p:cNvPr>
                  <p:cNvGrpSpPr>
                    <a:grpSpLocks noChangeAspect="1"/>
                  </p:cNvGrpSpPr>
                  <p:nvPr/>
                </p:nvGrpSpPr>
                <p:grpSpPr bwMode="auto">
                  <a:xfrm>
                    <a:off x="2448" y="1487"/>
                    <a:ext cx="275" cy="361"/>
                    <a:chOff x="2448" y="1487"/>
                    <a:chExt cx="275" cy="361"/>
                  </a:xfrm>
                </p:grpSpPr>
                <p:sp>
                  <p:nvSpPr>
                    <p:cNvPr id="16463" name="Rectangle 32">
                      <a:extLst>
                        <a:ext uri="{FF2B5EF4-FFF2-40B4-BE49-F238E27FC236}">
                          <a16:creationId xmlns:a16="http://schemas.microsoft.com/office/drawing/2014/main" id="{D17DA07E-A077-3C67-18BE-5BA9681E4431}"/>
                        </a:ext>
                      </a:extLst>
                    </p:cNvPr>
                    <p:cNvSpPr>
                      <a:spLocks noChangeAspect="1" noChangeArrowheads="1"/>
                    </p:cNvSpPr>
                    <p:nvPr/>
                  </p:nvSpPr>
                  <p:spPr bwMode="auto">
                    <a:xfrm>
                      <a:off x="2448" y="1487"/>
                      <a:ext cx="275" cy="361"/>
                    </a:xfrm>
                    <a:prstGeom prst="rect">
                      <a:avLst/>
                    </a:prstGeom>
                    <a:solidFill>
                      <a:srgbClr val="00FFFF"/>
                    </a:solidFill>
                    <a:ln w="12700">
                      <a:solidFill>
                        <a:srgbClr val="00FF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aphicFrame>
                  <p:nvGraphicFramePr>
                    <p:cNvPr id="16464" name="Object 33">
                      <a:extLst>
                        <a:ext uri="{FF2B5EF4-FFF2-40B4-BE49-F238E27FC236}">
                          <a16:creationId xmlns:a16="http://schemas.microsoft.com/office/drawing/2014/main" id="{6108572A-BC87-544E-1F92-F16739258D55}"/>
                        </a:ext>
                      </a:extLst>
                    </p:cNvPr>
                    <p:cNvGraphicFramePr>
                      <a:graphicFrameLocks noChangeAspect="1"/>
                    </p:cNvGraphicFramePr>
                    <p:nvPr/>
                  </p:nvGraphicFramePr>
                  <p:xfrm>
                    <a:off x="2501" y="1585"/>
                    <a:ext cx="151" cy="164"/>
                  </p:xfrm>
                  <a:graphic>
                    <a:graphicData uri="http://schemas.openxmlformats.org/presentationml/2006/ole">
                      <mc:AlternateContent xmlns:mc="http://schemas.openxmlformats.org/markup-compatibility/2006">
                        <mc:Choice xmlns:v="urn:schemas-microsoft-com:vml" Requires="v">
                          <p:oleObj name="公式" r:id="rId16" imgW="198058" imgH="220952" progId="Equation.3">
                            <p:embed/>
                          </p:oleObj>
                        </mc:Choice>
                        <mc:Fallback>
                          <p:oleObj name="公式" r:id="rId16" imgW="198058" imgH="220952" progId="Equation.3">
                            <p:embed/>
                            <p:pic>
                              <p:nvPicPr>
                                <p:cNvPr id="16464" name="Object 33">
                                  <a:extLst>
                                    <a:ext uri="{FF2B5EF4-FFF2-40B4-BE49-F238E27FC236}">
                                      <a16:creationId xmlns:a16="http://schemas.microsoft.com/office/drawing/2014/main" id="{6108572A-BC87-544E-1F92-F16739258D5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01" y="1585"/>
                                  <a:ext cx="151"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6460" name="Arc 34">
                  <a:extLst>
                    <a:ext uri="{FF2B5EF4-FFF2-40B4-BE49-F238E27FC236}">
                      <a16:creationId xmlns:a16="http://schemas.microsoft.com/office/drawing/2014/main" id="{BF769C99-CD70-C541-C078-D94B75354A1B}"/>
                    </a:ext>
                  </a:extLst>
                </p:cNvPr>
                <p:cNvSpPr>
                  <a:spLocks noChangeAspect="1"/>
                </p:cNvSpPr>
                <p:nvPr/>
              </p:nvSpPr>
              <p:spPr bwMode="auto">
                <a:xfrm flipH="1">
                  <a:off x="2598" y="967"/>
                  <a:ext cx="179" cy="204"/>
                </a:xfrm>
                <a:custGeom>
                  <a:avLst/>
                  <a:gdLst>
                    <a:gd name="T0" fmla="*/ 0 w 21412"/>
                    <a:gd name="T1" fmla="*/ 0 h 21600"/>
                    <a:gd name="T2" fmla="*/ 0 w 21412"/>
                    <a:gd name="T3" fmla="*/ 0 h 21600"/>
                    <a:gd name="T4" fmla="*/ 0 w 21412"/>
                    <a:gd name="T5" fmla="*/ 0 h 21600"/>
                    <a:gd name="T6" fmla="*/ 0 60000 65536"/>
                    <a:gd name="T7" fmla="*/ 0 60000 65536"/>
                    <a:gd name="T8" fmla="*/ 0 60000 65536"/>
                  </a:gdLst>
                  <a:ahLst/>
                  <a:cxnLst>
                    <a:cxn ang="T6">
                      <a:pos x="T0" y="T1"/>
                    </a:cxn>
                    <a:cxn ang="T7">
                      <a:pos x="T2" y="T3"/>
                    </a:cxn>
                    <a:cxn ang="T8">
                      <a:pos x="T4" y="T5"/>
                    </a:cxn>
                  </a:cxnLst>
                  <a:rect l="0" t="0" r="r" b="b"/>
                  <a:pathLst>
                    <a:path w="21412" h="21600" fill="none" extrusionOk="0">
                      <a:moveTo>
                        <a:pt x="-1" y="0"/>
                      </a:moveTo>
                      <a:cubicBezTo>
                        <a:pt x="10829" y="0"/>
                        <a:pt x="19985" y="8019"/>
                        <a:pt x="21411" y="18755"/>
                      </a:cubicBezTo>
                    </a:path>
                    <a:path w="21412" h="21600" stroke="0" extrusionOk="0">
                      <a:moveTo>
                        <a:pt x="-1" y="0"/>
                      </a:moveTo>
                      <a:cubicBezTo>
                        <a:pt x="10829" y="0"/>
                        <a:pt x="19985" y="8019"/>
                        <a:pt x="21411" y="18755"/>
                      </a:cubicBezTo>
                      <a:lnTo>
                        <a:pt x="0" y="21600"/>
                      </a:lnTo>
                      <a:lnTo>
                        <a:pt x="-1" y="0"/>
                      </a:lnTo>
                      <a:close/>
                    </a:path>
                  </a:pathLst>
                </a:custGeom>
                <a:noFill/>
                <a:ln w="38100">
                  <a:solidFill>
                    <a:srgbClr val="99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grpSp>
      </p:grpSp>
      <p:grpSp>
        <p:nvGrpSpPr>
          <p:cNvPr id="464931" name="Group 35">
            <a:extLst>
              <a:ext uri="{FF2B5EF4-FFF2-40B4-BE49-F238E27FC236}">
                <a16:creationId xmlns:a16="http://schemas.microsoft.com/office/drawing/2014/main" id="{CA19B707-0AD9-58B9-A2F0-5534168C6EFC}"/>
              </a:ext>
            </a:extLst>
          </p:cNvPr>
          <p:cNvGrpSpPr>
            <a:grpSpLocks/>
          </p:cNvGrpSpPr>
          <p:nvPr/>
        </p:nvGrpSpPr>
        <p:grpSpPr bwMode="auto">
          <a:xfrm>
            <a:off x="5834063" y="2498725"/>
            <a:ext cx="920750" cy="393700"/>
            <a:chOff x="3936" y="1511"/>
            <a:chExt cx="580" cy="248"/>
          </a:xfrm>
        </p:grpSpPr>
        <p:sp>
          <p:nvSpPr>
            <p:cNvPr id="16451" name="Line 36">
              <a:extLst>
                <a:ext uri="{FF2B5EF4-FFF2-40B4-BE49-F238E27FC236}">
                  <a16:creationId xmlns:a16="http://schemas.microsoft.com/office/drawing/2014/main" id="{2A0D4D0E-C7CC-55AE-3D9F-04A494E1CC0D}"/>
                </a:ext>
              </a:extLst>
            </p:cNvPr>
            <p:cNvSpPr>
              <a:spLocks noChangeAspect="1" noChangeShapeType="1"/>
            </p:cNvSpPr>
            <p:nvPr/>
          </p:nvSpPr>
          <p:spPr bwMode="auto">
            <a:xfrm flipH="1">
              <a:off x="3936" y="1657"/>
              <a:ext cx="378" cy="0"/>
            </a:xfrm>
            <a:prstGeom prst="line">
              <a:avLst/>
            </a:prstGeom>
            <a:noFill/>
            <a:ln w="28575">
              <a:solidFill>
                <a:schemeClr val="bg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52" name="Object 37">
              <a:extLst>
                <a:ext uri="{FF2B5EF4-FFF2-40B4-BE49-F238E27FC236}">
                  <a16:creationId xmlns:a16="http://schemas.microsoft.com/office/drawing/2014/main" id="{299CEC4F-D4C4-46E9-E6F6-22B473EADA0C}"/>
                </a:ext>
              </a:extLst>
            </p:cNvPr>
            <p:cNvGraphicFramePr>
              <a:graphicFrameLocks noChangeAspect="1"/>
            </p:cNvGraphicFramePr>
            <p:nvPr/>
          </p:nvGraphicFramePr>
          <p:xfrm>
            <a:off x="4357" y="1511"/>
            <a:ext cx="159" cy="248"/>
          </p:xfrm>
          <a:graphic>
            <a:graphicData uri="http://schemas.openxmlformats.org/presentationml/2006/ole">
              <mc:AlternateContent xmlns:mc="http://schemas.openxmlformats.org/markup-compatibility/2006">
                <mc:Choice xmlns:v="urn:schemas-microsoft-com:vml" Requires="v">
                  <p:oleObj name="公式" r:id="rId18" imgW="259267" imgH="411480" progId="Equation.3">
                    <p:embed/>
                  </p:oleObj>
                </mc:Choice>
                <mc:Fallback>
                  <p:oleObj name="公式" r:id="rId18" imgW="259267" imgH="411480" progId="Equation.3">
                    <p:embed/>
                    <p:pic>
                      <p:nvPicPr>
                        <p:cNvPr id="16452" name="Object 37">
                          <a:extLst>
                            <a:ext uri="{FF2B5EF4-FFF2-40B4-BE49-F238E27FC236}">
                              <a16:creationId xmlns:a16="http://schemas.microsoft.com/office/drawing/2014/main" id="{299CEC4F-D4C4-46E9-E6F6-22B473EADA0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57" y="1511"/>
                          <a:ext cx="15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4934" name="Group 38">
            <a:extLst>
              <a:ext uri="{FF2B5EF4-FFF2-40B4-BE49-F238E27FC236}">
                <a16:creationId xmlns:a16="http://schemas.microsoft.com/office/drawing/2014/main" id="{58D2C2BD-D970-8FFB-FF0D-16F593EC5773}"/>
              </a:ext>
            </a:extLst>
          </p:cNvPr>
          <p:cNvGrpSpPr>
            <a:grpSpLocks noChangeAspect="1"/>
          </p:cNvGrpSpPr>
          <p:nvPr/>
        </p:nvGrpSpPr>
        <p:grpSpPr bwMode="auto">
          <a:xfrm>
            <a:off x="7527925" y="4808538"/>
            <a:ext cx="1303338" cy="1601787"/>
            <a:chOff x="415" y="2865"/>
            <a:chExt cx="981" cy="1206"/>
          </a:xfrm>
        </p:grpSpPr>
        <p:grpSp>
          <p:nvGrpSpPr>
            <p:cNvPr id="16439" name="Group 39">
              <a:extLst>
                <a:ext uri="{FF2B5EF4-FFF2-40B4-BE49-F238E27FC236}">
                  <a16:creationId xmlns:a16="http://schemas.microsoft.com/office/drawing/2014/main" id="{2167AEDD-B168-C250-B80E-79581C0CA247}"/>
                </a:ext>
              </a:extLst>
            </p:cNvPr>
            <p:cNvGrpSpPr>
              <a:grpSpLocks noChangeAspect="1"/>
            </p:cNvGrpSpPr>
            <p:nvPr/>
          </p:nvGrpSpPr>
          <p:grpSpPr bwMode="auto">
            <a:xfrm>
              <a:off x="729" y="2865"/>
              <a:ext cx="203" cy="527"/>
              <a:chOff x="729" y="2865"/>
              <a:chExt cx="203" cy="527"/>
            </a:xfrm>
          </p:grpSpPr>
          <p:sp>
            <p:nvSpPr>
              <p:cNvPr id="16449" name="Line 40">
                <a:extLst>
                  <a:ext uri="{FF2B5EF4-FFF2-40B4-BE49-F238E27FC236}">
                    <a16:creationId xmlns:a16="http://schemas.microsoft.com/office/drawing/2014/main" id="{1A0342B3-D6F9-578B-3EAA-91D03C4A38DB}"/>
                  </a:ext>
                </a:extLst>
              </p:cNvPr>
              <p:cNvSpPr>
                <a:spLocks noChangeAspect="1" noChangeShapeType="1"/>
              </p:cNvSpPr>
              <p:nvPr/>
            </p:nvSpPr>
            <p:spPr bwMode="auto">
              <a:xfrm flipV="1">
                <a:off x="839" y="3100"/>
                <a:ext cx="0" cy="292"/>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50" name="Object 41">
                <a:extLst>
                  <a:ext uri="{FF2B5EF4-FFF2-40B4-BE49-F238E27FC236}">
                    <a16:creationId xmlns:a16="http://schemas.microsoft.com/office/drawing/2014/main" id="{8371BA32-052B-54CD-7540-7E66692B565A}"/>
                  </a:ext>
                </a:extLst>
              </p:cNvPr>
              <p:cNvGraphicFramePr>
                <a:graphicFrameLocks noChangeAspect="1"/>
              </p:cNvGraphicFramePr>
              <p:nvPr/>
            </p:nvGraphicFramePr>
            <p:xfrm>
              <a:off x="729" y="2865"/>
              <a:ext cx="203" cy="204"/>
            </p:xfrm>
            <a:graphic>
              <a:graphicData uri="http://schemas.openxmlformats.org/presentationml/2006/ole">
                <mc:AlternateContent xmlns:mc="http://schemas.openxmlformats.org/markup-compatibility/2006">
                  <mc:Choice xmlns:v="urn:schemas-microsoft-com:vml" Requires="v">
                    <p:oleObj name="公式" r:id="rId20" imgW="319978" imgH="358112" progId="Equation.3">
                      <p:embed/>
                    </p:oleObj>
                  </mc:Choice>
                  <mc:Fallback>
                    <p:oleObj name="公式" r:id="rId20" imgW="319978" imgH="358112" progId="Equation.3">
                      <p:embed/>
                      <p:pic>
                        <p:nvPicPr>
                          <p:cNvPr id="16450" name="Object 41">
                            <a:extLst>
                              <a:ext uri="{FF2B5EF4-FFF2-40B4-BE49-F238E27FC236}">
                                <a16:creationId xmlns:a16="http://schemas.microsoft.com/office/drawing/2014/main" id="{8371BA32-052B-54CD-7540-7E66692B565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29" y="2865"/>
                            <a:ext cx="203"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440" name="Group 42">
              <a:extLst>
                <a:ext uri="{FF2B5EF4-FFF2-40B4-BE49-F238E27FC236}">
                  <a16:creationId xmlns:a16="http://schemas.microsoft.com/office/drawing/2014/main" id="{08B03C2F-E2A2-052E-38F6-F549A5A7F816}"/>
                </a:ext>
              </a:extLst>
            </p:cNvPr>
            <p:cNvGrpSpPr>
              <a:grpSpLocks noChangeAspect="1"/>
            </p:cNvGrpSpPr>
            <p:nvPr/>
          </p:nvGrpSpPr>
          <p:grpSpPr bwMode="auto">
            <a:xfrm>
              <a:off x="900" y="3503"/>
              <a:ext cx="496" cy="204"/>
              <a:chOff x="900" y="3511"/>
              <a:chExt cx="496" cy="204"/>
            </a:xfrm>
          </p:grpSpPr>
          <p:sp>
            <p:nvSpPr>
              <p:cNvPr id="16447" name="Line 43">
                <a:extLst>
                  <a:ext uri="{FF2B5EF4-FFF2-40B4-BE49-F238E27FC236}">
                    <a16:creationId xmlns:a16="http://schemas.microsoft.com/office/drawing/2014/main" id="{F25F4BF4-FC45-5CE6-4B51-7B6C6DD75EAA}"/>
                  </a:ext>
                </a:extLst>
              </p:cNvPr>
              <p:cNvSpPr>
                <a:spLocks noChangeAspect="1" noChangeShapeType="1"/>
              </p:cNvSpPr>
              <p:nvPr/>
            </p:nvSpPr>
            <p:spPr bwMode="auto">
              <a:xfrm>
                <a:off x="900" y="3624"/>
                <a:ext cx="277" cy="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48" name="Object 44">
                <a:extLst>
                  <a:ext uri="{FF2B5EF4-FFF2-40B4-BE49-F238E27FC236}">
                    <a16:creationId xmlns:a16="http://schemas.microsoft.com/office/drawing/2014/main" id="{6D963993-E7F5-91C8-7EBD-B1E6BAF41E22}"/>
                  </a:ext>
                </a:extLst>
              </p:cNvPr>
              <p:cNvGraphicFramePr>
                <a:graphicFrameLocks noChangeAspect="1"/>
              </p:cNvGraphicFramePr>
              <p:nvPr/>
            </p:nvGraphicFramePr>
            <p:xfrm>
              <a:off x="1219" y="3511"/>
              <a:ext cx="177" cy="204"/>
            </p:xfrm>
            <a:graphic>
              <a:graphicData uri="http://schemas.openxmlformats.org/presentationml/2006/ole">
                <mc:AlternateContent xmlns:mc="http://schemas.openxmlformats.org/markup-compatibility/2006">
                  <mc:Choice xmlns:v="urn:schemas-microsoft-com:vml" Requires="v">
                    <p:oleObj name="公式" r:id="rId22" imgW="282158" imgH="358112" progId="Equation.3">
                      <p:embed/>
                    </p:oleObj>
                  </mc:Choice>
                  <mc:Fallback>
                    <p:oleObj name="公式" r:id="rId22" imgW="282158" imgH="358112" progId="Equation.3">
                      <p:embed/>
                      <p:pic>
                        <p:nvPicPr>
                          <p:cNvPr id="16448" name="Object 44">
                            <a:extLst>
                              <a:ext uri="{FF2B5EF4-FFF2-40B4-BE49-F238E27FC236}">
                                <a16:creationId xmlns:a16="http://schemas.microsoft.com/office/drawing/2014/main" id="{6D963993-E7F5-91C8-7EBD-B1E6BAF41E2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19" y="3511"/>
                            <a:ext cx="177" cy="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441" name="Group 45">
              <a:extLst>
                <a:ext uri="{FF2B5EF4-FFF2-40B4-BE49-F238E27FC236}">
                  <a16:creationId xmlns:a16="http://schemas.microsoft.com/office/drawing/2014/main" id="{88FF08C0-0D2C-E7B4-400A-5A7D56FD6F9A}"/>
                </a:ext>
              </a:extLst>
            </p:cNvPr>
            <p:cNvGrpSpPr>
              <a:grpSpLocks noChangeAspect="1"/>
            </p:cNvGrpSpPr>
            <p:nvPr/>
          </p:nvGrpSpPr>
          <p:grpSpPr bwMode="auto">
            <a:xfrm>
              <a:off x="682" y="3581"/>
              <a:ext cx="349" cy="490"/>
              <a:chOff x="682" y="3581"/>
              <a:chExt cx="349" cy="490"/>
            </a:xfrm>
          </p:grpSpPr>
          <p:sp>
            <p:nvSpPr>
              <p:cNvPr id="16445" name="Line 46">
                <a:extLst>
                  <a:ext uri="{FF2B5EF4-FFF2-40B4-BE49-F238E27FC236}">
                    <a16:creationId xmlns:a16="http://schemas.microsoft.com/office/drawing/2014/main" id="{650AFB7E-968F-8207-33FF-E20D17ADAC5D}"/>
                  </a:ext>
                </a:extLst>
              </p:cNvPr>
              <p:cNvSpPr>
                <a:spLocks noChangeAspect="1" noChangeShapeType="1"/>
              </p:cNvSpPr>
              <p:nvPr/>
            </p:nvSpPr>
            <p:spPr bwMode="auto">
              <a:xfrm>
                <a:off x="831" y="3581"/>
                <a:ext cx="0" cy="292"/>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46" name="Object 47">
                <a:extLst>
                  <a:ext uri="{FF2B5EF4-FFF2-40B4-BE49-F238E27FC236}">
                    <a16:creationId xmlns:a16="http://schemas.microsoft.com/office/drawing/2014/main" id="{62F086D4-EAF1-D616-77DE-3E45F92413C2}"/>
                  </a:ext>
                </a:extLst>
              </p:cNvPr>
              <p:cNvGraphicFramePr>
                <a:graphicFrameLocks noChangeAspect="1"/>
              </p:cNvGraphicFramePr>
              <p:nvPr/>
            </p:nvGraphicFramePr>
            <p:xfrm>
              <a:off x="682" y="3839"/>
              <a:ext cx="349" cy="232"/>
            </p:xfrm>
            <a:graphic>
              <a:graphicData uri="http://schemas.openxmlformats.org/presentationml/2006/ole">
                <mc:AlternateContent xmlns:mc="http://schemas.openxmlformats.org/markup-compatibility/2006">
                  <mc:Choice xmlns:v="urn:schemas-microsoft-com:vml" Requires="v">
                    <p:oleObj name="公式" r:id="rId24" imgW="586709" imgH="411480" progId="Equation.3">
                      <p:embed/>
                    </p:oleObj>
                  </mc:Choice>
                  <mc:Fallback>
                    <p:oleObj name="公式" r:id="rId24" imgW="586709" imgH="411480" progId="Equation.3">
                      <p:embed/>
                      <p:pic>
                        <p:nvPicPr>
                          <p:cNvPr id="16446" name="Object 47">
                            <a:extLst>
                              <a:ext uri="{FF2B5EF4-FFF2-40B4-BE49-F238E27FC236}">
                                <a16:creationId xmlns:a16="http://schemas.microsoft.com/office/drawing/2014/main" id="{62F086D4-EAF1-D616-77DE-3E45F92413C2}"/>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82" y="3839"/>
                            <a:ext cx="349"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442" name="Group 48">
              <a:extLst>
                <a:ext uri="{FF2B5EF4-FFF2-40B4-BE49-F238E27FC236}">
                  <a16:creationId xmlns:a16="http://schemas.microsoft.com/office/drawing/2014/main" id="{EEDD1ED3-1C02-BE60-F978-8EE3C539EB88}"/>
                </a:ext>
              </a:extLst>
            </p:cNvPr>
            <p:cNvGrpSpPr>
              <a:grpSpLocks noChangeAspect="1"/>
            </p:cNvGrpSpPr>
            <p:nvPr/>
          </p:nvGrpSpPr>
          <p:grpSpPr bwMode="auto">
            <a:xfrm>
              <a:off x="415" y="3218"/>
              <a:ext cx="285" cy="277"/>
              <a:chOff x="415" y="3218"/>
              <a:chExt cx="285" cy="277"/>
            </a:xfrm>
          </p:grpSpPr>
          <p:sp>
            <p:nvSpPr>
              <p:cNvPr id="16443" name="Line 49">
                <a:extLst>
                  <a:ext uri="{FF2B5EF4-FFF2-40B4-BE49-F238E27FC236}">
                    <a16:creationId xmlns:a16="http://schemas.microsoft.com/office/drawing/2014/main" id="{F6619946-AFE7-56FB-6ABE-A5A1A085A379}"/>
                  </a:ext>
                </a:extLst>
              </p:cNvPr>
              <p:cNvSpPr>
                <a:spLocks noChangeAspect="1" noChangeShapeType="1"/>
              </p:cNvSpPr>
              <p:nvPr/>
            </p:nvSpPr>
            <p:spPr bwMode="auto">
              <a:xfrm flipH="1">
                <a:off x="423" y="3495"/>
                <a:ext cx="277" cy="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44" name="Object 50">
                <a:extLst>
                  <a:ext uri="{FF2B5EF4-FFF2-40B4-BE49-F238E27FC236}">
                    <a16:creationId xmlns:a16="http://schemas.microsoft.com/office/drawing/2014/main" id="{75E02714-F6D7-6CE7-C760-4C1D9A128EDD}"/>
                  </a:ext>
                </a:extLst>
              </p:cNvPr>
              <p:cNvGraphicFramePr>
                <a:graphicFrameLocks noChangeAspect="1"/>
              </p:cNvGraphicFramePr>
              <p:nvPr/>
            </p:nvGraphicFramePr>
            <p:xfrm>
              <a:off x="415" y="3218"/>
              <a:ext cx="230" cy="208"/>
            </p:xfrm>
            <a:graphic>
              <a:graphicData uri="http://schemas.openxmlformats.org/presentationml/2006/ole">
                <mc:AlternateContent xmlns:mc="http://schemas.openxmlformats.org/markup-compatibility/2006">
                  <mc:Choice xmlns:v="urn:schemas-microsoft-com:vml" Requires="v">
                    <p:oleObj name="公式" r:id="rId26" imgW="373224" imgH="358112" progId="Equation.3">
                      <p:embed/>
                    </p:oleObj>
                  </mc:Choice>
                  <mc:Fallback>
                    <p:oleObj name="公式" r:id="rId26" imgW="373224" imgH="358112" progId="Equation.3">
                      <p:embed/>
                      <p:pic>
                        <p:nvPicPr>
                          <p:cNvPr id="16444" name="Object 50">
                            <a:extLst>
                              <a:ext uri="{FF2B5EF4-FFF2-40B4-BE49-F238E27FC236}">
                                <a16:creationId xmlns:a16="http://schemas.microsoft.com/office/drawing/2014/main" id="{75E02714-F6D7-6CE7-C760-4C1D9A128EDD}"/>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15" y="3218"/>
                            <a:ext cx="230"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464947" name="Object 51">
            <a:extLst>
              <a:ext uri="{FF2B5EF4-FFF2-40B4-BE49-F238E27FC236}">
                <a16:creationId xmlns:a16="http://schemas.microsoft.com/office/drawing/2014/main" id="{D504B1C8-B475-4C6E-06AA-4A53ADD8FB5D}"/>
              </a:ext>
            </a:extLst>
          </p:cNvPr>
          <p:cNvGraphicFramePr>
            <a:graphicFrameLocks noChangeAspect="1"/>
          </p:cNvGraphicFramePr>
          <p:nvPr>
            <p:extLst>
              <p:ext uri="{D42A27DB-BD31-4B8C-83A1-F6EECF244321}">
                <p14:modId xmlns:p14="http://schemas.microsoft.com/office/powerpoint/2010/main" val="2921353070"/>
              </p:ext>
            </p:extLst>
          </p:nvPr>
        </p:nvGraphicFramePr>
        <p:xfrm>
          <a:off x="7908925" y="5429250"/>
          <a:ext cx="406400" cy="377825"/>
        </p:xfrm>
        <a:graphic>
          <a:graphicData uri="http://schemas.openxmlformats.org/presentationml/2006/ole">
            <mc:AlternateContent xmlns:mc="http://schemas.openxmlformats.org/markup-compatibility/2006">
              <mc:Choice xmlns:v="urn:schemas-microsoft-com:vml" Requires="v">
                <p:oleObj name="公式" r:id="rId28" imgW="220949" imgH="220952" progId="Equation.3">
                  <p:embed/>
                </p:oleObj>
              </mc:Choice>
              <mc:Fallback>
                <p:oleObj name="公式" r:id="rId28" imgW="220949" imgH="220952" progId="Equation.3">
                  <p:embed/>
                  <p:pic>
                    <p:nvPicPr>
                      <p:cNvPr id="464947" name="Object 51">
                        <a:extLst>
                          <a:ext uri="{FF2B5EF4-FFF2-40B4-BE49-F238E27FC236}">
                            <a16:creationId xmlns:a16="http://schemas.microsoft.com/office/drawing/2014/main" id="{D504B1C8-B475-4C6E-06AA-4A53ADD8FB5D}"/>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908925" y="5429250"/>
                        <a:ext cx="406400" cy="377825"/>
                      </a:xfrm>
                      <a:prstGeom prst="rect">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4948" name="Group 52">
            <a:extLst>
              <a:ext uri="{FF2B5EF4-FFF2-40B4-BE49-F238E27FC236}">
                <a16:creationId xmlns:a16="http://schemas.microsoft.com/office/drawing/2014/main" id="{610CA9A4-F589-BF1C-79A9-F191E12D7FF2}"/>
              </a:ext>
            </a:extLst>
          </p:cNvPr>
          <p:cNvGrpSpPr>
            <a:grpSpLocks noChangeAspect="1"/>
          </p:cNvGrpSpPr>
          <p:nvPr/>
        </p:nvGrpSpPr>
        <p:grpSpPr bwMode="auto">
          <a:xfrm>
            <a:off x="5208588" y="4673600"/>
            <a:ext cx="484187" cy="1781175"/>
            <a:chOff x="1226" y="1724"/>
            <a:chExt cx="342" cy="1258"/>
          </a:xfrm>
        </p:grpSpPr>
        <p:grpSp>
          <p:nvGrpSpPr>
            <p:cNvPr id="16433" name="Group 53">
              <a:extLst>
                <a:ext uri="{FF2B5EF4-FFF2-40B4-BE49-F238E27FC236}">
                  <a16:creationId xmlns:a16="http://schemas.microsoft.com/office/drawing/2014/main" id="{BE1BF7BA-812F-D6AC-EB9D-CEAA11F15E08}"/>
                </a:ext>
              </a:extLst>
            </p:cNvPr>
            <p:cNvGrpSpPr>
              <a:grpSpLocks noChangeAspect="1"/>
            </p:cNvGrpSpPr>
            <p:nvPr/>
          </p:nvGrpSpPr>
          <p:grpSpPr bwMode="auto">
            <a:xfrm>
              <a:off x="1226" y="2464"/>
              <a:ext cx="342" cy="518"/>
              <a:chOff x="1226" y="2464"/>
              <a:chExt cx="342" cy="518"/>
            </a:xfrm>
          </p:grpSpPr>
          <p:sp>
            <p:nvSpPr>
              <p:cNvPr id="16437" name="Line 54">
                <a:extLst>
                  <a:ext uri="{FF2B5EF4-FFF2-40B4-BE49-F238E27FC236}">
                    <a16:creationId xmlns:a16="http://schemas.microsoft.com/office/drawing/2014/main" id="{C4292DB0-2ED5-DDFD-6B4F-ACAD455D6E4A}"/>
                  </a:ext>
                </a:extLst>
              </p:cNvPr>
              <p:cNvSpPr>
                <a:spLocks noChangeAspect="1" noChangeShapeType="1"/>
              </p:cNvSpPr>
              <p:nvPr/>
            </p:nvSpPr>
            <p:spPr bwMode="auto">
              <a:xfrm>
                <a:off x="1402" y="2464"/>
                <a:ext cx="0" cy="292"/>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38" name="Object 55">
                <a:extLst>
                  <a:ext uri="{FF2B5EF4-FFF2-40B4-BE49-F238E27FC236}">
                    <a16:creationId xmlns:a16="http://schemas.microsoft.com/office/drawing/2014/main" id="{9A1B172D-7115-E1E5-1513-06D01E5B12FC}"/>
                  </a:ext>
                </a:extLst>
              </p:cNvPr>
              <p:cNvGraphicFramePr>
                <a:graphicFrameLocks noChangeAspect="1"/>
              </p:cNvGraphicFramePr>
              <p:nvPr/>
            </p:nvGraphicFramePr>
            <p:xfrm>
              <a:off x="1226" y="2754"/>
              <a:ext cx="342" cy="228"/>
            </p:xfrm>
            <a:graphic>
              <a:graphicData uri="http://schemas.openxmlformats.org/presentationml/2006/ole">
                <mc:AlternateContent xmlns:mc="http://schemas.openxmlformats.org/markup-compatibility/2006">
                  <mc:Choice xmlns:v="urn:schemas-microsoft-com:vml" Requires="v">
                    <p:oleObj name="公式" r:id="rId30" imgW="625027" imgH="411480" progId="Equation.3">
                      <p:embed/>
                    </p:oleObj>
                  </mc:Choice>
                  <mc:Fallback>
                    <p:oleObj name="公式" r:id="rId30" imgW="625027" imgH="411480" progId="Equation.3">
                      <p:embed/>
                      <p:pic>
                        <p:nvPicPr>
                          <p:cNvPr id="16438" name="Object 55">
                            <a:extLst>
                              <a:ext uri="{FF2B5EF4-FFF2-40B4-BE49-F238E27FC236}">
                                <a16:creationId xmlns:a16="http://schemas.microsoft.com/office/drawing/2014/main" id="{9A1B172D-7115-E1E5-1513-06D01E5B12FC}"/>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226" y="2754"/>
                            <a:ext cx="342"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434" name="Group 56">
              <a:extLst>
                <a:ext uri="{FF2B5EF4-FFF2-40B4-BE49-F238E27FC236}">
                  <a16:creationId xmlns:a16="http://schemas.microsoft.com/office/drawing/2014/main" id="{4600F05C-BF58-5CA3-5767-622AA37CD617}"/>
                </a:ext>
              </a:extLst>
            </p:cNvPr>
            <p:cNvGrpSpPr>
              <a:grpSpLocks noChangeAspect="1"/>
            </p:cNvGrpSpPr>
            <p:nvPr/>
          </p:nvGrpSpPr>
          <p:grpSpPr bwMode="auto">
            <a:xfrm>
              <a:off x="1297" y="1724"/>
              <a:ext cx="242" cy="529"/>
              <a:chOff x="1297" y="1724"/>
              <a:chExt cx="242" cy="529"/>
            </a:xfrm>
          </p:grpSpPr>
          <p:sp>
            <p:nvSpPr>
              <p:cNvPr id="16435" name="Line 57">
                <a:extLst>
                  <a:ext uri="{FF2B5EF4-FFF2-40B4-BE49-F238E27FC236}">
                    <a16:creationId xmlns:a16="http://schemas.microsoft.com/office/drawing/2014/main" id="{E1E010C1-CAD3-FBD8-848D-012B0146E0B3}"/>
                  </a:ext>
                </a:extLst>
              </p:cNvPr>
              <p:cNvSpPr>
                <a:spLocks noChangeAspect="1" noChangeShapeType="1"/>
              </p:cNvSpPr>
              <p:nvPr/>
            </p:nvSpPr>
            <p:spPr bwMode="auto">
              <a:xfrm flipV="1">
                <a:off x="1402" y="1952"/>
                <a:ext cx="0" cy="301"/>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36" name="Object 58">
                <a:extLst>
                  <a:ext uri="{FF2B5EF4-FFF2-40B4-BE49-F238E27FC236}">
                    <a16:creationId xmlns:a16="http://schemas.microsoft.com/office/drawing/2014/main" id="{39A8CB8E-DE8D-336F-998E-118BF2EAF6F9}"/>
                  </a:ext>
                </a:extLst>
              </p:cNvPr>
              <p:cNvGraphicFramePr>
                <a:graphicFrameLocks noChangeAspect="1"/>
              </p:cNvGraphicFramePr>
              <p:nvPr/>
            </p:nvGraphicFramePr>
            <p:xfrm>
              <a:off x="1297" y="1724"/>
              <a:ext cx="242" cy="205"/>
            </p:xfrm>
            <a:graphic>
              <a:graphicData uri="http://schemas.openxmlformats.org/presentationml/2006/ole">
                <mc:AlternateContent xmlns:mc="http://schemas.openxmlformats.org/markup-compatibility/2006">
                  <mc:Choice xmlns:v="urn:schemas-microsoft-com:vml" Requires="v">
                    <p:oleObj name="公式" r:id="rId32" imgW="396116" imgH="358112" progId="Equation.3">
                      <p:embed/>
                    </p:oleObj>
                  </mc:Choice>
                  <mc:Fallback>
                    <p:oleObj name="公式" r:id="rId32" imgW="396116" imgH="358112" progId="Equation.3">
                      <p:embed/>
                      <p:pic>
                        <p:nvPicPr>
                          <p:cNvPr id="16436" name="Object 58">
                            <a:extLst>
                              <a:ext uri="{FF2B5EF4-FFF2-40B4-BE49-F238E27FC236}">
                                <a16:creationId xmlns:a16="http://schemas.microsoft.com/office/drawing/2014/main" id="{39A8CB8E-DE8D-336F-998E-118BF2EAF6F9}"/>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297" y="1724"/>
                            <a:ext cx="242"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464955" name="Group 59">
            <a:extLst>
              <a:ext uri="{FF2B5EF4-FFF2-40B4-BE49-F238E27FC236}">
                <a16:creationId xmlns:a16="http://schemas.microsoft.com/office/drawing/2014/main" id="{72B78F66-9B88-28E2-046E-462F5C474FA9}"/>
              </a:ext>
            </a:extLst>
          </p:cNvPr>
          <p:cNvGrpSpPr>
            <a:grpSpLocks noChangeAspect="1"/>
          </p:cNvGrpSpPr>
          <p:nvPr/>
        </p:nvGrpSpPr>
        <p:grpSpPr bwMode="auto">
          <a:xfrm>
            <a:off x="5294313" y="5345113"/>
            <a:ext cx="352425" cy="401637"/>
            <a:chOff x="1287" y="2199"/>
            <a:chExt cx="248" cy="283"/>
          </a:xfrm>
        </p:grpSpPr>
        <p:sp>
          <p:nvSpPr>
            <p:cNvPr id="16431" name="Rectangle 60">
              <a:extLst>
                <a:ext uri="{FF2B5EF4-FFF2-40B4-BE49-F238E27FC236}">
                  <a16:creationId xmlns:a16="http://schemas.microsoft.com/office/drawing/2014/main" id="{FA61A109-A6E2-4ED2-F00F-F61CCDA265DC}"/>
                </a:ext>
              </a:extLst>
            </p:cNvPr>
            <p:cNvSpPr>
              <a:spLocks noChangeAspect="1" noChangeArrowheads="1"/>
            </p:cNvSpPr>
            <p:nvPr/>
          </p:nvSpPr>
          <p:spPr bwMode="auto">
            <a:xfrm>
              <a:off x="1287" y="2199"/>
              <a:ext cx="248" cy="283"/>
            </a:xfrm>
            <a:prstGeom prst="rect">
              <a:avLst/>
            </a:prstGeom>
            <a:solidFill>
              <a:srgbClr val="00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aphicFrame>
          <p:nvGraphicFramePr>
            <p:cNvPr id="16432" name="Object 61">
              <a:extLst>
                <a:ext uri="{FF2B5EF4-FFF2-40B4-BE49-F238E27FC236}">
                  <a16:creationId xmlns:a16="http://schemas.microsoft.com/office/drawing/2014/main" id="{B7E46A6B-4F17-E85E-0F58-DE9049CA61BE}"/>
                </a:ext>
              </a:extLst>
            </p:cNvPr>
            <p:cNvGraphicFramePr>
              <a:graphicFrameLocks noChangeAspect="1"/>
            </p:cNvGraphicFramePr>
            <p:nvPr/>
          </p:nvGraphicFramePr>
          <p:xfrm>
            <a:off x="1301" y="2257"/>
            <a:ext cx="184" cy="185"/>
          </p:xfrm>
          <a:graphic>
            <a:graphicData uri="http://schemas.openxmlformats.org/presentationml/2006/ole">
              <mc:AlternateContent xmlns:mc="http://schemas.openxmlformats.org/markup-compatibility/2006">
                <mc:Choice xmlns:v="urn:schemas-microsoft-com:vml" Requires="v">
                  <p:oleObj name="公式" r:id="rId34" imgW="243840" imgH="274320" progId="Equation.3">
                    <p:embed/>
                  </p:oleObj>
                </mc:Choice>
                <mc:Fallback>
                  <p:oleObj name="公式" r:id="rId34" imgW="243840" imgH="274320" progId="Equation.3">
                    <p:embed/>
                    <p:pic>
                      <p:nvPicPr>
                        <p:cNvPr id="16432" name="Object 61">
                          <a:extLst>
                            <a:ext uri="{FF2B5EF4-FFF2-40B4-BE49-F238E27FC236}">
                              <a16:creationId xmlns:a16="http://schemas.microsoft.com/office/drawing/2014/main" id="{B7E46A6B-4F17-E85E-0F58-DE9049CA61BE}"/>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301" y="2257"/>
                          <a:ext cx="184"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4958" name="Group 62">
            <a:extLst>
              <a:ext uri="{FF2B5EF4-FFF2-40B4-BE49-F238E27FC236}">
                <a16:creationId xmlns:a16="http://schemas.microsoft.com/office/drawing/2014/main" id="{EC426884-B582-C132-7945-44158F1D6E91}"/>
              </a:ext>
            </a:extLst>
          </p:cNvPr>
          <p:cNvGrpSpPr>
            <a:grpSpLocks noChangeAspect="1"/>
          </p:cNvGrpSpPr>
          <p:nvPr/>
        </p:nvGrpSpPr>
        <p:grpSpPr bwMode="auto">
          <a:xfrm>
            <a:off x="6153150" y="4665663"/>
            <a:ext cx="1050925" cy="1782762"/>
            <a:chOff x="2192" y="1720"/>
            <a:chExt cx="778" cy="1319"/>
          </a:xfrm>
        </p:grpSpPr>
        <p:grpSp>
          <p:nvGrpSpPr>
            <p:cNvPr id="16419" name="Group 63">
              <a:extLst>
                <a:ext uri="{FF2B5EF4-FFF2-40B4-BE49-F238E27FC236}">
                  <a16:creationId xmlns:a16="http://schemas.microsoft.com/office/drawing/2014/main" id="{52960787-4EC3-6CAD-E6FE-4E875B82D5EC}"/>
                </a:ext>
              </a:extLst>
            </p:cNvPr>
            <p:cNvGrpSpPr>
              <a:grpSpLocks noChangeAspect="1"/>
            </p:cNvGrpSpPr>
            <p:nvPr/>
          </p:nvGrpSpPr>
          <p:grpSpPr bwMode="auto">
            <a:xfrm>
              <a:off x="2495" y="2320"/>
              <a:ext cx="360" cy="719"/>
              <a:chOff x="2495" y="2320"/>
              <a:chExt cx="360" cy="719"/>
            </a:xfrm>
          </p:grpSpPr>
          <p:sp>
            <p:nvSpPr>
              <p:cNvPr id="16429" name="Line 64">
                <a:extLst>
                  <a:ext uri="{FF2B5EF4-FFF2-40B4-BE49-F238E27FC236}">
                    <a16:creationId xmlns:a16="http://schemas.microsoft.com/office/drawing/2014/main" id="{D9C9F661-E837-5973-EA1F-1B84F31E91DB}"/>
                  </a:ext>
                </a:extLst>
              </p:cNvPr>
              <p:cNvSpPr>
                <a:spLocks noChangeAspect="1" noChangeShapeType="1"/>
              </p:cNvSpPr>
              <p:nvPr/>
            </p:nvSpPr>
            <p:spPr bwMode="auto">
              <a:xfrm>
                <a:off x="2657" y="2320"/>
                <a:ext cx="8" cy="50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30" name="Object 65">
                <a:extLst>
                  <a:ext uri="{FF2B5EF4-FFF2-40B4-BE49-F238E27FC236}">
                    <a16:creationId xmlns:a16="http://schemas.microsoft.com/office/drawing/2014/main" id="{3E443F86-119E-9088-8917-3B1552E40B37}"/>
                  </a:ext>
                </a:extLst>
              </p:cNvPr>
              <p:cNvGraphicFramePr>
                <a:graphicFrameLocks noChangeAspect="1"/>
              </p:cNvGraphicFramePr>
              <p:nvPr/>
            </p:nvGraphicFramePr>
            <p:xfrm>
              <a:off x="2495" y="2808"/>
              <a:ext cx="360" cy="231"/>
            </p:xfrm>
            <a:graphic>
              <a:graphicData uri="http://schemas.openxmlformats.org/presentationml/2006/ole">
                <mc:AlternateContent xmlns:mc="http://schemas.openxmlformats.org/markup-compatibility/2006">
                  <mc:Choice xmlns:v="urn:schemas-microsoft-com:vml" Requires="v">
                    <p:oleObj name="公式" r:id="rId36" imgW="617064" imgH="411480" progId="Equation.3">
                      <p:embed/>
                    </p:oleObj>
                  </mc:Choice>
                  <mc:Fallback>
                    <p:oleObj name="公式" r:id="rId36" imgW="617064" imgH="411480" progId="Equation.3">
                      <p:embed/>
                      <p:pic>
                        <p:nvPicPr>
                          <p:cNvPr id="16430" name="Object 65">
                            <a:extLst>
                              <a:ext uri="{FF2B5EF4-FFF2-40B4-BE49-F238E27FC236}">
                                <a16:creationId xmlns:a16="http://schemas.microsoft.com/office/drawing/2014/main" id="{3E443F86-119E-9088-8917-3B1552E40B37}"/>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495" y="2808"/>
                            <a:ext cx="3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420" name="Group 66">
              <a:extLst>
                <a:ext uri="{FF2B5EF4-FFF2-40B4-BE49-F238E27FC236}">
                  <a16:creationId xmlns:a16="http://schemas.microsoft.com/office/drawing/2014/main" id="{B4B7198A-E253-13BB-7BE6-DFC97DD50682}"/>
                </a:ext>
              </a:extLst>
            </p:cNvPr>
            <p:cNvGrpSpPr>
              <a:grpSpLocks noChangeAspect="1"/>
            </p:cNvGrpSpPr>
            <p:nvPr/>
          </p:nvGrpSpPr>
          <p:grpSpPr bwMode="auto">
            <a:xfrm>
              <a:off x="2206" y="1720"/>
              <a:ext cx="488" cy="619"/>
              <a:chOff x="2206" y="1720"/>
              <a:chExt cx="488" cy="619"/>
            </a:xfrm>
          </p:grpSpPr>
          <p:graphicFrame>
            <p:nvGraphicFramePr>
              <p:cNvPr id="16427" name="Object 67">
                <a:extLst>
                  <a:ext uri="{FF2B5EF4-FFF2-40B4-BE49-F238E27FC236}">
                    <a16:creationId xmlns:a16="http://schemas.microsoft.com/office/drawing/2014/main" id="{3A67CF08-888A-F764-5636-C62C77B54B95}"/>
                  </a:ext>
                </a:extLst>
              </p:cNvPr>
              <p:cNvGraphicFramePr>
                <a:graphicFrameLocks noChangeAspect="1"/>
              </p:cNvGraphicFramePr>
              <p:nvPr/>
            </p:nvGraphicFramePr>
            <p:xfrm>
              <a:off x="2206" y="1720"/>
              <a:ext cx="262" cy="205"/>
            </p:xfrm>
            <a:graphic>
              <a:graphicData uri="http://schemas.openxmlformats.org/presentationml/2006/ole">
                <mc:AlternateContent xmlns:mc="http://schemas.openxmlformats.org/markup-compatibility/2006">
                  <mc:Choice xmlns:v="urn:schemas-microsoft-com:vml" Requires="v">
                    <p:oleObj name="公式" r:id="rId38" imgW="434433" imgH="358112" progId="Equation.3">
                      <p:embed/>
                    </p:oleObj>
                  </mc:Choice>
                  <mc:Fallback>
                    <p:oleObj name="公式" r:id="rId38" imgW="434433" imgH="358112" progId="Equation.3">
                      <p:embed/>
                      <p:pic>
                        <p:nvPicPr>
                          <p:cNvPr id="16427" name="Object 67">
                            <a:extLst>
                              <a:ext uri="{FF2B5EF4-FFF2-40B4-BE49-F238E27FC236}">
                                <a16:creationId xmlns:a16="http://schemas.microsoft.com/office/drawing/2014/main" id="{3A67CF08-888A-F764-5636-C62C77B54B95}"/>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206" y="1720"/>
                            <a:ext cx="262"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8" name="Line 68">
                <a:extLst>
                  <a:ext uri="{FF2B5EF4-FFF2-40B4-BE49-F238E27FC236}">
                    <a16:creationId xmlns:a16="http://schemas.microsoft.com/office/drawing/2014/main" id="{6426E534-2A72-D3AF-5E53-7B335BA75DBE}"/>
                  </a:ext>
                </a:extLst>
              </p:cNvPr>
              <p:cNvSpPr>
                <a:spLocks noChangeAspect="1" noChangeShapeType="1"/>
              </p:cNvSpPr>
              <p:nvPr/>
            </p:nvSpPr>
            <p:spPr bwMode="auto">
              <a:xfrm flipH="1" flipV="1">
                <a:off x="2338" y="1962"/>
                <a:ext cx="356" cy="377"/>
              </a:xfrm>
              <a:prstGeom prst="line">
                <a:avLst/>
              </a:prstGeom>
              <a:noFill/>
              <a:ln w="38100">
                <a:solidFill>
                  <a:srgbClr val="FFFF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grpSp>
          <p:nvGrpSpPr>
            <p:cNvPr id="16421" name="Group 69">
              <a:extLst>
                <a:ext uri="{FF2B5EF4-FFF2-40B4-BE49-F238E27FC236}">
                  <a16:creationId xmlns:a16="http://schemas.microsoft.com/office/drawing/2014/main" id="{12508D29-E25D-AB6F-6A9A-97A7B550855F}"/>
                </a:ext>
              </a:extLst>
            </p:cNvPr>
            <p:cNvGrpSpPr>
              <a:grpSpLocks noChangeAspect="1"/>
            </p:cNvGrpSpPr>
            <p:nvPr/>
          </p:nvGrpSpPr>
          <p:grpSpPr bwMode="auto">
            <a:xfrm>
              <a:off x="2192" y="2307"/>
              <a:ext cx="311" cy="326"/>
              <a:chOff x="2192" y="2307"/>
              <a:chExt cx="311" cy="326"/>
            </a:xfrm>
          </p:grpSpPr>
          <p:sp>
            <p:nvSpPr>
              <p:cNvPr id="16425" name="Line 70">
                <a:extLst>
                  <a:ext uri="{FF2B5EF4-FFF2-40B4-BE49-F238E27FC236}">
                    <a16:creationId xmlns:a16="http://schemas.microsoft.com/office/drawing/2014/main" id="{9F524F9D-273B-8A29-1621-732FDFE34F2E}"/>
                  </a:ext>
                </a:extLst>
              </p:cNvPr>
              <p:cNvSpPr>
                <a:spLocks noChangeAspect="1" noChangeShapeType="1"/>
              </p:cNvSpPr>
              <p:nvPr/>
            </p:nvSpPr>
            <p:spPr bwMode="auto">
              <a:xfrm>
                <a:off x="2503" y="2307"/>
                <a:ext cx="0" cy="319"/>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6426" name="Object 71">
                <a:extLst>
                  <a:ext uri="{FF2B5EF4-FFF2-40B4-BE49-F238E27FC236}">
                    <a16:creationId xmlns:a16="http://schemas.microsoft.com/office/drawing/2014/main" id="{5B1B6071-0B3B-8D10-4760-A7CD7EDD9A37}"/>
                  </a:ext>
                </a:extLst>
              </p:cNvPr>
              <p:cNvGraphicFramePr>
                <a:graphicFrameLocks noChangeAspect="1"/>
              </p:cNvGraphicFramePr>
              <p:nvPr/>
            </p:nvGraphicFramePr>
            <p:xfrm>
              <a:off x="2192" y="2423"/>
              <a:ext cx="240" cy="210"/>
            </p:xfrm>
            <a:graphic>
              <a:graphicData uri="http://schemas.openxmlformats.org/presentationml/2006/ole">
                <mc:AlternateContent xmlns:mc="http://schemas.openxmlformats.org/markup-compatibility/2006">
                  <mc:Choice xmlns:v="urn:schemas-microsoft-com:vml" Requires="v">
                    <p:oleObj name="公式" r:id="rId40" imgW="396116" imgH="373574" progId="Equation.3">
                      <p:embed/>
                    </p:oleObj>
                  </mc:Choice>
                  <mc:Fallback>
                    <p:oleObj name="公式" r:id="rId40" imgW="396116" imgH="373574" progId="Equation.3">
                      <p:embed/>
                      <p:pic>
                        <p:nvPicPr>
                          <p:cNvPr id="16426" name="Object 71">
                            <a:extLst>
                              <a:ext uri="{FF2B5EF4-FFF2-40B4-BE49-F238E27FC236}">
                                <a16:creationId xmlns:a16="http://schemas.microsoft.com/office/drawing/2014/main" id="{5B1B6071-0B3B-8D10-4760-A7CD7EDD9A37}"/>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192" y="2423"/>
                            <a:ext cx="240"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422" name="Group 72">
              <a:extLst>
                <a:ext uri="{FF2B5EF4-FFF2-40B4-BE49-F238E27FC236}">
                  <a16:creationId xmlns:a16="http://schemas.microsoft.com/office/drawing/2014/main" id="{3580ADE5-9D90-EEFD-4813-1AA7E65B3D55}"/>
                </a:ext>
              </a:extLst>
            </p:cNvPr>
            <p:cNvGrpSpPr>
              <a:grpSpLocks noChangeAspect="1"/>
            </p:cNvGrpSpPr>
            <p:nvPr/>
          </p:nvGrpSpPr>
          <p:grpSpPr bwMode="auto">
            <a:xfrm>
              <a:off x="2663" y="1881"/>
              <a:ext cx="307" cy="259"/>
              <a:chOff x="2663" y="1881"/>
              <a:chExt cx="307" cy="259"/>
            </a:xfrm>
          </p:grpSpPr>
          <p:graphicFrame>
            <p:nvGraphicFramePr>
              <p:cNvPr id="16423" name="Object 73">
                <a:extLst>
                  <a:ext uri="{FF2B5EF4-FFF2-40B4-BE49-F238E27FC236}">
                    <a16:creationId xmlns:a16="http://schemas.microsoft.com/office/drawing/2014/main" id="{D0C8708A-CD85-75C2-DFF9-1F2FBAEA1587}"/>
                  </a:ext>
                </a:extLst>
              </p:cNvPr>
              <p:cNvGraphicFramePr>
                <a:graphicFrameLocks noChangeAspect="1"/>
              </p:cNvGraphicFramePr>
              <p:nvPr/>
            </p:nvGraphicFramePr>
            <p:xfrm>
              <a:off x="2728" y="1881"/>
              <a:ext cx="228" cy="206"/>
            </p:xfrm>
            <a:graphic>
              <a:graphicData uri="http://schemas.openxmlformats.org/presentationml/2006/ole">
                <mc:AlternateContent xmlns:mc="http://schemas.openxmlformats.org/markup-compatibility/2006">
                  <mc:Choice xmlns:v="urn:schemas-microsoft-com:vml" Requires="v">
                    <p:oleObj name="公式" r:id="rId42" imgW="373224" imgH="358112" progId="Equation.3">
                      <p:embed/>
                    </p:oleObj>
                  </mc:Choice>
                  <mc:Fallback>
                    <p:oleObj name="公式" r:id="rId42" imgW="373224" imgH="358112" progId="Equation.3">
                      <p:embed/>
                      <p:pic>
                        <p:nvPicPr>
                          <p:cNvPr id="16423" name="Object 73">
                            <a:extLst>
                              <a:ext uri="{FF2B5EF4-FFF2-40B4-BE49-F238E27FC236}">
                                <a16:creationId xmlns:a16="http://schemas.microsoft.com/office/drawing/2014/main" id="{D0C8708A-CD85-75C2-DFF9-1F2FBAEA1587}"/>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728" y="1881"/>
                            <a:ext cx="228"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4" name="Line 74">
                <a:extLst>
                  <a:ext uri="{FF2B5EF4-FFF2-40B4-BE49-F238E27FC236}">
                    <a16:creationId xmlns:a16="http://schemas.microsoft.com/office/drawing/2014/main" id="{BEE2D688-FC6D-4783-F6ED-C776D0EADB12}"/>
                  </a:ext>
                </a:extLst>
              </p:cNvPr>
              <p:cNvSpPr>
                <a:spLocks noChangeAspect="1" noChangeShapeType="1"/>
              </p:cNvSpPr>
              <p:nvPr/>
            </p:nvSpPr>
            <p:spPr bwMode="auto">
              <a:xfrm>
                <a:off x="2663" y="2140"/>
                <a:ext cx="307" cy="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grpSp>
      <p:grpSp>
        <p:nvGrpSpPr>
          <p:cNvPr id="464971" name="Group 75">
            <a:extLst>
              <a:ext uri="{FF2B5EF4-FFF2-40B4-BE49-F238E27FC236}">
                <a16:creationId xmlns:a16="http://schemas.microsoft.com/office/drawing/2014/main" id="{E056A9E6-1246-F167-C985-294817AFDC12}"/>
              </a:ext>
            </a:extLst>
          </p:cNvPr>
          <p:cNvGrpSpPr>
            <a:grpSpLocks noChangeAspect="1"/>
          </p:cNvGrpSpPr>
          <p:nvPr/>
        </p:nvGrpSpPr>
        <p:grpSpPr bwMode="auto">
          <a:xfrm>
            <a:off x="6570663" y="5230813"/>
            <a:ext cx="582612" cy="463550"/>
            <a:chOff x="2501" y="2138"/>
            <a:chExt cx="432" cy="343"/>
          </a:xfrm>
        </p:grpSpPr>
        <p:grpSp>
          <p:nvGrpSpPr>
            <p:cNvPr id="16415" name="Group 76">
              <a:extLst>
                <a:ext uri="{FF2B5EF4-FFF2-40B4-BE49-F238E27FC236}">
                  <a16:creationId xmlns:a16="http://schemas.microsoft.com/office/drawing/2014/main" id="{CE3EC862-4782-70EF-D049-DD80A3C42AD6}"/>
                </a:ext>
              </a:extLst>
            </p:cNvPr>
            <p:cNvGrpSpPr>
              <a:grpSpLocks noChangeAspect="1"/>
            </p:cNvGrpSpPr>
            <p:nvPr/>
          </p:nvGrpSpPr>
          <p:grpSpPr bwMode="auto">
            <a:xfrm>
              <a:off x="2501" y="2138"/>
              <a:ext cx="432" cy="343"/>
              <a:chOff x="3421" y="298"/>
              <a:chExt cx="432" cy="343"/>
            </a:xfrm>
          </p:grpSpPr>
          <p:sp>
            <p:nvSpPr>
              <p:cNvPr id="16417" name="Oval 77">
                <a:extLst>
                  <a:ext uri="{FF2B5EF4-FFF2-40B4-BE49-F238E27FC236}">
                    <a16:creationId xmlns:a16="http://schemas.microsoft.com/office/drawing/2014/main" id="{59DD9B00-ED22-D51C-42AA-9721C96E8407}"/>
                  </a:ext>
                </a:extLst>
              </p:cNvPr>
              <p:cNvSpPr>
                <a:spLocks noChangeAspect="1" noChangeArrowheads="1"/>
              </p:cNvSpPr>
              <p:nvPr/>
            </p:nvSpPr>
            <p:spPr bwMode="auto">
              <a:xfrm>
                <a:off x="3421" y="298"/>
                <a:ext cx="342" cy="343"/>
              </a:xfrm>
              <a:prstGeom prst="ellipse">
                <a:avLst/>
              </a:prstGeom>
              <a:solidFill>
                <a:schemeClr val="accent1"/>
              </a:solidFill>
              <a:ln w="12700">
                <a:solidFill>
                  <a:srgbClr val="66CC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sp>
            <p:nvSpPr>
              <p:cNvPr id="16418" name="Rectangle 78">
                <a:extLst>
                  <a:ext uri="{FF2B5EF4-FFF2-40B4-BE49-F238E27FC236}">
                    <a16:creationId xmlns:a16="http://schemas.microsoft.com/office/drawing/2014/main" id="{EBCC0763-E655-4B12-4595-53900FC003B9}"/>
                  </a:ext>
                </a:extLst>
              </p:cNvPr>
              <p:cNvSpPr>
                <a:spLocks noChangeAspect="1" noChangeArrowheads="1"/>
              </p:cNvSpPr>
              <p:nvPr/>
            </p:nvSpPr>
            <p:spPr bwMode="auto">
              <a:xfrm rot="2427030">
                <a:off x="3563" y="550"/>
                <a:ext cx="290" cy="41"/>
              </a:xfrm>
              <a:prstGeom prst="rect">
                <a:avLst/>
              </a:prstGeom>
              <a:solidFill>
                <a:srgbClr val="FFFFFF"/>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pSp>
        <p:graphicFrame>
          <p:nvGraphicFramePr>
            <p:cNvPr id="16416" name="Object 79">
              <a:extLst>
                <a:ext uri="{FF2B5EF4-FFF2-40B4-BE49-F238E27FC236}">
                  <a16:creationId xmlns:a16="http://schemas.microsoft.com/office/drawing/2014/main" id="{B6D056B6-9A39-CF00-E5C0-07749ED33035}"/>
                </a:ext>
              </a:extLst>
            </p:cNvPr>
            <p:cNvGraphicFramePr>
              <a:graphicFrameLocks noChangeAspect="1"/>
            </p:cNvGraphicFramePr>
            <p:nvPr/>
          </p:nvGraphicFramePr>
          <p:xfrm>
            <a:off x="2549" y="2214"/>
            <a:ext cx="185" cy="211"/>
          </p:xfrm>
          <a:graphic>
            <a:graphicData uri="http://schemas.openxmlformats.org/presentationml/2006/ole">
              <mc:AlternateContent xmlns:mc="http://schemas.openxmlformats.org/markup-compatibility/2006">
                <mc:Choice xmlns:v="urn:schemas-microsoft-com:vml" Requires="v">
                  <p:oleObj name="公式" r:id="rId44" imgW="259267" imgH="281801" progId="Equation.3">
                    <p:embed/>
                  </p:oleObj>
                </mc:Choice>
                <mc:Fallback>
                  <p:oleObj name="公式" r:id="rId44" imgW="259267" imgH="281801" progId="Equation.3">
                    <p:embed/>
                    <p:pic>
                      <p:nvPicPr>
                        <p:cNvPr id="16416" name="Object 79">
                          <a:extLst>
                            <a:ext uri="{FF2B5EF4-FFF2-40B4-BE49-F238E27FC236}">
                              <a16:creationId xmlns:a16="http://schemas.microsoft.com/office/drawing/2014/main" id="{B6D056B6-9A39-CF00-E5C0-07749ED33035}"/>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2549" y="2214"/>
                          <a:ext cx="185"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4976" name="Arc 80">
            <a:extLst>
              <a:ext uri="{FF2B5EF4-FFF2-40B4-BE49-F238E27FC236}">
                <a16:creationId xmlns:a16="http://schemas.microsoft.com/office/drawing/2014/main" id="{766C3587-9A5C-48E1-F78F-9B69F698B6C9}"/>
              </a:ext>
            </a:extLst>
          </p:cNvPr>
          <p:cNvSpPr>
            <a:spLocks noChangeAspect="1"/>
          </p:cNvSpPr>
          <p:nvPr/>
        </p:nvSpPr>
        <p:spPr bwMode="auto">
          <a:xfrm flipH="1">
            <a:off x="6477000" y="5162550"/>
            <a:ext cx="269875" cy="39052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FFFF"/>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sp>
        <p:nvSpPr>
          <p:cNvPr id="464977" name="Text Box 81">
            <a:extLst>
              <a:ext uri="{FF2B5EF4-FFF2-40B4-BE49-F238E27FC236}">
                <a16:creationId xmlns:a16="http://schemas.microsoft.com/office/drawing/2014/main" id="{6EF9F06C-C342-D230-63C8-78FC4199FB6B}"/>
              </a:ext>
            </a:extLst>
          </p:cNvPr>
          <p:cNvSpPr txBox="1">
            <a:spLocks noChangeArrowheads="1"/>
          </p:cNvSpPr>
          <p:nvPr/>
        </p:nvSpPr>
        <p:spPr bwMode="auto">
          <a:xfrm>
            <a:off x="1164431" y="2465105"/>
            <a:ext cx="5380038" cy="497765"/>
          </a:xfrm>
          <a:prstGeom prst="rect">
            <a:avLst/>
          </a:prstGeom>
          <a:noFill/>
          <a:ln>
            <a:noFill/>
          </a:ln>
          <a:effectLst/>
        </p:spPr>
        <p:txBody>
          <a:bodyPr anchor="ctr">
            <a:spAutoFit/>
          </a:bodyPr>
          <a:lstStyle/>
          <a:p>
            <a:pPr algn="l">
              <a:spcBef>
                <a:spcPct val="50000"/>
              </a:spcBef>
              <a:buNone/>
              <a:defRPr/>
            </a:pPr>
            <a:r>
              <a:rPr kumimoji="1" lang="en-US" altLang="zh-CN" dirty="0">
                <a:effectLst>
                  <a:outerShdw blurRad="38100" dist="38100" dir="2700000" algn="tl">
                    <a:srgbClr val="000000"/>
                  </a:outerShdw>
                </a:effectLst>
                <a:latin typeface="Times New Roman" panose="02020603050405020304" pitchFamily="18" charset="0"/>
              </a:rPr>
              <a:t>, </a:t>
            </a:r>
            <a:r>
              <a:rPr kumimoji="1" lang="zh-CN" altLang="en-US" dirty="0">
                <a:effectLst>
                  <a:outerShdw blurRad="38100" dist="38100" dir="2700000" algn="tl">
                    <a:srgbClr val="000000"/>
                  </a:outerShdw>
                </a:effectLst>
                <a:latin typeface="Times New Roman" panose="02020603050405020304" pitchFamily="18" charset="0"/>
              </a:rPr>
              <a:t>取如图所示的正方向</a:t>
            </a:r>
            <a:endParaRPr kumimoji="1" lang="zh-CN" altLang="en-US" dirty="0">
              <a:latin typeface="Times New Roman" panose="02020603050405020304" pitchFamily="18" charset="0"/>
            </a:endParaRPr>
          </a:p>
        </p:txBody>
      </p:sp>
      <p:sp>
        <p:nvSpPr>
          <p:cNvPr id="464978" name="Text Box 82">
            <a:extLst>
              <a:ext uri="{FF2B5EF4-FFF2-40B4-BE49-F238E27FC236}">
                <a16:creationId xmlns:a16="http://schemas.microsoft.com/office/drawing/2014/main" id="{0DBB6189-89DC-2CCF-44D8-76E2DC0064CA}"/>
              </a:ext>
            </a:extLst>
          </p:cNvPr>
          <p:cNvSpPr txBox="1">
            <a:spLocks noChangeArrowheads="1"/>
          </p:cNvSpPr>
          <p:nvPr/>
        </p:nvSpPr>
        <p:spPr bwMode="auto">
          <a:xfrm>
            <a:off x="838200" y="4548543"/>
            <a:ext cx="4006850" cy="497765"/>
          </a:xfrm>
          <a:prstGeom prst="rect">
            <a:avLst/>
          </a:prstGeom>
          <a:noFill/>
          <a:ln>
            <a:noFill/>
          </a:ln>
          <a:effectLst/>
        </p:spPr>
        <p:txBody>
          <a:bodyPr anchor="ctr">
            <a:spAutoFit/>
          </a:bodyPr>
          <a:lstStyle/>
          <a:p>
            <a:pPr algn="l">
              <a:spcBef>
                <a:spcPct val="50000"/>
              </a:spcBef>
              <a:buClr>
                <a:srgbClr val="FFCC00"/>
              </a:buClr>
              <a:buSzPct val="80000"/>
              <a:buFont typeface="Wingdings" panose="05000000000000000000" pitchFamily="2" charset="2"/>
              <a:buChar char="l"/>
              <a:defRPr/>
            </a:pPr>
            <a:r>
              <a:rPr kumimoji="1" lang="en-US" altLang="zh-CN" dirty="0">
                <a:solidFill>
                  <a:srgbClr val="66FFFF"/>
                </a:solidFill>
                <a:effectLst>
                  <a:outerShdw blurRad="38100" dist="38100" dir="2700000" algn="tl">
                    <a:srgbClr val="000000"/>
                  </a:outerShdw>
                </a:effectLst>
                <a:latin typeface="Times New Roman" panose="02020603050405020304" pitchFamily="18" charset="0"/>
              </a:rPr>
              <a:t> </a:t>
            </a:r>
            <a:r>
              <a:rPr kumimoji="1" lang="zh-CN" altLang="en-US" dirty="0">
                <a:solidFill>
                  <a:srgbClr val="66FFFF"/>
                </a:solidFill>
                <a:effectLst>
                  <a:outerShdw blurRad="38100" dist="38100" dir="2700000" algn="tl">
                    <a:srgbClr val="000000"/>
                  </a:outerShdw>
                </a:effectLst>
                <a:latin typeface="Times New Roman" panose="02020603050405020304" pitchFamily="18" charset="0"/>
              </a:rPr>
              <a:t>列动力学方程</a:t>
            </a:r>
            <a:endParaRPr kumimoji="1" lang="zh-CN" altLang="en-US" dirty="0">
              <a:solidFill>
                <a:srgbClr val="66FFFF"/>
              </a:solidFill>
              <a:latin typeface="Times New Roman" panose="02020603050405020304" pitchFamily="18" charset="0"/>
            </a:endParaRPr>
          </a:p>
        </p:txBody>
      </p:sp>
      <p:graphicFrame>
        <p:nvGraphicFramePr>
          <p:cNvPr id="464979" name="Object 83">
            <a:extLst>
              <a:ext uri="{FF2B5EF4-FFF2-40B4-BE49-F238E27FC236}">
                <a16:creationId xmlns:a16="http://schemas.microsoft.com/office/drawing/2014/main" id="{D3A9A994-F9A9-31CF-DA85-25F5EE1DF055}"/>
              </a:ext>
            </a:extLst>
          </p:cNvPr>
          <p:cNvGraphicFramePr>
            <a:graphicFrameLocks noChangeAspect="1"/>
          </p:cNvGraphicFramePr>
          <p:nvPr>
            <p:extLst>
              <p:ext uri="{D42A27DB-BD31-4B8C-83A1-F6EECF244321}">
                <p14:modId xmlns:p14="http://schemas.microsoft.com/office/powerpoint/2010/main" val="1409098721"/>
              </p:ext>
            </p:extLst>
          </p:nvPr>
        </p:nvGraphicFramePr>
        <p:xfrm>
          <a:off x="2576513" y="5135563"/>
          <a:ext cx="1816100" cy="393700"/>
        </p:xfrm>
        <a:graphic>
          <a:graphicData uri="http://schemas.openxmlformats.org/presentationml/2006/ole">
            <mc:AlternateContent xmlns:mc="http://schemas.openxmlformats.org/markup-compatibility/2006">
              <mc:Choice xmlns:v="urn:schemas-microsoft-com:vml" Requires="v">
                <p:oleObj name="公式" r:id="rId46" imgW="1768089" imgH="350631" progId="Equation.3">
                  <p:embed/>
                </p:oleObj>
              </mc:Choice>
              <mc:Fallback>
                <p:oleObj name="公式" r:id="rId46" imgW="1768089" imgH="350631" progId="Equation.3">
                  <p:embed/>
                  <p:pic>
                    <p:nvPicPr>
                      <p:cNvPr id="464979" name="Object 83">
                        <a:extLst>
                          <a:ext uri="{FF2B5EF4-FFF2-40B4-BE49-F238E27FC236}">
                            <a16:creationId xmlns:a16="http://schemas.microsoft.com/office/drawing/2014/main" id="{D3A9A994-F9A9-31CF-DA85-25F5EE1DF055}"/>
                          </a:ext>
                        </a:extLst>
                      </p:cNvPr>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2576513" y="5135563"/>
                        <a:ext cx="1816100" cy="3937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80" name="Object 84">
            <a:extLst>
              <a:ext uri="{FF2B5EF4-FFF2-40B4-BE49-F238E27FC236}">
                <a16:creationId xmlns:a16="http://schemas.microsoft.com/office/drawing/2014/main" id="{559F6069-26AC-E4C3-FAFD-79C6DEE8D03C}"/>
              </a:ext>
            </a:extLst>
          </p:cNvPr>
          <p:cNvGraphicFramePr>
            <a:graphicFrameLocks noChangeAspect="1"/>
          </p:cNvGraphicFramePr>
          <p:nvPr>
            <p:extLst>
              <p:ext uri="{D42A27DB-BD31-4B8C-83A1-F6EECF244321}">
                <p14:modId xmlns:p14="http://schemas.microsoft.com/office/powerpoint/2010/main" val="719323758"/>
              </p:ext>
            </p:extLst>
          </p:nvPr>
        </p:nvGraphicFramePr>
        <p:xfrm>
          <a:off x="2632075" y="5621338"/>
          <a:ext cx="1587500" cy="381000"/>
        </p:xfrm>
        <a:graphic>
          <a:graphicData uri="http://schemas.openxmlformats.org/presentationml/2006/ole">
            <mc:AlternateContent xmlns:mc="http://schemas.openxmlformats.org/markup-compatibility/2006">
              <mc:Choice xmlns:v="urn:schemas-microsoft-com:vml" Requires="v">
                <p:oleObj name="公式" r:id="rId48" imgW="1539178" imgH="335169" progId="Equation.3">
                  <p:embed/>
                </p:oleObj>
              </mc:Choice>
              <mc:Fallback>
                <p:oleObj name="公式" r:id="rId48" imgW="1539178" imgH="335169" progId="Equation.3">
                  <p:embed/>
                  <p:pic>
                    <p:nvPicPr>
                      <p:cNvPr id="464980" name="Object 84">
                        <a:extLst>
                          <a:ext uri="{FF2B5EF4-FFF2-40B4-BE49-F238E27FC236}">
                            <a16:creationId xmlns:a16="http://schemas.microsoft.com/office/drawing/2014/main" id="{559F6069-26AC-E4C3-FAFD-79C6DEE8D03C}"/>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2632075" y="5621338"/>
                        <a:ext cx="1587500" cy="381000"/>
                      </a:xfrm>
                      <a:prstGeom prst="rect">
                        <a:avLst/>
                      </a:prstGeom>
                      <a:noFill/>
                      <a:ln>
                        <a:noFill/>
                      </a:ln>
                      <a:effectLst/>
                      <a:extLst>
                        <a:ext uri="{909E8E84-426E-40DD-AFC4-6F175D3DCCD1}">
                          <a14:hiddenFill xmlns:a14="http://schemas.microsoft.com/office/drawing/2010/main">
                            <a:solidFill>
                              <a:srgbClr val="00FFFF">
                                <a:alpha val="2509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4981" name="Object 85">
            <a:extLst>
              <a:ext uri="{FF2B5EF4-FFF2-40B4-BE49-F238E27FC236}">
                <a16:creationId xmlns:a16="http://schemas.microsoft.com/office/drawing/2014/main" id="{BB90EE88-A740-B261-3DAD-181DA95A7320}"/>
              </a:ext>
            </a:extLst>
          </p:cNvPr>
          <p:cNvGraphicFramePr>
            <a:graphicFrameLocks noChangeAspect="1"/>
          </p:cNvGraphicFramePr>
          <p:nvPr>
            <p:extLst>
              <p:ext uri="{D42A27DB-BD31-4B8C-83A1-F6EECF244321}">
                <p14:modId xmlns:p14="http://schemas.microsoft.com/office/powerpoint/2010/main" val="2107659482"/>
              </p:ext>
            </p:extLst>
          </p:nvPr>
        </p:nvGraphicFramePr>
        <p:xfrm>
          <a:off x="2682875" y="6096000"/>
          <a:ext cx="1284288" cy="381000"/>
        </p:xfrm>
        <a:graphic>
          <a:graphicData uri="http://schemas.openxmlformats.org/presentationml/2006/ole">
            <mc:AlternateContent xmlns:mc="http://schemas.openxmlformats.org/markup-compatibility/2006">
              <mc:Choice xmlns:v="urn:schemas-microsoft-com:vml" Requires="v">
                <p:oleObj name="公式" r:id="rId50" imgW="1234627" imgH="335169" progId="Equation.3">
                  <p:embed/>
                </p:oleObj>
              </mc:Choice>
              <mc:Fallback>
                <p:oleObj name="公式" r:id="rId50" imgW="1234627" imgH="335169" progId="Equation.3">
                  <p:embed/>
                  <p:pic>
                    <p:nvPicPr>
                      <p:cNvPr id="464981" name="Object 85">
                        <a:extLst>
                          <a:ext uri="{FF2B5EF4-FFF2-40B4-BE49-F238E27FC236}">
                            <a16:creationId xmlns:a16="http://schemas.microsoft.com/office/drawing/2014/main" id="{BB90EE88-A740-B261-3DAD-181DA95A7320}"/>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682875" y="6096000"/>
                        <a:ext cx="1284288" cy="381000"/>
                      </a:xfrm>
                      <a:prstGeom prst="rect">
                        <a:avLst/>
                      </a:prstGeom>
                      <a:noFill/>
                      <a:ln>
                        <a:noFill/>
                      </a:ln>
                      <a:effectLst/>
                      <a:extLst>
                        <a:ext uri="{909E8E84-426E-40DD-AFC4-6F175D3DCCD1}">
                          <a14:hiddenFill xmlns:a14="http://schemas.microsoft.com/office/drawing/2010/main">
                            <a:solidFill>
                              <a:srgbClr val="00FFFF">
                                <a:alpha val="25882"/>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4982" name="Text Box 86">
            <a:extLst>
              <a:ext uri="{FF2B5EF4-FFF2-40B4-BE49-F238E27FC236}">
                <a16:creationId xmlns:a16="http://schemas.microsoft.com/office/drawing/2014/main" id="{B9AFA1E7-9EE5-F14C-F1C2-5F762E106FCA}"/>
              </a:ext>
            </a:extLst>
          </p:cNvPr>
          <p:cNvSpPr txBox="1">
            <a:spLocks noChangeArrowheads="1"/>
          </p:cNvSpPr>
          <p:nvPr/>
        </p:nvSpPr>
        <p:spPr bwMode="auto">
          <a:xfrm>
            <a:off x="596900" y="5050194"/>
            <a:ext cx="2216150" cy="497765"/>
          </a:xfrm>
          <a:prstGeom prst="rect">
            <a:avLst/>
          </a:prstGeom>
          <a:noFill/>
          <a:ln>
            <a:noFill/>
          </a:ln>
          <a:effectLst/>
        </p:spPr>
        <p:txBody>
          <a:bodyPr anchor="ctr">
            <a:spAutoFit/>
          </a:bodyPr>
          <a:lstStyle/>
          <a:p>
            <a:pPr algn="l">
              <a:spcBef>
                <a:spcPct val="50000"/>
              </a:spcBef>
              <a:buClr>
                <a:srgbClr val="FFCC00"/>
              </a:buClr>
              <a:buSzPct val="80000"/>
              <a:buFont typeface="Wingdings" panose="05000000000000000000" pitchFamily="2" charset="2"/>
              <a:buNone/>
              <a:defRPr/>
            </a:pPr>
            <a:r>
              <a:rPr kumimoji="1" lang="zh-CN" altLang="en-US" dirty="0">
                <a:effectLst>
                  <a:outerShdw blurRad="38100" dist="38100" dir="2700000" algn="tl">
                    <a:srgbClr val="000000"/>
                  </a:outerShdw>
                </a:effectLst>
                <a:latin typeface="Times New Roman" panose="02020603050405020304" pitchFamily="18" charset="0"/>
              </a:rPr>
              <a:t>对滑块</a:t>
            </a:r>
            <a:r>
              <a:rPr kumimoji="1" lang="en-US" altLang="zh-CN" dirty="0">
                <a:solidFill>
                  <a:srgbClr val="FFCC00"/>
                </a:solidFill>
                <a:effectLst>
                  <a:outerShdw blurRad="38100" dist="38100" dir="2700000" algn="tl">
                    <a:srgbClr val="000000"/>
                  </a:outerShdw>
                </a:effectLst>
                <a:latin typeface="Times New Roman" panose="02020603050405020304" pitchFamily="18" charset="0"/>
              </a:rPr>
              <a:t>A</a:t>
            </a:r>
            <a:r>
              <a:rPr kumimoji="1" lang="en-US" altLang="zh-CN" i="1" dirty="0">
                <a:solidFill>
                  <a:srgbClr val="FFCC00"/>
                </a:solidFill>
                <a:effectLst>
                  <a:outerShdw blurRad="38100" dist="38100" dir="2700000" algn="tl">
                    <a:srgbClr val="000000"/>
                  </a:outerShdw>
                </a:effectLst>
                <a:latin typeface="Times New Roman" panose="02020603050405020304" pitchFamily="18" charset="0"/>
              </a:rPr>
              <a:t> </a:t>
            </a:r>
            <a:r>
              <a:rPr kumimoji="1" lang="zh-CN" altLang="en-US" dirty="0">
                <a:effectLst>
                  <a:outerShdw blurRad="38100" dist="38100" dir="2700000" algn="tl">
                    <a:srgbClr val="000000"/>
                  </a:outerShdw>
                </a:effectLst>
                <a:latin typeface="Times New Roman" panose="02020603050405020304" pitchFamily="18" charset="0"/>
              </a:rPr>
              <a:t>：</a:t>
            </a:r>
          </a:p>
        </p:txBody>
      </p:sp>
      <p:sp>
        <p:nvSpPr>
          <p:cNvPr id="464983" name="Text Box 87">
            <a:extLst>
              <a:ext uri="{FF2B5EF4-FFF2-40B4-BE49-F238E27FC236}">
                <a16:creationId xmlns:a16="http://schemas.microsoft.com/office/drawing/2014/main" id="{56C6AA63-8DFB-A7E5-21D3-1B85FD69D1EC}"/>
              </a:ext>
            </a:extLst>
          </p:cNvPr>
          <p:cNvSpPr txBox="1">
            <a:spLocks noChangeArrowheads="1"/>
          </p:cNvSpPr>
          <p:nvPr/>
        </p:nvSpPr>
        <p:spPr bwMode="auto">
          <a:xfrm>
            <a:off x="489439" y="1936102"/>
            <a:ext cx="7562850" cy="483915"/>
          </a:xfrm>
          <a:prstGeom prst="rect">
            <a:avLst/>
          </a:prstGeom>
          <a:noFill/>
          <a:ln>
            <a:noFill/>
          </a:ln>
          <a:effectLst/>
        </p:spPr>
        <p:txBody>
          <a:bodyPr anchor="ctr">
            <a:spAutoFit/>
          </a:bodyPr>
          <a:lstStyle/>
          <a:p>
            <a:pPr algn="l">
              <a:lnSpc>
                <a:spcPct val="115000"/>
              </a:lnSpc>
              <a:spcAft>
                <a:spcPts val="800"/>
              </a:spcAft>
              <a:defRPr/>
            </a:pPr>
            <a:r>
              <a:rPr kumimoji="1" lang="zh-CN" altLang="en-US">
                <a:effectLst>
                  <a:outerShdw blurRad="38100" dist="38100" dir="2700000" algn="tl">
                    <a:srgbClr val="000000"/>
                  </a:outerShdw>
                </a:effectLst>
                <a:latin typeface="Times New Roman" panose="02020603050405020304" pitchFamily="18" charset="0"/>
              </a:rPr>
              <a:t>若重物</a:t>
            </a:r>
            <a:r>
              <a:rPr kumimoji="1" lang="en-US" altLang="zh-CN">
                <a:solidFill>
                  <a:srgbClr val="FFCC00"/>
                </a:solidFill>
                <a:effectLst>
                  <a:outerShdw blurRad="38100" dist="38100" dir="2700000" algn="tl">
                    <a:srgbClr val="000000"/>
                  </a:outerShdw>
                </a:effectLst>
                <a:latin typeface="Times New Roman" panose="02020603050405020304" pitchFamily="18" charset="0"/>
              </a:rPr>
              <a:t>B</a:t>
            </a:r>
            <a:r>
              <a:rPr kumimoji="1" lang="zh-CN" altLang="en-US">
                <a:effectLst>
                  <a:outerShdw blurRad="38100" dist="38100" dir="2700000" algn="tl">
                    <a:srgbClr val="000000"/>
                  </a:outerShdw>
                </a:effectLst>
                <a:latin typeface="Times New Roman" panose="02020603050405020304" pitchFamily="18" charset="0"/>
              </a:rPr>
              <a:t>下降时，滑块</a:t>
            </a:r>
            <a:r>
              <a:rPr kumimoji="1" lang="en-US" altLang="zh-CN">
                <a:solidFill>
                  <a:srgbClr val="FFCC00"/>
                </a:solidFill>
                <a:effectLst>
                  <a:outerShdw blurRad="38100" dist="38100" dir="2700000" algn="tl">
                    <a:srgbClr val="000000"/>
                  </a:outerShdw>
                </a:effectLst>
                <a:latin typeface="Times New Roman" panose="02020603050405020304" pitchFamily="18" charset="0"/>
              </a:rPr>
              <a:t>A</a:t>
            </a:r>
            <a:r>
              <a:rPr kumimoji="1" lang="zh-CN" altLang="en-US">
                <a:effectLst>
                  <a:outerShdw blurRad="38100" dist="38100" dir="2700000" algn="tl">
                    <a:srgbClr val="000000"/>
                  </a:outerShdw>
                </a:effectLst>
                <a:latin typeface="Times New Roman" panose="02020603050405020304" pitchFamily="18" charset="0"/>
              </a:rPr>
              <a:t>的加速度</a:t>
            </a:r>
            <a:r>
              <a:rPr kumimoji="1" lang="en-US" altLang="zh-CN" i="1">
                <a:solidFill>
                  <a:srgbClr val="FFCC00"/>
                </a:solidFill>
                <a:effectLst>
                  <a:outerShdw blurRad="38100" dist="38100" dir="2700000" algn="tl">
                    <a:srgbClr val="000000"/>
                  </a:outerShdw>
                </a:effectLst>
                <a:latin typeface="Times New Roman" panose="02020603050405020304" pitchFamily="18" charset="0"/>
              </a:rPr>
              <a:t>a</a:t>
            </a:r>
            <a:r>
              <a:rPr kumimoji="1" lang="zh-CN" altLang="en-US">
                <a:effectLst>
                  <a:outerShdw blurRad="38100" dist="38100" dir="2700000" algn="tl">
                    <a:srgbClr val="000000"/>
                  </a:outerShdw>
                </a:effectLst>
                <a:latin typeface="Times New Roman" panose="02020603050405020304" pitchFamily="18" charset="0"/>
              </a:rPr>
              <a:t>及绳中的张力。</a:t>
            </a:r>
          </a:p>
        </p:txBody>
      </p:sp>
      <p:sp>
        <p:nvSpPr>
          <p:cNvPr id="464984" name="Rectangle 88">
            <a:extLst>
              <a:ext uri="{FF2B5EF4-FFF2-40B4-BE49-F238E27FC236}">
                <a16:creationId xmlns:a16="http://schemas.microsoft.com/office/drawing/2014/main" id="{7117FEF1-B9B1-6DC1-D978-34257B665AA8}"/>
              </a:ext>
            </a:extLst>
          </p:cNvPr>
          <p:cNvSpPr>
            <a:spLocks noChangeArrowheads="1"/>
          </p:cNvSpPr>
          <p:nvPr/>
        </p:nvSpPr>
        <p:spPr bwMode="auto">
          <a:xfrm>
            <a:off x="-59964" y="1873298"/>
            <a:ext cx="647700"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r>
              <a:rPr lang="zh-CN" altLang="en-US" dirty="0">
                <a:solidFill>
                  <a:srgbClr val="FFFF00"/>
                </a:solidFill>
                <a:latin typeface="Times New Roman" panose="02020603050405020304" pitchFamily="18" charset="0"/>
              </a:rPr>
              <a:t>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64906"/>
                                        </p:tgtEl>
                                        <p:attrNameLst>
                                          <p:attrName>style.visibility</p:attrName>
                                        </p:attrNameLst>
                                      </p:cBhvr>
                                      <p:to>
                                        <p:strVal val="visible"/>
                                      </p:to>
                                    </p:set>
                                    <p:animEffect transition="in" filter="wipe(left)">
                                      <p:cBhvr>
                                        <p:cTn id="7" dur="500"/>
                                        <p:tgtEl>
                                          <p:spTgt spid="4649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4898"/>
                                        </p:tgtEl>
                                        <p:attrNameLst>
                                          <p:attrName>style.visibility</p:attrName>
                                        </p:attrNameLst>
                                      </p:cBhvr>
                                      <p:to>
                                        <p:strVal val="visible"/>
                                      </p:to>
                                    </p:set>
                                    <p:animEffect transition="in" filter="wipe(left)">
                                      <p:cBhvr>
                                        <p:cTn id="12" dur="500"/>
                                        <p:tgtEl>
                                          <p:spTgt spid="4648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464912"/>
                                        </p:tgtEl>
                                        <p:attrNameLst>
                                          <p:attrName>style.visibility</p:attrName>
                                        </p:attrNameLst>
                                      </p:cBhvr>
                                      <p:to>
                                        <p:strVal val="visible"/>
                                      </p:to>
                                    </p:set>
                                    <p:animEffect transition="in" filter="wipe(right)">
                                      <p:cBhvr>
                                        <p:cTn id="17" dur="500"/>
                                        <p:tgtEl>
                                          <p:spTgt spid="4649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64984"/>
                                        </p:tgtEl>
                                        <p:attrNameLst>
                                          <p:attrName>style.visibility</p:attrName>
                                        </p:attrNameLst>
                                      </p:cBhvr>
                                      <p:to>
                                        <p:strVal val="visible"/>
                                      </p:to>
                                    </p:set>
                                    <p:animEffect transition="in" filter="wipe(left)">
                                      <p:cBhvr>
                                        <p:cTn id="22" dur="500"/>
                                        <p:tgtEl>
                                          <p:spTgt spid="4649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4983"/>
                                        </p:tgtEl>
                                        <p:attrNameLst>
                                          <p:attrName>style.visibility</p:attrName>
                                        </p:attrNameLst>
                                      </p:cBhvr>
                                      <p:to>
                                        <p:strVal val="visible"/>
                                      </p:to>
                                    </p:set>
                                    <p:animEffect transition="in" filter="wipe(left)">
                                      <p:cBhvr>
                                        <p:cTn id="27" dur="500"/>
                                        <p:tgtEl>
                                          <p:spTgt spid="4649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4907"/>
                                        </p:tgtEl>
                                        <p:attrNameLst>
                                          <p:attrName>style.visibility</p:attrName>
                                        </p:attrNameLst>
                                      </p:cBhvr>
                                      <p:to>
                                        <p:strVal val="visible"/>
                                      </p:to>
                                    </p:set>
                                    <p:animEffect transition="in" filter="wipe(left)">
                                      <p:cBhvr>
                                        <p:cTn id="32" dur="500"/>
                                        <p:tgtEl>
                                          <p:spTgt spid="4649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464900"/>
                                        </p:tgtEl>
                                        <p:attrNameLst>
                                          <p:attrName>style.visibility</p:attrName>
                                        </p:attrNameLst>
                                      </p:cBhvr>
                                      <p:to>
                                        <p:strVal val="visible"/>
                                      </p:to>
                                    </p:set>
                                    <p:animEffect transition="in" filter="dissolve">
                                      <p:cBhvr>
                                        <p:cTn id="37" dur="500"/>
                                        <p:tgtEl>
                                          <p:spTgt spid="4649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64947"/>
                                        </p:tgtEl>
                                        <p:attrNameLst>
                                          <p:attrName>style.visibility</p:attrName>
                                        </p:attrNameLst>
                                      </p:cBhvr>
                                      <p:to>
                                        <p:strVal val="visible"/>
                                      </p:to>
                                    </p:set>
                                    <p:animEffect transition="in" filter="wipe(left)">
                                      <p:cBhvr>
                                        <p:cTn id="42" dur="500"/>
                                        <p:tgtEl>
                                          <p:spTgt spid="46494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64934"/>
                                        </p:tgtEl>
                                        <p:attrNameLst>
                                          <p:attrName>style.visibility</p:attrName>
                                        </p:attrNameLst>
                                      </p:cBhvr>
                                      <p:to>
                                        <p:strVal val="visible"/>
                                      </p:to>
                                    </p:set>
                                    <p:animEffect transition="in" filter="wipe(left)">
                                      <p:cBhvr>
                                        <p:cTn id="47" dur="500"/>
                                        <p:tgtEl>
                                          <p:spTgt spid="46493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464955"/>
                                        </p:tgtEl>
                                        <p:attrNameLst>
                                          <p:attrName>style.visibility</p:attrName>
                                        </p:attrNameLst>
                                      </p:cBhvr>
                                      <p:to>
                                        <p:strVal val="visible"/>
                                      </p:to>
                                    </p:set>
                                    <p:animEffect transition="in" filter="wipe(left)">
                                      <p:cBhvr>
                                        <p:cTn id="52" dur="500"/>
                                        <p:tgtEl>
                                          <p:spTgt spid="46495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64948"/>
                                        </p:tgtEl>
                                        <p:attrNameLst>
                                          <p:attrName>style.visibility</p:attrName>
                                        </p:attrNameLst>
                                      </p:cBhvr>
                                      <p:to>
                                        <p:strVal val="visible"/>
                                      </p:to>
                                    </p:set>
                                    <p:animEffect transition="in" filter="wipe(left)">
                                      <p:cBhvr>
                                        <p:cTn id="57" dur="500"/>
                                        <p:tgtEl>
                                          <p:spTgt spid="46494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64971"/>
                                        </p:tgtEl>
                                        <p:attrNameLst>
                                          <p:attrName>style.visibility</p:attrName>
                                        </p:attrNameLst>
                                      </p:cBhvr>
                                      <p:to>
                                        <p:strVal val="visible"/>
                                      </p:to>
                                    </p:set>
                                    <p:animEffect transition="in" filter="wipe(left)">
                                      <p:cBhvr>
                                        <p:cTn id="62" dur="500"/>
                                        <p:tgtEl>
                                          <p:spTgt spid="46497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464958"/>
                                        </p:tgtEl>
                                        <p:attrNameLst>
                                          <p:attrName>style.visibility</p:attrName>
                                        </p:attrNameLst>
                                      </p:cBhvr>
                                      <p:to>
                                        <p:strVal val="visible"/>
                                      </p:to>
                                    </p:set>
                                    <p:animEffect transition="in" filter="wipe(left)">
                                      <p:cBhvr>
                                        <p:cTn id="67" dur="500"/>
                                        <p:tgtEl>
                                          <p:spTgt spid="46495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464977"/>
                                        </p:tgtEl>
                                        <p:attrNameLst>
                                          <p:attrName>style.visibility</p:attrName>
                                        </p:attrNameLst>
                                      </p:cBhvr>
                                      <p:to>
                                        <p:strVal val="visible"/>
                                      </p:to>
                                    </p:set>
                                    <p:animEffect transition="in" filter="dissolve">
                                      <p:cBhvr>
                                        <p:cTn id="72" dur="500"/>
                                        <p:tgtEl>
                                          <p:spTgt spid="46497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464909"/>
                                        </p:tgtEl>
                                        <p:attrNameLst>
                                          <p:attrName>style.visibility</p:attrName>
                                        </p:attrNameLst>
                                      </p:cBhvr>
                                      <p:to>
                                        <p:strVal val="visible"/>
                                      </p:to>
                                    </p:set>
                                    <p:animEffect transition="in" filter="wipe(up)">
                                      <p:cBhvr>
                                        <p:cTn id="77" dur="500"/>
                                        <p:tgtEl>
                                          <p:spTgt spid="46490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2" fill="hold" nodeType="clickEffect">
                                  <p:stCondLst>
                                    <p:cond delay="0"/>
                                  </p:stCondLst>
                                  <p:childTnLst>
                                    <p:set>
                                      <p:cBhvr>
                                        <p:cTn id="81" dur="1" fill="hold">
                                          <p:stCondLst>
                                            <p:cond delay="0"/>
                                          </p:stCondLst>
                                        </p:cTn>
                                        <p:tgtEl>
                                          <p:spTgt spid="464931"/>
                                        </p:tgtEl>
                                        <p:attrNameLst>
                                          <p:attrName>style.visibility</p:attrName>
                                        </p:attrNameLst>
                                      </p:cBhvr>
                                      <p:to>
                                        <p:strVal val="visible"/>
                                      </p:to>
                                    </p:set>
                                    <p:animEffect transition="in" filter="wipe(right)">
                                      <p:cBhvr>
                                        <p:cTn id="82" dur="500"/>
                                        <p:tgtEl>
                                          <p:spTgt spid="46493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nodeType="clickEffect">
                                  <p:stCondLst>
                                    <p:cond delay="0"/>
                                  </p:stCondLst>
                                  <p:childTnLst>
                                    <p:set>
                                      <p:cBhvr>
                                        <p:cTn id="86" dur="1" fill="hold">
                                          <p:stCondLst>
                                            <p:cond delay="0"/>
                                          </p:stCondLst>
                                        </p:cTn>
                                        <p:tgtEl>
                                          <p:spTgt spid="464908"/>
                                        </p:tgtEl>
                                        <p:attrNameLst>
                                          <p:attrName>style.visibility</p:attrName>
                                        </p:attrNameLst>
                                      </p:cBhvr>
                                      <p:to>
                                        <p:strVal val="visible"/>
                                      </p:to>
                                    </p:set>
                                    <p:animEffect transition="in" filter="dissolve">
                                      <p:cBhvr>
                                        <p:cTn id="87" dur="500"/>
                                        <p:tgtEl>
                                          <p:spTgt spid="46490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2" fill="hold" nodeType="clickEffect">
                                  <p:stCondLst>
                                    <p:cond delay="0"/>
                                  </p:stCondLst>
                                  <p:childTnLst>
                                    <p:set>
                                      <p:cBhvr>
                                        <p:cTn id="91" dur="1" fill="hold">
                                          <p:stCondLst>
                                            <p:cond delay="0"/>
                                          </p:stCondLst>
                                        </p:cTn>
                                        <p:tgtEl>
                                          <p:spTgt spid="464976"/>
                                        </p:tgtEl>
                                        <p:attrNameLst>
                                          <p:attrName>style.visibility</p:attrName>
                                        </p:attrNameLst>
                                      </p:cBhvr>
                                      <p:to>
                                        <p:strVal val="visible"/>
                                      </p:to>
                                    </p:set>
                                    <p:animEffect transition="in" filter="wipe(right)">
                                      <p:cBhvr>
                                        <p:cTn id="92" dur="500"/>
                                        <p:tgtEl>
                                          <p:spTgt spid="46497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464902"/>
                                        </p:tgtEl>
                                        <p:attrNameLst>
                                          <p:attrName>style.visibility</p:attrName>
                                        </p:attrNameLst>
                                      </p:cBhvr>
                                      <p:to>
                                        <p:strVal val="visible"/>
                                      </p:to>
                                    </p:set>
                                    <p:animEffect transition="in" filter="wipe(left)">
                                      <p:cBhvr>
                                        <p:cTn id="97" dur="500"/>
                                        <p:tgtEl>
                                          <p:spTgt spid="46490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464904"/>
                                        </p:tgtEl>
                                        <p:attrNameLst>
                                          <p:attrName>style.visibility</p:attrName>
                                        </p:attrNameLst>
                                      </p:cBhvr>
                                      <p:to>
                                        <p:strVal val="visible"/>
                                      </p:to>
                                    </p:set>
                                    <p:animEffect transition="in" filter="wipe(left)">
                                      <p:cBhvr>
                                        <p:cTn id="102" dur="500"/>
                                        <p:tgtEl>
                                          <p:spTgt spid="464904"/>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464903"/>
                                        </p:tgtEl>
                                        <p:attrNameLst>
                                          <p:attrName>style.visibility</p:attrName>
                                        </p:attrNameLst>
                                      </p:cBhvr>
                                      <p:to>
                                        <p:strVal val="visible"/>
                                      </p:to>
                                    </p:set>
                                    <p:animEffect transition="in" filter="wipe(left)">
                                      <p:cBhvr>
                                        <p:cTn id="107" dur="500"/>
                                        <p:tgtEl>
                                          <p:spTgt spid="46490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464905"/>
                                        </p:tgtEl>
                                        <p:attrNameLst>
                                          <p:attrName>style.visibility</p:attrName>
                                        </p:attrNameLst>
                                      </p:cBhvr>
                                      <p:to>
                                        <p:strVal val="visible"/>
                                      </p:to>
                                    </p:set>
                                    <p:animEffect transition="in" filter="wipe(left)">
                                      <p:cBhvr>
                                        <p:cTn id="112" dur="500"/>
                                        <p:tgtEl>
                                          <p:spTgt spid="46490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9" presetClass="entr" presetSubtype="0" fill="hold" nodeType="clickEffect">
                                  <p:stCondLst>
                                    <p:cond delay="0"/>
                                  </p:stCondLst>
                                  <p:childTnLst>
                                    <p:set>
                                      <p:cBhvr>
                                        <p:cTn id="116" dur="1" fill="hold">
                                          <p:stCondLst>
                                            <p:cond delay="0"/>
                                          </p:stCondLst>
                                        </p:cTn>
                                        <p:tgtEl>
                                          <p:spTgt spid="464978"/>
                                        </p:tgtEl>
                                        <p:attrNameLst>
                                          <p:attrName>style.visibility</p:attrName>
                                        </p:attrNameLst>
                                      </p:cBhvr>
                                      <p:to>
                                        <p:strVal val="visible"/>
                                      </p:to>
                                    </p:set>
                                    <p:animEffect transition="in" filter="dissolve">
                                      <p:cBhvr>
                                        <p:cTn id="117" dur="500"/>
                                        <p:tgtEl>
                                          <p:spTgt spid="46497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9" presetClass="entr" presetSubtype="0" fill="hold" nodeType="clickEffect">
                                  <p:stCondLst>
                                    <p:cond delay="0"/>
                                  </p:stCondLst>
                                  <p:childTnLst>
                                    <p:set>
                                      <p:cBhvr>
                                        <p:cTn id="121" dur="1" fill="hold">
                                          <p:stCondLst>
                                            <p:cond delay="0"/>
                                          </p:stCondLst>
                                        </p:cTn>
                                        <p:tgtEl>
                                          <p:spTgt spid="464982"/>
                                        </p:tgtEl>
                                        <p:attrNameLst>
                                          <p:attrName>style.visibility</p:attrName>
                                        </p:attrNameLst>
                                      </p:cBhvr>
                                      <p:to>
                                        <p:strVal val="visible"/>
                                      </p:to>
                                    </p:set>
                                    <p:animEffect transition="in" filter="dissolve">
                                      <p:cBhvr>
                                        <p:cTn id="122" dur="500"/>
                                        <p:tgtEl>
                                          <p:spTgt spid="464982"/>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464979"/>
                                        </p:tgtEl>
                                        <p:attrNameLst>
                                          <p:attrName>style.visibility</p:attrName>
                                        </p:attrNameLst>
                                      </p:cBhvr>
                                      <p:to>
                                        <p:strVal val="visible"/>
                                      </p:to>
                                    </p:set>
                                    <p:animEffect transition="in" filter="wipe(left)">
                                      <p:cBhvr>
                                        <p:cTn id="127" dur="500"/>
                                        <p:tgtEl>
                                          <p:spTgt spid="464979"/>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464980"/>
                                        </p:tgtEl>
                                        <p:attrNameLst>
                                          <p:attrName>style.visibility</p:attrName>
                                        </p:attrNameLst>
                                      </p:cBhvr>
                                      <p:to>
                                        <p:strVal val="visible"/>
                                      </p:to>
                                    </p:set>
                                    <p:animEffect transition="in" filter="wipe(left)">
                                      <p:cBhvr>
                                        <p:cTn id="132" dur="500"/>
                                        <p:tgtEl>
                                          <p:spTgt spid="464980"/>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464981"/>
                                        </p:tgtEl>
                                        <p:attrNameLst>
                                          <p:attrName>style.visibility</p:attrName>
                                        </p:attrNameLst>
                                      </p:cBhvr>
                                      <p:to>
                                        <p:strVal val="visible"/>
                                      </p:to>
                                    </p:set>
                                    <p:animEffect transition="in" filter="wipe(left)">
                                      <p:cBhvr>
                                        <p:cTn id="137" dur="500"/>
                                        <p:tgtEl>
                                          <p:spTgt spid="464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898" grpId="0" autoUpdateAnimBg="0"/>
      <p:bldP spid="464900" grpId="0" autoUpdateAnimBg="0"/>
      <p:bldP spid="464906" grpId="0"/>
      <p:bldP spid="464907" grpId="0"/>
      <p:bldP spid="464908" grpId="0" autoUpdateAnimBg="0"/>
      <p:bldP spid="464977" grpId="0" autoUpdateAnimBg="0"/>
      <p:bldP spid="464978" grpId="0" autoUpdateAnimBg="0"/>
      <p:bldP spid="464982" grpId="0" autoUpdateAnimBg="0"/>
      <p:bldP spid="464983" grpId="0" autoUpdateAnimBg="0"/>
      <p:bldP spid="46498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083" name="Rectangle 163">
            <a:extLst>
              <a:ext uri="{FF2B5EF4-FFF2-40B4-BE49-F238E27FC236}">
                <a16:creationId xmlns:a16="http://schemas.microsoft.com/office/drawing/2014/main" id="{963CE8EB-334B-F948-8A74-A3B457F72CF2}"/>
              </a:ext>
            </a:extLst>
          </p:cNvPr>
          <p:cNvSpPr>
            <a:spLocks noChangeArrowheads="1"/>
          </p:cNvSpPr>
          <p:nvPr/>
        </p:nvSpPr>
        <p:spPr bwMode="auto">
          <a:xfrm>
            <a:off x="4410075" y="792163"/>
            <a:ext cx="4262438" cy="4098925"/>
          </a:xfrm>
          <a:prstGeom prst="rect">
            <a:avLst/>
          </a:prstGeom>
          <a:solidFill>
            <a:srgbClr val="0000CA">
              <a:alpha val="0"/>
            </a:srgbClr>
          </a:solidFill>
          <a:ln w="9525" algn="ctr">
            <a:solidFill>
              <a:srgbClr val="00CCFF">
                <a:alpha val="80000"/>
              </a:srgbClr>
            </a:solidFill>
            <a:miter lim="800000"/>
            <a:headEnd/>
            <a:tailEnd/>
          </a:ln>
          <a:effectLst>
            <a:outerShdw dist="35921" dir="2700000" algn="ctr" rotWithShape="0">
              <a:srgbClr val="0099CC">
                <a:alpha val="20000"/>
              </a:srgbClr>
            </a:outerShdw>
          </a:effectLst>
        </p:spPr>
        <p:txBody>
          <a:bodyPr anchor="ctr"/>
          <a:lstStyle/>
          <a:p>
            <a:pPr algn="l">
              <a:defRPr/>
            </a:pPr>
            <a:endParaRPr lang="zh-CN" altLang="en-GB" sz="4000">
              <a:solidFill>
                <a:srgbClr val="0000CA"/>
              </a:solidFill>
              <a:effectDag name="">
                <a:cont type="tree" name="">
                  <a:effect ref="fillLine"/>
                  <a:outerShdw dist="38100" dir="13500000" algn="br">
                    <a:srgbClr val="5555FE"/>
                  </a:outerShdw>
                </a:cont>
                <a:cont type="tree" name="">
                  <a:effect ref="fillLine"/>
                  <a:outerShdw dist="38100" dir="2700000" algn="tl">
                    <a:srgbClr val="000079"/>
                  </a:outerShdw>
                </a:cont>
                <a:effect ref="fillLine"/>
              </a:effectDag>
              <a:latin typeface="Times New Roman" panose="02020603050405020304" pitchFamily="18" charset="0"/>
              <a:ea typeface="楷体_GB2312" pitchFamily="49" charset="-122"/>
            </a:endParaRPr>
          </a:p>
          <a:p>
            <a:pPr algn="l">
              <a:defRPr/>
            </a:pPr>
            <a:endParaRPr lang="zh-CN" altLang="en-GB" sz="4000">
              <a:solidFill>
                <a:srgbClr val="0000CA"/>
              </a:solidFill>
              <a:effectDag name="">
                <a:cont type="tree" name="">
                  <a:effect ref="fillLine"/>
                  <a:outerShdw dist="38100" dir="13500000" algn="br">
                    <a:srgbClr val="5555FE"/>
                  </a:outerShdw>
                </a:cont>
                <a:cont type="tree" name="">
                  <a:effect ref="fillLine"/>
                  <a:outerShdw dist="38100" dir="2700000" algn="tl">
                    <a:srgbClr val="000079"/>
                  </a:outerShdw>
                </a:cont>
                <a:effect ref="fillLine"/>
              </a:effectDag>
              <a:latin typeface="Times New Roman" panose="02020603050405020304" pitchFamily="18" charset="0"/>
              <a:ea typeface="楷体_GB2312" pitchFamily="49" charset="-122"/>
            </a:endParaRPr>
          </a:p>
          <a:p>
            <a:pPr algn="l">
              <a:defRPr/>
            </a:pPr>
            <a:endParaRPr lang="zh-CN" altLang="en-GB" sz="4000">
              <a:solidFill>
                <a:srgbClr val="0000CA"/>
              </a:solidFill>
              <a:effectDag name="">
                <a:cont type="tree" name="">
                  <a:effect ref="fillLine"/>
                  <a:outerShdw dist="38100" dir="13500000" algn="br">
                    <a:srgbClr val="5555FE"/>
                  </a:outerShdw>
                </a:cont>
                <a:cont type="tree" name="">
                  <a:effect ref="fillLine"/>
                  <a:outerShdw dist="38100" dir="2700000" algn="tl">
                    <a:srgbClr val="000079"/>
                  </a:outerShdw>
                </a:cont>
                <a:effect ref="fillLine"/>
              </a:effectDag>
              <a:latin typeface="Times New Roman" panose="02020603050405020304" pitchFamily="18" charset="0"/>
              <a:ea typeface="楷体_GB2312" pitchFamily="49" charset="-122"/>
            </a:endParaRPr>
          </a:p>
          <a:p>
            <a:pPr algn="l">
              <a:defRPr/>
            </a:pPr>
            <a:r>
              <a:rPr lang="en-US" altLang="zh-CN" sz="4000">
                <a:solidFill>
                  <a:srgbClr val="0000CA"/>
                </a:solidFill>
                <a:effectDag name="">
                  <a:cont type="tree" name="">
                    <a:effect ref="fillLine"/>
                    <a:outerShdw dist="38100" dir="13500000" algn="br">
                      <a:srgbClr val="5555FE"/>
                    </a:outerShdw>
                  </a:cont>
                  <a:cont type="tree" name="">
                    <a:effect ref="fillLine"/>
                    <a:outerShdw dist="38100" dir="2700000" algn="tl">
                      <a:srgbClr val="000079"/>
                    </a:outerShdw>
                  </a:cont>
                  <a:effect ref="fillLine"/>
                </a:effectDag>
                <a:latin typeface="Times New Roman" panose="02020603050405020304" pitchFamily="18" charset="0"/>
                <a:ea typeface="楷体_GB2312" pitchFamily="49" charset="-122"/>
              </a:rPr>
              <a:t> </a:t>
            </a:r>
          </a:p>
        </p:txBody>
      </p:sp>
      <p:sp>
        <p:nvSpPr>
          <p:cNvPr id="465923" name="Text Box 3">
            <a:extLst>
              <a:ext uri="{FF2B5EF4-FFF2-40B4-BE49-F238E27FC236}">
                <a16:creationId xmlns:a16="http://schemas.microsoft.com/office/drawing/2014/main" id="{23D9A3AA-7ED7-8DE2-A60A-FA7FC432230E}"/>
              </a:ext>
            </a:extLst>
          </p:cNvPr>
          <p:cNvSpPr txBox="1">
            <a:spLocks noChangeArrowheads="1"/>
          </p:cNvSpPr>
          <p:nvPr/>
        </p:nvSpPr>
        <p:spPr bwMode="auto">
          <a:xfrm>
            <a:off x="531813" y="1325918"/>
            <a:ext cx="5427662" cy="497765"/>
          </a:xfrm>
          <a:prstGeom prst="rect">
            <a:avLst/>
          </a:prstGeom>
          <a:noFill/>
          <a:ln>
            <a:noFill/>
          </a:ln>
          <a:effectLst/>
        </p:spPr>
        <p:txBody>
          <a:bodyPr anchor="ctr">
            <a:spAutoFit/>
          </a:bodyPr>
          <a:lstStyle/>
          <a:p>
            <a:pPr algn="l">
              <a:spcBef>
                <a:spcPct val="50000"/>
              </a:spcBef>
              <a:buClr>
                <a:srgbClr val="FFCC00"/>
              </a:buClr>
              <a:buSzPct val="80000"/>
              <a:buFont typeface="Wingdings" panose="05000000000000000000" pitchFamily="2" charset="2"/>
              <a:buNone/>
              <a:defRPr/>
            </a:pPr>
            <a:r>
              <a:rPr kumimoji="1" lang="zh-CN" altLang="en-US" dirty="0">
                <a:effectLst>
                  <a:outerShdw blurRad="38100" dist="38100" dir="2700000" algn="tl">
                    <a:srgbClr val="000000"/>
                  </a:outerShdw>
                </a:effectLst>
              </a:rPr>
              <a:t>对滑轮</a:t>
            </a:r>
            <a:r>
              <a:rPr kumimoji="1" lang="en-US" altLang="zh-CN" dirty="0">
                <a:solidFill>
                  <a:srgbClr val="FFCC00"/>
                </a:solidFill>
                <a:effectLst>
                  <a:outerShdw blurRad="38100" dist="38100" dir="2700000" algn="tl">
                    <a:srgbClr val="000000"/>
                  </a:outerShdw>
                </a:effectLst>
                <a:latin typeface="Times New Roman" panose="02020603050405020304" pitchFamily="18" charset="0"/>
              </a:rPr>
              <a:t>C</a:t>
            </a:r>
            <a:endParaRPr kumimoji="1" lang="en-US" altLang="zh-CN" dirty="0"/>
          </a:p>
        </p:txBody>
      </p:sp>
      <p:sp>
        <p:nvSpPr>
          <p:cNvPr id="465924" name="Rectangle 4">
            <a:extLst>
              <a:ext uri="{FF2B5EF4-FFF2-40B4-BE49-F238E27FC236}">
                <a16:creationId xmlns:a16="http://schemas.microsoft.com/office/drawing/2014/main" id="{2A04CFBA-5430-AC01-3F32-7B4B893B762A}"/>
              </a:ext>
            </a:extLst>
          </p:cNvPr>
          <p:cNvSpPr>
            <a:spLocks noChangeArrowheads="1"/>
          </p:cNvSpPr>
          <p:nvPr/>
        </p:nvSpPr>
        <p:spPr bwMode="auto">
          <a:xfrm>
            <a:off x="2509838" y="2549525"/>
            <a:ext cx="1739900" cy="430182"/>
          </a:xfrm>
          <a:prstGeom prst="rect">
            <a:avLst/>
          </a:prstGeom>
          <a:noFill/>
          <a:ln>
            <a:noFill/>
          </a:ln>
          <a:effectLst/>
        </p:spPr>
        <p:txBody>
          <a:bodyPr>
            <a:spAutoFit/>
          </a:bodyPr>
          <a:lstStyle/>
          <a:p>
            <a:pPr algn="l">
              <a:buClr>
                <a:srgbClr val="FFCC00"/>
              </a:buClr>
              <a:buSzPct val="80000"/>
              <a:buFont typeface="Wingdings" panose="05000000000000000000" pitchFamily="2" charset="2"/>
              <a:buNone/>
              <a:defRPr/>
            </a:pPr>
            <a:r>
              <a:rPr kumimoji="1" lang="zh-CN" altLang="en-US" sz="2000">
                <a:effectLst>
                  <a:outerShdw blurRad="38100" dist="38100" dir="2700000" algn="tl">
                    <a:srgbClr val="000000"/>
                  </a:outerShdw>
                </a:effectLst>
                <a:latin typeface="Times New Roman" panose="02020603050405020304" pitchFamily="18" charset="0"/>
              </a:rPr>
              <a:t>（均质圆盘）</a:t>
            </a:r>
          </a:p>
        </p:txBody>
      </p:sp>
      <p:graphicFrame>
        <p:nvGraphicFramePr>
          <p:cNvPr id="465925" name="Object 5">
            <a:extLst>
              <a:ext uri="{FF2B5EF4-FFF2-40B4-BE49-F238E27FC236}">
                <a16:creationId xmlns:a16="http://schemas.microsoft.com/office/drawing/2014/main" id="{E19FE2AA-CFE0-EA11-C809-01B6CA76D7BB}"/>
              </a:ext>
            </a:extLst>
          </p:cNvPr>
          <p:cNvGraphicFramePr>
            <a:graphicFrameLocks noChangeAspect="1"/>
          </p:cNvGraphicFramePr>
          <p:nvPr>
            <p:extLst>
              <p:ext uri="{D42A27DB-BD31-4B8C-83A1-F6EECF244321}">
                <p14:modId xmlns:p14="http://schemas.microsoft.com/office/powerpoint/2010/main" val="336701907"/>
              </p:ext>
            </p:extLst>
          </p:nvPr>
        </p:nvGraphicFramePr>
        <p:xfrm>
          <a:off x="1216025" y="868363"/>
          <a:ext cx="2246313" cy="406400"/>
        </p:xfrm>
        <a:graphic>
          <a:graphicData uri="http://schemas.openxmlformats.org/presentationml/2006/ole">
            <mc:AlternateContent xmlns:mc="http://schemas.openxmlformats.org/markup-compatibility/2006">
              <mc:Choice xmlns:v="urn:schemas-microsoft-com:vml" Requires="v">
                <p:oleObj name="公式" r:id="rId2" imgW="2202024" imgH="358112" progId="Equation.3">
                  <p:embed/>
                </p:oleObj>
              </mc:Choice>
              <mc:Fallback>
                <p:oleObj name="公式" r:id="rId2" imgW="2202024" imgH="358112" progId="Equation.3">
                  <p:embed/>
                  <p:pic>
                    <p:nvPicPr>
                      <p:cNvPr id="465925" name="Object 5">
                        <a:extLst>
                          <a:ext uri="{FF2B5EF4-FFF2-40B4-BE49-F238E27FC236}">
                            <a16:creationId xmlns:a16="http://schemas.microsoft.com/office/drawing/2014/main" id="{E19FE2AA-CFE0-EA11-C809-01B6CA76D7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6025" y="868363"/>
                        <a:ext cx="2246313" cy="406400"/>
                      </a:xfrm>
                      <a:prstGeom prst="rect">
                        <a:avLst/>
                      </a:prstGeom>
                      <a:noFill/>
                      <a:ln>
                        <a:noFill/>
                      </a:ln>
                      <a:effectLst/>
                      <a:extLst>
                        <a:ext uri="{909E8E84-426E-40DD-AFC4-6F175D3DCCD1}">
                          <a14:hiddenFill xmlns:a14="http://schemas.microsoft.com/office/drawing/2010/main">
                            <a:solidFill>
                              <a:srgbClr val="00FFFF">
                                <a:alpha val="27843"/>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26" name="Object 6">
            <a:extLst>
              <a:ext uri="{FF2B5EF4-FFF2-40B4-BE49-F238E27FC236}">
                <a16:creationId xmlns:a16="http://schemas.microsoft.com/office/drawing/2014/main" id="{96571F77-97DC-9758-DE81-87F5F11D205F}"/>
              </a:ext>
            </a:extLst>
          </p:cNvPr>
          <p:cNvGraphicFramePr>
            <a:graphicFrameLocks noChangeAspect="1"/>
          </p:cNvGraphicFramePr>
          <p:nvPr>
            <p:extLst>
              <p:ext uri="{D42A27DB-BD31-4B8C-83A1-F6EECF244321}">
                <p14:modId xmlns:p14="http://schemas.microsoft.com/office/powerpoint/2010/main" val="4102616552"/>
              </p:ext>
            </p:extLst>
          </p:nvPr>
        </p:nvGraphicFramePr>
        <p:xfrm>
          <a:off x="1268413" y="1905000"/>
          <a:ext cx="1981200" cy="393700"/>
        </p:xfrm>
        <a:graphic>
          <a:graphicData uri="http://schemas.openxmlformats.org/presentationml/2006/ole">
            <mc:AlternateContent xmlns:mc="http://schemas.openxmlformats.org/markup-compatibility/2006">
              <mc:Choice xmlns:v="urn:schemas-microsoft-com:vml" Requires="v">
                <p:oleObj name="公式" r:id="rId4" imgW="1935293" imgH="350631" progId="Equation.3">
                  <p:embed/>
                </p:oleObj>
              </mc:Choice>
              <mc:Fallback>
                <p:oleObj name="公式" r:id="rId4" imgW="1935293" imgH="350631" progId="Equation.3">
                  <p:embed/>
                  <p:pic>
                    <p:nvPicPr>
                      <p:cNvPr id="465926" name="Object 6">
                        <a:extLst>
                          <a:ext uri="{FF2B5EF4-FFF2-40B4-BE49-F238E27FC236}">
                            <a16:creationId xmlns:a16="http://schemas.microsoft.com/office/drawing/2014/main" id="{96571F77-97DC-9758-DE81-87F5F11D20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8413" y="1905000"/>
                        <a:ext cx="1981200" cy="3937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27" name="Object 7">
            <a:extLst>
              <a:ext uri="{FF2B5EF4-FFF2-40B4-BE49-F238E27FC236}">
                <a16:creationId xmlns:a16="http://schemas.microsoft.com/office/drawing/2014/main" id="{6578719F-F91A-8B8E-2FEC-E0ED03BBC387}"/>
              </a:ext>
            </a:extLst>
          </p:cNvPr>
          <p:cNvGraphicFramePr>
            <a:graphicFrameLocks noChangeAspect="1"/>
          </p:cNvGraphicFramePr>
          <p:nvPr>
            <p:extLst>
              <p:ext uri="{D42A27DB-BD31-4B8C-83A1-F6EECF244321}">
                <p14:modId xmlns:p14="http://schemas.microsoft.com/office/powerpoint/2010/main" val="2380087818"/>
              </p:ext>
            </p:extLst>
          </p:nvPr>
        </p:nvGraphicFramePr>
        <p:xfrm>
          <a:off x="3300413" y="1949450"/>
          <a:ext cx="635000" cy="330200"/>
        </p:xfrm>
        <a:graphic>
          <a:graphicData uri="http://schemas.openxmlformats.org/presentationml/2006/ole">
            <mc:AlternateContent xmlns:mc="http://schemas.openxmlformats.org/markup-compatibility/2006">
              <mc:Choice xmlns:v="urn:schemas-microsoft-com:vml" Requires="v">
                <p:oleObj name="公式" r:id="rId6" imgW="586709" imgH="281801" progId="Equation.3">
                  <p:embed/>
                </p:oleObj>
              </mc:Choice>
              <mc:Fallback>
                <p:oleObj name="公式" r:id="rId6" imgW="586709" imgH="281801" progId="Equation.3">
                  <p:embed/>
                  <p:pic>
                    <p:nvPicPr>
                      <p:cNvPr id="465927" name="Object 7">
                        <a:extLst>
                          <a:ext uri="{FF2B5EF4-FFF2-40B4-BE49-F238E27FC236}">
                            <a16:creationId xmlns:a16="http://schemas.microsoft.com/office/drawing/2014/main" id="{6578719F-F91A-8B8E-2FEC-E0ED03BBC3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00413" y="1949450"/>
                        <a:ext cx="635000" cy="3302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28" name="Object 8">
            <a:extLst>
              <a:ext uri="{FF2B5EF4-FFF2-40B4-BE49-F238E27FC236}">
                <a16:creationId xmlns:a16="http://schemas.microsoft.com/office/drawing/2014/main" id="{164B9D23-79A5-9CBF-FF99-6802052C3AA2}"/>
              </a:ext>
            </a:extLst>
          </p:cNvPr>
          <p:cNvGraphicFramePr>
            <a:graphicFrameLocks noChangeAspect="1"/>
          </p:cNvGraphicFramePr>
          <p:nvPr>
            <p:extLst>
              <p:ext uri="{D42A27DB-BD31-4B8C-83A1-F6EECF244321}">
                <p14:modId xmlns:p14="http://schemas.microsoft.com/office/powerpoint/2010/main" val="2835952176"/>
              </p:ext>
            </p:extLst>
          </p:nvPr>
        </p:nvGraphicFramePr>
        <p:xfrm>
          <a:off x="1323976" y="2327275"/>
          <a:ext cx="1295400" cy="723900"/>
        </p:xfrm>
        <a:graphic>
          <a:graphicData uri="http://schemas.openxmlformats.org/presentationml/2006/ole">
            <mc:AlternateContent xmlns:mc="http://schemas.openxmlformats.org/markup-compatibility/2006">
              <mc:Choice xmlns:v="urn:schemas-microsoft-com:vml" Requires="v">
                <p:oleObj name="公式" r:id="rId8" imgW="1249556" imgH="678319" progId="Equation.3">
                  <p:embed/>
                </p:oleObj>
              </mc:Choice>
              <mc:Fallback>
                <p:oleObj name="公式" r:id="rId8" imgW="1249556" imgH="678319" progId="Equation.3">
                  <p:embed/>
                  <p:pic>
                    <p:nvPicPr>
                      <p:cNvPr id="465928" name="Object 8">
                        <a:extLst>
                          <a:ext uri="{FF2B5EF4-FFF2-40B4-BE49-F238E27FC236}">
                            <a16:creationId xmlns:a16="http://schemas.microsoft.com/office/drawing/2014/main" id="{164B9D23-79A5-9CBF-FF99-6802052C3A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3976" y="2327275"/>
                        <a:ext cx="1295400" cy="723900"/>
                      </a:xfrm>
                      <a:prstGeom prst="rect">
                        <a:avLst/>
                      </a:prstGeom>
                      <a:noFill/>
                      <a:ln>
                        <a:noFill/>
                      </a:ln>
                      <a:effectLst/>
                      <a:extLst>
                        <a:ext uri="{909E8E84-426E-40DD-AFC4-6F175D3DCCD1}">
                          <a14:hiddenFill xmlns:a14="http://schemas.microsoft.com/office/drawing/2010/main">
                            <a:solidFill>
                              <a:srgbClr val="00FFFF">
                                <a:alpha val="23921"/>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29" name="Object 9">
            <a:extLst>
              <a:ext uri="{FF2B5EF4-FFF2-40B4-BE49-F238E27FC236}">
                <a16:creationId xmlns:a16="http://schemas.microsoft.com/office/drawing/2014/main" id="{1905A86E-D194-2E6D-66AA-6FC1313342E1}"/>
              </a:ext>
            </a:extLst>
          </p:cNvPr>
          <p:cNvGraphicFramePr>
            <a:graphicFrameLocks noChangeAspect="1"/>
          </p:cNvGraphicFramePr>
          <p:nvPr>
            <p:extLst>
              <p:ext uri="{D42A27DB-BD31-4B8C-83A1-F6EECF244321}">
                <p14:modId xmlns:p14="http://schemas.microsoft.com/office/powerpoint/2010/main" val="3210498582"/>
              </p:ext>
            </p:extLst>
          </p:nvPr>
        </p:nvGraphicFramePr>
        <p:xfrm>
          <a:off x="1336675" y="3175000"/>
          <a:ext cx="838200" cy="368300"/>
        </p:xfrm>
        <a:graphic>
          <a:graphicData uri="http://schemas.openxmlformats.org/presentationml/2006/ole">
            <mc:AlternateContent xmlns:mc="http://schemas.openxmlformats.org/markup-compatibility/2006">
              <mc:Choice xmlns:v="urn:schemas-microsoft-com:vml" Requires="v">
                <p:oleObj name="公式" r:id="rId10" imgW="792729" imgH="320206" progId="Equation.3">
                  <p:embed/>
                </p:oleObj>
              </mc:Choice>
              <mc:Fallback>
                <p:oleObj name="公式" r:id="rId10" imgW="792729" imgH="320206" progId="Equation.3">
                  <p:embed/>
                  <p:pic>
                    <p:nvPicPr>
                      <p:cNvPr id="465929" name="Object 9">
                        <a:extLst>
                          <a:ext uri="{FF2B5EF4-FFF2-40B4-BE49-F238E27FC236}">
                            <a16:creationId xmlns:a16="http://schemas.microsoft.com/office/drawing/2014/main" id="{1905A86E-D194-2E6D-66AA-6FC1313342E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36675" y="3175000"/>
                        <a:ext cx="838200" cy="3683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5930" name="Object 10">
            <a:extLst>
              <a:ext uri="{FF2B5EF4-FFF2-40B4-BE49-F238E27FC236}">
                <a16:creationId xmlns:a16="http://schemas.microsoft.com/office/drawing/2014/main" id="{5802683B-D817-8BF2-A173-D568B9072FF5}"/>
              </a:ext>
            </a:extLst>
          </p:cNvPr>
          <p:cNvGraphicFramePr>
            <a:graphicFrameLocks noChangeAspect="1"/>
          </p:cNvGraphicFramePr>
          <p:nvPr>
            <p:extLst>
              <p:ext uri="{D42A27DB-BD31-4B8C-83A1-F6EECF244321}">
                <p14:modId xmlns:p14="http://schemas.microsoft.com/office/powerpoint/2010/main" val="2976543710"/>
              </p:ext>
            </p:extLst>
          </p:nvPr>
        </p:nvGraphicFramePr>
        <p:xfrm>
          <a:off x="2184400" y="3286125"/>
          <a:ext cx="431800" cy="203200"/>
        </p:xfrm>
        <a:graphic>
          <a:graphicData uri="http://schemas.openxmlformats.org/presentationml/2006/ole">
            <mc:AlternateContent xmlns:mc="http://schemas.openxmlformats.org/markup-compatibility/2006">
              <mc:Choice xmlns:v="urn:schemas-microsoft-com:vml" Requires="v">
                <p:oleObj name="公式" r:id="rId12" imgW="388651" imgH="160103" progId="Equation.3">
                  <p:embed/>
                </p:oleObj>
              </mc:Choice>
              <mc:Fallback>
                <p:oleObj name="公式" r:id="rId12" imgW="388651" imgH="160103" progId="Equation.3">
                  <p:embed/>
                  <p:pic>
                    <p:nvPicPr>
                      <p:cNvPr id="465930" name="Object 10">
                        <a:extLst>
                          <a:ext uri="{FF2B5EF4-FFF2-40B4-BE49-F238E27FC236}">
                            <a16:creationId xmlns:a16="http://schemas.microsoft.com/office/drawing/2014/main" id="{5802683B-D817-8BF2-A173-D568B9072FF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84400" y="3286125"/>
                        <a:ext cx="431800" cy="2032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6004" name="Text Box 84">
            <a:extLst>
              <a:ext uri="{FF2B5EF4-FFF2-40B4-BE49-F238E27FC236}">
                <a16:creationId xmlns:a16="http://schemas.microsoft.com/office/drawing/2014/main" id="{4A18BED2-B808-FEE0-01BE-7225D2444876}"/>
              </a:ext>
            </a:extLst>
          </p:cNvPr>
          <p:cNvSpPr txBox="1">
            <a:spLocks noChangeArrowheads="1"/>
          </p:cNvSpPr>
          <p:nvPr/>
        </p:nvSpPr>
        <p:spPr bwMode="auto">
          <a:xfrm>
            <a:off x="571500" y="354368"/>
            <a:ext cx="1689100" cy="497765"/>
          </a:xfrm>
          <a:prstGeom prst="rect">
            <a:avLst/>
          </a:prstGeom>
          <a:noFill/>
          <a:ln>
            <a:noFill/>
          </a:ln>
          <a:effectLst/>
        </p:spPr>
        <p:txBody>
          <a:bodyPr anchor="ctr">
            <a:spAutoFit/>
          </a:bodyPr>
          <a:lstStyle/>
          <a:p>
            <a:pPr algn="l">
              <a:spcBef>
                <a:spcPct val="50000"/>
              </a:spcBef>
              <a:buClr>
                <a:srgbClr val="FFCC00"/>
              </a:buClr>
              <a:buSzPct val="80000"/>
              <a:buFont typeface="Wingdings" panose="05000000000000000000" pitchFamily="2" charset="2"/>
              <a:buNone/>
              <a:defRPr/>
            </a:pPr>
            <a:r>
              <a:rPr kumimoji="1" lang="zh-CN" altLang="en-US">
                <a:effectLst>
                  <a:outerShdw blurRad="38100" dist="38100" dir="2700000" algn="tl">
                    <a:srgbClr val="000000"/>
                  </a:outerShdw>
                </a:effectLst>
                <a:latin typeface="Times New Roman" panose="02020603050405020304" pitchFamily="18" charset="0"/>
              </a:rPr>
              <a:t>对重物</a:t>
            </a:r>
            <a:r>
              <a:rPr kumimoji="1" lang="en-US" altLang="zh-CN">
                <a:solidFill>
                  <a:srgbClr val="FFCC00"/>
                </a:solidFill>
                <a:effectLst>
                  <a:outerShdw blurRad="38100" dist="38100" dir="2700000" algn="tl">
                    <a:srgbClr val="000000"/>
                  </a:outerShdw>
                </a:effectLst>
                <a:latin typeface="Times New Roman" panose="02020603050405020304" pitchFamily="18" charset="0"/>
              </a:rPr>
              <a:t>B</a:t>
            </a:r>
            <a:endParaRPr kumimoji="1" lang="en-US" altLang="zh-CN">
              <a:latin typeface="Times New Roman" panose="02020603050405020304" pitchFamily="18" charset="0"/>
            </a:endParaRPr>
          </a:p>
        </p:txBody>
      </p:sp>
      <p:graphicFrame>
        <p:nvGraphicFramePr>
          <p:cNvPr id="466005" name="Object 85">
            <a:extLst>
              <a:ext uri="{FF2B5EF4-FFF2-40B4-BE49-F238E27FC236}">
                <a16:creationId xmlns:a16="http://schemas.microsoft.com/office/drawing/2014/main" id="{D07C40A0-7AE7-EED8-12AA-227B893E16F8}"/>
              </a:ext>
            </a:extLst>
          </p:cNvPr>
          <p:cNvGraphicFramePr>
            <a:graphicFrameLocks noChangeAspect="1"/>
          </p:cNvGraphicFramePr>
          <p:nvPr>
            <p:extLst>
              <p:ext uri="{D42A27DB-BD31-4B8C-83A1-F6EECF244321}">
                <p14:modId xmlns:p14="http://schemas.microsoft.com/office/powerpoint/2010/main" val="2178270540"/>
              </p:ext>
            </p:extLst>
          </p:nvPr>
        </p:nvGraphicFramePr>
        <p:xfrm>
          <a:off x="2730500" y="3194050"/>
          <a:ext cx="596900" cy="330200"/>
        </p:xfrm>
        <a:graphic>
          <a:graphicData uri="http://schemas.openxmlformats.org/presentationml/2006/ole">
            <mc:AlternateContent xmlns:mc="http://schemas.openxmlformats.org/markup-compatibility/2006">
              <mc:Choice xmlns:v="urn:schemas-microsoft-com:vml" Requires="v">
                <p:oleObj name="公式" r:id="rId14" imgW="548889" imgH="281801" progId="Equation.3">
                  <p:embed/>
                </p:oleObj>
              </mc:Choice>
              <mc:Fallback>
                <p:oleObj name="公式" r:id="rId14" imgW="548889" imgH="281801" progId="Equation.3">
                  <p:embed/>
                  <p:pic>
                    <p:nvPicPr>
                      <p:cNvPr id="466005" name="Object 85">
                        <a:extLst>
                          <a:ext uri="{FF2B5EF4-FFF2-40B4-BE49-F238E27FC236}">
                            <a16:creationId xmlns:a16="http://schemas.microsoft.com/office/drawing/2014/main" id="{D07C40A0-7AE7-EED8-12AA-227B893E16F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30500" y="3194050"/>
                        <a:ext cx="596900" cy="330200"/>
                      </a:xfrm>
                      <a:prstGeom prst="rect">
                        <a:avLst/>
                      </a:prstGeom>
                      <a:noFill/>
                      <a:ln>
                        <a:noFill/>
                      </a:ln>
                      <a:effectLst/>
                      <a:extLst>
                        <a:ext uri="{909E8E84-426E-40DD-AFC4-6F175D3DCCD1}">
                          <a14:hiddenFill xmlns:a14="http://schemas.microsoft.com/office/drawing/2010/main">
                            <a:solidFill>
                              <a:srgbClr val="00FFFF">
                                <a:alpha val="23921"/>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6006" name="Rectangle 86">
            <a:extLst>
              <a:ext uri="{FF2B5EF4-FFF2-40B4-BE49-F238E27FC236}">
                <a16:creationId xmlns:a16="http://schemas.microsoft.com/office/drawing/2014/main" id="{1A27EC25-7353-B5FA-F5D6-D6496669107B}"/>
              </a:ext>
            </a:extLst>
          </p:cNvPr>
          <p:cNvSpPr>
            <a:spLocks noChangeArrowheads="1"/>
          </p:cNvSpPr>
          <p:nvPr/>
        </p:nvSpPr>
        <p:spPr bwMode="auto">
          <a:xfrm>
            <a:off x="668338" y="3125788"/>
            <a:ext cx="2133600" cy="497765"/>
          </a:xfrm>
          <a:prstGeom prst="rect">
            <a:avLst/>
          </a:prstGeom>
          <a:noFill/>
          <a:ln>
            <a:noFill/>
          </a:ln>
          <a:effectLst/>
        </p:spPr>
        <p:txBody>
          <a:bodyPr>
            <a:spAutoFit/>
          </a:bodyPr>
          <a:lstStyle/>
          <a:p>
            <a:pPr algn="l">
              <a:buClr>
                <a:srgbClr val="FFCC00"/>
              </a:buClr>
              <a:buSzPct val="80000"/>
              <a:buFont typeface="Wingdings" panose="05000000000000000000" pitchFamily="2" charset="2"/>
              <a:buNone/>
              <a:defRPr/>
            </a:pPr>
            <a:r>
              <a:rPr kumimoji="1" lang="zh-CN" altLang="en-US" dirty="0">
                <a:effectLst>
                  <a:outerShdw blurRad="38100" dist="38100" dir="2700000" algn="tl">
                    <a:srgbClr val="000000"/>
                  </a:outerShdw>
                </a:effectLst>
                <a:latin typeface="Times New Roman" panose="02020603050405020304" pitchFamily="18" charset="0"/>
              </a:rPr>
              <a:t>且</a:t>
            </a:r>
          </a:p>
        </p:txBody>
      </p:sp>
      <p:graphicFrame>
        <p:nvGraphicFramePr>
          <p:cNvPr id="466007" name="Object 87">
            <a:extLst>
              <a:ext uri="{FF2B5EF4-FFF2-40B4-BE49-F238E27FC236}">
                <a16:creationId xmlns:a16="http://schemas.microsoft.com/office/drawing/2014/main" id="{34F1737A-264A-9382-C3E5-B85995E41679}"/>
              </a:ext>
            </a:extLst>
          </p:cNvPr>
          <p:cNvGraphicFramePr>
            <a:graphicFrameLocks noChangeAspect="1"/>
          </p:cNvGraphicFramePr>
          <p:nvPr>
            <p:extLst>
              <p:ext uri="{D42A27DB-BD31-4B8C-83A1-F6EECF244321}">
                <p14:modId xmlns:p14="http://schemas.microsoft.com/office/powerpoint/2010/main" val="1577775312"/>
              </p:ext>
            </p:extLst>
          </p:nvPr>
        </p:nvGraphicFramePr>
        <p:xfrm>
          <a:off x="1330325" y="3703638"/>
          <a:ext cx="1104900" cy="393700"/>
        </p:xfrm>
        <a:graphic>
          <a:graphicData uri="http://schemas.openxmlformats.org/presentationml/2006/ole">
            <mc:AlternateContent xmlns:mc="http://schemas.openxmlformats.org/markup-compatibility/2006">
              <mc:Choice xmlns:v="urn:schemas-microsoft-com:vml" Requires="v">
                <p:oleObj name="公式" r:id="rId16" imgW="1058962" imgH="350631" progId="Equation.3">
                  <p:embed/>
                </p:oleObj>
              </mc:Choice>
              <mc:Fallback>
                <p:oleObj name="公式" r:id="rId16" imgW="1058962" imgH="350631" progId="Equation.3">
                  <p:embed/>
                  <p:pic>
                    <p:nvPicPr>
                      <p:cNvPr id="466007" name="Object 87">
                        <a:extLst>
                          <a:ext uri="{FF2B5EF4-FFF2-40B4-BE49-F238E27FC236}">
                            <a16:creationId xmlns:a16="http://schemas.microsoft.com/office/drawing/2014/main" id="{34F1737A-264A-9382-C3E5-B85995E4167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30325" y="3703638"/>
                        <a:ext cx="1104900" cy="3937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6008" name="Object 88">
            <a:extLst>
              <a:ext uri="{FF2B5EF4-FFF2-40B4-BE49-F238E27FC236}">
                <a16:creationId xmlns:a16="http://schemas.microsoft.com/office/drawing/2014/main" id="{0B5801F0-5F20-C5D3-5A50-2A06DB275BEF}"/>
              </a:ext>
            </a:extLst>
          </p:cNvPr>
          <p:cNvGraphicFramePr>
            <a:graphicFrameLocks noChangeAspect="1"/>
          </p:cNvGraphicFramePr>
          <p:nvPr>
            <p:extLst>
              <p:ext uri="{D42A27DB-BD31-4B8C-83A1-F6EECF244321}">
                <p14:modId xmlns:p14="http://schemas.microsoft.com/office/powerpoint/2010/main" val="1112924974"/>
              </p:ext>
            </p:extLst>
          </p:nvPr>
        </p:nvGraphicFramePr>
        <p:xfrm>
          <a:off x="2503488" y="3733800"/>
          <a:ext cx="1371600" cy="393700"/>
        </p:xfrm>
        <a:graphic>
          <a:graphicData uri="http://schemas.openxmlformats.org/presentationml/2006/ole">
            <mc:AlternateContent xmlns:mc="http://schemas.openxmlformats.org/markup-compatibility/2006">
              <mc:Choice xmlns:v="urn:schemas-microsoft-com:vml" Requires="v">
                <p:oleObj name="公式" r:id="rId18" imgW="1325693" imgH="350631" progId="Equation.3">
                  <p:embed/>
                </p:oleObj>
              </mc:Choice>
              <mc:Fallback>
                <p:oleObj name="公式" r:id="rId18" imgW="1325693" imgH="350631" progId="Equation.3">
                  <p:embed/>
                  <p:pic>
                    <p:nvPicPr>
                      <p:cNvPr id="466008" name="Object 88">
                        <a:extLst>
                          <a:ext uri="{FF2B5EF4-FFF2-40B4-BE49-F238E27FC236}">
                            <a16:creationId xmlns:a16="http://schemas.microsoft.com/office/drawing/2014/main" id="{0B5801F0-5F20-C5D3-5A50-2A06DB275BE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03488" y="3733800"/>
                        <a:ext cx="1371600" cy="393700"/>
                      </a:xfrm>
                      <a:prstGeom prst="rect">
                        <a:avLst/>
                      </a:prstGeom>
                      <a:noFill/>
                      <a:ln>
                        <a:noFill/>
                      </a:ln>
                      <a:effectLst/>
                      <a:extLst>
                        <a:ext uri="{909E8E84-426E-40DD-AFC4-6F175D3DCCD1}">
                          <a14:hiddenFill xmlns:a14="http://schemas.microsoft.com/office/drawing/2010/main">
                            <a:solidFill>
                              <a:srgbClr val="00FFFF">
                                <a:alpha val="27058"/>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6009" name="Text Box 89">
            <a:extLst>
              <a:ext uri="{FF2B5EF4-FFF2-40B4-BE49-F238E27FC236}">
                <a16:creationId xmlns:a16="http://schemas.microsoft.com/office/drawing/2014/main" id="{FA353017-6732-40B7-5F5E-62D03776FD1F}"/>
              </a:ext>
            </a:extLst>
          </p:cNvPr>
          <p:cNvSpPr txBox="1">
            <a:spLocks noChangeArrowheads="1"/>
          </p:cNvSpPr>
          <p:nvPr/>
        </p:nvSpPr>
        <p:spPr bwMode="auto">
          <a:xfrm>
            <a:off x="673100" y="4135793"/>
            <a:ext cx="3203575" cy="497765"/>
          </a:xfrm>
          <a:prstGeom prst="rect">
            <a:avLst/>
          </a:prstGeom>
          <a:noFill/>
          <a:ln>
            <a:noFill/>
          </a:ln>
          <a:effectLst/>
        </p:spPr>
        <p:txBody>
          <a:bodyPr anchor="ctr">
            <a:spAutoFit/>
          </a:bodyPr>
          <a:lstStyle/>
          <a:p>
            <a:pPr algn="l">
              <a:spcBef>
                <a:spcPct val="50000"/>
              </a:spcBef>
              <a:defRPr/>
            </a:pPr>
            <a:r>
              <a:rPr lang="zh-CN" altLang="en-US">
                <a:effectLst>
                  <a:outerShdw blurRad="38100" dist="38100" dir="2700000" algn="tl">
                    <a:srgbClr val="000000"/>
                  </a:outerShdw>
                </a:effectLst>
                <a:latin typeface="Times New Roman" panose="02020603050405020304" pitchFamily="18" charset="0"/>
              </a:rPr>
              <a:t>求解以上方程，</a:t>
            </a:r>
            <a:r>
              <a:rPr kumimoji="1" lang="zh-CN" altLang="en-US">
                <a:effectLst>
                  <a:outerShdw blurRad="38100" dist="38100" dir="2700000" algn="tl">
                    <a:srgbClr val="000000"/>
                  </a:outerShdw>
                </a:effectLst>
                <a:latin typeface="Times New Roman" panose="02020603050405020304" pitchFamily="18" charset="0"/>
              </a:rPr>
              <a:t>得</a:t>
            </a:r>
          </a:p>
        </p:txBody>
      </p:sp>
      <p:graphicFrame>
        <p:nvGraphicFramePr>
          <p:cNvPr id="466010" name="Object 90">
            <a:extLst>
              <a:ext uri="{FF2B5EF4-FFF2-40B4-BE49-F238E27FC236}">
                <a16:creationId xmlns:a16="http://schemas.microsoft.com/office/drawing/2014/main" id="{118F5832-8D5D-1DDE-5F6B-CA4919804055}"/>
              </a:ext>
            </a:extLst>
          </p:cNvPr>
          <p:cNvGraphicFramePr>
            <a:graphicFrameLocks noChangeAspect="1"/>
          </p:cNvGraphicFramePr>
          <p:nvPr>
            <p:extLst>
              <p:ext uri="{D42A27DB-BD31-4B8C-83A1-F6EECF244321}">
                <p14:modId xmlns:p14="http://schemas.microsoft.com/office/powerpoint/2010/main" val="2177053876"/>
              </p:ext>
            </p:extLst>
          </p:nvPr>
        </p:nvGraphicFramePr>
        <p:xfrm>
          <a:off x="1360488" y="4672013"/>
          <a:ext cx="2563812" cy="800100"/>
        </p:xfrm>
        <a:graphic>
          <a:graphicData uri="http://schemas.openxmlformats.org/presentationml/2006/ole">
            <mc:AlternateContent xmlns:mc="http://schemas.openxmlformats.org/markup-compatibility/2006">
              <mc:Choice xmlns:v="urn:schemas-microsoft-com:vml" Requires="v">
                <p:oleObj name="公式" r:id="rId20" imgW="2522002" imgH="754629" progId="Equation.3">
                  <p:embed/>
                </p:oleObj>
              </mc:Choice>
              <mc:Fallback>
                <p:oleObj name="公式" r:id="rId20" imgW="2522002" imgH="754629" progId="Equation.3">
                  <p:embed/>
                  <p:pic>
                    <p:nvPicPr>
                      <p:cNvPr id="466010" name="Object 90">
                        <a:extLst>
                          <a:ext uri="{FF2B5EF4-FFF2-40B4-BE49-F238E27FC236}">
                            <a16:creationId xmlns:a16="http://schemas.microsoft.com/office/drawing/2014/main" id="{118F5832-8D5D-1DDE-5F6B-CA491980405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360488" y="4672013"/>
                        <a:ext cx="2563812" cy="800100"/>
                      </a:xfrm>
                      <a:prstGeom prst="rect">
                        <a:avLst/>
                      </a:prstGeom>
                      <a:noFill/>
                      <a:ln>
                        <a:noFill/>
                      </a:ln>
                      <a:effectLst/>
                      <a:extLst>
                        <a:ext uri="{909E8E84-426E-40DD-AFC4-6F175D3DCCD1}">
                          <a14:hiddenFill xmlns:a14="http://schemas.microsoft.com/office/drawing/2010/main">
                            <a:solidFill>
                              <a:srgbClr val="00FFFF">
                                <a:alpha val="25882"/>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6011" name="Object 91">
            <a:extLst>
              <a:ext uri="{FF2B5EF4-FFF2-40B4-BE49-F238E27FC236}">
                <a16:creationId xmlns:a16="http://schemas.microsoft.com/office/drawing/2014/main" id="{00AE1B0B-FD8A-91EC-765C-2FE2CCB5F2E7}"/>
              </a:ext>
            </a:extLst>
          </p:cNvPr>
          <p:cNvGraphicFramePr>
            <a:graphicFrameLocks noChangeAspect="1"/>
          </p:cNvGraphicFramePr>
          <p:nvPr>
            <p:extLst>
              <p:ext uri="{D42A27DB-BD31-4B8C-83A1-F6EECF244321}">
                <p14:modId xmlns:p14="http://schemas.microsoft.com/office/powerpoint/2010/main" val="3569437828"/>
              </p:ext>
            </p:extLst>
          </p:nvPr>
        </p:nvGraphicFramePr>
        <p:xfrm>
          <a:off x="1135063" y="5600700"/>
          <a:ext cx="3719512" cy="800100"/>
        </p:xfrm>
        <a:graphic>
          <a:graphicData uri="http://schemas.openxmlformats.org/presentationml/2006/ole">
            <mc:AlternateContent xmlns:mc="http://schemas.openxmlformats.org/markup-compatibility/2006">
              <mc:Choice xmlns:v="urn:schemas-microsoft-com:vml" Requires="v">
                <p:oleObj name="公式" r:id="rId22" imgW="3673027" imgH="754629" progId="Equation.3">
                  <p:embed/>
                </p:oleObj>
              </mc:Choice>
              <mc:Fallback>
                <p:oleObj name="公式" r:id="rId22" imgW="3673027" imgH="754629" progId="Equation.3">
                  <p:embed/>
                  <p:pic>
                    <p:nvPicPr>
                      <p:cNvPr id="466011" name="Object 91">
                        <a:extLst>
                          <a:ext uri="{FF2B5EF4-FFF2-40B4-BE49-F238E27FC236}">
                            <a16:creationId xmlns:a16="http://schemas.microsoft.com/office/drawing/2014/main" id="{00AE1B0B-FD8A-91EC-765C-2FE2CCB5F2E7}"/>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135063" y="5600700"/>
                        <a:ext cx="3719512" cy="800100"/>
                      </a:xfrm>
                      <a:prstGeom prst="rect">
                        <a:avLst/>
                      </a:prstGeom>
                      <a:noFill/>
                      <a:ln>
                        <a:noFill/>
                      </a:ln>
                      <a:effectLst/>
                      <a:extLst>
                        <a:ext uri="{909E8E84-426E-40DD-AFC4-6F175D3DCCD1}">
                          <a14:hiddenFill xmlns:a14="http://schemas.microsoft.com/office/drawing/2010/main">
                            <a:solidFill>
                              <a:srgbClr val="00FFFF">
                                <a:alpha val="23921"/>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6012" name="Object 92">
            <a:extLst>
              <a:ext uri="{FF2B5EF4-FFF2-40B4-BE49-F238E27FC236}">
                <a16:creationId xmlns:a16="http://schemas.microsoft.com/office/drawing/2014/main" id="{1CE61660-3366-5481-6B1C-AF4EA5B17145}"/>
              </a:ext>
            </a:extLst>
          </p:cNvPr>
          <p:cNvGraphicFramePr>
            <a:graphicFrameLocks noChangeAspect="1"/>
          </p:cNvGraphicFramePr>
          <p:nvPr>
            <p:extLst>
              <p:ext uri="{D42A27DB-BD31-4B8C-83A1-F6EECF244321}">
                <p14:modId xmlns:p14="http://schemas.microsoft.com/office/powerpoint/2010/main" val="1748617162"/>
              </p:ext>
            </p:extLst>
          </p:nvPr>
        </p:nvGraphicFramePr>
        <p:xfrm>
          <a:off x="4891088" y="5603875"/>
          <a:ext cx="3795712" cy="800100"/>
        </p:xfrm>
        <a:graphic>
          <a:graphicData uri="http://schemas.openxmlformats.org/presentationml/2006/ole">
            <mc:AlternateContent xmlns:mc="http://schemas.openxmlformats.org/markup-compatibility/2006">
              <mc:Choice xmlns:v="urn:schemas-microsoft-com:vml" Requires="v">
                <p:oleObj name="公式" r:id="rId24" imgW="3749164" imgH="754629" progId="Equation.3">
                  <p:embed/>
                </p:oleObj>
              </mc:Choice>
              <mc:Fallback>
                <p:oleObj name="公式" r:id="rId24" imgW="3749164" imgH="754629" progId="Equation.3">
                  <p:embed/>
                  <p:pic>
                    <p:nvPicPr>
                      <p:cNvPr id="466012" name="Object 92">
                        <a:extLst>
                          <a:ext uri="{FF2B5EF4-FFF2-40B4-BE49-F238E27FC236}">
                            <a16:creationId xmlns:a16="http://schemas.microsoft.com/office/drawing/2014/main" id="{1CE61660-3366-5481-6B1C-AF4EA5B17145}"/>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891088" y="5603875"/>
                        <a:ext cx="3795712" cy="800100"/>
                      </a:xfrm>
                      <a:prstGeom prst="rect">
                        <a:avLst/>
                      </a:prstGeom>
                      <a:noFill/>
                      <a:ln>
                        <a:noFill/>
                      </a:ln>
                      <a:effectLst/>
                      <a:extLst>
                        <a:ext uri="{909E8E84-426E-40DD-AFC4-6F175D3DCCD1}">
                          <a14:hiddenFill xmlns:a14="http://schemas.microsoft.com/office/drawing/2010/main">
                            <a:solidFill>
                              <a:srgbClr val="00FFFF">
                                <a:alpha val="23137"/>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7428" name="Group 162">
            <a:extLst>
              <a:ext uri="{FF2B5EF4-FFF2-40B4-BE49-F238E27FC236}">
                <a16:creationId xmlns:a16="http://schemas.microsoft.com/office/drawing/2014/main" id="{85A176F7-8CEB-E058-EBF9-C5C0A89ABC58}"/>
              </a:ext>
            </a:extLst>
          </p:cNvPr>
          <p:cNvGrpSpPr>
            <a:grpSpLocks/>
          </p:cNvGrpSpPr>
          <p:nvPr/>
        </p:nvGrpSpPr>
        <p:grpSpPr bwMode="auto">
          <a:xfrm>
            <a:off x="4518025" y="850900"/>
            <a:ext cx="4079875" cy="3956050"/>
            <a:chOff x="3129" y="1080"/>
            <a:chExt cx="2570" cy="2492"/>
          </a:xfrm>
        </p:grpSpPr>
        <p:grpSp>
          <p:nvGrpSpPr>
            <p:cNvPr id="17429" name="Group 94">
              <a:extLst>
                <a:ext uri="{FF2B5EF4-FFF2-40B4-BE49-F238E27FC236}">
                  <a16:creationId xmlns:a16="http://schemas.microsoft.com/office/drawing/2014/main" id="{4FE26069-BE51-8D6F-3256-EC7DDBA35108}"/>
                </a:ext>
              </a:extLst>
            </p:cNvPr>
            <p:cNvGrpSpPr>
              <a:grpSpLocks noChangeAspect="1"/>
            </p:cNvGrpSpPr>
            <p:nvPr/>
          </p:nvGrpSpPr>
          <p:grpSpPr bwMode="auto">
            <a:xfrm>
              <a:off x="3129" y="1783"/>
              <a:ext cx="221" cy="400"/>
              <a:chOff x="1923" y="1329"/>
              <a:chExt cx="247" cy="448"/>
            </a:xfrm>
          </p:grpSpPr>
          <p:sp>
            <p:nvSpPr>
              <p:cNvPr id="17495" name="Line 95">
                <a:extLst>
                  <a:ext uri="{FF2B5EF4-FFF2-40B4-BE49-F238E27FC236}">
                    <a16:creationId xmlns:a16="http://schemas.microsoft.com/office/drawing/2014/main" id="{F5034CF8-C684-7C7C-F78D-620C1406676A}"/>
                  </a:ext>
                </a:extLst>
              </p:cNvPr>
              <p:cNvSpPr>
                <a:spLocks noChangeAspect="1" noChangeShapeType="1"/>
              </p:cNvSpPr>
              <p:nvPr/>
            </p:nvSpPr>
            <p:spPr bwMode="auto">
              <a:xfrm>
                <a:off x="2170" y="1329"/>
                <a:ext cx="0" cy="448"/>
              </a:xfrm>
              <a:prstGeom prst="line">
                <a:avLst/>
              </a:prstGeom>
              <a:noFill/>
              <a:ln w="28575">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96" name="Object 96">
                <a:extLst>
                  <a:ext uri="{FF2B5EF4-FFF2-40B4-BE49-F238E27FC236}">
                    <a16:creationId xmlns:a16="http://schemas.microsoft.com/office/drawing/2014/main" id="{4B0925CB-F183-5082-6654-FA1334522141}"/>
                  </a:ext>
                </a:extLst>
              </p:cNvPr>
              <p:cNvGraphicFramePr>
                <a:graphicFrameLocks noChangeAspect="1"/>
              </p:cNvGraphicFramePr>
              <p:nvPr/>
            </p:nvGraphicFramePr>
            <p:xfrm>
              <a:off x="1923" y="1398"/>
              <a:ext cx="216" cy="264"/>
            </p:xfrm>
            <a:graphic>
              <a:graphicData uri="http://schemas.openxmlformats.org/presentationml/2006/ole">
                <mc:AlternateContent xmlns:mc="http://schemas.openxmlformats.org/markup-compatibility/2006">
                  <mc:Choice xmlns:v="urn:schemas-microsoft-com:vml" Requires="v">
                    <p:oleObj name="公式" r:id="rId26" imgW="297087" imgH="411480" progId="Equation.3">
                      <p:embed/>
                    </p:oleObj>
                  </mc:Choice>
                  <mc:Fallback>
                    <p:oleObj name="公式" r:id="rId26" imgW="297087" imgH="411480" progId="Equation.3">
                      <p:embed/>
                      <p:pic>
                        <p:nvPicPr>
                          <p:cNvPr id="17496" name="Object 96">
                            <a:extLst>
                              <a:ext uri="{FF2B5EF4-FFF2-40B4-BE49-F238E27FC236}">
                                <a16:creationId xmlns:a16="http://schemas.microsoft.com/office/drawing/2014/main" id="{4B0925CB-F183-5082-6654-FA1334522141}"/>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923" y="1398"/>
                            <a:ext cx="216"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30" name="Group 97">
              <a:extLst>
                <a:ext uri="{FF2B5EF4-FFF2-40B4-BE49-F238E27FC236}">
                  <a16:creationId xmlns:a16="http://schemas.microsoft.com/office/drawing/2014/main" id="{E0CFE7D6-9DB5-2422-CE67-D7C5855C54A4}"/>
                </a:ext>
              </a:extLst>
            </p:cNvPr>
            <p:cNvGrpSpPr>
              <a:grpSpLocks noChangeAspect="1"/>
            </p:cNvGrpSpPr>
            <p:nvPr/>
          </p:nvGrpSpPr>
          <p:grpSpPr bwMode="auto">
            <a:xfrm>
              <a:off x="3396" y="1234"/>
              <a:ext cx="2011" cy="1134"/>
              <a:chOff x="3182" y="1657"/>
              <a:chExt cx="2256" cy="1272"/>
            </a:xfrm>
          </p:grpSpPr>
          <p:sp>
            <p:nvSpPr>
              <p:cNvPr id="17477" name="Oval 98">
                <a:extLst>
                  <a:ext uri="{FF2B5EF4-FFF2-40B4-BE49-F238E27FC236}">
                    <a16:creationId xmlns:a16="http://schemas.microsoft.com/office/drawing/2014/main" id="{F68A33BE-2B53-2CB3-5F97-B12D3D97F110}"/>
                  </a:ext>
                </a:extLst>
              </p:cNvPr>
              <p:cNvSpPr>
                <a:spLocks noChangeAspect="1" noChangeArrowheads="1"/>
              </p:cNvSpPr>
              <p:nvPr/>
            </p:nvSpPr>
            <p:spPr bwMode="auto">
              <a:xfrm>
                <a:off x="3388" y="1779"/>
                <a:ext cx="378" cy="372"/>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pSp>
            <p:nvGrpSpPr>
              <p:cNvPr id="17478" name="Group 99">
                <a:extLst>
                  <a:ext uri="{FF2B5EF4-FFF2-40B4-BE49-F238E27FC236}">
                    <a16:creationId xmlns:a16="http://schemas.microsoft.com/office/drawing/2014/main" id="{664AD6F3-EA87-864E-AD96-1270362696E5}"/>
                  </a:ext>
                </a:extLst>
              </p:cNvPr>
              <p:cNvGrpSpPr>
                <a:grpSpLocks noChangeAspect="1"/>
              </p:cNvGrpSpPr>
              <p:nvPr/>
            </p:nvGrpSpPr>
            <p:grpSpPr bwMode="auto">
              <a:xfrm>
                <a:off x="3182" y="1657"/>
                <a:ext cx="2256" cy="1272"/>
                <a:chOff x="2398" y="849"/>
                <a:chExt cx="2256" cy="1272"/>
              </a:xfrm>
            </p:grpSpPr>
            <p:grpSp>
              <p:nvGrpSpPr>
                <p:cNvPr id="17479" name="Group 100">
                  <a:extLst>
                    <a:ext uri="{FF2B5EF4-FFF2-40B4-BE49-F238E27FC236}">
                      <a16:creationId xmlns:a16="http://schemas.microsoft.com/office/drawing/2014/main" id="{E37E09CA-A519-D562-CFC7-2E40F702F0F2}"/>
                    </a:ext>
                  </a:extLst>
                </p:cNvPr>
                <p:cNvGrpSpPr>
                  <a:grpSpLocks noChangeAspect="1"/>
                </p:cNvGrpSpPr>
                <p:nvPr/>
              </p:nvGrpSpPr>
              <p:grpSpPr bwMode="auto">
                <a:xfrm>
                  <a:off x="2752" y="1197"/>
                  <a:ext cx="1902" cy="924"/>
                  <a:chOff x="2752" y="1197"/>
                  <a:chExt cx="1902" cy="924"/>
                </a:xfrm>
              </p:grpSpPr>
              <p:sp>
                <p:nvSpPr>
                  <p:cNvPr id="17493" name="Freeform 101">
                    <a:extLst>
                      <a:ext uri="{FF2B5EF4-FFF2-40B4-BE49-F238E27FC236}">
                        <a16:creationId xmlns:a16="http://schemas.microsoft.com/office/drawing/2014/main" id="{E6A19319-A85F-9F8E-BE16-0265502268AB}"/>
                      </a:ext>
                    </a:extLst>
                  </p:cNvPr>
                  <p:cNvSpPr>
                    <a:spLocks noChangeAspect="1"/>
                  </p:cNvSpPr>
                  <p:nvPr/>
                </p:nvSpPr>
                <p:spPr bwMode="auto">
                  <a:xfrm>
                    <a:off x="2810" y="1197"/>
                    <a:ext cx="1844" cy="924"/>
                  </a:xfrm>
                  <a:custGeom>
                    <a:avLst/>
                    <a:gdLst>
                      <a:gd name="T0" fmla="*/ 0 w 1476"/>
                      <a:gd name="T1" fmla="*/ 173 h 984"/>
                      <a:gd name="T2" fmla="*/ 1141 w 1476"/>
                      <a:gd name="T3" fmla="*/ 0 h 984"/>
                      <a:gd name="T4" fmla="*/ 5613 w 1476"/>
                      <a:gd name="T5" fmla="*/ 0 h 984"/>
                      <a:gd name="T6" fmla="*/ 5613 w 1476"/>
                      <a:gd name="T7" fmla="*/ 674 h 984"/>
                      <a:gd name="T8" fmla="*/ 0 w 1476"/>
                      <a:gd name="T9" fmla="*/ 674 h 984"/>
                      <a:gd name="T10" fmla="*/ 0 w 1476"/>
                      <a:gd name="T11" fmla="*/ 173 h 9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76" h="984">
                        <a:moveTo>
                          <a:pt x="0" y="252"/>
                        </a:moveTo>
                        <a:lnTo>
                          <a:pt x="300" y="0"/>
                        </a:lnTo>
                        <a:lnTo>
                          <a:pt x="1476" y="0"/>
                        </a:lnTo>
                        <a:lnTo>
                          <a:pt x="1476" y="984"/>
                        </a:lnTo>
                        <a:lnTo>
                          <a:pt x="0" y="984"/>
                        </a:lnTo>
                        <a:lnTo>
                          <a:pt x="0" y="252"/>
                        </a:lnTo>
                        <a:close/>
                      </a:path>
                    </a:pathLst>
                  </a:custGeom>
                  <a:gradFill rotWithShape="0">
                    <a:gsLst>
                      <a:gs pos="0">
                        <a:srgbClr val="CCFF99"/>
                      </a:gs>
                      <a:gs pos="100000">
                        <a:srgbClr val="5E7647"/>
                      </a:gs>
                    </a:gsLst>
                    <a:lin ang="5400000" scaled="1"/>
                  </a:gradFill>
                  <a:ln w="12700" cap="flat" cmpd="sng">
                    <a:solidFill>
                      <a:schemeClr val="accent2"/>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sp>
                <p:nvSpPr>
                  <p:cNvPr id="17494" name="Rectangle 102">
                    <a:extLst>
                      <a:ext uri="{FF2B5EF4-FFF2-40B4-BE49-F238E27FC236}">
                        <a16:creationId xmlns:a16="http://schemas.microsoft.com/office/drawing/2014/main" id="{09C5E541-8CC9-7B2E-C71A-BF745003A75B}"/>
                      </a:ext>
                    </a:extLst>
                  </p:cNvPr>
                  <p:cNvSpPr>
                    <a:spLocks noChangeAspect="1" noChangeArrowheads="1"/>
                  </p:cNvSpPr>
                  <p:nvPr/>
                </p:nvSpPr>
                <p:spPr bwMode="auto">
                  <a:xfrm rot="2427030">
                    <a:off x="2752" y="1236"/>
                    <a:ext cx="320" cy="44"/>
                  </a:xfrm>
                  <a:prstGeom prst="rect">
                    <a:avLst/>
                  </a:prstGeom>
                  <a:solidFill>
                    <a:srgbClr val="00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pSp>
            <p:graphicFrame>
              <p:nvGraphicFramePr>
                <p:cNvPr id="17480" name="Object 103">
                  <a:extLst>
                    <a:ext uri="{FF2B5EF4-FFF2-40B4-BE49-F238E27FC236}">
                      <a16:creationId xmlns:a16="http://schemas.microsoft.com/office/drawing/2014/main" id="{0C63167D-47A0-A890-509D-62C1B8E3547C}"/>
                    </a:ext>
                  </a:extLst>
                </p:cNvPr>
                <p:cNvGraphicFramePr>
                  <a:graphicFrameLocks noChangeAspect="1"/>
                </p:cNvGraphicFramePr>
                <p:nvPr/>
              </p:nvGraphicFramePr>
              <p:xfrm>
                <a:off x="2398" y="932"/>
                <a:ext cx="193" cy="206"/>
              </p:xfrm>
              <a:graphic>
                <a:graphicData uri="http://schemas.openxmlformats.org/presentationml/2006/ole">
                  <mc:AlternateContent xmlns:mc="http://schemas.openxmlformats.org/markup-compatibility/2006">
                    <mc:Choice xmlns:v="urn:schemas-microsoft-com:vml" Requires="v">
                      <p:oleObj name="公式" r:id="rId28" imgW="259267" imgH="281801" progId="Equation.3">
                        <p:embed/>
                      </p:oleObj>
                    </mc:Choice>
                    <mc:Fallback>
                      <p:oleObj name="公式" r:id="rId28" imgW="259267" imgH="281801" progId="Equation.3">
                        <p:embed/>
                        <p:pic>
                          <p:nvPicPr>
                            <p:cNvPr id="17480" name="Object 103">
                              <a:extLst>
                                <a:ext uri="{FF2B5EF4-FFF2-40B4-BE49-F238E27FC236}">
                                  <a16:creationId xmlns:a16="http://schemas.microsoft.com/office/drawing/2014/main" id="{0C63167D-47A0-A890-509D-62C1B8E3547C}"/>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398" y="932"/>
                              <a:ext cx="193"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481" name="Group 104">
                  <a:extLst>
                    <a:ext uri="{FF2B5EF4-FFF2-40B4-BE49-F238E27FC236}">
                      <a16:creationId xmlns:a16="http://schemas.microsoft.com/office/drawing/2014/main" id="{7D60817D-B4D4-144A-8D54-8777757667F4}"/>
                    </a:ext>
                  </a:extLst>
                </p:cNvPr>
                <p:cNvGrpSpPr>
                  <a:grpSpLocks noChangeAspect="1"/>
                </p:cNvGrpSpPr>
                <p:nvPr/>
              </p:nvGrpSpPr>
              <p:grpSpPr bwMode="auto">
                <a:xfrm>
                  <a:off x="2452" y="849"/>
                  <a:ext cx="1480" cy="1004"/>
                  <a:chOff x="2452" y="849"/>
                  <a:chExt cx="1480" cy="1004"/>
                </a:xfrm>
              </p:grpSpPr>
              <p:grpSp>
                <p:nvGrpSpPr>
                  <p:cNvPr id="17482" name="Group 105">
                    <a:extLst>
                      <a:ext uri="{FF2B5EF4-FFF2-40B4-BE49-F238E27FC236}">
                        <a16:creationId xmlns:a16="http://schemas.microsoft.com/office/drawing/2014/main" id="{CD5CDBBE-B108-F3A6-A025-D1C807E24AF7}"/>
                      </a:ext>
                    </a:extLst>
                  </p:cNvPr>
                  <p:cNvGrpSpPr>
                    <a:grpSpLocks noChangeAspect="1"/>
                  </p:cNvGrpSpPr>
                  <p:nvPr/>
                </p:nvGrpSpPr>
                <p:grpSpPr bwMode="auto">
                  <a:xfrm>
                    <a:off x="2769" y="849"/>
                    <a:ext cx="1163" cy="349"/>
                    <a:chOff x="2775" y="849"/>
                    <a:chExt cx="1163" cy="349"/>
                  </a:xfrm>
                </p:grpSpPr>
                <p:sp>
                  <p:nvSpPr>
                    <p:cNvPr id="17489" name="Line 106">
                      <a:extLst>
                        <a:ext uri="{FF2B5EF4-FFF2-40B4-BE49-F238E27FC236}">
                          <a16:creationId xmlns:a16="http://schemas.microsoft.com/office/drawing/2014/main" id="{801C23D4-9861-AC08-1FE8-E7ABAAFB42DA}"/>
                        </a:ext>
                      </a:extLst>
                    </p:cNvPr>
                    <p:cNvSpPr>
                      <a:spLocks noChangeAspect="1" noChangeShapeType="1"/>
                    </p:cNvSpPr>
                    <p:nvPr/>
                  </p:nvSpPr>
                  <p:spPr bwMode="auto">
                    <a:xfrm>
                      <a:off x="2775" y="968"/>
                      <a:ext cx="848" cy="0"/>
                    </a:xfrm>
                    <a:prstGeom prst="line">
                      <a:avLst/>
                    </a:prstGeom>
                    <a:noFill/>
                    <a:ln w="381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nvGrpSpPr>
                    <p:cNvPr id="17490" name="Group 107">
                      <a:extLst>
                        <a:ext uri="{FF2B5EF4-FFF2-40B4-BE49-F238E27FC236}">
                          <a16:creationId xmlns:a16="http://schemas.microsoft.com/office/drawing/2014/main" id="{419EA5D2-2C11-299D-ED98-7D3602ADFC3E}"/>
                        </a:ext>
                      </a:extLst>
                    </p:cNvPr>
                    <p:cNvGrpSpPr>
                      <a:grpSpLocks noChangeAspect="1"/>
                    </p:cNvGrpSpPr>
                    <p:nvPr/>
                  </p:nvGrpSpPr>
                  <p:grpSpPr bwMode="auto">
                    <a:xfrm>
                      <a:off x="3617" y="849"/>
                      <a:ext cx="321" cy="349"/>
                      <a:chOff x="3623" y="852"/>
                      <a:chExt cx="321" cy="349"/>
                    </a:xfrm>
                  </p:grpSpPr>
                  <p:sp>
                    <p:nvSpPr>
                      <p:cNvPr id="17491" name="Rectangle 108">
                        <a:extLst>
                          <a:ext uri="{FF2B5EF4-FFF2-40B4-BE49-F238E27FC236}">
                            <a16:creationId xmlns:a16="http://schemas.microsoft.com/office/drawing/2014/main" id="{E04A7713-F647-0860-55B3-9C037C94AE5F}"/>
                          </a:ext>
                        </a:extLst>
                      </p:cNvPr>
                      <p:cNvSpPr>
                        <a:spLocks noChangeAspect="1" noChangeArrowheads="1"/>
                      </p:cNvSpPr>
                      <p:nvPr/>
                    </p:nvSpPr>
                    <p:spPr bwMode="auto">
                      <a:xfrm>
                        <a:off x="3623" y="852"/>
                        <a:ext cx="321" cy="349"/>
                      </a:xfrm>
                      <a:prstGeom prst="rect">
                        <a:avLst/>
                      </a:prstGeom>
                      <a:solidFill>
                        <a:srgbClr val="FF0000"/>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aphicFrame>
                    <p:nvGraphicFramePr>
                      <p:cNvPr id="17492" name="Object 109">
                        <a:extLst>
                          <a:ext uri="{FF2B5EF4-FFF2-40B4-BE49-F238E27FC236}">
                            <a16:creationId xmlns:a16="http://schemas.microsoft.com/office/drawing/2014/main" id="{3532A399-8731-F265-AD74-A3D4E140BBA9}"/>
                          </a:ext>
                        </a:extLst>
                      </p:cNvPr>
                      <p:cNvGraphicFramePr>
                        <a:graphicFrameLocks noChangeAspect="1"/>
                      </p:cNvGraphicFramePr>
                      <p:nvPr/>
                    </p:nvGraphicFramePr>
                    <p:xfrm>
                      <a:off x="3681" y="931"/>
                      <a:ext cx="175" cy="172"/>
                    </p:xfrm>
                    <a:graphic>
                      <a:graphicData uri="http://schemas.openxmlformats.org/presentationml/2006/ole">
                        <mc:AlternateContent xmlns:mc="http://schemas.openxmlformats.org/markup-compatibility/2006">
                          <mc:Choice xmlns:v="urn:schemas-microsoft-com:vml" Requires="v">
                            <p:oleObj name="公式" r:id="rId30" imgW="236376" imgH="236414" progId="Equation.3">
                              <p:embed/>
                            </p:oleObj>
                          </mc:Choice>
                          <mc:Fallback>
                            <p:oleObj name="公式" r:id="rId30" imgW="236376" imgH="236414" progId="Equation.3">
                              <p:embed/>
                              <p:pic>
                                <p:nvPicPr>
                                  <p:cNvPr id="17492" name="Object 109">
                                    <a:extLst>
                                      <a:ext uri="{FF2B5EF4-FFF2-40B4-BE49-F238E27FC236}">
                                        <a16:creationId xmlns:a16="http://schemas.microsoft.com/office/drawing/2014/main" id="{3532A399-8731-F265-AD74-A3D4E140BBA9}"/>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681" y="931"/>
                                    <a:ext cx="17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7483" name="Group 110">
                    <a:extLst>
                      <a:ext uri="{FF2B5EF4-FFF2-40B4-BE49-F238E27FC236}">
                        <a16:creationId xmlns:a16="http://schemas.microsoft.com/office/drawing/2014/main" id="{48C37A42-2109-A910-E6AA-97E32E1481AD}"/>
                      </a:ext>
                    </a:extLst>
                  </p:cNvPr>
                  <p:cNvGrpSpPr>
                    <a:grpSpLocks noChangeAspect="1"/>
                  </p:cNvGrpSpPr>
                  <p:nvPr/>
                </p:nvGrpSpPr>
                <p:grpSpPr bwMode="auto">
                  <a:xfrm>
                    <a:off x="2452" y="1142"/>
                    <a:ext cx="275" cy="711"/>
                    <a:chOff x="2448" y="1137"/>
                    <a:chExt cx="275" cy="711"/>
                  </a:xfrm>
                </p:grpSpPr>
                <p:sp>
                  <p:nvSpPr>
                    <p:cNvPr id="17485" name="Line 111">
                      <a:extLst>
                        <a:ext uri="{FF2B5EF4-FFF2-40B4-BE49-F238E27FC236}">
                          <a16:creationId xmlns:a16="http://schemas.microsoft.com/office/drawing/2014/main" id="{AFD1291C-6040-6BFD-0C70-263E81BA97FC}"/>
                        </a:ext>
                      </a:extLst>
                    </p:cNvPr>
                    <p:cNvSpPr>
                      <a:spLocks noChangeAspect="1" noChangeShapeType="1"/>
                    </p:cNvSpPr>
                    <p:nvPr/>
                  </p:nvSpPr>
                  <p:spPr bwMode="auto">
                    <a:xfrm>
                      <a:off x="2595" y="1137"/>
                      <a:ext cx="0" cy="361"/>
                    </a:xfrm>
                    <a:prstGeom prst="line">
                      <a:avLst/>
                    </a:prstGeom>
                    <a:noFill/>
                    <a:ln w="381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nvGrpSpPr>
                    <p:cNvPr id="17486" name="Group 112">
                      <a:extLst>
                        <a:ext uri="{FF2B5EF4-FFF2-40B4-BE49-F238E27FC236}">
                          <a16:creationId xmlns:a16="http://schemas.microsoft.com/office/drawing/2014/main" id="{B21E2094-B119-71CC-6A7F-8655757F69BF}"/>
                        </a:ext>
                      </a:extLst>
                    </p:cNvPr>
                    <p:cNvGrpSpPr>
                      <a:grpSpLocks noChangeAspect="1"/>
                    </p:cNvGrpSpPr>
                    <p:nvPr/>
                  </p:nvGrpSpPr>
                  <p:grpSpPr bwMode="auto">
                    <a:xfrm>
                      <a:off x="2448" y="1487"/>
                      <a:ext cx="275" cy="361"/>
                      <a:chOff x="2448" y="1487"/>
                      <a:chExt cx="275" cy="361"/>
                    </a:xfrm>
                  </p:grpSpPr>
                  <p:sp>
                    <p:nvSpPr>
                      <p:cNvPr id="17487" name="Rectangle 113">
                        <a:extLst>
                          <a:ext uri="{FF2B5EF4-FFF2-40B4-BE49-F238E27FC236}">
                            <a16:creationId xmlns:a16="http://schemas.microsoft.com/office/drawing/2014/main" id="{9AB2FC36-1DFB-78C1-4669-F2245C704DED}"/>
                          </a:ext>
                        </a:extLst>
                      </p:cNvPr>
                      <p:cNvSpPr>
                        <a:spLocks noChangeAspect="1" noChangeArrowheads="1"/>
                      </p:cNvSpPr>
                      <p:nvPr/>
                    </p:nvSpPr>
                    <p:spPr bwMode="auto">
                      <a:xfrm>
                        <a:off x="2448" y="1487"/>
                        <a:ext cx="275" cy="361"/>
                      </a:xfrm>
                      <a:prstGeom prst="rect">
                        <a:avLst/>
                      </a:prstGeom>
                      <a:solidFill>
                        <a:srgbClr val="00FFFF"/>
                      </a:solidFill>
                      <a:ln w="12700">
                        <a:solidFill>
                          <a:srgbClr val="00FF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aphicFrame>
                    <p:nvGraphicFramePr>
                      <p:cNvPr id="17488" name="Object 114">
                        <a:extLst>
                          <a:ext uri="{FF2B5EF4-FFF2-40B4-BE49-F238E27FC236}">
                            <a16:creationId xmlns:a16="http://schemas.microsoft.com/office/drawing/2014/main" id="{7AFCFA88-7952-85A8-48CB-88B47AE63168}"/>
                          </a:ext>
                        </a:extLst>
                      </p:cNvPr>
                      <p:cNvGraphicFramePr>
                        <a:graphicFrameLocks noChangeAspect="1"/>
                      </p:cNvGraphicFramePr>
                      <p:nvPr/>
                    </p:nvGraphicFramePr>
                    <p:xfrm>
                      <a:off x="2496" y="1580"/>
                      <a:ext cx="161" cy="173"/>
                    </p:xfrm>
                    <a:graphic>
                      <a:graphicData uri="http://schemas.openxmlformats.org/presentationml/2006/ole">
                        <mc:AlternateContent xmlns:mc="http://schemas.openxmlformats.org/markup-compatibility/2006">
                          <mc:Choice xmlns:v="urn:schemas-microsoft-com:vml" Requires="v">
                            <p:oleObj name="公式" r:id="rId32" imgW="205522" imgH="236414" progId="Equation.3">
                              <p:embed/>
                            </p:oleObj>
                          </mc:Choice>
                          <mc:Fallback>
                            <p:oleObj name="公式" r:id="rId32" imgW="205522" imgH="236414" progId="Equation.3">
                              <p:embed/>
                              <p:pic>
                                <p:nvPicPr>
                                  <p:cNvPr id="17488" name="Object 114">
                                    <a:extLst>
                                      <a:ext uri="{FF2B5EF4-FFF2-40B4-BE49-F238E27FC236}">
                                        <a16:creationId xmlns:a16="http://schemas.microsoft.com/office/drawing/2014/main" id="{7AFCFA88-7952-85A8-48CB-88B47AE63168}"/>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496" y="1580"/>
                                    <a:ext cx="161"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7484" name="Arc 115">
                    <a:extLst>
                      <a:ext uri="{FF2B5EF4-FFF2-40B4-BE49-F238E27FC236}">
                        <a16:creationId xmlns:a16="http://schemas.microsoft.com/office/drawing/2014/main" id="{5EA9A78A-5FED-7223-AEA7-BD9AD63BE315}"/>
                      </a:ext>
                    </a:extLst>
                  </p:cNvPr>
                  <p:cNvSpPr>
                    <a:spLocks noChangeAspect="1"/>
                  </p:cNvSpPr>
                  <p:nvPr/>
                </p:nvSpPr>
                <p:spPr bwMode="auto">
                  <a:xfrm flipH="1">
                    <a:off x="2598" y="967"/>
                    <a:ext cx="179" cy="204"/>
                  </a:xfrm>
                  <a:custGeom>
                    <a:avLst/>
                    <a:gdLst>
                      <a:gd name="T0" fmla="*/ 0 w 21412"/>
                      <a:gd name="T1" fmla="*/ 0 h 21600"/>
                      <a:gd name="T2" fmla="*/ 0 w 21412"/>
                      <a:gd name="T3" fmla="*/ 0 h 21600"/>
                      <a:gd name="T4" fmla="*/ 0 w 21412"/>
                      <a:gd name="T5" fmla="*/ 0 h 21600"/>
                      <a:gd name="T6" fmla="*/ 0 60000 65536"/>
                      <a:gd name="T7" fmla="*/ 0 60000 65536"/>
                      <a:gd name="T8" fmla="*/ 0 60000 65536"/>
                    </a:gdLst>
                    <a:ahLst/>
                    <a:cxnLst>
                      <a:cxn ang="T6">
                        <a:pos x="T0" y="T1"/>
                      </a:cxn>
                      <a:cxn ang="T7">
                        <a:pos x="T2" y="T3"/>
                      </a:cxn>
                      <a:cxn ang="T8">
                        <a:pos x="T4" y="T5"/>
                      </a:cxn>
                    </a:cxnLst>
                    <a:rect l="0" t="0" r="r" b="b"/>
                    <a:pathLst>
                      <a:path w="21412" h="21600" fill="none" extrusionOk="0">
                        <a:moveTo>
                          <a:pt x="-1" y="0"/>
                        </a:moveTo>
                        <a:cubicBezTo>
                          <a:pt x="10829" y="0"/>
                          <a:pt x="19985" y="8019"/>
                          <a:pt x="21411" y="18755"/>
                        </a:cubicBezTo>
                      </a:path>
                      <a:path w="21412" h="21600" stroke="0" extrusionOk="0">
                        <a:moveTo>
                          <a:pt x="-1" y="0"/>
                        </a:moveTo>
                        <a:cubicBezTo>
                          <a:pt x="10829" y="0"/>
                          <a:pt x="19985" y="8019"/>
                          <a:pt x="21411" y="18755"/>
                        </a:cubicBezTo>
                        <a:lnTo>
                          <a:pt x="0" y="21600"/>
                        </a:lnTo>
                        <a:lnTo>
                          <a:pt x="-1" y="0"/>
                        </a:lnTo>
                        <a:close/>
                      </a:path>
                    </a:pathLst>
                  </a:custGeom>
                  <a:noFill/>
                  <a:ln w="38100">
                    <a:solidFill>
                      <a:srgbClr val="99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grpSp>
        </p:grpSp>
        <p:grpSp>
          <p:nvGrpSpPr>
            <p:cNvPr id="17431" name="Group 116">
              <a:extLst>
                <a:ext uri="{FF2B5EF4-FFF2-40B4-BE49-F238E27FC236}">
                  <a16:creationId xmlns:a16="http://schemas.microsoft.com/office/drawing/2014/main" id="{CA7C2848-6DC6-0F7D-2986-69B0147510FF}"/>
                </a:ext>
              </a:extLst>
            </p:cNvPr>
            <p:cNvGrpSpPr>
              <a:grpSpLocks/>
            </p:cNvGrpSpPr>
            <p:nvPr/>
          </p:nvGrpSpPr>
          <p:grpSpPr bwMode="auto">
            <a:xfrm>
              <a:off x="3811" y="1080"/>
              <a:ext cx="580" cy="248"/>
              <a:chOff x="3936" y="1511"/>
              <a:chExt cx="580" cy="248"/>
            </a:xfrm>
          </p:grpSpPr>
          <p:sp>
            <p:nvSpPr>
              <p:cNvPr id="17475" name="Line 117">
                <a:extLst>
                  <a:ext uri="{FF2B5EF4-FFF2-40B4-BE49-F238E27FC236}">
                    <a16:creationId xmlns:a16="http://schemas.microsoft.com/office/drawing/2014/main" id="{D2335A39-3D6C-DDE5-3020-95660834C8D0}"/>
                  </a:ext>
                </a:extLst>
              </p:cNvPr>
              <p:cNvSpPr>
                <a:spLocks noChangeAspect="1" noChangeShapeType="1"/>
              </p:cNvSpPr>
              <p:nvPr/>
            </p:nvSpPr>
            <p:spPr bwMode="auto">
              <a:xfrm flipH="1">
                <a:off x="3936" y="1657"/>
                <a:ext cx="378" cy="0"/>
              </a:xfrm>
              <a:prstGeom prst="line">
                <a:avLst/>
              </a:prstGeom>
              <a:noFill/>
              <a:ln w="28575">
                <a:solidFill>
                  <a:schemeClr val="bg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76" name="Object 118">
                <a:extLst>
                  <a:ext uri="{FF2B5EF4-FFF2-40B4-BE49-F238E27FC236}">
                    <a16:creationId xmlns:a16="http://schemas.microsoft.com/office/drawing/2014/main" id="{4F28D9A6-0E45-3C5B-38D1-5AD34749ED45}"/>
                  </a:ext>
                </a:extLst>
              </p:cNvPr>
              <p:cNvGraphicFramePr>
                <a:graphicFrameLocks noChangeAspect="1"/>
              </p:cNvGraphicFramePr>
              <p:nvPr/>
            </p:nvGraphicFramePr>
            <p:xfrm>
              <a:off x="4357" y="1511"/>
              <a:ext cx="159" cy="248"/>
            </p:xfrm>
            <a:graphic>
              <a:graphicData uri="http://schemas.openxmlformats.org/presentationml/2006/ole">
                <mc:AlternateContent xmlns:mc="http://schemas.openxmlformats.org/markup-compatibility/2006">
                  <mc:Choice xmlns:v="urn:schemas-microsoft-com:vml" Requires="v">
                    <p:oleObj name="公式" r:id="rId34" imgW="259267" imgH="411480" progId="Equation.3">
                      <p:embed/>
                    </p:oleObj>
                  </mc:Choice>
                  <mc:Fallback>
                    <p:oleObj name="公式" r:id="rId34" imgW="259267" imgH="411480" progId="Equation.3">
                      <p:embed/>
                      <p:pic>
                        <p:nvPicPr>
                          <p:cNvPr id="17476" name="Object 118">
                            <a:extLst>
                              <a:ext uri="{FF2B5EF4-FFF2-40B4-BE49-F238E27FC236}">
                                <a16:creationId xmlns:a16="http://schemas.microsoft.com/office/drawing/2014/main" id="{4F28D9A6-0E45-3C5B-38D1-5AD34749ED45}"/>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357" y="1511"/>
                            <a:ext cx="15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32" name="Group 119">
              <a:extLst>
                <a:ext uri="{FF2B5EF4-FFF2-40B4-BE49-F238E27FC236}">
                  <a16:creationId xmlns:a16="http://schemas.microsoft.com/office/drawing/2014/main" id="{85A65AC0-D58D-D99F-72B7-83B3DE680610}"/>
                </a:ext>
              </a:extLst>
            </p:cNvPr>
            <p:cNvGrpSpPr>
              <a:grpSpLocks noChangeAspect="1"/>
            </p:cNvGrpSpPr>
            <p:nvPr/>
          </p:nvGrpSpPr>
          <p:grpSpPr bwMode="auto">
            <a:xfrm>
              <a:off x="4878" y="2534"/>
              <a:ext cx="821" cy="1010"/>
              <a:chOff x="415" y="2863"/>
              <a:chExt cx="981" cy="1208"/>
            </a:xfrm>
          </p:grpSpPr>
          <p:grpSp>
            <p:nvGrpSpPr>
              <p:cNvPr id="17463" name="Group 120">
                <a:extLst>
                  <a:ext uri="{FF2B5EF4-FFF2-40B4-BE49-F238E27FC236}">
                    <a16:creationId xmlns:a16="http://schemas.microsoft.com/office/drawing/2014/main" id="{969F1F9A-C7C4-826E-D202-33F2EEEFB78C}"/>
                  </a:ext>
                </a:extLst>
              </p:cNvPr>
              <p:cNvGrpSpPr>
                <a:grpSpLocks noChangeAspect="1"/>
              </p:cNvGrpSpPr>
              <p:nvPr/>
            </p:nvGrpSpPr>
            <p:grpSpPr bwMode="auto">
              <a:xfrm>
                <a:off x="729" y="2863"/>
                <a:ext cx="202" cy="529"/>
                <a:chOff x="729" y="2863"/>
                <a:chExt cx="202" cy="529"/>
              </a:xfrm>
            </p:grpSpPr>
            <p:sp>
              <p:nvSpPr>
                <p:cNvPr id="17473" name="Line 121">
                  <a:extLst>
                    <a:ext uri="{FF2B5EF4-FFF2-40B4-BE49-F238E27FC236}">
                      <a16:creationId xmlns:a16="http://schemas.microsoft.com/office/drawing/2014/main" id="{B9A8AE3C-F9B5-DABD-2B1B-F1A17B8E1B3D}"/>
                    </a:ext>
                  </a:extLst>
                </p:cNvPr>
                <p:cNvSpPr>
                  <a:spLocks noChangeAspect="1" noChangeShapeType="1"/>
                </p:cNvSpPr>
                <p:nvPr/>
              </p:nvSpPr>
              <p:spPr bwMode="auto">
                <a:xfrm flipV="1">
                  <a:off x="839" y="3100"/>
                  <a:ext cx="0" cy="292"/>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74" name="Object 122">
                  <a:extLst>
                    <a:ext uri="{FF2B5EF4-FFF2-40B4-BE49-F238E27FC236}">
                      <a16:creationId xmlns:a16="http://schemas.microsoft.com/office/drawing/2014/main" id="{C8AC0EAA-C634-0D98-80C7-20BB11C9CC9F}"/>
                    </a:ext>
                  </a:extLst>
                </p:cNvPr>
                <p:cNvGraphicFramePr>
                  <a:graphicFrameLocks noChangeAspect="1"/>
                </p:cNvGraphicFramePr>
                <p:nvPr/>
              </p:nvGraphicFramePr>
              <p:xfrm>
                <a:off x="729" y="2863"/>
                <a:ext cx="202" cy="206"/>
              </p:xfrm>
              <a:graphic>
                <a:graphicData uri="http://schemas.openxmlformats.org/presentationml/2006/ole">
                  <mc:AlternateContent xmlns:mc="http://schemas.openxmlformats.org/markup-compatibility/2006">
                    <mc:Choice xmlns:v="urn:schemas-microsoft-com:vml" Requires="v">
                      <p:oleObj name="公式" r:id="rId36" imgW="319978" imgH="358112" progId="Equation.3">
                        <p:embed/>
                      </p:oleObj>
                    </mc:Choice>
                    <mc:Fallback>
                      <p:oleObj name="公式" r:id="rId36" imgW="319978" imgH="358112" progId="Equation.3">
                        <p:embed/>
                        <p:pic>
                          <p:nvPicPr>
                            <p:cNvPr id="17474" name="Object 122">
                              <a:extLst>
                                <a:ext uri="{FF2B5EF4-FFF2-40B4-BE49-F238E27FC236}">
                                  <a16:creationId xmlns:a16="http://schemas.microsoft.com/office/drawing/2014/main" id="{C8AC0EAA-C634-0D98-80C7-20BB11C9CC9F}"/>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29" y="2863"/>
                              <a:ext cx="202"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64" name="Group 123">
                <a:extLst>
                  <a:ext uri="{FF2B5EF4-FFF2-40B4-BE49-F238E27FC236}">
                    <a16:creationId xmlns:a16="http://schemas.microsoft.com/office/drawing/2014/main" id="{809FE3DC-EA8D-AB9F-83FB-D30E7EA4558C}"/>
                  </a:ext>
                </a:extLst>
              </p:cNvPr>
              <p:cNvGrpSpPr>
                <a:grpSpLocks noChangeAspect="1"/>
              </p:cNvGrpSpPr>
              <p:nvPr/>
            </p:nvGrpSpPr>
            <p:grpSpPr bwMode="auto">
              <a:xfrm>
                <a:off x="900" y="3503"/>
                <a:ext cx="496" cy="203"/>
                <a:chOff x="900" y="3511"/>
                <a:chExt cx="496" cy="203"/>
              </a:xfrm>
            </p:grpSpPr>
            <p:sp>
              <p:nvSpPr>
                <p:cNvPr id="17471" name="Line 124">
                  <a:extLst>
                    <a:ext uri="{FF2B5EF4-FFF2-40B4-BE49-F238E27FC236}">
                      <a16:creationId xmlns:a16="http://schemas.microsoft.com/office/drawing/2014/main" id="{60979236-5EB9-B283-EC29-1A34208CA325}"/>
                    </a:ext>
                  </a:extLst>
                </p:cNvPr>
                <p:cNvSpPr>
                  <a:spLocks noChangeAspect="1" noChangeShapeType="1"/>
                </p:cNvSpPr>
                <p:nvPr/>
              </p:nvSpPr>
              <p:spPr bwMode="auto">
                <a:xfrm>
                  <a:off x="900" y="3624"/>
                  <a:ext cx="277" cy="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72" name="Object 125">
                  <a:extLst>
                    <a:ext uri="{FF2B5EF4-FFF2-40B4-BE49-F238E27FC236}">
                      <a16:creationId xmlns:a16="http://schemas.microsoft.com/office/drawing/2014/main" id="{042861A2-954B-E8C0-716D-6E8472028E7E}"/>
                    </a:ext>
                  </a:extLst>
                </p:cNvPr>
                <p:cNvGraphicFramePr>
                  <a:graphicFrameLocks noChangeAspect="1"/>
                </p:cNvGraphicFramePr>
                <p:nvPr/>
              </p:nvGraphicFramePr>
              <p:xfrm>
                <a:off x="1218" y="3511"/>
                <a:ext cx="178" cy="203"/>
              </p:xfrm>
              <a:graphic>
                <a:graphicData uri="http://schemas.openxmlformats.org/presentationml/2006/ole">
                  <mc:AlternateContent xmlns:mc="http://schemas.openxmlformats.org/markup-compatibility/2006">
                    <mc:Choice xmlns:v="urn:schemas-microsoft-com:vml" Requires="v">
                      <p:oleObj name="公式" r:id="rId38" imgW="282158" imgH="358112" progId="Equation.3">
                        <p:embed/>
                      </p:oleObj>
                    </mc:Choice>
                    <mc:Fallback>
                      <p:oleObj name="公式" r:id="rId38" imgW="282158" imgH="358112" progId="Equation.3">
                        <p:embed/>
                        <p:pic>
                          <p:nvPicPr>
                            <p:cNvPr id="17472" name="Object 125">
                              <a:extLst>
                                <a:ext uri="{FF2B5EF4-FFF2-40B4-BE49-F238E27FC236}">
                                  <a16:creationId xmlns:a16="http://schemas.microsoft.com/office/drawing/2014/main" id="{042861A2-954B-E8C0-716D-6E8472028E7E}"/>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218" y="3511"/>
                              <a:ext cx="178"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65" name="Group 126">
                <a:extLst>
                  <a:ext uri="{FF2B5EF4-FFF2-40B4-BE49-F238E27FC236}">
                    <a16:creationId xmlns:a16="http://schemas.microsoft.com/office/drawing/2014/main" id="{BB7F1D53-E64F-E417-B9A7-B8B685055B7C}"/>
                  </a:ext>
                </a:extLst>
              </p:cNvPr>
              <p:cNvGrpSpPr>
                <a:grpSpLocks noChangeAspect="1"/>
              </p:cNvGrpSpPr>
              <p:nvPr/>
            </p:nvGrpSpPr>
            <p:grpSpPr bwMode="auto">
              <a:xfrm>
                <a:off x="682" y="3581"/>
                <a:ext cx="349" cy="490"/>
                <a:chOff x="682" y="3581"/>
                <a:chExt cx="349" cy="490"/>
              </a:xfrm>
            </p:grpSpPr>
            <p:sp>
              <p:nvSpPr>
                <p:cNvPr id="17469" name="Line 127">
                  <a:extLst>
                    <a:ext uri="{FF2B5EF4-FFF2-40B4-BE49-F238E27FC236}">
                      <a16:creationId xmlns:a16="http://schemas.microsoft.com/office/drawing/2014/main" id="{FE00CD68-46FE-3110-5A32-DE2D0A055B15}"/>
                    </a:ext>
                  </a:extLst>
                </p:cNvPr>
                <p:cNvSpPr>
                  <a:spLocks noChangeAspect="1" noChangeShapeType="1"/>
                </p:cNvSpPr>
                <p:nvPr/>
              </p:nvSpPr>
              <p:spPr bwMode="auto">
                <a:xfrm>
                  <a:off x="831" y="3581"/>
                  <a:ext cx="0" cy="292"/>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70" name="Object 128">
                  <a:extLst>
                    <a:ext uri="{FF2B5EF4-FFF2-40B4-BE49-F238E27FC236}">
                      <a16:creationId xmlns:a16="http://schemas.microsoft.com/office/drawing/2014/main" id="{E6817BAB-E528-F047-0C2E-E4CE62654A33}"/>
                    </a:ext>
                  </a:extLst>
                </p:cNvPr>
                <p:cNvGraphicFramePr>
                  <a:graphicFrameLocks noChangeAspect="1"/>
                </p:cNvGraphicFramePr>
                <p:nvPr/>
              </p:nvGraphicFramePr>
              <p:xfrm>
                <a:off x="682" y="3839"/>
                <a:ext cx="349" cy="232"/>
              </p:xfrm>
              <a:graphic>
                <a:graphicData uri="http://schemas.openxmlformats.org/presentationml/2006/ole">
                  <mc:AlternateContent xmlns:mc="http://schemas.openxmlformats.org/markup-compatibility/2006">
                    <mc:Choice xmlns:v="urn:schemas-microsoft-com:vml" Requires="v">
                      <p:oleObj name="公式" r:id="rId40" imgW="586709" imgH="411480" progId="Equation.3">
                        <p:embed/>
                      </p:oleObj>
                    </mc:Choice>
                    <mc:Fallback>
                      <p:oleObj name="公式" r:id="rId40" imgW="586709" imgH="411480" progId="Equation.3">
                        <p:embed/>
                        <p:pic>
                          <p:nvPicPr>
                            <p:cNvPr id="17470" name="Object 128">
                              <a:extLst>
                                <a:ext uri="{FF2B5EF4-FFF2-40B4-BE49-F238E27FC236}">
                                  <a16:creationId xmlns:a16="http://schemas.microsoft.com/office/drawing/2014/main" id="{E6817BAB-E528-F047-0C2E-E4CE62654A33}"/>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682" y="3839"/>
                              <a:ext cx="349"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66" name="Group 129">
                <a:extLst>
                  <a:ext uri="{FF2B5EF4-FFF2-40B4-BE49-F238E27FC236}">
                    <a16:creationId xmlns:a16="http://schemas.microsoft.com/office/drawing/2014/main" id="{70EF3AF2-7186-3CBC-0A9B-1E212CE0C3DB}"/>
                  </a:ext>
                </a:extLst>
              </p:cNvPr>
              <p:cNvGrpSpPr>
                <a:grpSpLocks noChangeAspect="1"/>
              </p:cNvGrpSpPr>
              <p:nvPr/>
            </p:nvGrpSpPr>
            <p:grpSpPr bwMode="auto">
              <a:xfrm>
                <a:off x="415" y="3222"/>
                <a:ext cx="285" cy="273"/>
                <a:chOff x="415" y="3222"/>
                <a:chExt cx="285" cy="273"/>
              </a:xfrm>
            </p:grpSpPr>
            <p:sp>
              <p:nvSpPr>
                <p:cNvPr id="17467" name="Line 130">
                  <a:extLst>
                    <a:ext uri="{FF2B5EF4-FFF2-40B4-BE49-F238E27FC236}">
                      <a16:creationId xmlns:a16="http://schemas.microsoft.com/office/drawing/2014/main" id="{5C00FBE3-A969-8B61-B0E0-8F5A721FE988}"/>
                    </a:ext>
                  </a:extLst>
                </p:cNvPr>
                <p:cNvSpPr>
                  <a:spLocks noChangeAspect="1" noChangeShapeType="1"/>
                </p:cNvSpPr>
                <p:nvPr/>
              </p:nvSpPr>
              <p:spPr bwMode="auto">
                <a:xfrm flipH="1">
                  <a:off x="423" y="3495"/>
                  <a:ext cx="277" cy="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68" name="Object 131">
                  <a:extLst>
                    <a:ext uri="{FF2B5EF4-FFF2-40B4-BE49-F238E27FC236}">
                      <a16:creationId xmlns:a16="http://schemas.microsoft.com/office/drawing/2014/main" id="{98CB727A-147F-2546-3859-F8786950044D}"/>
                    </a:ext>
                  </a:extLst>
                </p:cNvPr>
                <p:cNvGraphicFramePr>
                  <a:graphicFrameLocks noChangeAspect="1"/>
                </p:cNvGraphicFramePr>
                <p:nvPr/>
              </p:nvGraphicFramePr>
              <p:xfrm>
                <a:off x="415" y="3222"/>
                <a:ext cx="230" cy="199"/>
              </p:xfrm>
              <a:graphic>
                <a:graphicData uri="http://schemas.openxmlformats.org/presentationml/2006/ole">
                  <mc:AlternateContent xmlns:mc="http://schemas.openxmlformats.org/markup-compatibility/2006">
                    <mc:Choice xmlns:v="urn:schemas-microsoft-com:vml" Requires="v">
                      <p:oleObj name="公式" r:id="rId42" imgW="373224" imgH="350631" progId="Equation.3">
                        <p:embed/>
                      </p:oleObj>
                    </mc:Choice>
                    <mc:Fallback>
                      <p:oleObj name="公式" r:id="rId42" imgW="373224" imgH="350631" progId="Equation.3">
                        <p:embed/>
                        <p:pic>
                          <p:nvPicPr>
                            <p:cNvPr id="17468" name="Object 131">
                              <a:extLst>
                                <a:ext uri="{FF2B5EF4-FFF2-40B4-BE49-F238E27FC236}">
                                  <a16:creationId xmlns:a16="http://schemas.microsoft.com/office/drawing/2014/main" id="{98CB727A-147F-2546-3859-F8786950044D}"/>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15" y="3222"/>
                              <a:ext cx="230"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17433" name="Object 132">
              <a:extLst>
                <a:ext uri="{FF2B5EF4-FFF2-40B4-BE49-F238E27FC236}">
                  <a16:creationId xmlns:a16="http://schemas.microsoft.com/office/drawing/2014/main" id="{6CAA33F3-1C1C-43D8-388C-47A20EB99FE1}"/>
                </a:ext>
              </a:extLst>
            </p:cNvPr>
            <p:cNvGraphicFramePr>
              <a:graphicFrameLocks noChangeAspect="1"/>
            </p:cNvGraphicFramePr>
            <p:nvPr/>
          </p:nvGraphicFramePr>
          <p:xfrm>
            <a:off x="5105" y="2944"/>
            <a:ext cx="272" cy="253"/>
          </p:xfrm>
          <a:graphic>
            <a:graphicData uri="http://schemas.openxmlformats.org/presentationml/2006/ole">
              <mc:AlternateContent xmlns:mc="http://schemas.openxmlformats.org/markup-compatibility/2006">
                <mc:Choice xmlns:v="urn:schemas-microsoft-com:vml" Requires="v">
                  <p:oleObj name="公式" r:id="rId44" imgW="144811" imgH="144641" progId="Equation.3">
                    <p:embed/>
                  </p:oleObj>
                </mc:Choice>
                <mc:Fallback>
                  <p:oleObj name="公式" r:id="rId44" imgW="144811" imgH="144641" progId="Equation.3">
                    <p:embed/>
                    <p:pic>
                      <p:nvPicPr>
                        <p:cNvPr id="17433" name="Object 132">
                          <a:extLst>
                            <a:ext uri="{FF2B5EF4-FFF2-40B4-BE49-F238E27FC236}">
                              <a16:creationId xmlns:a16="http://schemas.microsoft.com/office/drawing/2014/main" id="{6CAA33F3-1C1C-43D8-388C-47A20EB99FE1}"/>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5105" y="2944"/>
                          <a:ext cx="272" cy="253"/>
                        </a:xfrm>
                        <a:prstGeom prst="rect">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434" name="Group 133">
              <a:extLst>
                <a:ext uri="{FF2B5EF4-FFF2-40B4-BE49-F238E27FC236}">
                  <a16:creationId xmlns:a16="http://schemas.microsoft.com/office/drawing/2014/main" id="{479AC4FC-86F0-D446-0C12-6693CE7A5DBD}"/>
                </a:ext>
              </a:extLst>
            </p:cNvPr>
            <p:cNvGrpSpPr>
              <a:grpSpLocks noChangeAspect="1"/>
            </p:cNvGrpSpPr>
            <p:nvPr/>
          </p:nvGrpSpPr>
          <p:grpSpPr bwMode="auto">
            <a:xfrm>
              <a:off x="3417" y="2452"/>
              <a:ext cx="305" cy="1120"/>
              <a:chOff x="1226" y="1727"/>
              <a:chExt cx="342" cy="1255"/>
            </a:xfrm>
          </p:grpSpPr>
          <p:grpSp>
            <p:nvGrpSpPr>
              <p:cNvPr id="17457" name="Group 134">
                <a:extLst>
                  <a:ext uri="{FF2B5EF4-FFF2-40B4-BE49-F238E27FC236}">
                    <a16:creationId xmlns:a16="http://schemas.microsoft.com/office/drawing/2014/main" id="{4395C579-6FEB-B952-F197-5B9227911220}"/>
                  </a:ext>
                </a:extLst>
              </p:cNvPr>
              <p:cNvGrpSpPr>
                <a:grpSpLocks noChangeAspect="1"/>
              </p:cNvGrpSpPr>
              <p:nvPr/>
            </p:nvGrpSpPr>
            <p:grpSpPr bwMode="auto">
              <a:xfrm>
                <a:off x="1226" y="2464"/>
                <a:ext cx="342" cy="518"/>
                <a:chOff x="1226" y="2464"/>
                <a:chExt cx="342" cy="518"/>
              </a:xfrm>
            </p:grpSpPr>
            <p:sp>
              <p:nvSpPr>
                <p:cNvPr id="17461" name="Line 135">
                  <a:extLst>
                    <a:ext uri="{FF2B5EF4-FFF2-40B4-BE49-F238E27FC236}">
                      <a16:creationId xmlns:a16="http://schemas.microsoft.com/office/drawing/2014/main" id="{D2338BF2-5A55-68DE-2067-8CD130571012}"/>
                    </a:ext>
                  </a:extLst>
                </p:cNvPr>
                <p:cNvSpPr>
                  <a:spLocks noChangeAspect="1" noChangeShapeType="1"/>
                </p:cNvSpPr>
                <p:nvPr/>
              </p:nvSpPr>
              <p:spPr bwMode="auto">
                <a:xfrm>
                  <a:off x="1402" y="2464"/>
                  <a:ext cx="0" cy="292"/>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62" name="Object 136">
                  <a:extLst>
                    <a:ext uri="{FF2B5EF4-FFF2-40B4-BE49-F238E27FC236}">
                      <a16:creationId xmlns:a16="http://schemas.microsoft.com/office/drawing/2014/main" id="{83040F00-37BD-AA25-0F6E-A48D0B23294C}"/>
                    </a:ext>
                  </a:extLst>
                </p:cNvPr>
                <p:cNvGraphicFramePr>
                  <a:graphicFrameLocks noChangeAspect="1"/>
                </p:cNvGraphicFramePr>
                <p:nvPr/>
              </p:nvGraphicFramePr>
              <p:xfrm>
                <a:off x="1226" y="2754"/>
                <a:ext cx="342" cy="228"/>
              </p:xfrm>
              <a:graphic>
                <a:graphicData uri="http://schemas.openxmlformats.org/presentationml/2006/ole">
                  <mc:AlternateContent xmlns:mc="http://schemas.openxmlformats.org/markup-compatibility/2006">
                    <mc:Choice xmlns:v="urn:schemas-microsoft-com:vml" Requires="v">
                      <p:oleObj name="公式" r:id="rId46" imgW="625027" imgH="411480" progId="Equation.3">
                        <p:embed/>
                      </p:oleObj>
                    </mc:Choice>
                    <mc:Fallback>
                      <p:oleObj name="公式" r:id="rId46" imgW="625027" imgH="411480" progId="Equation.3">
                        <p:embed/>
                        <p:pic>
                          <p:nvPicPr>
                            <p:cNvPr id="17462" name="Object 136">
                              <a:extLst>
                                <a:ext uri="{FF2B5EF4-FFF2-40B4-BE49-F238E27FC236}">
                                  <a16:creationId xmlns:a16="http://schemas.microsoft.com/office/drawing/2014/main" id="{83040F00-37BD-AA25-0F6E-A48D0B23294C}"/>
                                </a:ext>
                              </a:extLst>
                            </p:cNvPr>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1226" y="2754"/>
                              <a:ext cx="342"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58" name="Group 137">
                <a:extLst>
                  <a:ext uri="{FF2B5EF4-FFF2-40B4-BE49-F238E27FC236}">
                    <a16:creationId xmlns:a16="http://schemas.microsoft.com/office/drawing/2014/main" id="{3856EB38-D6D5-AC79-4A0C-9988A92F6862}"/>
                  </a:ext>
                </a:extLst>
              </p:cNvPr>
              <p:cNvGrpSpPr>
                <a:grpSpLocks noChangeAspect="1"/>
              </p:cNvGrpSpPr>
              <p:nvPr/>
            </p:nvGrpSpPr>
            <p:grpSpPr bwMode="auto">
              <a:xfrm>
                <a:off x="1297" y="1727"/>
                <a:ext cx="242" cy="526"/>
                <a:chOff x="1297" y="1727"/>
                <a:chExt cx="242" cy="526"/>
              </a:xfrm>
            </p:grpSpPr>
            <p:sp>
              <p:nvSpPr>
                <p:cNvPr id="17459" name="Line 138">
                  <a:extLst>
                    <a:ext uri="{FF2B5EF4-FFF2-40B4-BE49-F238E27FC236}">
                      <a16:creationId xmlns:a16="http://schemas.microsoft.com/office/drawing/2014/main" id="{72746DE1-9201-3EA5-24B7-68D81A43B565}"/>
                    </a:ext>
                  </a:extLst>
                </p:cNvPr>
                <p:cNvSpPr>
                  <a:spLocks noChangeAspect="1" noChangeShapeType="1"/>
                </p:cNvSpPr>
                <p:nvPr/>
              </p:nvSpPr>
              <p:spPr bwMode="auto">
                <a:xfrm flipV="1">
                  <a:off x="1402" y="1952"/>
                  <a:ext cx="0" cy="301"/>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60" name="Object 139">
                  <a:extLst>
                    <a:ext uri="{FF2B5EF4-FFF2-40B4-BE49-F238E27FC236}">
                      <a16:creationId xmlns:a16="http://schemas.microsoft.com/office/drawing/2014/main" id="{AE2739D7-91AF-95FA-50F4-AAE9049DD0FB}"/>
                    </a:ext>
                  </a:extLst>
                </p:cNvPr>
                <p:cNvGraphicFramePr>
                  <a:graphicFrameLocks noChangeAspect="1"/>
                </p:cNvGraphicFramePr>
                <p:nvPr/>
              </p:nvGraphicFramePr>
              <p:xfrm>
                <a:off x="1297" y="1727"/>
                <a:ext cx="242" cy="198"/>
              </p:xfrm>
              <a:graphic>
                <a:graphicData uri="http://schemas.openxmlformats.org/presentationml/2006/ole">
                  <mc:AlternateContent xmlns:mc="http://schemas.openxmlformats.org/markup-compatibility/2006">
                    <mc:Choice xmlns:v="urn:schemas-microsoft-com:vml" Requires="v">
                      <p:oleObj name="公式" r:id="rId48" imgW="396116" imgH="350631" progId="Equation.3">
                        <p:embed/>
                      </p:oleObj>
                    </mc:Choice>
                    <mc:Fallback>
                      <p:oleObj name="公式" r:id="rId48" imgW="396116" imgH="350631" progId="Equation.3">
                        <p:embed/>
                        <p:pic>
                          <p:nvPicPr>
                            <p:cNvPr id="17460" name="Object 139">
                              <a:extLst>
                                <a:ext uri="{FF2B5EF4-FFF2-40B4-BE49-F238E27FC236}">
                                  <a16:creationId xmlns:a16="http://schemas.microsoft.com/office/drawing/2014/main" id="{AE2739D7-91AF-95FA-50F4-AAE9049DD0FB}"/>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1297" y="1727"/>
                              <a:ext cx="242"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7435" name="Group 140">
              <a:extLst>
                <a:ext uri="{FF2B5EF4-FFF2-40B4-BE49-F238E27FC236}">
                  <a16:creationId xmlns:a16="http://schemas.microsoft.com/office/drawing/2014/main" id="{2621DEB1-B874-BCE8-BB79-03CA54C2B2E9}"/>
                </a:ext>
              </a:extLst>
            </p:cNvPr>
            <p:cNvGrpSpPr>
              <a:grpSpLocks noChangeAspect="1"/>
            </p:cNvGrpSpPr>
            <p:nvPr/>
          </p:nvGrpSpPr>
          <p:grpSpPr bwMode="auto">
            <a:xfrm>
              <a:off x="3471" y="2873"/>
              <a:ext cx="222" cy="253"/>
              <a:chOff x="1287" y="2199"/>
              <a:chExt cx="248" cy="283"/>
            </a:xfrm>
          </p:grpSpPr>
          <p:sp>
            <p:nvSpPr>
              <p:cNvPr id="17455" name="Rectangle 141">
                <a:extLst>
                  <a:ext uri="{FF2B5EF4-FFF2-40B4-BE49-F238E27FC236}">
                    <a16:creationId xmlns:a16="http://schemas.microsoft.com/office/drawing/2014/main" id="{DDA0D1EA-BB32-EC32-60AC-4D5639BE7671}"/>
                  </a:ext>
                </a:extLst>
              </p:cNvPr>
              <p:cNvSpPr>
                <a:spLocks noChangeAspect="1" noChangeArrowheads="1"/>
              </p:cNvSpPr>
              <p:nvPr/>
            </p:nvSpPr>
            <p:spPr bwMode="auto">
              <a:xfrm>
                <a:off x="1287" y="2199"/>
                <a:ext cx="248" cy="283"/>
              </a:xfrm>
              <a:prstGeom prst="rect">
                <a:avLst/>
              </a:prstGeom>
              <a:solidFill>
                <a:srgbClr val="00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aphicFrame>
            <p:nvGraphicFramePr>
              <p:cNvPr id="17456" name="Object 142">
                <a:extLst>
                  <a:ext uri="{FF2B5EF4-FFF2-40B4-BE49-F238E27FC236}">
                    <a16:creationId xmlns:a16="http://schemas.microsoft.com/office/drawing/2014/main" id="{6635C6C0-9C39-A1C3-570A-B7FB1DF87AC3}"/>
                  </a:ext>
                </a:extLst>
              </p:cNvPr>
              <p:cNvGraphicFramePr>
                <a:graphicFrameLocks noChangeAspect="1"/>
              </p:cNvGraphicFramePr>
              <p:nvPr/>
            </p:nvGraphicFramePr>
            <p:xfrm>
              <a:off x="1313" y="2268"/>
              <a:ext cx="159" cy="163"/>
            </p:xfrm>
            <a:graphic>
              <a:graphicData uri="http://schemas.openxmlformats.org/presentationml/2006/ole">
                <mc:AlternateContent xmlns:mc="http://schemas.openxmlformats.org/markup-compatibility/2006">
                  <mc:Choice xmlns:v="urn:schemas-microsoft-com:vml" Requires="v">
                    <p:oleObj name="公式" r:id="rId50" imgW="205522" imgH="236414" progId="Equation.3">
                      <p:embed/>
                    </p:oleObj>
                  </mc:Choice>
                  <mc:Fallback>
                    <p:oleObj name="公式" r:id="rId50" imgW="205522" imgH="236414" progId="Equation.3">
                      <p:embed/>
                      <p:pic>
                        <p:nvPicPr>
                          <p:cNvPr id="17456" name="Object 142">
                            <a:extLst>
                              <a:ext uri="{FF2B5EF4-FFF2-40B4-BE49-F238E27FC236}">
                                <a16:creationId xmlns:a16="http://schemas.microsoft.com/office/drawing/2014/main" id="{6635C6C0-9C39-A1C3-570A-B7FB1DF87AC3}"/>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1313" y="2268"/>
                            <a:ext cx="159" cy="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36" name="Group 143">
              <a:extLst>
                <a:ext uri="{FF2B5EF4-FFF2-40B4-BE49-F238E27FC236}">
                  <a16:creationId xmlns:a16="http://schemas.microsoft.com/office/drawing/2014/main" id="{561B5496-ED3F-8123-AEEF-0D4CDF7D12CD}"/>
                </a:ext>
              </a:extLst>
            </p:cNvPr>
            <p:cNvGrpSpPr>
              <a:grpSpLocks noChangeAspect="1"/>
            </p:cNvGrpSpPr>
            <p:nvPr/>
          </p:nvGrpSpPr>
          <p:grpSpPr bwMode="auto">
            <a:xfrm>
              <a:off x="4012" y="2445"/>
              <a:ext cx="662" cy="1123"/>
              <a:chOff x="2193" y="1720"/>
              <a:chExt cx="777" cy="1319"/>
            </a:xfrm>
          </p:grpSpPr>
          <p:grpSp>
            <p:nvGrpSpPr>
              <p:cNvPr id="17443" name="Group 144">
                <a:extLst>
                  <a:ext uri="{FF2B5EF4-FFF2-40B4-BE49-F238E27FC236}">
                    <a16:creationId xmlns:a16="http://schemas.microsoft.com/office/drawing/2014/main" id="{6076B10C-C432-8C94-63D1-50999B527318}"/>
                  </a:ext>
                </a:extLst>
              </p:cNvPr>
              <p:cNvGrpSpPr>
                <a:grpSpLocks noChangeAspect="1"/>
              </p:cNvGrpSpPr>
              <p:nvPr/>
            </p:nvGrpSpPr>
            <p:grpSpPr bwMode="auto">
              <a:xfrm>
                <a:off x="2495" y="2320"/>
                <a:ext cx="360" cy="719"/>
                <a:chOff x="2495" y="2320"/>
                <a:chExt cx="360" cy="719"/>
              </a:xfrm>
            </p:grpSpPr>
            <p:sp>
              <p:nvSpPr>
                <p:cNvPr id="17453" name="Line 145">
                  <a:extLst>
                    <a:ext uri="{FF2B5EF4-FFF2-40B4-BE49-F238E27FC236}">
                      <a16:creationId xmlns:a16="http://schemas.microsoft.com/office/drawing/2014/main" id="{AB10E943-CA99-DB2E-D6D1-EEE80743929A}"/>
                    </a:ext>
                  </a:extLst>
                </p:cNvPr>
                <p:cNvSpPr>
                  <a:spLocks noChangeAspect="1" noChangeShapeType="1"/>
                </p:cNvSpPr>
                <p:nvPr/>
              </p:nvSpPr>
              <p:spPr bwMode="auto">
                <a:xfrm>
                  <a:off x="2657" y="2320"/>
                  <a:ext cx="8" cy="50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54" name="Object 146">
                  <a:extLst>
                    <a:ext uri="{FF2B5EF4-FFF2-40B4-BE49-F238E27FC236}">
                      <a16:creationId xmlns:a16="http://schemas.microsoft.com/office/drawing/2014/main" id="{F95A8578-212C-FD40-0404-5D782E68C791}"/>
                    </a:ext>
                  </a:extLst>
                </p:cNvPr>
                <p:cNvGraphicFramePr>
                  <a:graphicFrameLocks noChangeAspect="1"/>
                </p:cNvGraphicFramePr>
                <p:nvPr/>
              </p:nvGraphicFramePr>
              <p:xfrm>
                <a:off x="2495" y="2808"/>
                <a:ext cx="360" cy="231"/>
              </p:xfrm>
              <a:graphic>
                <a:graphicData uri="http://schemas.openxmlformats.org/presentationml/2006/ole">
                  <mc:AlternateContent xmlns:mc="http://schemas.openxmlformats.org/markup-compatibility/2006">
                    <mc:Choice xmlns:v="urn:schemas-microsoft-com:vml" Requires="v">
                      <p:oleObj name="公式" r:id="rId52" imgW="617064" imgH="411480" progId="Equation.3">
                        <p:embed/>
                      </p:oleObj>
                    </mc:Choice>
                    <mc:Fallback>
                      <p:oleObj name="公式" r:id="rId52" imgW="617064" imgH="411480" progId="Equation.3">
                        <p:embed/>
                        <p:pic>
                          <p:nvPicPr>
                            <p:cNvPr id="17454" name="Object 146">
                              <a:extLst>
                                <a:ext uri="{FF2B5EF4-FFF2-40B4-BE49-F238E27FC236}">
                                  <a16:creationId xmlns:a16="http://schemas.microsoft.com/office/drawing/2014/main" id="{F95A8578-212C-FD40-0404-5D782E68C791}"/>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495" y="2808"/>
                              <a:ext cx="3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44" name="Group 147">
                <a:extLst>
                  <a:ext uri="{FF2B5EF4-FFF2-40B4-BE49-F238E27FC236}">
                    <a16:creationId xmlns:a16="http://schemas.microsoft.com/office/drawing/2014/main" id="{E44F629F-790A-5156-7A79-9D6FC1D0F992}"/>
                  </a:ext>
                </a:extLst>
              </p:cNvPr>
              <p:cNvGrpSpPr>
                <a:grpSpLocks noChangeAspect="1"/>
              </p:cNvGrpSpPr>
              <p:nvPr/>
            </p:nvGrpSpPr>
            <p:grpSpPr bwMode="auto">
              <a:xfrm>
                <a:off x="2205" y="1720"/>
                <a:ext cx="489" cy="619"/>
                <a:chOff x="2205" y="1720"/>
                <a:chExt cx="489" cy="619"/>
              </a:xfrm>
            </p:grpSpPr>
            <p:graphicFrame>
              <p:nvGraphicFramePr>
                <p:cNvPr id="17451" name="Object 148">
                  <a:extLst>
                    <a:ext uri="{FF2B5EF4-FFF2-40B4-BE49-F238E27FC236}">
                      <a16:creationId xmlns:a16="http://schemas.microsoft.com/office/drawing/2014/main" id="{844600AD-684D-BAEB-366A-1D2FA32958E1}"/>
                    </a:ext>
                  </a:extLst>
                </p:cNvPr>
                <p:cNvGraphicFramePr>
                  <a:graphicFrameLocks noChangeAspect="1"/>
                </p:cNvGraphicFramePr>
                <p:nvPr/>
              </p:nvGraphicFramePr>
              <p:xfrm>
                <a:off x="2205" y="1720"/>
                <a:ext cx="264" cy="205"/>
              </p:xfrm>
              <a:graphic>
                <a:graphicData uri="http://schemas.openxmlformats.org/presentationml/2006/ole">
                  <mc:AlternateContent xmlns:mc="http://schemas.openxmlformats.org/markup-compatibility/2006">
                    <mc:Choice xmlns:v="urn:schemas-microsoft-com:vml" Requires="v">
                      <p:oleObj name="公式" r:id="rId54" imgW="434433" imgH="358112" progId="Equation.3">
                        <p:embed/>
                      </p:oleObj>
                    </mc:Choice>
                    <mc:Fallback>
                      <p:oleObj name="公式" r:id="rId54" imgW="434433" imgH="358112" progId="Equation.3">
                        <p:embed/>
                        <p:pic>
                          <p:nvPicPr>
                            <p:cNvPr id="17451" name="Object 148">
                              <a:extLst>
                                <a:ext uri="{FF2B5EF4-FFF2-40B4-BE49-F238E27FC236}">
                                  <a16:creationId xmlns:a16="http://schemas.microsoft.com/office/drawing/2014/main" id="{844600AD-684D-BAEB-366A-1D2FA32958E1}"/>
                                </a:ext>
                              </a:extLst>
                            </p:cNvPr>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2205" y="1720"/>
                              <a:ext cx="264" cy="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52" name="Line 149">
                  <a:extLst>
                    <a:ext uri="{FF2B5EF4-FFF2-40B4-BE49-F238E27FC236}">
                      <a16:creationId xmlns:a16="http://schemas.microsoft.com/office/drawing/2014/main" id="{C379FBFF-8977-5B8F-86E8-D4B9D25BDDA0}"/>
                    </a:ext>
                  </a:extLst>
                </p:cNvPr>
                <p:cNvSpPr>
                  <a:spLocks noChangeAspect="1" noChangeShapeType="1"/>
                </p:cNvSpPr>
                <p:nvPr/>
              </p:nvSpPr>
              <p:spPr bwMode="auto">
                <a:xfrm flipH="1" flipV="1">
                  <a:off x="2338" y="1962"/>
                  <a:ext cx="356" cy="377"/>
                </a:xfrm>
                <a:prstGeom prst="line">
                  <a:avLst/>
                </a:prstGeom>
                <a:noFill/>
                <a:ln w="38100">
                  <a:solidFill>
                    <a:srgbClr val="FFFF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grpSp>
            <p:nvGrpSpPr>
              <p:cNvPr id="17445" name="Group 150">
                <a:extLst>
                  <a:ext uri="{FF2B5EF4-FFF2-40B4-BE49-F238E27FC236}">
                    <a16:creationId xmlns:a16="http://schemas.microsoft.com/office/drawing/2014/main" id="{4866D506-9077-27CC-D4E8-F3303AD4D7D3}"/>
                  </a:ext>
                </a:extLst>
              </p:cNvPr>
              <p:cNvGrpSpPr>
                <a:grpSpLocks noChangeAspect="1"/>
              </p:cNvGrpSpPr>
              <p:nvPr/>
            </p:nvGrpSpPr>
            <p:grpSpPr bwMode="auto">
              <a:xfrm>
                <a:off x="2193" y="2307"/>
                <a:ext cx="310" cy="325"/>
                <a:chOff x="2193" y="2307"/>
                <a:chExt cx="310" cy="325"/>
              </a:xfrm>
            </p:grpSpPr>
            <p:sp>
              <p:nvSpPr>
                <p:cNvPr id="17449" name="Line 151">
                  <a:extLst>
                    <a:ext uri="{FF2B5EF4-FFF2-40B4-BE49-F238E27FC236}">
                      <a16:creationId xmlns:a16="http://schemas.microsoft.com/office/drawing/2014/main" id="{8E270EE6-4A94-6988-41B4-051DFFEC86A1}"/>
                    </a:ext>
                  </a:extLst>
                </p:cNvPr>
                <p:cNvSpPr>
                  <a:spLocks noChangeAspect="1" noChangeShapeType="1"/>
                </p:cNvSpPr>
                <p:nvPr/>
              </p:nvSpPr>
              <p:spPr bwMode="auto">
                <a:xfrm>
                  <a:off x="2503" y="2307"/>
                  <a:ext cx="0" cy="319"/>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aphicFrame>
              <p:nvGraphicFramePr>
                <p:cNvPr id="17450" name="Object 152">
                  <a:extLst>
                    <a:ext uri="{FF2B5EF4-FFF2-40B4-BE49-F238E27FC236}">
                      <a16:creationId xmlns:a16="http://schemas.microsoft.com/office/drawing/2014/main" id="{1F71DDB3-5524-0816-A3F0-A35CFA9B524E}"/>
                    </a:ext>
                  </a:extLst>
                </p:cNvPr>
                <p:cNvGraphicFramePr>
                  <a:graphicFrameLocks noChangeAspect="1"/>
                </p:cNvGraphicFramePr>
                <p:nvPr/>
              </p:nvGraphicFramePr>
              <p:xfrm>
                <a:off x="2193" y="2422"/>
                <a:ext cx="239" cy="210"/>
              </p:xfrm>
              <a:graphic>
                <a:graphicData uri="http://schemas.openxmlformats.org/presentationml/2006/ole">
                  <mc:AlternateContent xmlns:mc="http://schemas.openxmlformats.org/markup-compatibility/2006">
                    <mc:Choice xmlns:v="urn:schemas-microsoft-com:vml" Requires="v">
                      <p:oleObj name="公式" r:id="rId56" imgW="396116" imgH="373574" progId="Equation.3">
                        <p:embed/>
                      </p:oleObj>
                    </mc:Choice>
                    <mc:Fallback>
                      <p:oleObj name="公式" r:id="rId56" imgW="396116" imgH="373574" progId="Equation.3">
                        <p:embed/>
                        <p:pic>
                          <p:nvPicPr>
                            <p:cNvPr id="17450" name="Object 152">
                              <a:extLst>
                                <a:ext uri="{FF2B5EF4-FFF2-40B4-BE49-F238E27FC236}">
                                  <a16:creationId xmlns:a16="http://schemas.microsoft.com/office/drawing/2014/main" id="{1F71DDB3-5524-0816-A3F0-A35CFA9B524E}"/>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193" y="2422"/>
                              <a:ext cx="239"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46" name="Group 153">
                <a:extLst>
                  <a:ext uri="{FF2B5EF4-FFF2-40B4-BE49-F238E27FC236}">
                    <a16:creationId xmlns:a16="http://schemas.microsoft.com/office/drawing/2014/main" id="{0B20754C-4A68-CA13-F0A1-8994511E2B06}"/>
                  </a:ext>
                </a:extLst>
              </p:cNvPr>
              <p:cNvGrpSpPr>
                <a:grpSpLocks noChangeAspect="1"/>
              </p:cNvGrpSpPr>
              <p:nvPr/>
            </p:nvGrpSpPr>
            <p:grpSpPr bwMode="auto">
              <a:xfrm>
                <a:off x="2663" y="1881"/>
                <a:ext cx="307" cy="259"/>
                <a:chOff x="2663" y="1881"/>
                <a:chExt cx="307" cy="259"/>
              </a:xfrm>
            </p:grpSpPr>
            <p:graphicFrame>
              <p:nvGraphicFramePr>
                <p:cNvPr id="17447" name="Object 154">
                  <a:extLst>
                    <a:ext uri="{FF2B5EF4-FFF2-40B4-BE49-F238E27FC236}">
                      <a16:creationId xmlns:a16="http://schemas.microsoft.com/office/drawing/2014/main" id="{FF3BD535-0E02-3FE2-890D-0E3524F8331D}"/>
                    </a:ext>
                  </a:extLst>
                </p:cNvPr>
                <p:cNvGraphicFramePr>
                  <a:graphicFrameLocks noChangeAspect="1"/>
                </p:cNvGraphicFramePr>
                <p:nvPr/>
              </p:nvGraphicFramePr>
              <p:xfrm>
                <a:off x="2728" y="1881"/>
                <a:ext cx="228" cy="206"/>
              </p:xfrm>
              <a:graphic>
                <a:graphicData uri="http://schemas.openxmlformats.org/presentationml/2006/ole">
                  <mc:AlternateContent xmlns:mc="http://schemas.openxmlformats.org/markup-compatibility/2006">
                    <mc:Choice xmlns:v="urn:schemas-microsoft-com:vml" Requires="v">
                      <p:oleObj name="公式" r:id="rId58" imgW="373224" imgH="358112" progId="Equation.3">
                        <p:embed/>
                      </p:oleObj>
                    </mc:Choice>
                    <mc:Fallback>
                      <p:oleObj name="公式" r:id="rId58" imgW="373224" imgH="358112" progId="Equation.3">
                        <p:embed/>
                        <p:pic>
                          <p:nvPicPr>
                            <p:cNvPr id="17447" name="Object 154">
                              <a:extLst>
                                <a:ext uri="{FF2B5EF4-FFF2-40B4-BE49-F238E27FC236}">
                                  <a16:creationId xmlns:a16="http://schemas.microsoft.com/office/drawing/2014/main" id="{FF3BD535-0E02-3FE2-890D-0E3524F8331D}"/>
                                </a:ext>
                              </a:extLst>
                            </p:cNvPr>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2728" y="1881"/>
                              <a:ext cx="228"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48" name="Line 155">
                  <a:extLst>
                    <a:ext uri="{FF2B5EF4-FFF2-40B4-BE49-F238E27FC236}">
                      <a16:creationId xmlns:a16="http://schemas.microsoft.com/office/drawing/2014/main" id="{21819AD3-63AE-49C7-DC1C-37D906D45124}"/>
                    </a:ext>
                  </a:extLst>
                </p:cNvPr>
                <p:cNvSpPr>
                  <a:spLocks noChangeAspect="1" noChangeShapeType="1"/>
                </p:cNvSpPr>
                <p:nvPr/>
              </p:nvSpPr>
              <p:spPr bwMode="auto">
                <a:xfrm>
                  <a:off x="2663" y="2140"/>
                  <a:ext cx="307" cy="0"/>
                </a:xfrm>
                <a:prstGeom prst="line">
                  <a:avLst/>
                </a:prstGeom>
                <a:noFill/>
                <a:ln w="38100">
                  <a:solidFill>
                    <a:schemeClr val="hlink"/>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grpSp>
        <p:grpSp>
          <p:nvGrpSpPr>
            <p:cNvPr id="17437" name="Group 156">
              <a:extLst>
                <a:ext uri="{FF2B5EF4-FFF2-40B4-BE49-F238E27FC236}">
                  <a16:creationId xmlns:a16="http://schemas.microsoft.com/office/drawing/2014/main" id="{ABE85CD3-F23E-949E-CC86-0BF31B84206B}"/>
                </a:ext>
              </a:extLst>
            </p:cNvPr>
            <p:cNvGrpSpPr>
              <a:grpSpLocks noChangeAspect="1"/>
            </p:cNvGrpSpPr>
            <p:nvPr/>
          </p:nvGrpSpPr>
          <p:grpSpPr bwMode="auto">
            <a:xfrm>
              <a:off x="4275" y="2801"/>
              <a:ext cx="367" cy="292"/>
              <a:chOff x="2501" y="2138"/>
              <a:chExt cx="432" cy="343"/>
            </a:xfrm>
          </p:grpSpPr>
          <p:grpSp>
            <p:nvGrpSpPr>
              <p:cNvPr id="17439" name="Group 157">
                <a:extLst>
                  <a:ext uri="{FF2B5EF4-FFF2-40B4-BE49-F238E27FC236}">
                    <a16:creationId xmlns:a16="http://schemas.microsoft.com/office/drawing/2014/main" id="{842AA381-F8D6-AEA0-3D6F-E4D1F420AEB4}"/>
                  </a:ext>
                </a:extLst>
              </p:cNvPr>
              <p:cNvGrpSpPr>
                <a:grpSpLocks noChangeAspect="1"/>
              </p:cNvGrpSpPr>
              <p:nvPr/>
            </p:nvGrpSpPr>
            <p:grpSpPr bwMode="auto">
              <a:xfrm>
                <a:off x="2501" y="2138"/>
                <a:ext cx="432" cy="343"/>
                <a:chOff x="3421" y="298"/>
                <a:chExt cx="432" cy="343"/>
              </a:xfrm>
            </p:grpSpPr>
            <p:sp>
              <p:nvSpPr>
                <p:cNvPr id="17441" name="Oval 158">
                  <a:extLst>
                    <a:ext uri="{FF2B5EF4-FFF2-40B4-BE49-F238E27FC236}">
                      <a16:creationId xmlns:a16="http://schemas.microsoft.com/office/drawing/2014/main" id="{1824B964-9C2B-F531-C56B-5A7D88C02EF3}"/>
                    </a:ext>
                  </a:extLst>
                </p:cNvPr>
                <p:cNvSpPr>
                  <a:spLocks noChangeAspect="1" noChangeArrowheads="1"/>
                </p:cNvSpPr>
                <p:nvPr/>
              </p:nvSpPr>
              <p:spPr bwMode="auto">
                <a:xfrm>
                  <a:off x="3421" y="298"/>
                  <a:ext cx="342" cy="343"/>
                </a:xfrm>
                <a:prstGeom prst="ellipse">
                  <a:avLst/>
                </a:prstGeom>
                <a:solidFill>
                  <a:schemeClr val="accent1"/>
                </a:solidFill>
                <a:ln w="12700">
                  <a:solidFill>
                    <a:srgbClr val="66CC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sp>
              <p:nvSpPr>
                <p:cNvPr id="17442" name="Rectangle 159">
                  <a:extLst>
                    <a:ext uri="{FF2B5EF4-FFF2-40B4-BE49-F238E27FC236}">
                      <a16:creationId xmlns:a16="http://schemas.microsoft.com/office/drawing/2014/main" id="{C32AB2EE-DC33-45A0-1388-0CE9C1E22B8A}"/>
                    </a:ext>
                  </a:extLst>
                </p:cNvPr>
                <p:cNvSpPr>
                  <a:spLocks noChangeAspect="1" noChangeArrowheads="1"/>
                </p:cNvSpPr>
                <p:nvPr/>
              </p:nvSpPr>
              <p:spPr bwMode="auto">
                <a:xfrm rot="2427030">
                  <a:off x="3563" y="550"/>
                  <a:ext cx="290" cy="41"/>
                </a:xfrm>
                <a:prstGeom prst="rect">
                  <a:avLst/>
                </a:prstGeom>
                <a:solidFill>
                  <a:srgbClr val="FFFFFF"/>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l"/>
                  <a:endParaRPr lang="zh-CN" altLang="en-US"/>
                </a:p>
              </p:txBody>
            </p:sp>
          </p:grpSp>
          <p:graphicFrame>
            <p:nvGraphicFramePr>
              <p:cNvPr id="17440" name="Object 160">
                <a:extLst>
                  <a:ext uri="{FF2B5EF4-FFF2-40B4-BE49-F238E27FC236}">
                    <a16:creationId xmlns:a16="http://schemas.microsoft.com/office/drawing/2014/main" id="{8EC7580E-2F9E-F29B-7FFD-2EE642A5BA45}"/>
                  </a:ext>
                </a:extLst>
              </p:cNvPr>
              <p:cNvGraphicFramePr>
                <a:graphicFrameLocks noChangeAspect="1"/>
              </p:cNvGraphicFramePr>
              <p:nvPr/>
            </p:nvGraphicFramePr>
            <p:xfrm>
              <a:off x="2565" y="2226"/>
              <a:ext cx="154" cy="186"/>
            </p:xfrm>
            <a:graphic>
              <a:graphicData uri="http://schemas.openxmlformats.org/presentationml/2006/ole">
                <mc:AlternateContent xmlns:mc="http://schemas.openxmlformats.org/markup-compatibility/2006">
                  <mc:Choice xmlns:v="urn:schemas-microsoft-com:vml" Requires="v">
                    <p:oleObj name="公式" r:id="rId60" imgW="205522" imgH="243895" progId="Equation.3">
                      <p:embed/>
                    </p:oleObj>
                  </mc:Choice>
                  <mc:Fallback>
                    <p:oleObj name="公式" r:id="rId60" imgW="205522" imgH="243895" progId="Equation.3">
                      <p:embed/>
                      <p:pic>
                        <p:nvPicPr>
                          <p:cNvPr id="17440" name="Object 160">
                            <a:extLst>
                              <a:ext uri="{FF2B5EF4-FFF2-40B4-BE49-F238E27FC236}">
                                <a16:creationId xmlns:a16="http://schemas.microsoft.com/office/drawing/2014/main" id="{8EC7580E-2F9E-F29B-7FFD-2EE642A5BA45}"/>
                              </a:ext>
                            </a:extLst>
                          </p:cNvPr>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2565" y="2226"/>
                            <a:ext cx="154"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438" name="Arc 161">
              <a:extLst>
                <a:ext uri="{FF2B5EF4-FFF2-40B4-BE49-F238E27FC236}">
                  <a16:creationId xmlns:a16="http://schemas.microsoft.com/office/drawing/2014/main" id="{D4FF0C07-B13E-1D91-F494-8ABB2CC89F86}"/>
                </a:ext>
              </a:extLst>
            </p:cNvPr>
            <p:cNvSpPr>
              <a:spLocks noChangeAspect="1"/>
            </p:cNvSpPr>
            <p:nvPr/>
          </p:nvSpPr>
          <p:spPr bwMode="auto">
            <a:xfrm flipH="1">
              <a:off x="4216" y="2758"/>
              <a:ext cx="170" cy="24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FFFF"/>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66004"/>
                                        </p:tgtEl>
                                        <p:attrNameLst>
                                          <p:attrName>style.visibility</p:attrName>
                                        </p:attrNameLst>
                                      </p:cBhvr>
                                      <p:to>
                                        <p:strVal val="visible"/>
                                      </p:to>
                                    </p:set>
                                    <p:animEffect transition="in" filter="dissolve">
                                      <p:cBhvr>
                                        <p:cTn id="7" dur="500"/>
                                        <p:tgtEl>
                                          <p:spTgt spid="4660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5925"/>
                                        </p:tgtEl>
                                        <p:attrNameLst>
                                          <p:attrName>style.visibility</p:attrName>
                                        </p:attrNameLst>
                                      </p:cBhvr>
                                      <p:to>
                                        <p:strVal val="visible"/>
                                      </p:to>
                                    </p:set>
                                    <p:animEffect transition="in" filter="wipe(left)">
                                      <p:cBhvr>
                                        <p:cTn id="12" dur="500"/>
                                        <p:tgtEl>
                                          <p:spTgt spid="4659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65923"/>
                                        </p:tgtEl>
                                        <p:attrNameLst>
                                          <p:attrName>style.visibility</p:attrName>
                                        </p:attrNameLst>
                                      </p:cBhvr>
                                      <p:to>
                                        <p:strVal val="visible"/>
                                      </p:to>
                                    </p:set>
                                    <p:animEffect transition="in" filter="dissolve">
                                      <p:cBhvr>
                                        <p:cTn id="17" dur="500"/>
                                        <p:tgtEl>
                                          <p:spTgt spid="4659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65926"/>
                                        </p:tgtEl>
                                        <p:attrNameLst>
                                          <p:attrName>style.visibility</p:attrName>
                                        </p:attrNameLst>
                                      </p:cBhvr>
                                      <p:to>
                                        <p:strVal val="visible"/>
                                      </p:to>
                                    </p:set>
                                    <p:animEffect transition="in" filter="wipe(left)">
                                      <p:cBhvr>
                                        <p:cTn id="22" dur="500"/>
                                        <p:tgtEl>
                                          <p:spTgt spid="4659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5927"/>
                                        </p:tgtEl>
                                        <p:attrNameLst>
                                          <p:attrName>style.visibility</p:attrName>
                                        </p:attrNameLst>
                                      </p:cBhvr>
                                      <p:to>
                                        <p:strVal val="visible"/>
                                      </p:to>
                                    </p:set>
                                    <p:animEffect transition="in" filter="wipe(left)">
                                      <p:cBhvr>
                                        <p:cTn id="27" dur="500"/>
                                        <p:tgtEl>
                                          <p:spTgt spid="4659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5928"/>
                                        </p:tgtEl>
                                        <p:attrNameLst>
                                          <p:attrName>style.visibility</p:attrName>
                                        </p:attrNameLst>
                                      </p:cBhvr>
                                      <p:to>
                                        <p:strVal val="visible"/>
                                      </p:to>
                                    </p:set>
                                    <p:animEffect transition="in" filter="wipe(left)">
                                      <p:cBhvr>
                                        <p:cTn id="32" dur="500"/>
                                        <p:tgtEl>
                                          <p:spTgt spid="465928"/>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465924"/>
                                        </p:tgtEl>
                                        <p:attrNameLst>
                                          <p:attrName>style.visibility</p:attrName>
                                        </p:attrNameLst>
                                      </p:cBhvr>
                                      <p:to>
                                        <p:strVal val="visible"/>
                                      </p:to>
                                    </p:set>
                                    <p:animEffect transition="in" filter="wipe(left)">
                                      <p:cBhvr>
                                        <p:cTn id="36" dur="500"/>
                                        <p:tgtEl>
                                          <p:spTgt spid="46592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6006"/>
                                        </p:tgtEl>
                                        <p:attrNameLst>
                                          <p:attrName>style.visibility</p:attrName>
                                        </p:attrNameLst>
                                      </p:cBhvr>
                                      <p:to>
                                        <p:strVal val="visible"/>
                                      </p:to>
                                    </p:set>
                                    <p:animEffect transition="in" filter="wipe(left)">
                                      <p:cBhvr>
                                        <p:cTn id="41" dur="500"/>
                                        <p:tgtEl>
                                          <p:spTgt spid="46600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65929"/>
                                        </p:tgtEl>
                                        <p:attrNameLst>
                                          <p:attrName>style.visibility</p:attrName>
                                        </p:attrNameLst>
                                      </p:cBhvr>
                                      <p:to>
                                        <p:strVal val="visible"/>
                                      </p:to>
                                    </p:set>
                                    <p:animEffect transition="in" filter="wipe(left)">
                                      <p:cBhvr>
                                        <p:cTn id="46" dur="500"/>
                                        <p:tgtEl>
                                          <p:spTgt spid="46592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465930"/>
                                        </p:tgtEl>
                                        <p:attrNameLst>
                                          <p:attrName>style.visibility</p:attrName>
                                        </p:attrNameLst>
                                      </p:cBhvr>
                                      <p:to>
                                        <p:strVal val="visible"/>
                                      </p:to>
                                    </p:set>
                                    <p:animEffect transition="in" filter="wipe(left)">
                                      <p:cBhvr>
                                        <p:cTn id="51" dur="500"/>
                                        <p:tgtEl>
                                          <p:spTgt spid="46593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466005"/>
                                        </p:tgtEl>
                                        <p:attrNameLst>
                                          <p:attrName>style.visibility</p:attrName>
                                        </p:attrNameLst>
                                      </p:cBhvr>
                                      <p:to>
                                        <p:strVal val="visible"/>
                                      </p:to>
                                    </p:set>
                                    <p:animEffect transition="in" filter="wipe(left)">
                                      <p:cBhvr>
                                        <p:cTn id="56" dur="500"/>
                                        <p:tgtEl>
                                          <p:spTgt spid="46600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466007"/>
                                        </p:tgtEl>
                                        <p:attrNameLst>
                                          <p:attrName>style.visibility</p:attrName>
                                        </p:attrNameLst>
                                      </p:cBhvr>
                                      <p:to>
                                        <p:strVal val="visible"/>
                                      </p:to>
                                    </p:set>
                                    <p:animEffect transition="in" filter="wipe(left)">
                                      <p:cBhvr>
                                        <p:cTn id="61" dur="500"/>
                                        <p:tgtEl>
                                          <p:spTgt spid="46600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466008"/>
                                        </p:tgtEl>
                                        <p:attrNameLst>
                                          <p:attrName>style.visibility</p:attrName>
                                        </p:attrNameLst>
                                      </p:cBhvr>
                                      <p:to>
                                        <p:strVal val="visible"/>
                                      </p:to>
                                    </p:set>
                                    <p:animEffect transition="in" filter="wipe(left)">
                                      <p:cBhvr>
                                        <p:cTn id="66" dur="500"/>
                                        <p:tgtEl>
                                          <p:spTgt spid="46600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466009"/>
                                        </p:tgtEl>
                                        <p:attrNameLst>
                                          <p:attrName>style.visibility</p:attrName>
                                        </p:attrNameLst>
                                      </p:cBhvr>
                                      <p:to>
                                        <p:strVal val="visible"/>
                                      </p:to>
                                    </p:set>
                                    <p:animEffect transition="in" filter="wipe(left)">
                                      <p:cBhvr>
                                        <p:cTn id="71" dur="500"/>
                                        <p:tgtEl>
                                          <p:spTgt spid="46600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466010"/>
                                        </p:tgtEl>
                                        <p:attrNameLst>
                                          <p:attrName>style.visibility</p:attrName>
                                        </p:attrNameLst>
                                      </p:cBhvr>
                                      <p:to>
                                        <p:strVal val="visible"/>
                                      </p:to>
                                    </p:set>
                                    <p:animEffect transition="in" filter="wipe(left)">
                                      <p:cBhvr>
                                        <p:cTn id="76" dur="500"/>
                                        <p:tgtEl>
                                          <p:spTgt spid="46601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466011"/>
                                        </p:tgtEl>
                                        <p:attrNameLst>
                                          <p:attrName>style.visibility</p:attrName>
                                        </p:attrNameLst>
                                      </p:cBhvr>
                                      <p:to>
                                        <p:strVal val="visible"/>
                                      </p:to>
                                    </p:set>
                                    <p:animEffect transition="in" filter="wipe(left)">
                                      <p:cBhvr>
                                        <p:cTn id="81" dur="500"/>
                                        <p:tgtEl>
                                          <p:spTgt spid="46601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466012"/>
                                        </p:tgtEl>
                                        <p:attrNameLst>
                                          <p:attrName>style.visibility</p:attrName>
                                        </p:attrNameLst>
                                      </p:cBhvr>
                                      <p:to>
                                        <p:strVal val="visible"/>
                                      </p:to>
                                    </p:set>
                                    <p:animEffect transition="in" filter="wipe(left)">
                                      <p:cBhvr>
                                        <p:cTn id="86" dur="500"/>
                                        <p:tgtEl>
                                          <p:spTgt spid="466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3" grpId="0" autoUpdateAnimBg="0"/>
      <p:bldP spid="465924" grpId="0"/>
      <p:bldP spid="466004" grpId="0" autoUpdateAnimBg="0"/>
      <p:bldP spid="466006" grpId="0"/>
      <p:bldP spid="46600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a:extLst>
              <a:ext uri="{FF2B5EF4-FFF2-40B4-BE49-F238E27FC236}">
                <a16:creationId xmlns:a16="http://schemas.microsoft.com/office/drawing/2014/main" id="{A3AE4B37-E74E-14A6-A7D6-F8C1B753F6A6}"/>
              </a:ext>
            </a:extLst>
          </p:cNvPr>
          <p:cNvSpPr>
            <a:spLocks noChangeArrowheads="1"/>
          </p:cNvSpPr>
          <p:nvPr/>
        </p:nvSpPr>
        <p:spPr bwMode="auto">
          <a:xfrm>
            <a:off x="539750" y="2097088"/>
            <a:ext cx="2743200" cy="3276600"/>
          </a:xfrm>
          <a:prstGeom prst="rect">
            <a:avLst/>
          </a:prstGeom>
          <a:solidFill>
            <a:srgbClr val="FFFFFF"/>
          </a:solidFill>
          <a:ln w="9525">
            <a:solidFill>
              <a:srgbClr val="9933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5130" name="Text Box 3">
            <a:extLst>
              <a:ext uri="{FF2B5EF4-FFF2-40B4-BE49-F238E27FC236}">
                <a16:creationId xmlns:a16="http://schemas.microsoft.com/office/drawing/2014/main" id="{6D40663D-9C77-8A0B-9BC6-068915AA96D0}"/>
              </a:ext>
            </a:extLst>
          </p:cNvPr>
          <p:cNvSpPr txBox="1">
            <a:spLocks noChangeArrowheads="1"/>
          </p:cNvSpPr>
          <p:nvPr/>
        </p:nvSpPr>
        <p:spPr bwMode="auto">
          <a:xfrm>
            <a:off x="655638" y="333375"/>
            <a:ext cx="827881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楷体_GB2312" pitchFamily="49" charset="-122"/>
              </a:rPr>
              <a:t>一定滑轮的质量为 </a:t>
            </a:r>
            <a:r>
              <a:rPr kumimoji="1" lang="en-US" altLang="zh-CN" i="1">
                <a:solidFill>
                  <a:srgbClr val="FF9900"/>
                </a:solidFill>
                <a:latin typeface="Times New Roman" panose="02020603050405020304" pitchFamily="18" charset="0"/>
                <a:ea typeface="楷体_GB2312" pitchFamily="49" charset="-122"/>
              </a:rPr>
              <a:t>m</a:t>
            </a:r>
            <a:r>
              <a:rPr kumimoji="1" lang="en-US" altLang="zh-CN" i="1">
                <a:latin typeface="Times New Roman" panose="02020603050405020304" pitchFamily="18" charset="0"/>
                <a:ea typeface="楷体_GB2312" pitchFamily="49" charset="-122"/>
              </a:rPr>
              <a:t> </a:t>
            </a:r>
            <a:r>
              <a:rPr kumimoji="1" lang="zh-CN" altLang="en-US">
                <a:latin typeface="Times New Roman" panose="02020603050405020304" pitchFamily="18" charset="0"/>
                <a:ea typeface="楷体_GB2312" pitchFamily="49" charset="-122"/>
              </a:rPr>
              <a:t>，半径为 </a:t>
            </a:r>
            <a:r>
              <a:rPr kumimoji="1" lang="en-US" altLang="zh-CN" i="1">
                <a:solidFill>
                  <a:srgbClr val="FF9900"/>
                </a:solidFill>
                <a:latin typeface="Times New Roman" panose="02020603050405020304" pitchFamily="18" charset="0"/>
                <a:ea typeface="楷体_GB2312" pitchFamily="49" charset="-122"/>
              </a:rPr>
              <a:t>r</a:t>
            </a:r>
            <a:r>
              <a:rPr kumimoji="1" lang="en-US" altLang="zh-CN">
                <a:solidFill>
                  <a:srgbClr val="FF9900"/>
                </a:solidFill>
                <a:latin typeface="Times New Roman" panose="02020603050405020304" pitchFamily="18" charset="0"/>
                <a:ea typeface="楷体_GB2312" pitchFamily="49" charset="-122"/>
              </a:rPr>
              <a:t> </a:t>
            </a:r>
            <a:r>
              <a:rPr kumimoji="1" lang="zh-CN" altLang="en-US">
                <a:latin typeface="Times New Roman" panose="02020603050405020304" pitchFamily="18" charset="0"/>
                <a:ea typeface="楷体_GB2312" pitchFamily="49" charset="-122"/>
              </a:rPr>
              <a:t>，一轻绳两边分别系 </a:t>
            </a:r>
            <a:r>
              <a:rPr kumimoji="1" lang="en-US" altLang="zh-CN" i="1">
                <a:solidFill>
                  <a:srgbClr val="FF9900"/>
                </a:solidFill>
                <a:latin typeface="Times New Roman" panose="02020603050405020304" pitchFamily="18" charset="0"/>
                <a:ea typeface="楷体_GB2312" pitchFamily="49" charset="-122"/>
              </a:rPr>
              <a:t>m</a:t>
            </a:r>
            <a:r>
              <a:rPr kumimoji="1" lang="en-US" altLang="zh-CN" baseline="-25000">
                <a:solidFill>
                  <a:srgbClr val="FF9900"/>
                </a:solidFill>
                <a:latin typeface="Times New Roman" panose="02020603050405020304" pitchFamily="18" charset="0"/>
                <a:ea typeface="楷体_GB2312" pitchFamily="49" charset="-122"/>
              </a:rPr>
              <a:t>1</a:t>
            </a:r>
            <a:r>
              <a:rPr kumimoji="1" lang="en-US" altLang="zh-CN">
                <a:latin typeface="Times New Roman" panose="02020603050405020304" pitchFamily="18" charset="0"/>
                <a:ea typeface="楷体_GB2312" pitchFamily="49" charset="-122"/>
              </a:rPr>
              <a:t> </a:t>
            </a:r>
            <a:r>
              <a:rPr kumimoji="1" lang="zh-CN" altLang="en-US">
                <a:latin typeface="Times New Roman" panose="02020603050405020304" pitchFamily="18" charset="0"/>
                <a:ea typeface="楷体_GB2312" pitchFamily="49" charset="-122"/>
              </a:rPr>
              <a:t>和 </a:t>
            </a:r>
            <a:r>
              <a:rPr kumimoji="1" lang="en-US" altLang="zh-CN" i="1">
                <a:solidFill>
                  <a:srgbClr val="FF9900"/>
                </a:solidFill>
                <a:latin typeface="Times New Roman" panose="02020603050405020304" pitchFamily="18" charset="0"/>
                <a:ea typeface="楷体_GB2312" pitchFamily="49" charset="-122"/>
              </a:rPr>
              <a:t>m</a:t>
            </a:r>
            <a:r>
              <a:rPr kumimoji="1" lang="en-US" altLang="zh-CN" baseline="-25000">
                <a:solidFill>
                  <a:srgbClr val="FF9900"/>
                </a:solidFill>
                <a:latin typeface="Times New Roman" panose="02020603050405020304" pitchFamily="18" charset="0"/>
                <a:ea typeface="楷体_GB2312" pitchFamily="49" charset="-122"/>
              </a:rPr>
              <a:t>2</a:t>
            </a:r>
            <a:r>
              <a:rPr kumimoji="1" lang="en-US" altLang="zh-CN">
                <a:latin typeface="Times New Roman" panose="02020603050405020304" pitchFamily="18" charset="0"/>
                <a:ea typeface="楷体_GB2312" pitchFamily="49" charset="-122"/>
              </a:rPr>
              <a:t> </a:t>
            </a:r>
            <a:r>
              <a:rPr kumimoji="1" lang="zh-CN" altLang="en-US">
                <a:latin typeface="Times New Roman" panose="02020603050405020304" pitchFamily="18" charset="0"/>
                <a:ea typeface="楷体_GB2312" pitchFamily="49" charset="-122"/>
              </a:rPr>
              <a:t>两物体挂于滑轮上，绳不伸长，绳与滑轮间无相对滑动。不计轴的摩擦，初角速度为零，求滑轮转动角速度随时间变化的规律。</a:t>
            </a:r>
          </a:p>
        </p:txBody>
      </p:sp>
      <p:grpSp>
        <p:nvGrpSpPr>
          <p:cNvPr id="2" name="Group 4">
            <a:extLst>
              <a:ext uri="{FF2B5EF4-FFF2-40B4-BE49-F238E27FC236}">
                <a16:creationId xmlns:a16="http://schemas.microsoft.com/office/drawing/2014/main" id="{0A7C9A36-136B-B35A-1270-0E630C22CEFB}"/>
              </a:ext>
            </a:extLst>
          </p:cNvPr>
          <p:cNvGrpSpPr>
            <a:grpSpLocks/>
          </p:cNvGrpSpPr>
          <p:nvPr/>
        </p:nvGrpSpPr>
        <p:grpSpPr bwMode="auto">
          <a:xfrm>
            <a:off x="595313" y="2325688"/>
            <a:ext cx="2609850" cy="2687637"/>
            <a:chOff x="432" y="2160"/>
            <a:chExt cx="1644" cy="1693"/>
          </a:xfrm>
        </p:grpSpPr>
        <p:grpSp>
          <p:nvGrpSpPr>
            <p:cNvPr id="5139" name="Group 5">
              <a:extLst>
                <a:ext uri="{FF2B5EF4-FFF2-40B4-BE49-F238E27FC236}">
                  <a16:creationId xmlns:a16="http://schemas.microsoft.com/office/drawing/2014/main" id="{33357B34-DB9F-FD02-FECA-99716C6A0931}"/>
                </a:ext>
              </a:extLst>
            </p:cNvPr>
            <p:cNvGrpSpPr>
              <a:grpSpLocks/>
            </p:cNvGrpSpPr>
            <p:nvPr/>
          </p:nvGrpSpPr>
          <p:grpSpPr bwMode="auto">
            <a:xfrm>
              <a:off x="432" y="2160"/>
              <a:ext cx="1644" cy="1693"/>
              <a:chOff x="432" y="2160"/>
              <a:chExt cx="1644" cy="1693"/>
            </a:xfrm>
          </p:grpSpPr>
          <p:grpSp>
            <p:nvGrpSpPr>
              <p:cNvPr id="5141" name="Group 6">
                <a:extLst>
                  <a:ext uri="{FF2B5EF4-FFF2-40B4-BE49-F238E27FC236}">
                    <a16:creationId xmlns:a16="http://schemas.microsoft.com/office/drawing/2014/main" id="{021BB4AA-3F90-66EA-4220-D9678A7C3A69}"/>
                  </a:ext>
                </a:extLst>
              </p:cNvPr>
              <p:cNvGrpSpPr>
                <a:grpSpLocks/>
              </p:cNvGrpSpPr>
              <p:nvPr/>
            </p:nvGrpSpPr>
            <p:grpSpPr bwMode="auto">
              <a:xfrm>
                <a:off x="576" y="2160"/>
                <a:ext cx="1248" cy="144"/>
                <a:chOff x="3984" y="1872"/>
                <a:chExt cx="1248" cy="144"/>
              </a:xfrm>
            </p:grpSpPr>
            <p:sp>
              <p:nvSpPr>
                <p:cNvPr id="711687" name="Rectangle 7" descr="宽上对角线">
                  <a:extLst>
                    <a:ext uri="{FF2B5EF4-FFF2-40B4-BE49-F238E27FC236}">
                      <a16:creationId xmlns:a16="http://schemas.microsoft.com/office/drawing/2014/main" id="{2819553F-E92C-ED63-333F-2A80C3D17180}"/>
                    </a:ext>
                  </a:extLst>
                </p:cNvPr>
                <p:cNvSpPr>
                  <a:spLocks noChangeArrowheads="1"/>
                </p:cNvSpPr>
                <p:nvPr/>
              </p:nvSpPr>
              <p:spPr bwMode="auto">
                <a:xfrm>
                  <a:off x="3984" y="1872"/>
                  <a:ext cx="1248" cy="144"/>
                </a:xfrm>
                <a:prstGeom prst="rect">
                  <a:avLst/>
                </a:prstGeom>
                <a:pattFill prst="wdUpDiag">
                  <a:fgClr>
                    <a:srgbClr val="000000"/>
                  </a:fgClr>
                  <a:bgClr>
                    <a:srgbClr val="FFFFFF"/>
                  </a:bgClr>
                </a:patt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1688" name="Line 8">
                  <a:extLst>
                    <a:ext uri="{FF2B5EF4-FFF2-40B4-BE49-F238E27FC236}">
                      <a16:creationId xmlns:a16="http://schemas.microsoft.com/office/drawing/2014/main" id="{775D0B9E-AF9B-B70B-71A6-007B29B002EE}"/>
                    </a:ext>
                  </a:extLst>
                </p:cNvPr>
                <p:cNvSpPr>
                  <a:spLocks noChangeShapeType="1"/>
                </p:cNvSpPr>
                <p:nvPr/>
              </p:nvSpPr>
              <p:spPr bwMode="auto">
                <a:xfrm>
                  <a:off x="3984" y="2016"/>
                  <a:ext cx="1248" cy="0"/>
                </a:xfrm>
                <a:prstGeom prst="line">
                  <a:avLst/>
                </a:prstGeom>
                <a:noFill/>
                <a:ln w="38100">
                  <a:solidFill>
                    <a:srgbClr val="00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711689" name="Oval 9">
                <a:extLst>
                  <a:ext uri="{FF2B5EF4-FFF2-40B4-BE49-F238E27FC236}">
                    <a16:creationId xmlns:a16="http://schemas.microsoft.com/office/drawing/2014/main" id="{468FAF5B-1ACF-5784-CE1A-013EA2A6FE1E}"/>
                  </a:ext>
                </a:extLst>
              </p:cNvPr>
              <p:cNvSpPr>
                <a:spLocks noChangeArrowheads="1"/>
              </p:cNvSpPr>
              <p:nvPr/>
            </p:nvSpPr>
            <p:spPr bwMode="auto">
              <a:xfrm>
                <a:off x="960" y="2448"/>
                <a:ext cx="576" cy="576"/>
              </a:xfrm>
              <a:prstGeom prst="ellipse">
                <a:avLst/>
              </a:prstGeom>
              <a:solidFill>
                <a:schemeClr val="accent1"/>
              </a:solidFill>
              <a:ln w="38100">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1690" name="Line 10">
                <a:extLst>
                  <a:ext uri="{FF2B5EF4-FFF2-40B4-BE49-F238E27FC236}">
                    <a16:creationId xmlns:a16="http://schemas.microsoft.com/office/drawing/2014/main" id="{62B014CC-61F5-B599-0D97-65EB157A6849}"/>
                  </a:ext>
                </a:extLst>
              </p:cNvPr>
              <p:cNvSpPr>
                <a:spLocks noChangeShapeType="1"/>
              </p:cNvSpPr>
              <p:nvPr/>
            </p:nvSpPr>
            <p:spPr bwMode="auto">
              <a:xfrm flipV="1">
                <a:off x="1248" y="2304"/>
                <a:ext cx="0" cy="432"/>
              </a:xfrm>
              <a:prstGeom prst="line">
                <a:avLst/>
              </a:prstGeom>
              <a:noFill/>
              <a:ln w="28575">
                <a:solidFill>
                  <a:srgbClr val="00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1691" name="Line 11">
                <a:extLst>
                  <a:ext uri="{FF2B5EF4-FFF2-40B4-BE49-F238E27FC236}">
                    <a16:creationId xmlns:a16="http://schemas.microsoft.com/office/drawing/2014/main" id="{5CCC814C-B4B8-8E64-91C9-F29C7036EE6C}"/>
                  </a:ext>
                </a:extLst>
              </p:cNvPr>
              <p:cNvSpPr>
                <a:spLocks noChangeShapeType="1"/>
              </p:cNvSpPr>
              <p:nvPr/>
            </p:nvSpPr>
            <p:spPr bwMode="auto">
              <a:xfrm>
                <a:off x="960" y="2736"/>
                <a:ext cx="0" cy="624"/>
              </a:xfrm>
              <a:prstGeom prst="line">
                <a:avLst/>
              </a:prstGeom>
              <a:noFill/>
              <a:ln w="38100">
                <a:solidFill>
                  <a:srgbClr val="00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1692" name="Line 12">
                <a:extLst>
                  <a:ext uri="{FF2B5EF4-FFF2-40B4-BE49-F238E27FC236}">
                    <a16:creationId xmlns:a16="http://schemas.microsoft.com/office/drawing/2014/main" id="{38A3B5B2-69AC-2E9D-2F7D-4B34787F95C5}"/>
                  </a:ext>
                </a:extLst>
              </p:cNvPr>
              <p:cNvSpPr>
                <a:spLocks noChangeShapeType="1"/>
              </p:cNvSpPr>
              <p:nvPr/>
            </p:nvSpPr>
            <p:spPr bwMode="auto">
              <a:xfrm>
                <a:off x="1536" y="2736"/>
                <a:ext cx="0" cy="864"/>
              </a:xfrm>
              <a:prstGeom prst="line">
                <a:avLst/>
              </a:prstGeom>
              <a:noFill/>
              <a:ln w="38100">
                <a:solidFill>
                  <a:srgbClr val="00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1693" name="Rectangle 13" descr="栎木">
                <a:extLst>
                  <a:ext uri="{FF2B5EF4-FFF2-40B4-BE49-F238E27FC236}">
                    <a16:creationId xmlns:a16="http://schemas.microsoft.com/office/drawing/2014/main" id="{BDA209FE-DBB7-9158-B320-DBF17521F6D4}"/>
                  </a:ext>
                </a:extLst>
              </p:cNvPr>
              <p:cNvSpPr>
                <a:spLocks noChangeArrowheads="1"/>
              </p:cNvSpPr>
              <p:nvPr/>
            </p:nvSpPr>
            <p:spPr bwMode="auto">
              <a:xfrm>
                <a:off x="864" y="3360"/>
                <a:ext cx="240" cy="192"/>
              </a:xfrm>
              <a:prstGeom prst="rect">
                <a:avLst/>
              </a:prstGeom>
              <a:blipFill dpi="0" rotWithShape="0">
                <a:blip r:embed="rId2" cstate="print"/>
                <a:srcRect/>
                <a:tile tx="0" ty="0" sx="100000" sy="100000" flip="none" algn="tl"/>
              </a:blipFill>
              <a:ln w="9525">
                <a:solidFill>
                  <a:srgbClr val="0000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1694" name="Rectangle 14" descr="栎木">
                <a:extLst>
                  <a:ext uri="{FF2B5EF4-FFF2-40B4-BE49-F238E27FC236}">
                    <a16:creationId xmlns:a16="http://schemas.microsoft.com/office/drawing/2014/main" id="{8D2180C6-0FD5-D5FB-67BC-ADB56E0CD829}"/>
                  </a:ext>
                </a:extLst>
              </p:cNvPr>
              <p:cNvSpPr>
                <a:spLocks noChangeArrowheads="1"/>
              </p:cNvSpPr>
              <p:nvPr/>
            </p:nvSpPr>
            <p:spPr bwMode="auto">
              <a:xfrm>
                <a:off x="1392" y="3600"/>
                <a:ext cx="288" cy="240"/>
              </a:xfrm>
              <a:prstGeom prst="rect">
                <a:avLst/>
              </a:prstGeom>
              <a:blipFill dpi="0" rotWithShape="0">
                <a:blip r:embed="rId2" cstate="print"/>
                <a:srcRect/>
                <a:tile tx="0" ty="0" sx="100000" sy="100000" flip="none" algn="tl"/>
              </a:blipFill>
              <a:ln w="9525">
                <a:solidFill>
                  <a:srgbClr val="0000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5126" name="Object 6">
                <a:extLst>
                  <a:ext uri="{FF2B5EF4-FFF2-40B4-BE49-F238E27FC236}">
                    <a16:creationId xmlns:a16="http://schemas.microsoft.com/office/drawing/2014/main" id="{343820FE-8543-6D22-BCFF-94166E8E3EE8}"/>
                  </a:ext>
                </a:extLst>
              </p:cNvPr>
              <p:cNvGraphicFramePr>
                <a:graphicFrameLocks noChangeAspect="1"/>
              </p:cNvGraphicFramePr>
              <p:nvPr/>
            </p:nvGraphicFramePr>
            <p:xfrm>
              <a:off x="432" y="3120"/>
              <a:ext cx="419" cy="445"/>
            </p:xfrm>
            <a:graphic>
              <a:graphicData uri="http://schemas.openxmlformats.org/presentationml/2006/ole">
                <mc:AlternateContent xmlns:mc="http://schemas.openxmlformats.org/markup-compatibility/2006">
                  <mc:Choice xmlns:v="urn:schemas-microsoft-com:vml" Requires="v">
                    <p:oleObj name="公式" r:id="rId3" imgW="203040" imgH="215640" progId="Equation.3">
                      <p:embed/>
                    </p:oleObj>
                  </mc:Choice>
                  <mc:Fallback>
                    <p:oleObj name="公式" r:id="rId3" imgW="203040" imgH="21564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 y="3120"/>
                            <a:ext cx="419" cy="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7" name="Object 7">
                <a:extLst>
                  <a:ext uri="{FF2B5EF4-FFF2-40B4-BE49-F238E27FC236}">
                    <a16:creationId xmlns:a16="http://schemas.microsoft.com/office/drawing/2014/main" id="{950372A4-BE4C-69B2-F65C-AB1DD0B0751A}"/>
                  </a:ext>
                </a:extLst>
              </p:cNvPr>
              <p:cNvGraphicFramePr>
                <a:graphicFrameLocks noChangeAspect="1"/>
              </p:cNvGraphicFramePr>
              <p:nvPr/>
            </p:nvGraphicFramePr>
            <p:xfrm>
              <a:off x="1680" y="3408"/>
              <a:ext cx="396" cy="445"/>
            </p:xfrm>
            <a:graphic>
              <a:graphicData uri="http://schemas.openxmlformats.org/presentationml/2006/ole">
                <mc:AlternateContent xmlns:mc="http://schemas.openxmlformats.org/markup-compatibility/2006">
                  <mc:Choice xmlns:v="urn:schemas-microsoft-com:vml" Requires="v">
                    <p:oleObj name="公式" r:id="rId5" imgW="190440" imgH="215640" progId="Equation.3">
                      <p:embed/>
                    </p:oleObj>
                  </mc:Choice>
                  <mc:Fallback>
                    <p:oleObj name="公式" r:id="rId5" imgW="190440" imgH="21564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0" y="3408"/>
                            <a:ext cx="396" cy="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8" name="Object 8">
                <a:extLst>
                  <a:ext uri="{FF2B5EF4-FFF2-40B4-BE49-F238E27FC236}">
                    <a16:creationId xmlns:a16="http://schemas.microsoft.com/office/drawing/2014/main" id="{0BE5E26F-4063-CE84-48C8-EED3911FADE0}"/>
                  </a:ext>
                </a:extLst>
              </p:cNvPr>
              <p:cNvGraphicFramePr>
                <a:graphicFrameLocks noChangeAspect="1"/>
              </p:cNvGraphicFramePr>
              <p:nvPr/>
            </p:nvGraphicFramePr>
            <p:xfrm>
              <a:off x="1248" y="2736"/>
              <a:ext cx="215" cy="239"/>
            </p:xfrm>
            <a:graphic>
              <a:graphicData uri="http://schemas.openxmlformats.org/presentationml/2006/ole">
                <mc:AlternateContent xmlns:mc="http://schemas.openxmlformats.org/markup-compatibility/2006">
                  <mc:Choice xmlns:v="urn:schemas-microsoft-com:vml" Requires="v">
                    <p:oleObj name="公式" r:id="rId7" imgW="114120" imgH="126720" progId="Equation.3">
                      <p:embed/>
                    </p:oleObj>
                  </mc:Choice>
                  <mc:Fallback>
                    <p:oleObj name="公式" r:id="rId7" imgW="114120" imgH="12672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8" y="2736"/>
                            <a:ext cx="215"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125" name="Object 5">
              <a:extLst>
                <a:ext uri="{FF2B5EF4-FFF2-40B4-BE49-F238E27FC236}">
                  <a16:creationId xmlns:a16="http://schemas.microsoft.com/office/drawing/2014/main" id="{8D5C39B8-B65F-35DC-EC09-6624232E9B0D}"/>
                </a:ext>
              </a:extLst>
            </p:cNvPr>
            <p:cNvGraphicFramePr>
              <a:graphicFrameLocks noChangeAspect="1"/>
            </p:cNvGraphicFramePr>
            <p:nvPr/>
          </p:nvGraphicFramePr>
          <p:xfrm>
            <a:off x="720" y="2400"/>
            <a:ext cx="312" cy="267"/>
          </p:xfrm>
          <a:graphic>
            <a:graphicData uri="http://schemas.openxmlformats.org/presentationml/2006/ole">
              <mc:AlternateContent xmlns:mc="http://schemas.openxmlformats.org/markup-compatibility/2006">
                <mc:Choice xmlns:v="urn:schemas-microsoft-com:vml" Requires="v">
                  <p:oleObj name="公式" r:id="rId9" imgW="164880" imgH="139680" progId="Equation.3">
                    <p:embed/>
                  </p:oleObj>
                </mc:Choice>
                <mc:Fallback>
                  <p:oleObj name="公式" r:id="rId9" imgW="164880" imgH="13968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 y="2400"/>
                          <a:ext cx="312"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1699" name="Line 19">
              <a:extLst>
                <a:ext uri="{FF2B5EF4-FFF2-40B4-BE49-F238E27FC236}">
                  <a16:creationId xmlns:a16="http://schemas.microsoft.com/office/drawing/2014/main" id="{B359439E-7388-2799-3518-2B651147ADB7}"/>
                </a:ext>
              </a:extLst>
            </p:cNvPr>
            <p:cNvSpPr>
              <a:spLocks noChangeShapeType="1"/>
            </p:cNvSpPr>
            <p:nvPr/>
          </p:nvSpPr>
          <p:spPr bwMode="auto">
            <a:xfrm>
              <a:off x="1248" y="2750"/>
              <a:ext cx="288" cy="0"/>
            </a:xfrm>
            <a:prstGeom prst="line">
              <a:avLst/>
            </a:prstGeom>
            <a:noFill/>
            <a:ln w="38100">
              <a:solidFill>
                <a:srgbClr val="FF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nvGrpSpPr>
          <p:cNvPr id="5" name="Group 20">
            <a:extLst>
              <a:ext uri="{FF2B5EF4-FFF2-40B4-BE49-F238E27FC236}">
                <a16:creationId xmlns:a16="http://schemas.microsoft.com/office/drawing/2014/main" id="{3E11E807-F0D8-3E96-CD94-DF0577184A76}"/>
              </a:ext>
            </a:extLst>
          </p:cNvPr>
          <p:cNvGrpSpPr>
            <a:grpSpLocks/>
          </p:cNvGrpSpPr>
          <p:nvPr/>
        </p:nvGrpSpPr>
        <p:grpSpPr bwMode="auto">
          <a:xfrm>
            <a:off x="3687763" y="2276475"/>
            <a:ext cx="4724400" cy="2009775"/>
            <a:chOff x="2352" y="2112"/>
            <a:chExt cx="2976" cy="1266"/>
          </a:xfrm>
        </p:grpSpPr>
        <p:sp>
          <p:nvSpPr>
            <p:cNvPr id="5137" name="Text Box 21">
              <a:extLst>
                <a:ext uri="{FF2B5EF4-FFF2-40B4-BE49-F238E27FC236}">
                  <a16:creationId xmlns:a16="http://schemas.microsoft.com/office/drawing/2014/main" id="{087EF667-B744-F605-E769-95892ACA367B}"/>
                </a:ext>
              </a:extLst>
            </p:cNvPr>
            <p:cNvSpPr txBox="1">
              <a:spLocks noChangeArrowheads="1"/>
            </p:cNvSpPr>
            <p:nvPr/>
          </p:nvSpPr>
          <p:spPr bwMode="auto">
            <a:xfrm>
              <a:off x="2352" y="2112"/>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latin typeface="Times New Roman" panose="02020603050405020304" pitchFamily="18" charset="0"/>
                  <a:ea typeface="楷体_GB2312" pitchFamily="49" charset="-122"/>
                </a:rPr>
                <a:t>已知：</a:t>
              </a:r>
            </a:p>
          </p:txBody>
        </p:sp>
        <p:graphicFrame>
          <p:nvGraphicFramePr>
            <p:cNvPr id="5123" name="Object 3">
              <a:extLst>
                <a:ext uri="{FF2B5EF4-FFF2-40B4-BE49-F238E27FC236}">
                  <a16:creationId xmlns:a16="http://schemas.microsoft.com/office/drawing/2014/main" id="{6D229CA6-7C5F-C8B7-2976-D20DD468DCED}"/>
                </a:ext>
              </a:extLst>
            </p:cNvPr>
            <p:cNvGraphicFramePr>
              <a:graphicFrameLocks noChangeAspect="1"/>
            </p:cNvGraphicFramePr>
            <p:nvPr/>
          </p:nvGraphicFramePr>
          <p:xfrm>
            <a:off x="2496" y="2496"/>
            <a:ext cx="2832" cy="392"/>
          </p:xfrm>
          <a:graphic>
            <a:graphicData uri="http://schemas.openxmlformats.org/presentationml/2006/ole">
              <mc:AlternateContent xmlns:mc="http://schemas.openxmlformats.org/markup-compatibility/2006">
                <mc:Choice xmlns:v="urn:schemas-microsoft-com:vml" Requires="v">
                  <p:oleObj name="公式" r:id="rId11" imgW="1650960" imgH="228600" progId="Equation.3">
                    <p:embed/>
                  </p:oleObj>
                </mc:Choice>
                <mc:Fallback>
                  <p:oleObj name="公式" r:id="rId11" imgW="1650960" imgH="228600" progId="Equation.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6" y="2496"/>
                          <a:ext cx="2832" cy="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8" name="Text Box 23">
              <a:extLst>
                <a:ext uri="{FF2B5EF4-FFF2-40B4-BE49-F238E27FC236}">
                  <a16:creationId xmlns:a16="http://schemas.microsoft.com/office/drawing/2014/main" id="{B7D5DFE2-30F7-4DA8-1F1A-F2142D806B2C}"/>
                </a:ext>
              </a:extLst>
            </p:cNvPr>
            <p:cNvSpPr txBox="1">
              <a:spLocks noChangeArrowheads="1"/>
            </p:cNvSpPr>
            <p:nvPr/>
          </p:nvSpPr>
          <p:spPr bwMode="auto">
            <a:xfrm>
              <a:off x="2496" y="3024"/>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latin typeface="Times New Roman" panose="02020603050405020304" pitchFamily="18" charset="0"/>
                  <a:ea typeface="楷体_GB2312" pitchFamily="49" charset="-122"/>
                </a:rPr>
                <a:t>求：</a:t>
              </a:r>
            </a:p>
          </p:txBody>
        </p:sp>
        <p:graphicFrame>
          <p:nvGraphicFramePr>
            <p:cNvPr id="5124" name="Object 4">
              <a:extLst>
                <a:ext uri="{FF2B5EF4-FFF2-40B4-BE49-F238E27FC236}">
                  <a16:creationId xmlns:a16="http://schemas.microsoft.com/office/drawing/2014/main" id="{7FB3E09C-D806-1CC5-521D-7424F799B010}"/>
                </a:ext>
              </a:extLst>
            </p:cNvPr>
            <p:cNvGraphicFramePr>
              <a:graphicFrameLocks noChangeAspect="1"/>
            </p:cNvGraphicFramePr>
            <p:nvPr/>
          </p:nvGraphicFramePr>
          <p:xfrm>
            <a:off x="3120" y="3024"/>
            <a:ext cx="839" cy="354"/>
          </p:xfrm>
          <a:graphic>
            <a:graphicData uri="http://schemas.openxmlformats.org/presentationml/2006/ole">
              <mc:AlternateContent xmlns:mc="http://schemas.openxmlformats.org/markup-compatibility/2006">
                <mc:Choice xmlns:v="urn:schemas-microsoft-com:vml" Requires="v">
                  <p:oleObj name="公式" r:id="rId13" imgW="507960" imgH="215640" progId="Equation.3">
                    <p:embed/>
                  </p:oleObj>
                </mc:Choice>
                <mc:Fallback>
                  <p:oleObj name="公式" r:id="rId13" imgW="507960" imgH="215640" progId="Equation.3">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0" y="3024"/>
                          <a:ext cx="839"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5">
            <a:extLst>
              <a:ext uri="{FF2B5EF4-FFF2-40B4-BE49-F238E27FC236}">
                <a16:creationId xmlns:a16="http://schemas.microsoft.com/office/drawing/2014/main" id="{EA7BB7DF-D1B2-A9CD-3811-A67AF8A6A867}"/>
              </a:ext>
            </a:extLst>
          </p:cNvPr>
          <p:cNvGrpSpPr>
            <a:grpSpLocks/>
          </p:cNvGrpSpPr>
          <p:nvPr/>
        </p:nvGrpSpPr>
        <p:grpSpPr bwMode="auto">
          <a:xfrm>
            <a:off x="3784600" y="4437063"/>
            <a:ext cx="3575050" cy="528637"/>
            <a:chOff x="2596" y="3571"/>
            <a:chExt cx="2252" cy="333"/>
          </a:xfrm>
        </p:grpSpPr>
        <p:sp>
          <p:nvSpPr>
            <p:cNvPr id="5136" name="Text Box 26">
              <a:extLst>
                <a:ext uri="{FF2B5EF4-FFF2-40B4-BE49-F238E27FC236}">
                  <a16:creationId xmlns:a16="http://schemas.microsoft.com/office/drawing/2014/main" id="{B043D4EF-A8E1-177A-1D87-F679F3FCA397}"/>
                </a:ext>
              </a:extLst>
            </p:cNvPr>
            <p:cNvSpPr txBox="1">
              <a:spLocks noChangeArrowheads="1"/>
            </p:cNvSpPr>
            <p:nvPr/>
          </p:nvSpPr>
          <p:spPr bwMode="auto">
            <a:xfrm>
              <a:off x="2596" y="3571"/>
              <a:ext cx="18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fontAlgn="ctr">
                <a:lnSpc>
                  <a:spcPct val="100000"/>
                </a:lnSpc>
                <a:spcBef>
                  <a:spcPct val="50000"/>
                </a:spcBef>
                <a:buClrTx/>
                <a:buFontTx/>
                <a:buNone/>
              </a:pPr>
              <a:r>
                <a:rPr kumimoji="1" lang="zh-CN" altLang="en-US">
                  <a:latin typeface="Times New Roman" panose="02020603050405020304" pitchFamily="18" charset="0"/>
                  <a:ea typeface="楷体_GB2312" pitchFamily="49" charset="-122"/>
                </a:rPr>
                <a:t>思路：先求角加速度</a:t>
              </a:r>
            </a:p>
          </p:txBody>
        </p:sp>
        <p:graphicFrame>
          <p:nvGraphicFramePr>
            <p:cNvPr id="5122" name="Object 2">
              <a:extLst>
                <a:ext uri="{FF2B5EF4-FFF2-40B4-BE49-F238E27FC236}">
                  <a16:creationId xmlns:a16="http://schemas.microsoft.com/office/drawing/2014/main" id="{34EDC35D-60A6-0526-7FD1-0F2637B085E5}"/>
                </a:ext>
              </a:extLst>
            </p:cNvPr>
            <p:cNvGraphicFramePr>
              <a:graphicFrameLocks noChangeAspect="1"/>
            </p:cNvGraphicFramePr>
            <p:nvPr/>
          </p:nvGraphicFramePr>
          <p:xfrm>
            <a:off x="4621" y="3600"/>
            <a:ext cx="227" cy="304"/>
          </p:xfrm>
          <a:graphic>
            <a:graphicData uri="http://schemas.openxmlformats.org/presentationml/2006/ole">
              <mc:AlternateContent xmlns:mc="http://schemas.openxmlformats.org/markup-compatibility/2006">
                <mc:Choice xmlns:v="urn:schemas-microsoft-com:vml" Requires="v">
                  <p:oleObj name="公式" r:id="rId15" imgW="152280" imgH="203040" progId="Equation.3">
                    <p:embed/>
                  </p:oleObj>
                </mc:Choice>
                <mc:Fallback>
                  <p:oleObj name="公式" r:id="rId15" imgW="152280" imgH="203040" progId="Equation.3">
                    <p:embed/>
                    <p:pic>
                      <p:nvPicPr>
                        <p:cNvPr id="0" name="Object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21" y="3600"/>
                          <a:ext cx="227"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134" name="Rectangle 28">
            <a:extLst>
              <a:ext uri="{FF2B5EF4-FFF2-40B4-BE49-F238E27FC236}">
                <a16:creationId xmlns:a16="http://schemas.microsoft.com/office/drawing/2014/main" id="{5DD2A6BB-6685-EAA7-A63F-428CD2743BA9}"/>
              </a:ext>
            </a:extLst>
          </p:cNvPr>
          <p:cNvSpPr>
            <a:spLocks noChangeArrowheads="1"/>
          </p:cNvSpPr>
          <p:nvPr/>
        </p:nvSpPr>
        <p:spPr bwMode="auto">
          <a:xfrm>
            <a:off x="222250" y="307975"/>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例</a:t>
            </a:r>
          </a:p>
        </p:txBody>
      </p:sp>
      <p:pic>
        <p:nvPicPr>
          <p:cNvPr id="711709" name="Picture 29" descr="j0293240">
            <a:extLst>
              <a:ext uri="{FF2B5EF4-FFF2-40B4-BE49-F238E27FC236}">
                <a16:creationId xmlns:a16="http://schemas.microsoft.com/office/drawing/2014/main" id="{07F5E780-D5D2-B66E-4CA3-F669D081C7C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1682"/>
                                        </p:tgtEl>
                                        <p:attrNameLst>
                                          <p:attrName>style.visibility</p:attrName>
                                        </p:attrNameLst>
                                      </p:cBhvr>
                                      <p:to>
                                        <p:strVal val="visible"/>
                                      </p:to>
                                    </p:set>
                                    <p:animEffect transition="in" filter="wipe(left)">
                                      <p:cBhvr>
                                        <p:cTn id="7" dur="500"/>
                                        <p:tgtEl>
                                          <p:spTgt spid="7116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nodeType="clickEffect">
                                  <p:stCondLst>
                                    <p:cond delay="0"/>
                                  </p:stCondLst>
                                  <p:childTnLst>
                                    <p:set>
                                      <p:cBhvr>
                                        <p:cTn id="26" dur="1" fill="hold">
                                          <p:stCondLst>
                                            <p:cond delay="0"/>
                                          </p:stCondLst>
                                        </p:cTn>
                                        <p:tgtEl>
                                          <p:spTgt spid="711709"/>
                                        </p:tgtEl>
                                        <p:attrNameLst>
                                          <p:attrName>style.visibility</p:attrName>
                                        </p:attrNameLst>
                                      </p:cBhvr>
                                      <p:to>
                                        <p:strVal val="visible"/>
                                      </p:to>
                                    </p:set>
                                    <p:anim calcmode="lin" valueType="num">
                                      <p:cBhvr additive="base">
                                        <p:cTn id="27" dur="500" fill="hold"/>
                                        <p:tgtEl>
                                          <p:spTgt spid="711709"/>
                                        </p:tgtEl>
                                        <p:attrNameLst>
                                          <p:attrName>ppt_x</p:attrName>
                                        </p:attrNameLst>
                                      </p:cBhvr>
                                      <p:tavLst>
                                        <p:tav tm="0">
                                          <p:val>
                                            <p:strVal val="1+#ppt_w/2"/>
                                          </p:val>
                                        </p:tav>
                                        <p:tav tm="100000">
                                          <p:val>
                                            <p:strVal val="#ppt_x"/>
                                          </p:val>
                                        </p:tav>
                                      </p:tavLst>
                                    </p:anim>
                                    <p:anim calcmode="lin" valueType="num">
                                      <p:cBhvr additive="base">
                                        <p:cTn id="28" dur="500" fill="hold"/>
                                        <p:tgtEl>
                                          <p:spTgt spid="7117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BC62B77-F7B9-4258-68A5-632C49BB8707}"/>
              </a:ext>
            </a:extLst>
          </p:cNvPr>
          <p:cNvGrpSpPr>
            <a:grpSpLocks/>
          </p:cNvGrpSpPr>
          <p:nvPr/>
        </p:nvGrpSpPr>
        <p:grpSpPr bwMode="auto">
          <a:xfrm>
            <a:off x="4572000" y="1341438"/>
            <a:ext cx="1711325" cy="1774825"/>
            <a:chOff x="432" y="2160"/>
            <a:chExt cx="1644" cy="1693"/>
          </a:xfrm>
        </p:grpSpPr>
        <p:grpSp>
          <p:nvGrpSpPr>
            <p:cNvPr id="6199" name="Group 3">
              <a:extLst>
                <a:ext uri="{FF2B5EF4-FFF2-40B4-BE49-F238E27FC236}">
                  <a16:creationId xmlns:a16="http://schemas.microsoft.com/office/drawing/2014/main" id="{0B94403D-D541-60B4-9D0A-A70DA2AB7A92}"/>
                </a:ext>
              </a:extLst>
            </p:cNvPr>
            <p:cNvGrpSpPr>
              <a:grpSpLocks/>
            </p:cNvGrpSpPr>
            <p:nvPr/>
          </p:nvGrpSpPr>
          <p:grpSpPr bwMode="auto">
            <a:xfrm>
              <a:off x="432" y="2160"/>
              <a:ext cx="1644" cy="1693"/>
              <a:chOff x="432" y="2160"/>
              <a:chExt cx="1644" cy="1693"/>
            </a:xfrm>
          </p:grpSpPr>
          <p:grpSp>
            <p:nvGrpSpPr>
              <p:cNvPr id="6201" name="Group 4">
                <a:extLst>
                  <a:ext uri="{FF2B5EF4-FFF2-40B4-BE49-F238E27FC236}">
                    <a16:creationId xmlns:a16="http://schemas.microsoft.com/office/drawing/2014/main" id="{6162B1B7-FF2F-9A76-20AA-1C668B2182B5}"/>
                  </a:ext>
                </a:extLst>
              </p:cNvPr>
              <p:cNvGrpSpPr>
                <a:grpSpLocks/>
              </p:cNvGrpSpPr>
              <p:nvPr/>
            </p:nvGrpSpPr>
            <p:grpSpPr bwMode="auto">
              <a:xfrm>
                <a:off x="576" y="2160"/>
                <a:ext cx="1248" cy="144"/>
                <a:chOff x="3984" y="1872"/>
                <a:chExt cx="1248" cy="144"/>
              </a:xfrm>
            </p:grpSpPr>
            <p:sp>
              <p:nvSpPr>
                <p:cNvPr id="712709" name="Rectangle 5" descr="宽上对角线">
                  <a:extLst>
                    <a:ext uri="{FF2B5EF4-FFF2-40B4-BE49-F238E27FC236}">
                      <a16:creationId xmlns:a16="http://schemas.microsoft.com/office/drawing/2014/main" id="{A0EE8DCF-9E97-4FA1-4193-4D97C6027CA1}"/>
                    </a:ext>
                  </a:extLst>
                </p:cNvPr>
                <p:cNvSpPr>
                  <a:spLocks noChangeArrowheads="1"/>
                </p:cNvSpPr>
                <p:nvPr/>
              </p:nvSpPr>
              <p:spPr bwMode="auto">
                <a:xfrm>
                  <a:off x="3982" y="1872"/>
                  <a:ext cx="1252" cy="144"/>
                </a:xfrm>
                <a:prstGeom prst="rect">
                  <a:avLst/>
                </a:prstGeom>
                <a:pattFill prst="wdUpDiag">
                  <a:fgClr>
                    <a:srgbClr val="000000"/>
                  </a:fgClr>
                  <a:bgClr>
                    <a:srgbClr val="FFFFFF"/>
                  </a:bgClr>
                </a:patt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10" name="Line 6">
                  <a:extLst>
                    <a:ext uri="{FF2B5EF4-FFF2-40B4-BE49-F238E27FC236}">
                      <a16:creationId xmlns:a16="http://schemas.microsoft.com/office/drawing/2014/main" id="{C631D740-2EE0-3F41-085F-AD65AAB76661}"/>
                    </a:ext>
                  </a:extLst>
                </p:cNvPr>
                <p:cNvSpPr>
                  <a:spLocks noChangeShapeType="1"/>
                </p:cNvSpPr>
                <p:nvPr/>
              </p:nvSpPr>
              <p:spPr bwMode="auto">
                <a:xfrm>
                  <a:off x="3982" y="2016"/>
                  <a:ext cx="1252" cy="0"/>
                </a:xfrm>
                <a:prstGeom prst="line">
                  <a:avLst/>
                </a:prstGeom>
                <a:noFill/>
                <a:ln w="381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712711" name="Oval 7">
                <a:extLst>
                  <a:ext uri="{FF2B5EF4-FFF2-40B4-BE49-F238E27FC236}">
                    <a16:creationId xmlns:a16="http://schemas.microsoft.com/office/drawing/2014/main" id="{B26E261A-F553-39CC-4F06-E6D13D939C31}"/>
                  </a:ext>
                </a:extLst>
              </p:cNvPr>
              <p:cNvSpPr>
                <a:spLocks noChangeArrowheads="1"/>
              </p:cNvSpPr>
              <p:nvPr/>
            </p:nvSpPr>
            <p:spPr bwMode="auto">
              <a:xfrm>
                <a:off x="960" y="2448"/>
                <a:ext cx="576" cy="577"/>
              </a:xfrm>
              <a:prstGeom prst="ellipse">
                <a:avLst/>
              </a:prstGeom>
              <a:solidFill>
                <a:schemeClr val="accent1"/>
              </a:solidFill>
              <a:ln w="381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12" name="Line 8">
                <a:extLst>
                  <a:ext uri="{FF2B5EF4-FFF2-40B4-BE49-F238E27FC236}">
                    <a16:creationId xmlns:a16="http://schemas.microsoft.com/office/drawing/2014/main" id="{CB1F3A20-2FFB-7C3B-267A-83430917EC7C}"/>
                  </a:ext>
                </a:extLst>
              </p:cNvPr>
              <p:cNvSpPr>
                <a:spLocks noChangeShapeType="1"/>
              </p:cNvSpPr>
              <p:nvPr/>
            </p:nvSpPr>
            <p:spPr bwMode="auto">
              <a:xfrm flipV="1">
                <a:off x="1248" y="2304"/>
                <a:ext cx="0" cy="432"/>
              </a:xfrm>
              <a:prstGeom prst="line">
                <a:avLst/>
              </a:prstGeom>
              <a:noFill/>
              <a:ln w="28575">
                <a:solidFill>
                  <a:srgbClr val="00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13" name="Line 9">
                <a:extLst>
                  <a:ext uri="{FF2B5EF4-FFF2-40B4-BE49-F238E27FC236}">
                    <a16:creationId xmlns:a16="http://schemas.microsoft.com/office/drawing/2014/main" id="{A03FA8BD-947E-2F0A-1EF3-7BD416EE5CDB}"/>
                  </a:ext>
                </a:extLst>
              </p:cNvPr>
              <p:cNvSpPr>
                <a:spLocks noChangeShapeType="1"/>
              </p:cNvSpPr>
              <p:nvPr/>
            </p:nvSpPr>
            <p:spPr bwMode="auto">
              <a:xfrm>
                <a:off x="960" y="2735"/>
                <a:ext cx="0" cy="624"/>
              </a:xfrm>
              <a:prstGeom prst="line">
                <a:avLst/>
              </a:prstGeom>
              <a:noFill/>
              <a:ln w="381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14" name="Line 10">
                <a:extLst>
                  <a:ext uri="{FF2B5EF4-FFF2-40B4-BE49-F238E27FC236}">
                    <a16:creationId xmlns:a16="http://schemas.microsoft.com/office/drawing/2014/main" id="{1F183EF2-51F0-845C-0062-8D2FC2911083}"/>
                  </a:ext>
                </a:extLst>
              </p:cNvPr>
              <p:cNvSpPr>
                <a:spLocks noChangeShapeType="1"/>
              </p:cNvSpPr>
              <p:nvPr/>
            </p:nvSpPr>
            <p:spPr bwMode="auto">
              <a:xfrm>
                <a:off x="1536" y="2735"/>
                <a:ext cx="0" cy="865"/>
              </a:xfrm>
              <a:prstGeom prst="line">
                <a:avLst/>
              </a:prstGeom>
              <a:noFill/>
              <a:ln w="381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15" name="Rectangle 11" descr="栎木">
                <a:extLst>
                  <a:ext uri="{FF2B5EF4-FFF2-40B4-BE49-F238E27FC236}">
                    <a16:creationId xmlns:a16="http://schemas.microsoft.com/office/drawing/2014/main" id="{017DF2F9-9C2E-71AC-700C-EAF7717788B5}"/>
                  </a:ext>
                </a:extLst>
              </p:cNvPr>
              <p:cNvSpPr>
                <a:spLocks noChangeArrowheads="1"/>
              </p:cNvSpPr>
              <p:nvPr/>
            </p:nvSpPr>
            <p:spPr bwMode="auto">
              <a:xfrm>
                <a:off x="864" y="3359"/>
                <a:ext cx="241" cy="192"/>
              </a:xfrm>
              <a:prstGeom prst="rect">
                <a:avLst/>
              </a:prstGeom>
              <a:blipFill dpi="0" rotWithShape="0">
                <a:blip r:embed="rId2" cstate="print"/>
                <a:srcRect/>
                <a:tile tx="0" ty="0" sx="100000" sy="100000" flip="none" algn="tl"/>
              </a:blipFill>
              <a:ln w="9525">
                <a:solidFill>
                  <a:srgbClr val="0000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16" name="Rectangle 12" descr="栎木">
                <a:extLst>
                  <a:ext uri="{FF2B5EF4-FFF2-40B4-BE49-F238E27FC236}">
                    <a16:creationId xmlns:a16="http://schemas.microsoft.com/office/drawing/2014/main" id="{90919F00-AB3D-9F74-9E5B-36DF9E9C2467}"/>
                  </a:ext>
                </a:extLst>
              </p:cNvPr>
              <p:cNvSpPr>
                <a:spLocks noChangeArrowheads="1"/>
              </p:cNvSpPr>
              <p:nvPr/>
            </p:nvSpPr>
            <p:spPr bwMode="auto">
              <a:xfrm>
                <a:off x="1391" y="3600"/>
                <a:ext cx="288" cy="239"/>
              </a:xfrm>
              <a:prstGeom prst="rect">
                <a:avLst/>
              </a:prstGeom>
              <a:blipFill dpi="0" rotWithShape="0">
                <a:blip r:embed="rId2" cstate="print"/>
                <a:srcRect/>
                <a:tile tx="0" ty="0" sx="100000" sy="100000" flip="none" algn="tl"/>
              </a:blipFill>
              <a:ln w="9525">
                <a:solidFill>
                  <a:srgbClr val="0000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65" name="Object 21">
                <a:extLst>
                  <a:ext uri="{FF2B5EF4-FFF2-40B4-BE49-F238E27FC236}">
                    <a16:creationId xmlns:a16="http://schemas.microsoft.com/office/drawing/2014/main" id="{98F8D699-78F5-1757-8339-AA62E94FB907}"/>
                  </a:ext>
                </a:extLst>
              </p:cNvPr>
              <p:cNvGraphicFramePr>
                <a:graphicFrameLocks noChangeAspect="1"/>
              </p:cNvGraphicFramePr>
              <p:nvPr/>
            </p:nvGraphicFramePr>
            <p:xfrm>
              <a:off x="432" y="3120"/>
              <a:ext cx="419" cy="445"/>
            </p:xfrm>
            <a:graphic>
              <a:graphicData uri="http://schemas.openxmlformats.org/presentationml/2006/ole">
                <mc:AlternateContent xmlns:mc="http://schemas.openxmlformats.org/markup-compatibility/2006">
                  <mc:Choice xmlns:v="urn:schemas-microsoft-com:vml" Requires="v">
                    <p:oleObj name="公式" r:id="rId3" imgW="203040" imgH="215640" progId="Equation.3">
                      <p:embed/>
                    </p:oleObj>
                  </mc:Choice>
                  <mc:Fallback>
                    <p:oleObj name="公式" r:id="rId3" imgW="203040" imgH="215640"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 y="3120"/>
                            <a:ext cx="419" cy="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6" name="Object 22">
                <a:extLst>
                  <a:ext uri="{FF2B5EF4-FFF2-40B4-BE49-F238E27FC236}">
                    <a16:creationId xmlns:a16="http://schemas.microsoft.com/office/drawing/2014/main" id="{E3A35025-D093-7D91-2ADD-A2966502E15D}"/>
                  </a:ext>
                </a:extLst>
              </p:cNvPr>
              <p:cNvGraphicFramePr>
                <a:graphicFrameLocks noChangeAspect="1"/>
              </p:cNvGraphicFramePr>
              <p:nvPr/>
            </p:nvGraphicFramePr>
            <p:xfrm>
              <a:off x="1680" y="3408"/>
              <a:ext cx="396" cy="445"/>
            </p:xfrm>
            <a:graphic>
              <a:graphicData uri="http://schemas.openxmlformats.org/presentationml/2006/ole">
                <mc:AlternateContent xmlns:mc="http://schemas.openxmlformats.org/markup-compatibility/2006">
                  <mc:Choice xmlns:v="urn:schemas-microsoft-com:vml" Requires="v">
                    <p:oleObj name="公式" r:id="rId5" imgW="190440" imgH="215640" progId="Equation.3">
                      <p:embed/>
                    </p:oleObj>
                  </mc:Choice>
                  <mc:Fallback>
                    <p:oleObj name="公式" r:id="rId5" imgW="190440" imgH="215640"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0" y="3408"/>
                            <a:ext cx="396" cy="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7" name="Object 23">
                <a:extLst>
                  <a:ext uri="{FF2B5EF4-FFF2-40B4-BE49-F238E27FC236}">
                    <a16:creationId xmlns:a16="http://schemas.microsoft.com/office/drawing/2014/main" id="{5F9F0BD1-8ACC-1D19-796D-D8292FFEC69B}"/>
                  </a:ext>
                </a:extLst>
              </p:cNvPr>
              <p:cNvGraphicFramePr>
                <a:graphicFrameLocks noChangeAspect="1"/>
              </p:cNvGraphicFramePr>
              <p:nvPr/>
            </p:nvGraphicFramePr>
            <p:xfrm>
              <a:off x="1248" y="2736"/>
              <a:ext cx="215" cy="239"/>
            </p:xfrm>
            <a:graphic>
              <a:graphicData uri="http://schemas.openxmlformats.org/presentationml/2006/ole">
                <mc:AlternateContent xmlns:mc="http://schemas.openxmlformats.org/markup-compatibility/2006">
                  <mc:Choice xmlns:v="urn:schemas-microsoft-com:vml" Requires="v">
                    <p:oleObj name="公式" r:id="rId7" imgW="114120" imgH="126720" progId="Equation.3">
                      <p:embed/>
                    </p:oleObj>
                  </mc:Choice>
                  <mc:Fallback>
                    <p:oleObj name="公式" r:id="rId7" imgW="114120" imgH="126720"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8" y="2736"/>
                            <a:ext cx="215"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164" name="Object 20">
              <a:extLst>
                <a:ext uri="{FF2B5EF4-FFF2-40B4-BE49-F238E27FC236}">
                  <a16:creationId xmlns:a16="http://schemas.microsoft.com/office/drawing/2014/main" id="{A47DF034-E3BA-8DAB-278D-C380F30738C4}"/>
                </a:ext>
              </a:extLst>
            </p:cNvPr>
            <p:cNvGraphicFramePr>
              <a:graphicFrameLocks noChangeAspect="1"/>
            </p:cNvGraphicFramePr>
            <p:nvPr/>
          </p:nvGraphicFramePr>
          <p:xfrm>
            <a:off x="720" y="2400"/>
            <a:ext cx="312" cy="267"/>
          </p:xfrm>
          <a:graphic>
            <a:graphicData uri="http://schemas.openxmlformats.org/presentationml/2006/ole">
              <mc:AlternateContent xmlns:mc="http://schemas.openxmlformats.org/markup-compatibility/2006">
                <mc:Choice xmlns:v="urn:schemas-microsoft-com:vml" Requires="v">
                  <p:oleObj name="公式" r:id="rId9" imgW="164880" imgH="139680" progId="Equation.3">
                    <p:embed/>
                  </p:oleObj>
                </mc:Choice>
                <mc:Fallback>
                  <p:oleObj name="公式" r:id="rId9" imgW="164880" imgH="13968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 y="2400"/>
                          <a:ext cx="312"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2721" name="Line 17">
              <a:extLst>
                <a:ext uri="{FF2B5EF4-FFF2-40B4-BE49-F238E27FC236}">
                  <a16:creationId xmlns:a16="http://schemas.microsoft.com/office/drawing/2014/main" id="{E1FFC452-9F36-F006-9AED-D2C68E03D850}"/>
                </a:ext>
              </a:extLst>
            </p:cNvPr>
            <p:cNvSpPr>
              <a:spLocks noChangeShapeType="1"/>
            </p:cNvSpPr>
            <p:nvPr/>
          </p:nvSpPr>
          <p:spPr bwMode="auto">
            <a:xfrm>
              <a:off x="1248" y="2751"/>
              <a:ext cx="288" cy="0"/>
            </a:xfrm>
            <a:prstGeom prst="line">
              <a:avLst/>
            </a:prstGeom>
            <a:noFill/>
            <a:ln w="38100">
              <a:solidFill>
                <a:srgbClr val="FF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6169" name="Text Box 18">
            <a:extLst>
              <a:ext uri="{FF2B5EF4-FFF2-40B4-BE49-F238E27FC236}">
                <a16:creationId xmlns:a16="http://schemas.microsoft.com/office/drawing/2014/main" id="{A02CB8D6-CE1F-96CE-BEB2-EE9536E10C11}"/>
              </a:ext>
            </a:extLst>
          </p:cNvPr>
          <p:cNvSpPr txBox="1">
            <a:spLocks noChangeArrowheads="1"/>
          </p:cNvSpPr>
          <p:nvPr/>
        </p:nvSpPr>
        <p:spPr bwMode="auto">
          <a:xfrm>
            <a:off x="369888" y="365125"/>
            <a:ext cx="8367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FFFF00"/>
                </a:solidFill>
                <a:latin typeface="楷体_GB2312" pitchFamily="49" charset="-122"/>
                <a:ea typeface="楷体_GB2312" pitchFamily="49" charset="-122"/>
              </a:rPr>
              <a:t>解：</a:t>
            </a:r>
            <a:r>
              <a:rPr kumimoji="1" lang="zh-CN" altLang="en-US">
                <a:latin typeface="楷体_GB2312" pitchFamily="49" charset="-122"/>
                <a:ea typeface="楷体_GB2312" pitchFamily="49" charset="-122"/>
              </a:rPr>
              <a:t>在地面参考系中，分别以</a:t>
            </a:r>
            <a:r>
              <a:rPr kumimoji="1" lang="en-US" altLang="zh-CN" i="1">
                <a:solidFill>
                  <a:srgbClr val="FF9900"/>
                </a:solidFill>
                <a:latin typeface="Times New Roman" panose="02020603050405020304" pitchFamily="18" charset="0"/>
                <a:ea typeface="楷体_GB2312" pitchFamily="49" charset="-122"/>
              </a:rPr>
              <a:t>m</a:t>
            </a:r>
            <a:r>
              <a:rPr kumimoji="1" lang="en-US" altLang="zh-CN" baseline="-25000">
                <a:solidFill>
                  <a:srgbClr val="FF9900"/>
                </a:solidFill>
                <a:latin typeface="Times New Roman" panose="02020603050405020304" pitchFamily="18" charset="0"/>
                <a:ea typeface="楷体_GB2312" pitchFamily="49" charset="-122"/>
              </a:rPr>
              <a:t>1</a:t>
            </a:r>
            <a:r>
              <a:rPr kumimoji="1" lang="en-US" altLang="zh-CN">
                <a:latin typeface="Times New Roman" panose="02020603050405020304" pitchFamily="18" charset="0"/>
                <a:ea typeface="楷体_GB2312" pitchFamily="49" charset="-122"/>
              </a:rPr>
              <a:t> </a:t>
            </a:r>
            <a:r>
              <a:rPr kumimoji="1" lang="zh-CN" altLang="en-US">
                <a:latin typeface="楷体_GB2312" pitchFamily="49" charset="-122"/>
                <a:ea typeface="楷体_GB2312" pitchFamily="49" charset="-122"/>
              </a:rPr>
              <a:t>，</a:t>
            </a:r>
            <a:r>
              <a:rPr kumimoji="1" lang="zh-CN" altLang="en-US">
                <a:latin typeface="Times New Roman" panose="02020603050405020304" pitchFamily="18" charset="0"/>
                <a:ea typeface="楷体_GB2312" pitchFamily="49" charset="-122"/>
              </a:rPr>
              <a:t> </a:t>
            </a:r>
            <a:r>
              <a:rPr kumimoji="1" lang="en-US" altLang="zh-CN" i="1">
                <a:solidFill>
                  <a:srgbClr val="FF9900"/>
                </a:solidFill>
                <a:latin typeface="Times New Roman" panose="02020603050405020304" pitchFamily="18" charset="0"/>
                <a:ea typeface="楷体_GB2312" pitchFamily="49" charset="-122"/>
              </a:rPr>
              <a:t>m</a:t>
            </a:r>
            <a:r>
              <a:rPr kumimoji="1" lang="en-US" altLang="zh-CN" baseline="-25000">
                <a:solidFill>
                  <a:srgbClr val="FF9900"/>
                </a:solidFill>
                <a:latin typeface="Times New Roman" panose="02020603050405020304" pitchFamily="18" charset="0"/>
                <a:ea typeface="楷体_GB2312" pitchFamily="49" charset="-122"/>
              </a:rPr>
              <a:t>2 </a:t>
            </a:r>
            <a:r>
              <a:rPr kumimoji="1" lang="zh-CN" altLang="en-US">
                <a:latin typeface="楷体_GB2312" pitchFamily="49" charset="-122"/>
                <a:ea typeface="楷体_GB2312" pitchFamily="49" charset="-122"/>
              </a:rPr>
              <a:t>，</a:t>
            </a:r>
            <a:r>
              <a:rPr kumimoji="1" lang="zh-CN" altLang="en-US" baseline="-25000">
                <a:solidFill>
                  <a:srgbClr val="FF9900"/>
                </a:solidFill>
                <a:latin typeface="Times New Roman" panose="02020603050405020304" pitchFamily="18" charset="0"/>
                <a:ea typeface="楷体_GB2312" pitchFamily="49" charset="-122"/>
              </a:rPr>
              <a:t> </a:t>
            </a:r>
            <a:r>
              <a:rPr kumimoji="1" lang="en-US" altLang="zh-CN" i="1">
                <a:solidFill>
                  <a:srgbClr val="FF9900"/>
                </a:solidFill>
                <a:latin typeface="Times New Roman" panose="02020603050405020304" pitchFamily="18" charset="0"/>
                <a:ea typeface="楷体_GB2312" pitchFamily="49" charset="-122"/>
              </a:rPr>
              <a:t>m </a:t>
            </a:r>
            <a:r>
              <a:rPr kumimoji="1" lang="zh-CN" altLang="en-US">
                <a:latin typeface="楷体_GB2312" pitchFamily="49" charset="-122"/>
                <a:ea typeface="楷体_GB2312" pitchFamily="49" charset="-122"/>
              </a:rPr>
              <a:t>为研究对象</a:t>
            </a:r>
            <a:r>
              <a:rPr kumimoji="1" lang="en-US" altLang="zh-CN">
                <a:latin typeface="楷体_GB2312" pitchFamily="49" charset="-122"/>
                <a:ea typeface="楷体_GB2312" pitchFamily="49" charset="-122"/>
              </a:rPr>
              <a:t>.</a:t>
            </a:r>
          </a:p>
        </p:txBody>
      </p:sp>
      <p:grpSp>
        <p:nvGrpSpPr>
          <p:cNvPr id="5" name="Group 19">
            <a:extLst>
              <a:ext uri="{FF2B5EF4-FFF2-40B4-BE49-F238E27FC236}">
                <a16:creationId xmlns:a16="http://schemas.microsoft.com/office/drawing/2014/main" id="{0EADDB0A-5973-CA54-9C15-3D5C0247BB8E}"/>
              </a:ext>
            </a:extLst>
          </p:cNvPr>
          <p:cNvGrpSpPr>
            <a:grpSpLocks/>
          </p:cNvGrpSpPr>
          <p:nvPr/>
        </p:nvGrpSpPr>
        <p:grpSpPr bwMode="auto">
          <a:xfrm>
            <a:off x="7019925" y="765175"/>
            <a:ext cx="1512888" cy="1727200"/>
            <a:chOff x="336" y="864"/>
            <a:chExt cx="1052" cy="1296"/>
          </a:xfrm>
        </p:grpSpPr>
        <p:sp>
          <p:nvSpPr>
            <p:cNvPr id="712724" name="Rectangle 20">
              <a:extLst>
                <a:ext uri="{FF2B5EF4-FFF2-40B4-BE49-F238E27FC236}">
                  <a16:creationId xmlns:a16="http://schemas.microsoft.com/office/drawing/2014/main" id="{8EE1D431-7B22-37DD-94AD-A5C8031E98A1}"/>
                </a:ext>
              </a:extLst>
            </p:cNvPr>
            <p:cNvSpPr>
              <a:spLocks noChangeArrowheads="1"/>
            </p:cNvSpPr>
            <p:nvPr/>
          </p:nvSpPr>
          <p:spPr bwMode="auto">
            <a:xfrm>
              <a:off x="336" y="864"/>
              <a:ext cx="1008" cy="1296"/>
            </a:xfrm>
            <a:prstGeom prst="rect">
              <a:avLst/>
            </a:prstGeom>
            <a:solidFill>
              <a:schemeClr val="bg1"/>
            </a:solidFill>
            <a:ln w="9525">
              <a:solidFill>
                <a:srgbClr val="FF99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25" name="Rectangle 21" descr="栎木">
              <a:extLst>
                <a:ext uri="{FF2B5EF4-FFF2-40B4-BE49-F238E27FC236}">
                  <a16:creationId xmlns:a16="http://schemas.microsoft.com/office/drawing/2014/main" id="{B16AFE47-4AFE-0F9B-F321-2240F3572B6D}"/>
                </a:ext>
              </a:extLst>
            </p:cNvPr>
            <p:cNvSpPr>
              <a:spLocks noChangeArrowheads="1"/>
            </p:cNvSpPr>
            <p:nvPr/>
          </p:nvSpPr>
          <p:spPr bwMode="auto">
            <a:xfrm>
              <a:off x="480" y="1340"/>
              <a:ext cx="288" cy="172"/>
            </a:xfrm>
            <a:prstGeom prst="rect">
              <a:avLst/>
            </a:prstGeom>
            <a:blipFill dpi="0" rotWithShape="0">
              <a:blip r:embed="rId2" cstate="print"/>
              <a:srcRect/>
              <a:tile tx="0" ty="0" sx="100000" sy="100000" flip="none" algn="tl"/>
            </a:blipFill>
            <a:ln w="38100">
              <a:solidFill>
                <a:srgbClr val="0000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26" name="Line 22">
              <a:extLst>
                <a:ext uri="{FF2B5EF4-FFF2-40B4-BE49-F238E27FC236}">
                  <a16:creationId xmlns:a16="http://schemas.microsoft.com/office/drawing/2014/main" id="{995036C9-1C74-444B-9D99-E9B5F812361C}"/>
                </a:ext>
              </a:extLst>
            </p:cNvPr>
            <p:cNvSpPr>
              <a:spLocks noChangeShapeType="1"/>
            </p:cNvSpPr>
            <p:nvPr/>
          </p:nvSpPr>
          <p:spPr bwMode="auto">
            <a:xfrm flipV="1">
              <a:off x="624" y="1056"/>
              <a:ext cx="0" cy="375"/>
            </a:xfrm>
            <a:prstGeom prst="line">
              <a:avLst/>
            </a:prstGeom>
            <a:noFill/>
            <a:ln w="3810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61" name="Object 17">
              <a:extLst>
                <a:ext uri="{FF2B5EF4-FFF2-40B4-BE49-F238E27FC236}">
                  <a16:creationId xmlns:a16="http://schemas.microsoft.com/office/drawing/2014/main" id="{4F83989C-34E8-CE3B-DA7E-248AF1D6B5CE}"/>
                </a:ext>
              </a:extLst>
            </p:cNvPr>
            <p:cNvGraphicFramePr>
              <a:graphicFrameLocks noChangeAspect="1"/>
            </p:cNvGraphicFramePr>
            <p:nvPr/>
          </p:nvGraphicFramePr>
          <p:xfrm>
            <a:off x="658" y="912"/>
            <a:ext cx="332" cy="336"/>
          </p:xfrm>
          <a:graphic>
            <a:graphicData uri="http://schemas.openxmlformats.org/presentationml/2006/ole">
              <mc:AlternateContent xmlns:mc="http://schemas.openxmlformats.org/markup-compatibility/2006">
                <mc:Choice xmlns:v="urn:schemas-microsoft-com:vml" Requires="v">
                  <p:oleObj name="公式" r:id="rId11" imgW="152280" imgH="215640" progId="Equation.3">
                    <p:embed/>
                  </p:oleObj>
                </mc:Choice>
                <mc:Fallback>
                  <p:oleObj name="公式" r:id="rId11" imgW="152280" imgH="21564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8" y="912"/>
                          <a:ext cx="332"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2728" name="Line 24">
              <a:extLst>
                <a:ext uri="{FF2B5EF4-FFF2-40B4-BE49-F238E27FC236}">
                  <a16:creationId xmlns:a16="http://schemas.microsoft.com/office/drawing/2014/main" id="{D1EBAC78-A21D-946C-FC2E-2E2B0A800165}"/>
                </a:ext>
              </a:extLst>
            </p:cNvPr>
            <p:cNvSpPr>
              <a:spLocks noChangeShapeType="1"/>
            </p:cNvSpPr>
            <p:nvPr/>
          </p:nvSpPr>
          <p:spPr bwMode="auto">
            <a:xfrm>
              <a:off x="1008" y="1262"/>
              <a:ext cx="0" cy="341"/>
            </a:xfrm>
            <a:prstGeom prst="line">
              <a:avLst/>
            </a:prstGeom>
            <a:noFill/>
            <a:ln w="38100">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62" name="Object 18">
              <a:extLst>
                <a:ext uri="{FF2B5EF4-FFF2-40B4-BE49-F238E27FC236}">
                  <a16:creationId xmlns:a16="http://schemas.microsoft.com/office/drawing/2014/main" id="{F8B90474-1BA0-9B7D-43E6-B18D433808B6}"/>
                </a:ext>
              </a:extLst>
            </p:cNvPr>
            <p:cNvGraphicFramePr>
              <a:graphicFrameLocks noChangeAspect="1"/>
            </p:cNvGraphicFramePr>
            <p:nvPr/>
          </p:nvGraphicFramePr>
          <p:xfrm>
            <a:off x="1035" y="1296"/>
            <a:ext cx="353" cy="356"/>
          </p:xfrm>
          <a:graphic>
            <a:graphicData uri="http://schemas.openxmlformats.org/presentationml/2006/ole">
              <mc:AlternateContent xmlns:mc="http://schemas.openxmlformats.org/markup-compatibility/2006">
                <mc:Choice xmlns:v="urn:schemas-microsoft-com:vml" Requires="v">
                  <p:oleObj name="公式" r:id="rId13" imgW="152280" imgH="215640" progId="Equation.3">
                    <p:embed/>
                  </p:oleObj>
                </mc:Choice>
                <mc:Fallback>
                  <p:oleObj name="公式" r:id="rId13" imgW="152280" imgH="21564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5" y="1296"/>
                          <a:ext cx="353" cy="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2730" name="Line 26">
              <a:extLst>
                <a:ext uri="{FF2B5EF4-FFF2-40B4-BE49-F238E27FC236}">
                  <a16:creationId xmlns:a16="http://schemas.microsoft.com/office/drawing/2014/main" id="{609B1BD9-9C92-F700-5667-4B7023C7288B}"/>
                </a:ext>
              </a:extLst>
            </p:cNvPr>
            <p:cNvSpPr>
              <a:spLocks noChangeShapeType="1"/>
            </p:cNvSpPr>
            <p:nvPr/>
          </p:nvSpPr>
          <p:spPr bwMode="auto">
            <a:xfrm>
              <a:off x="624" y="1417"/>
              <a:ext cx="0" cy="410"/>
            </a:xfrm>
            <a:prstGeom prst="line">
              <a:avLst/>
            </a:prstGeom>
            <a:noFill/>
            <a:ln w="3810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63" name="Object 19">
              <a:extLst>
                <a:ext uri="{FF2B5EF4-FFF2-40B4-BE49-F238E27FC236}">
                  <a16:creationId xmlns:a16="http://schemas.microsoft.com/office/drawing/2014/main" id="{C1C56BAC-3558-0779-BE3D-EA3594EE1FB0}"/>
                </a:ext>
              </a:extLst>
            </p:cNvPr>
            <p:cNvGraphicFramePr>
              <a:graphicFrameLocks noChangeAspect="1"/>
            </p:cNvGraphicFramePr>
            <p:nvPr/>
          </p:nvGraphicFramePr>
          <p:xfrm>
            <a:off x="432" y="1776"/>
            <a:ext cx="528" cy="372"/>
          </p:xfrm>
          <a:graphic>
            <a:graphicData uri="http://schemas.openxmlformats.org/presentationml/2006/ole">
              <mc:AlternateContent xmlns:mc="http://schemas.openxmlformats.org/markup-compatibility/2006">
                <mc:Choice xmlns:v="urn:schemas-microsoft-com:vml" Requires="v">
                  <p:oleObj name="公式" r:id="rId15" imgW="291960" imgH="215640" progId="Equation.3">
                    <p:embed/>
                  </p:oleObj>
                </mc:Choice>
                <mc:Fallback>
                  <p:oleObj name="公式" r:id="rId15" imgW="291960" imgH="215640" progId="Equation.3">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2" y="1776"/>
                          <a:ext cx="528" cy="3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12732" name="Text Box 28">
            <a:extLst>
              <a:ext uri="{FF2B5EF4-FFF2-40B4-BE49-F238E27FC236}">
                <a16:creationId xmlns:a16="http://schemas.microsoft.com/office/drawing/2014/main" id="{12D68E27-EA82-9FA2-6D22-93B3E5E73F7A}"/>
              </a:ext>
            </a:extLst>
          </p:cNvPr>
          <p:cNvSpPr txBox="1">
            <a:spLocks noChangeArrowheads="1"/>
          </p:cNvSpPr>
          <p:nvPr/>
        </p:nvSpPr>
        <p:spPr bwMode="auto">
          <a:xfrm>
            <a:off x="293688" y="9652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latin typeface="楷体_GB2312" pitchFamily="49" charset="-122"/>
                <a:ea typeface="楷体_GB2312" pitchFamily="49" charset="-122"/>
              </a:rPr>
              <a:t>以向下为正方向</a:t>
            </a:r>
          </a:p>
        </p:txBody>
      </p:sp>
      <p:grpSp>
        <p:nvGrpSpPr>
          <p:cNvPr id="6" name="Group 29">
            <a:extLst>
              <a:ext uri="{FF2B5EF4-FFF2-40B4-BE49-F238E27FC236}">
                <a16:creationId xmlns:a16="http://schemas.microsoft.com/office/drawing/2014/main" id="{97F81834-2B43-197F-C51F-C928E4560DBF}"/>
              </a:ext>
            </a:extLst>
          </p:cNvPr>
          <p:cNvGrpSpPr>
            <a:grpSpLocks/>
          </p:cNvGrpSpPr>
          <p:nvPr/>
        </p:nvGrpSpPr>
        <p:grpSpPr bwMode="auto">
          <a:xfrm>
            <a:off x="7019925" y="2565400"/>
            <a:ext cx="1584325" cy="1657350"/>
            <a:chOff x="336" y="2304"/>
            <a:chExt cx="1104" cy="1296"/>
          </a:xfrm>
        </p:grpSpPr>
        <p:sp>
          <p:nvSpPr>
            <p:cNvPr id="712734" name="Rectangle 30">
              <a:extLst>
                <a:ext uri="{FF2B5EF4-FFF2-40B4-BE49-F238E27FC236}">
                  <a16:creationId xmlns:a16="http://schemas.microsoft.com/office/drawing/2014/main" id="{AF11AC58-5928-E56C-EADB-C0D6A68E43E5}"/>
                </a:ext>
              </a:extLst>
            </p:cNvPr>
            <p:cNvSpPr>
              <a:spLocks noChangeArrowheads="1"/>
            </p:cNvSpPr>
            <p:nvPr/>
          </p:nvSpPr>
          <p:spPr bwMode="auto">
            <a:xfrm>
              <a:off x="336" y="2304"/>
              <a:ext cx="1008" cy="1296"/>
            </a:xfrm>
            <a:prstGeom prst="rect">
              <a:avLst/>
            </a:prstGeom>
            <a:solidFill>
              <a:schemeClr val="bg1"/>
            </a:solidFill>
            <a:ln w="9525">
              <a:solidFill>
                <a:srgbClr val="FF99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35" name="Rectangle 31" descr="栎木">
              <a:extLst>
                <a:ext uri="{FF2B5EF4-FFF2-40B4-BE49-F238E27FC236}">
                  <a16:creationId xmlns:a16="http://schemas.microsoft.com/office/drawing/2014/main" id="{6074B55B-1830-1126-AD33-48632970CA35}"/>
                </a:ext>
              </a:extLst>
            </p:cNvPr>
            <p:cNvSpPr>
              <a:spLocks noChangeArrowheads="1"/>
            </p:cNvSpPr>
            <p:nvPr/>
          </p:nvSpPr>
          <p:spPr bwMode="auto">
            <a:xfrm>
              <a:off x="492" y="2760"/>
              <a:ext cx="240" cy="139"/>
            </a:xfrm>
            <a:prstGeom prst="rect">
              <a:avLst/>
            </a:prstGeom>
            <a:blipFill dpi="0" rotWithShape="0">
              <a:blip r:embed="rId2" cstate="print"/>
              <a:srcRect/>
              <a:tile tx="0" ty="0" sx="100000" sy="100000" flip="none" algn="tl"/>
            </a:blipFill>
            <a:ln w="38100">
              <a:solidFill>
                <a:srgbClr val="0000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36" name="Line 32">
              <a:extLst>
                <a:ext uri="{FF2B5EF4-FFF2-40B4-BE49-F238E27FC236}">
                  <a16:creationId xmlns:a16="http://schemas.microsoft.com/office/drawing/2014/main" id="{53153C0F-52AE-6C76-1E0E-7A16823922C4}"/>
                </a:ext>
              </a:extLst>
            </p:cNvPr>
            <p:cNvSpPr>
              <a:spLocks noChangeShapeType="1"/>
            </p:cNvSpPr>
            <p:nvPr/>
          </p:nvSpPr>
          <p:spPr bwMode="auto">
            <a:xfrm flipV="1">
              <a:off x="1068" y="2657"/>
              <a:ext cx="0" cy="314"/>
            </a:xfrm>
            <a:prstGeom prst="line">
              <a:avLst/>
            </a:prstGeom>
            <a:noFill/>
            <a:ln w="38100">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58" name="Object 14">
              <a:extLst>
                <a:ext uri="{FF2B5EF4-FFF2-40B4-BE49-F238E27FC236}">
                  <a16:creationId xmlns:a16="http://schemas.microsoft.com/office/drawing/2014/main" id="{7587CCD7-03A1-196E-CCF6-400F496A0852}"/>
                </a:ext>
              </a:extLst>
            </p:cNvPr>
            <p:cNvGraphicFramePr>
              <a:graphicFrameLocks noChangeAspect="1"/>
            </p:cNvGraphicFramePr>
            <p:nvPr/>
          </p:nvGraphicFramePr>
          <p:xfrm>
            <a:off x="1056" y="2420"/>
            <a:ext cx="384" cy="335"/>
          </p:xfrm>
          <a:graphic>
            <a:graphicData uri="http://schemas.openxmlformats.org/presentationml/2006/ole">
              <mc:AlternateContent xmlns:mc="http://schemas.openxmlformats.org/markup-compatibility/2006">
                <mc:Choice xmlns:v="urn:schemas-microsoft-com:vml" Requires="v">
                  <p:oleObj name="公式" r:id="rId17" imgW="177480" imgH="215640" progId="Equation.3">
                    <p:embed/>
                  </p:oleObj>
                </mc:Choice>
                <mc:Fallback>
                  <p:oleObj name="公式" r:id="rId17" imgW="177480" imgH="215640"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56" y="2420"/>
                          <a:ext cx="384" cy="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2738" name="Line 34">
              <a:extLst>
                <a:ext uri="{FF2B5EF4-FFF2-40B4-BE49-F238E27FC236}">
                  <a16:creationId xmlns:a16="http://schemas.microsoft.com/office/drawing/2014/main" id="{806C7AAD-FB9C-4EB3-19BE-C0CBA99BE903}"/>
                </a:ext>
              </a:extLst>
            </p:cNvPr>
            <p:cNvSpPr>
              <a:spLocks noChangeShapeType="1"/>
            </p:cNvSpPr>
            <p:nvPr/>
          </p:nvSpPr>
          <p:spPr bwMode="auto">
            <a:xfrm flipV="1">
              <a:off x="624" y="2448"/>
              <a:ext cx="0" cy="394"/>
            </a:xfrm>
            <a:prstGeom prst="line">
              <a:avLst/>
            </a:prstGeom>
            <a:noFill/>
            <a:ln w="3810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59" name="Object 15">
              <a:extLst>
                <a:ext uri="{FF2B5EF4-FFF2-40B4-BE49-F238E27FC236}">
                  <a16:creationId xmlns:a16="http://schemas.microsoft.com/office/drawing/2014/main" id="{BFA17FA5-A625-2D4C-49C9-6EB4B1E0CF3C}"/>
                </a:ext>
              </a:extLst>
            </p:cNvPr>
            <p:cNvGraphicFramePr>
              <a:graphicFrameLocks noChangeAspect="1"/>
            </p:cNvGraphicFramePr>
            <p:nvPr/>
          </p:nvGraphicFramePr>
          <p:xfrm>
            <a:off x="684" y="2345"/>
            <a:ext cx="293" cy="277"/>
          </p:xfrm>
          <a:graphic>
            <a:graphicData uri="http://schemas.openxmlformats.org/presentationml/2006/ole">
              <mc:AlternateContent xmlns:mc="http://schemas.openxmlformats.org/markup-compatibility/2006">
                <mc:Choice xmlns:v="urn:schemas-microsoft-com:vml" Requires="v">
                  <p:oleObj name="公式" r:id="rId19" imgW="164880" imgH="215640" progId="Equation.3">
                    <p:embed/>
                  </p:oleObj>
                </mc:Choice>
                <mc:Fallback>
                  <p:oleObj name="公式" r:id="rId19" imgW="164880" imgH="215640"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84" y="2345"/>
                          <a:ext cx="293"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2740" name="Line 36">
              <a:extLst>
                <a:ext uri="{FF2B5EF4-FFF2-40B4-BE49-F238E27FC236}">
                  <a16:creationId xmlns:a16="http://schemas.microsoft.com/office/drawing/2014/main" id="{8F65A32A-3A77-79BA-4EE3-5FE478F0A01B}"/>
                </a:ext>
              </a:extLst>
            </p:cNvPr>
            <p:cNvSpPr>
              <a:spLocks noChangeShapeType="1"/>
            </p:cNvSpPr>
            <p:nvPr/>
          </p:nvSpPr>
          <p:spPr bwMode="auto">
            <a:xfrm>
              <a:off x="624" y="2832"/>
              <a:ext cx="0" cy="288"/>
            </a:xfrm>
            <a:prstGeom prst="line">
              <a:avLst/>
            </a:prstGeom>
            <a:noFill/>
            <a:ln w="3810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60" name="Object 16">
              <a:extLst>
                <a:ext uri="{FF2B5EF4-FFF2-40B4-BE49-F238E27FC236}">
                  <a16:creationId xmlns:a16="http://schemas.microsoft.com/office/drawing/2014/main" id="{C736F316-396E-2AE7-78DD-83FAABF102FC}"/>
                </a:ext>
              </a:extLst>
            </p:cNvPr>
            <p:cNvGraphicFramePr>
              <a:graphicFrameLocks noChangeAspect="1"/>
            </p:cNvGraphicFramePr>
            <p:nvPr/>
          </p:nvGraphicFramePr>
          <p:xfrm>
            <a:off x="432" y="3120"/>
            <a:ext cx="624" cy="389"/>
          </p:xfrm>
          <a:graphic>
            <a:graphicData uri="http://schemas.openxmlformats.org/presentationml/2006/ole">
              <mc:AlternateContent xmlns:mc="http://schemas.openxmlformats.org/markup-compatibility/2006">
                <mc:Choice xmlns:v="urn:schemas-microsoft-com:vml" Requires="v">
                  <p:oleObj name="公式" r:id="rId21" imgW="304560" imgH="215640" progId="Equation.3">
                    <p:embed/>
                  </p:oleObj>
                </mc:Choice>
                <mc:Fallback>
                  <p:oleObj name="公式" r:id="rId21" imgW="304560" imgH="215640" progId="Equation.3">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2" y="3120"/>
                          <a:ext cx="624" cy="3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12742" name="Text Box 38">
            <a:extLst>
              <a:ext uri="{FF2B5EF4-FFF2-40B4-BE49-F238E27FC236}">
                <a16:creationId xmlns:a16="http://schemas.microsoft.com/office/drawing/2014/main" id="{15AECD8C-FC13-F4FA-E198-2213EE8B2817}"/>
              </a:ext>
            </a:extLst>
          </p:cNvPr>
          <p:cNvSpPr txBox="1">
            <a:spLocks noChangeArrowheads="1"/>
          </p:cNvSpPr>
          <p:nvPr/>
        </p:nvSpPr>
        <p:spPr bwMode="auto">
          <a:xfrm>
            <a:off x="293688" y="2060575"/>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latin typeface="楷体_GB2312" pitchFamily="49" charset="-122"/>
                <a:ea typeface="楷体_GB2312" pitchFamily="49" charset="-122"/>
              </a:rPr>
              <a:t>以向上为正方向</a:t>
            </a:r>
          </a:p>
        </p:txBody>
      </p:sp>
      <p:graphicFrame>
        <p:nvGraphicFramePr>
          <p:cNvPr id="712743" name="Object 2">
            <a:extLst>
              <a:ext uri="{FF2B5EF4-FFF2-40B4-BE49-F238E27FC236}">
                <a16:creationId xmlns:a16="http://schemas.microsoft.com/office/drawing/2014/main" id="{72E54A79-6415-8878-5DAC-CC2BC92EED0E}"/>
              </a:ext>
            </a:extLst>
          </p:cNvPr>
          <p:cNvGraphicFramePr>
            <a:graphicFrameLocks/>
          </p:cNvGraphicFramePr>
          <p:nvPr/>
        </p:nvGraphicFramePr>
        <p:xfrm>
          <a:off x="438150" y="1484313"/>
          <a:ext cx="3095625" cy="504825"/>
        </p:xfrm>
        <a:graphic>
          <a:graphicData uri="http://schemas.openxmlformats.org/presentationml/2006/ole">
            <mc:AlternateContent xmlns:mc="http://schemas.openxmlformats.org/markup-compatibility/2006">
              <mc:Choice xmlns:v="urn:schemas-microsoft-com:vml" Requires="v">
                <p:oleObj name="公式" r:id="rId23" imgW="2908080" imgH="419040" progId="Equation.3">
                  <p:embed/>
                </p:oleObj>
              </mc:Choice>
              <mc:Fallback>
                <p:oleObj name="公式" r:id="rId23" imgW="2908080" imgH="419040" progId="Equation.3">
                  <p:embed/>
                  <p:pic>
                    <p:nvPicPr>
                      <p:cNvPr id="0" name="Object 2"/>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38150" y="1484313"/>
                        <a:ext cx="3095625" cy="5048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2744" name="Object 3">
            <a:extLst>
              <a:ext uri="{FF2B5EF4-FFF2-40B4-BE49-F238E27FC236}">
                <a16:creationId xmlns:a16="http://schemas.microsoft.com/office/drawing/2014/main" id="{7D3FE520-788E-9E9A-2CC9-5A47E076C71A}"/>
              </a:ext>
            </a:extLst>
          </p:cNvPr>
          <p:cNvGraphicFramePr>
            <a:graphicFrameLocks/>
          </p:cNvGraphicFramePr>
          <p:nvPr/>
        </p:nvGraphicFramePr>
        <p:xfrm>
          <a:off x="509588" y="2708275"/>
          <a:ext cx="3794125" cy="417513"/>
        </p:xfrm>
        <a:graphic>
          <a:graphicData uri="http://schemas.openxmlformats.org/presentationml/2006/ole">
            <mc:AlternateContent xmlns:mc="http://schemas.openxmlformats.org/markup-compatibility/2006">
              <mc:Choice xmlns:v="urn:schemas-microsoft-com:vml" Requires="v">
                <p:oleObj name="公式" r:id="rId25" imgW="3809880" imgH="419040" progId="Equation.3">
                  <p:embed/>
                </p:oleObj>
              </mc:Choice>
              <mc:Fallback>
                <p:oleObj name="公式" r:id="rId25" imgW="3809880" imgH="419040" progId="Equation.3">
                  <p:embed/>
                  <p:pic>
                    <p:nvPicPr>
                      <p:cNvPr id="0" name="Object 3"/>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09588" y="2708275"/>
                        <a:ext cx="3794125" cy="4175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2745" name="Text Box 41">
            <a:extLst>
              <a:ext uri="{FF2B5EF4-FFF2-40B4-BE49-F238E27FC236}">
                <a16:creationId xmlns:a16="http://schemas.microsoft.com/office/drawing/2014/main" id="{029A5161-9839-2433-BAAD-1255E76CFF36}"/>
              </a:ext>
            </a:extLst>
          </p:cNvPr>
          <p:cNvSpPr txBox="1">
            <a:spLocks noChangeArrowheads="1"/>
          </p:cNvSpPr>
          <p:nvPr/>
        </p:nvSpPr>
        <p:spPr bwMode="auto">
          <a:xfrm>
            <a:off x="358775" y="3284538"/>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latin typeface="楷体_GB2312" pitchFamily="49" charset="-122"/>
                <a:ea typeface="楷体_GB2312" pitchFamily="49" charset="-122"/>
              </a:rPr>
              <a:t>以顺时针方向为正方向</a:t>
            </a:r>
          </a:p>
        </p:txBody>
      </p:sp>
      <p:graphicFrame>
        <p:nvGraphicFramePr>
          <p:cNvPr id="712746" name="Object 4">
            <a:extLst>
              <a:ext uri="{FF2B5EF4-FFF2-40B4-BE49-F238E27FC236}">
                <a16:creationId xmlns:a16="http://schemas.microsoft.com/office/drawing/2014/main" id="{7BAEC756-B286-D96B-4C56-19295D338BA7}"/>
              </a:ext>
            </a:extLst>
          </p:cNvPr>
          <p:cNvGraphicFramePr>
            <a:graphicFrameLocks/>
          </p:cNvGraphicFramePr>
          <p:nvPr/>
        </p:nvGraphicFramePr>
        <p:xfrm>
          <a:off x="400050" y="3813175"/>
          <a:ext cx="4983163" cy="695325"/>
        </p:xfrm>
        <a:graphic>
          <a:graphicData uri="http://schemas.openxmlformats.org/presentationml/2006/ole">
            <mc:AlternateContent xmlns:mc="http://schemas.openxmlformats.org/markup-compatibility/2006">
              <mc:Choice xmlns:v="urn:schemas-microsoft-com:vml" Requires="v">
                <p:oleObj name="公式" r:id="rId27" imgW="5003640" imgH="698400" progId="Equation.3">
                  <p:embed/>
                </p:oleObj>
              </mc:Choice>
              <mc:Fallback>
                <p:oleObj name="公式" r:id="rId27" imgW="5003640" imgH="698400" progId="Equation.3">
                  <p:embed/>
                  <p:pic>
                    <p:nvPicPr>
                      <p:cNvPr id="0" name="Object 4"/>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00050" y="3813175"/>
                        <a:ext cx="4983163" cy="6953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43">
            <a:extLst>
              <a:ext uri="{FF2B5EF4-FFF2-40B4-BE49-F238E27FC236}">
                <a16:creationId xmlns:a16="http://schemas.microsoft.com/office/drawing/2014/main" id="{C2106C8C-99DE-8F81-A426-070E60CF6272}"/>
              </a:ext>
            </a:extLst>
          </p:cNvPr>
          <p:cNvGrpSpPr>
            <a:grpSpLocks/>
          </p:cNvGrpSpPr>
          <p:nvPr/>
        </p:nvGrpSpPr>
        <p:grpSpPr bwMode="auto">
          <a:xfrm>
            <a:off x="4573588" y="908050"/>
            <a:ext cx="1727200" cy="2592388"/>
            <a:chOff x="288" y="192"/>
            <a:chExt cx="1296" cy="1968"/>
          </a:xfrm>
        </p:grpSpPr>
        <p:sp>
          <p:nvSpPr>
            <p:cNvPr id="712748" name="Rectangle 44">
              <a:extLst>
                <a:ext uri="{FF2B5EF4-FFF2-40B4-BE49-F238E27FC236}">
                  <a16:creationId xmlns:a16="http://schemas.microsoft.com/office/drawing/2014/main" id="{2824C5FE-7119-09EB-0827-7AC07F493F9E}"/>
                </a:ext>
              </a:extLst>
            </p:cNvPr>
            <p:cNvSpPr>
              <a:spLocks noChangeArrowheads="1"/>
            </p:cNvSpPr>
            <p:nvPr/>
          </p:nvSpPr>
          <p:spPr bwMode="auto">
            <a:xfrm>
              <a:off x="288" y="192"/>
              <a:ext cx="1296" cy="1968"/>
            </a:xfrm>
            <a:prstGeom prst="rect">
              <a:avLst/>
            </a:prstGeom>
            <a:solidFill>
              <a:schemeClr val="bg1"/>
            </a:solidFill>
            <a:ln w="9525">
              <a:solidFill>
                <a:srgbClr val="FF99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6180" name="Group 45">
              <a:extLst>
                <a:ext uri="{FF2B5EF4-FFF2-40B4-BE49-F238E27FC236}">
                  <a16:creationId xmlns:a16="http://schemas.microsoft.com/office/drawing/2014/main" id="{42BBF8FD-A4F1-0F6B-B3BA-880F19119990}"/>
                </a:ext>
              </a:extLst>
            </p:cNvPr>
            <p:cNvGrpSpPr>
              <a:grpSpLocks/>
            </p:cNvGrpSpPr>
            <p:nvPr/>
          </p:nvGrpSpPr>
          <p:grpSpPr bwMode="auto">
            <a:xfrm>
              <a:off x="420" y="238"/>
              <a:ext cx="954" cy="1914"/>
              <a:chOff x="420" y="238"/>
              <a:chExt cx="954" cy="1914"/>
            </a:xfrm>
          </p:grpSpPr>
          <p:sp>
            <p:nvSpPr>
              <p:cNvPr id="712750" name="Oval 46">
                <a:extLst>
                  <a:ext uri="{FF2B5EF4-FFF2-40B4-BE49-F238E27FC236}">
                    <a16:creationId xmlns:a16="http://schemas.microsoft.com/office/drawing/2014/main" id="{76FB849A-CEEA-FA9C-9253-84F9615E3407}"/>
                  </a:ext>
                </a:extLst>
              </p:cNvPr>
              <p:cNvSpPr>
                <a:spLocks noChangeArrowheads="1"/>
              </p:cNvSpPr>
              <p:nvPr/>
            </p:nvSpPr>
            <p:spPr bwMode="auto">
              <a:xfrm>
                <a:off x="624" y="739"/>
                <a:ext cx="624" cy="593"/>
              </a:xfrm>
              <a:prstGeom prst="ellipse">
                <a:avLst/>
              </a:prstGeom>
              <a:solidFill>
                <a:schemeClr val="accent1"/>
              </a:solidFill>
              <a:ln w="38100">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2751" name="Line 47">
                <a:extLst>
                  <a:ext uri="{FF2B5EF4-FFF2-40B4-BE49-F238E27FC236}">
                    <a16:creationId xmlns:a16="http://schemas.microsoft.com/office/drawing/2014/main" id="{E3041C35-D20E-6FF6-A6B1-0C4DDB879378}"/>
                  </a:ext>
                </a:extLst>
              </p:cNvPr>
              <p:cNvSpPr>
                <a:spLocks noChangeShapeType="1"/>
              </p:cNvSpPr>
              <p:nvPr/>
            </p:nvSpPr>
            <p:spPr bwMode="auto">
              <a:xfrm>
                <a:off x="912" y="1008"/>
                <a:ext cx="336" cy="0"/>
              </a:xfrm>
              <a:prstGeom prst="line">
                <a:avLst/>
              </a:prstGeom>
              <a:noFill/>
              <a:ln w="38100">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53" name="Object 9">
                <a:extLst>
                  <a:ext uri="{FF2B5EF4-FFF2-40B4-BE49-F238E27FC236}">
                    <a16:creationId xmlns:a16="http://schemas.microsoft.com/office/drawing/2014/main" id="{DC480DF9-FFB7-7CA8-34DE-710DD56F8CCF}"/>
                  </a:ext>
                </a:extLst>
              </p:cNvPr>
              <p:cNvGraphicFramePr>
                <a:graphicFrameLocks noChangeAspect="1"/>
              </p:cNvGraphicFramePr>
              <p:nvPr/>
            </p:nvGraphicFramePr>
            <p:xfrm>
              <a:off x="960" y="768"/>
              <a:ext cx="227" cy="240"/>
            </p:xfrm>
            <a:graphic>
              <a:graphicData uri="http://schemas.openxmlformats.org/presentationml/2006/ole">
                <mc:AlternateContent xmlns:mc="http://schemas.openxmlformats.org/markup-compatibility/2006">
                  <mc:Choice xmlns:v="urn:schemas-microsoft-com:vml" Requires="v">
                    <p:oleObj name="公式" r:id="rId29" imgW="114120" imgH="126720" progId="Equation.3">
                      <p:embed/>
                    </p:oleObj>
                  </mc:Choice>
                  <mc:Fallback>
                    <p:oleObj name="公式" r:id="rId29" imgW="114120" imgH="126720" progId="Equation.3">
                      <p:embed/>
                      <p:pic>
                        <p:nvPicPr>
                          <p:cNvPr id="0" name="Object 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60" y="768"/>
                            <a:ext cx="227" cy="2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83" name="Text Box 49">
                <a:extLst>
                  <a:ext uri="{FF2B5EF4-FFF2-40B4-BE49-F238E27FC236}">
                    <a16:creationId xmlns:a16="http://schemas.microsoft.com/office/drawing/2014/main" id="{3834B329-384D-9855-D23C-6FB267B49DCD}"/>
                  </a:ext>
                </a:extLst>
              </p:cNvPr>
              <p:cNvSpPr txBox="1">
                <a:spLocks noChangeArrowheads="1"/>
              </p:cNvSpPr>
              <p:nvPr/>
            </p:nvSpPr>
            <p:spPr bwMode="auto">
              <a:xfrm>
                <a:off x="624" y="440"/>
                <a:ext cx="253"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0000"/>
                    </a:solidFill>
                    <a:latin typeface="楷体_GB2312" pitchFamily="49" charset="-122"/>
                    <a:ea typeface="楷体_GB2312" pitchFamily="49" charset="-122"/>
                  </a:rPr>
                  <a:t>+</a:t>
                </a:r>
              </a:p>
            </p:txBody>
          </p:sp>
          <p:sp>
            <p:nvSpPr>
              <p:cNvPr id="712754" name="Line 50">
                <a:extLst>
                  <a:ext uri="{FF2B5EF4-FFF2-40B4-BE49-F238E27FC236}">
                    <a16:creationId xmlns:a16="http://schemas.microsoft.com/office/drawing/2014/main" id="{CCE06447-3B3B-C770-23ED-F3EC067679E8}"/>
                  </a:ext>
                </a:extLst>
              </p:cNvPr>
              <p:cNvSpPr>
                <a:spLocks noChangeShapeType="1"/>
              </p:cNvSpPr>
              <p:nvPr/>
            </p:nvSpPr>
            <p:spPr bwMode="auto">
              <a:xfrm>
                <a:off x="1248" y="1008"/>
                <a:ext cx="0" cy="686"/>
              </a:xfrm>
              <a:prstGeom prst="line">
                <a:avLst/>
              </a:prstGeom>
              <a:noFill/>
              <a:ln w="3810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54" name="Object 10">
                <a:extLst>
                  <a:ext uri="{FF2B5EF4-FFF2-40B4-BE49-F238E27FC236}">
                    <a16:creationId xmlns:a16="http://schemas.microsoft.com/office/drawing/2014/main" id="{6CEC862D-1C66-4596-367F-58222EFCE601}"/>
                  </a:ext>
                </a:extLst>
              </p:cNvPr>
              <p:cNvGraphicFramePr>
                <a:graphicFrameLocks noChangeAspect="1"/>
              </p:cNvGraphicFramePr>
              <p:nvPr/>
            </p:nvGraphicFramePr>
            <p:xfrm>
              <a:off x="1104" y="1786"/>
              <a:ext cx="270" cy="366"/>
            </p:xfrm>
            <a:graphic>
              <a:graphicData uri="http://schemas.openxmlformats.org/presentationml/2006/ole">
                <mc:AlternateContent xmlns:mc="http://schemas.openxmlformats.org/markup-compatibility/2006">
                  <mc:Choice xmlns:v="urn:schemas-microsoft-com:vml" Requires="v">
                    <p:oleObj name="公式" r:id="rId31" imgW="152280" imgH="215640" progId="Equation.3">
                      <p:embed/>
                    </p:oleObj>
                  </mc:Choice>
                  <mc:Fallback>
                    <p:oleObj name="公式" r:id="rId31" imgW="152280" imgH="215640" progId="Equation.3">
                      <p:embed/>
                      <p:pic>
                        <p:nvPicPr>
                          <p:cNvPr id="0" name="Object 1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104" y="1786"/>
                            <a:ext cx="270"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2756" name="Line 52">
                <a:extLst>
                  <a:ext uri="{FF2B5EF4-FFF2-40B4-BE49-F238E27FC236}">
                    <a16:creationId xmlns:a16="http://schemas.microsoft.com/office/drawing/2014/main" id="{5072F4EA-0AA0-BCD5-9111-5814083A1161}"/>
                  </a:ext>
                </a:extLst>
              </p:cNvPr>
              <p:cNvSpPr>
                <a:spLocks noChangeShapeType="1"/>
              </p:cNvSpPr>
              <p:nvPr/>
            </p:nvSpPr>
            <p:spPr bwMode="auto">
              <a:xfrm>
                <a:off x="623" y="1008"/>
                <a:ext cx="0" cy="489"/>
              </a:xfrm>
              <a:prstGeom prst="line">
                <a:avLst/>
              </a:prstGeom>
              <a:noFill/>
              <a:ln w="3810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55" name="Object 11">
                <a:extLst>
                  <a:ext uri="{FF2B5EF4-FFF2-40B4-BE49-F238E27FC236}">
                    <a16:creationId xmlns:a16="http://schemas.microsoft.com/office/drawing/2014/main" id="{E8597174-8CCB-FAE7-CCC2-299D7C4AC707}"/>
                  </a:ext>
                </a:extLst>
              </p:cNvPr>
              <p:cNvGraphicFramePr>
                <a:graphicFrameLocks noChangeAspect="1"/>
              </p:cNvGraphicFramePr>
              <p:nvPr/>
            </p:nvGraphicFramePr>
            <p:xfrm>
              <a:off x="420" y="1575"/>
              <a:ext cx="293" cy="302"/>
            </p:xfrm>
            <a:graphic>
              <a:graphicData uri="http://schemas.openxmlformats.org/presentationml/2006/ole">
                <mc:AlternateContent xmlns:mc="http://schemas.openxmlformats.org/markup-compatibility/2006">
                  <mc:Choice xmlns:v="urn:schemas-microsoft-com:vml" Requires="v">
                    <p:oleObj name="公式" r:id="rId19" imgW="164880" imgH="215640" progId="Equation.3">
                      <p:embed/>
                    </p:oleObj>
                  </mc:Choice>
                  <mc:Fallback>
                    <p:oleObj name="公式" r:id="rId19" imgW="164880" imgH="215640"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0" y="1575"/>
                            <a:ext cx="293"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2758" name="Line 54">
                <a:extLst>
                  <a:ext uri="{FF2B5EF4-FFF2-40B4-BE49-F238E27FC236}">
                    <a16:creationId xmlns:a16="http://schemas.microsoft.com/office/drawing/2014/main" id="{E997A8A1-5C01-1F16-5960-EB26E14D912F}"/>
                  </a:ext>
                </a:extLst>
              </p:cNvPr>
              <p:cNvSpPr>
                <a:spLocks noChangeShapeType="1"/>
              </p:cNvSpPr>
              <p:nvPr/>
            </p:nvSpPr>
            <p:spPr bwMode="auto">
              <a:xfrm flipV="1">
                <a:off x="912" y="421"/>
                <a:ext cx="0" cy="594"/>
              </a:xfrm>
              <a:prstGeom prst="line">
                <a:avLst/>
              </a:prstGeom>
              <a:noFill/>
              <a:ln w="3810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56" name="Object 12">
                <a:extLst>
                  <a:ext uri="{FF2B5EF4-FFF2-40B4-BE49-F238E27FC236}">
                    <a16:creationId xmlns:a16="http://schemas.microsoft.com/office/drawing/2014/main" id="{CEC2110D-9678-DE39-7FEF-02D8F5F865F3}"/>
                  </a:ext>
                </a:extLst>
              </p:cNvPr>
              <p:cNvGraphicFramePr>
                <a:graphicFrameLocks noChangeAspect="1"/>
              </p:cNvGraphicFramePr>
              <p:nvPr/>
            </p:nvGraphicFramePr>
            <p:xfrm>
              <a:off x="960" y="238"/>
              <a:ext cx="288" cy="275"/>
            </p:xfrm>
            <a:graphic>
              <a:graphicData uri="http://schemas.openxmlformats.org/presentationml/2006/ole">
                <mc:AlternateContent xmlns:mc="http://schemas.openxmlformats.org/markup-compatibility/2006">
                  <mc:Choice xmlns:v="urn:schemas-microsoft-com:vml" Requires="v">
                    <p:oleObj name="公式" r:id="rId33" imgW="177480" imgH="177480" progId="Equation.3">
                      <p:embed/>
                    </p:oleObj>
                  </mc:Choice>
                  <mc:Fallback>
                    <p:oleObj name="公式" r:id="rId33" imgW="177480" imgH="177480" progId="Equation.3">
                      <p:embed/>
                      <p:pic>
                        <p:nvPicPr>
                          <p:cNvPr id="0" name="Object 1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960" y="238"/>
                            <a:ext cx="288"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2760" name="Line 56">
                <a:extLst>
                  <a:ext uri="{FF2B5EF4-FFF2-40B4-BE49-F238E27FC236}">
                    <a16:creationId xmlns:a16="http://schemas.microsoft.com/office/drawing/2014/main" id="{B6F72F9E-9C32-2615-8838-1A01A6B00E0C}"/>
                  </a:ext>
                </a:extLst>
              </p:cNvPr>
              <p:cNvSpPr>
                <a:spLocks noChangeShapeType="1"/>
              </p:cNvSpPr>
              <p:nvPr/>
            </p:nvSpPr>
            <p:spPr bwMode="auto">
              <a:xfrm>
                <a:off x="912" y="1008"/>
                <a:ext cx="0" cy="595"/>
              </a:xfrm>
              <a:prstGeom prst="line">
                <a:avLst/>
              </a:prstGeom>
              <a:noFill/>
              <a:ln w="3810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6157" name="Object 13">
                <a:extLst>
                  <a:ext uri="{FF2B5EF4-FFF2-40B4-BE49-F238E27FC236}">
                    <a16:creationId xmlns:a16="http://schemas.microsoft.com/office/drawing/2014/main" id="{698F6C77-49AB-7600-6747-C6EEC731DBEF}"/>
                  </a:ext>
                </a:extLst>
              </p:cNvPr>
              <p:cNvGraphicFramePr>
                <a:graphicFrameLocks noChangeAspect="1"/>
              </p:cNvGraphicFramePr>
              <p:nvPr/>
            </p:nvGraphicFramePr>
            <p:xfrm>
              <a:off x="720" y="1624"/>
              <a:ext cx="528" cy="288"/>
            </p:xfrm>
            <a:graphic>
              <a:graphicData uri="http://schemas.openxmlformats.org/presentationml/2006/ole">
                <mc:AlternateContent xmlns:mc="http://schemas.openxmlformats.org/markup-compatibility/2006">
                  <mc:Choice xmlns:v="urn:schemas-microsoft-com:vml" Requires="v">
                    <p:oleObj name="公式" r:id="rId35" imgW="241200" imgH="164880" progId="Equation.3">
                      <p:embed/>
                    </p:oleObj>
                  </mc:Choice>
                  <mc:Fallback>
                    <p:oleObj name="公式" r:id="rId35" imgW="241200" imgH="164880" progId="Equation.3">
                      <p:embed/>
                      <p:pic>
                        <p:nvPicPr>
                          <p:cNvPr id="0" name="Object 1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20" y="1624"/>
                            <a:ext cx="5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2762" name="Arc 58">
                <a:extLst>
                  <a:ext uri="{FF2B5EF4-FFF2-40B4-BE49-F238E27FC236}">
                    <a16:creationId xmlns:a16="http://schemas.microsoft.com/office/drawing/2014/main" id="{C42522B7-DA26-7AEC-2E58-4247430AFA38}"/>
                  </a:ext>
                </a:extLst>
              </p:cNvPr>
              <p:cNvSpPr>
                <a:spLocks/>
              </p:cNvSpPr>
              <p:nvPr/>
            </p:nvSpPr>
            <p:spPr bwMode="auto">
              <a:xfrm rot="4763554" flipH="1" flipV="1">
                <a:off x="440" y="687"/>
                <a:ext cx="275" cy="2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grpSp>
        <p:nvGrpSpPr>
          <p:cNvPr id="9" name="Group 59">
            <a:extLst>
              <a:ext uri="{FF2B5EF4-FFF2-40B4-BE49-F238E27FC236}">
                <a16:creationId xmlns:a16="http://schemas.microsoft.com/office/drawing/2014/main" id="{FD2FFEB3-F38A-2A5B-F07A-A49A5C8073CB}"/>
              </a:ext>
            </a:extLst>
          </p:cNvPr>
          <p:cNvGrpSpPr>
            <a:grpSpLocks/>
          </p:cNvGrpSpPr>
          <p:nvPr/>
        </p:nvGrpSpPr>
        <p:grpSpPr bwMode="auto">
          <a:xfrm>
            <a:off x="392113" y="4452938"/>
            <a:ext cx="5638800" cy="560387"/>
            <a:chOff x="1872" y="1488"/>
            <a:chExt cx="3504" cy="336"/>
          </a:xfrm>
        </p:grpSpPr>
        <p:sp>
          <p:nvSpPr>
            <p:cNvPr id="6178" name="Text Box 60">
              <a:extLst>
                <a:ext uri="{FF2B5EF4-FFF2-40B4-BE49-F238E27FC236}">
                  <a16:creationId xmlns:a16="http://schemas.microsoft.com/office/drawing/2014/main" id="{4FD1157F-F466-27FC-B1ED-669ACD061FF7}"/>
                </a:ext>
              </a:extLst>
            </p:cNvPr>
            <p:cNvSpPr txBox="1">
              <a:spLocks noChangeArrowheads="1"/>
            </p:cNvSpPr>
            <p:nvPr/>
          </p:nvSpPr>
          <p:spPr bwMode="auto">
            <a:xfrm>
              <a:off x="1872" y="1488"/>
              <a:ext cx="211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solidFill>
                    <a:srgbClr val="00CCFF"/>
                  </a:solidFill>
                  <a:latin typeface="楷体_GB2312" pitchFamily="49" charset="-122"/>
                  <a:ea typeface="楷体_GB2312" pitchFamily="49" charset="-122"/>
                </a:rPr>
                <a:t>四个未知数：</a:t>
              </a:r>
            </a:p>
          </p:txBody>
        </p:sp>
        <p:graphicFrame>
          <p:nvGraphicFramePr>
            <p:cNvPr id="6152" name="Object 8">
              <a:extLst>
                <a:ext uri="{FF2B5EF4-FFF2-40B4-BE49-F238E27FC236}">
                  <a16:creationId xmlns:a16="http://schemas.microsoft.com/office/drawing/2014/main" id="{9F3F8169-47DB-69EE-2AF9-D9C038E67312}"/>
                </a:ext>
              </a:extLst>
            </p:cNvPr>
            <p:cNvGraphicFramePr>
              <a:graphicFrameLocks noChangeAspect="1"/>
            </p:cNvGraphicFramePr>
            <p:nvPr/>
          </p:nvGraphicFramePr>
          <p:xfrm>
            <a:off x="3216" y="1488"/>
            <a:ext cx="2160" cy="336"/>
          </p:xfrm>
          <a:graphic>
            <a:graphicData uri="http://schemas.openxmlformats.org/presentationml/2006/ole">
              <mc:AlternateContent xmlns:mc="http://schemas.openxmlformats.org/markup-compatibility/2006">
                <mc:Choice xmlns:v="urn:schemas-microsoft-com:vml" Requires="v">
                  <p:oleObj name="公式" r:id="rId37" imgW="1587240" imgH="215640" progId="Equation.3">
                    <p:embed/>
                  </p:oleObj>
                </mc:Choice>
                <mc:Fallback>
                  <p:oleObj name="公式" r:id="rId37" imgW="1587240" imgH="215640" progId="Equation.3">
                    <p:embed/>
                    <p:pic>
                      <p:nvPicPr>
                        <p:cNvPr id="0" name="Object 8"/>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216" y="1488"/>
                          <a:ext cx="2160"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12766" name="Object 5">
            <a:extLst>
              <a:ext uri="{FF2B5EF4-FFF2-40B4-BE49-F238E27FC236}">
                <a16:creationId xmlns:a16="http://schemas.microsoft.com/office/drawing/2014/main" id="{1EA6E370-B7B3-C2FE-DB9E-0B32035FE7D7}"/>
              </a:ext>
            </a:extLst>
          </p:cNvPr>
          <p:cNvGraphicFramePr>
            <a:graphicFrameLocks noChangeAspect="1"/>
          </p:cNvGraphicFramePr>
          <p:nvPr/>
        </p:nvGraphicFramePr>
        <p:xfrm>
          <a:off x="5310188" y="3933825"/>
          <a:ext cx="1422400" cy="431800"/>
        </p:xfrm>
        <a:graphic>
          <a:graphicData uri="http://schemas.openxmlformats.org/presentationml/2006/ole">
            <mc:AlternateContent xmlns:mc="http://schemas.openxmlformats.org/markup-compatibility/2006">
              <mc:Choice xmlns:v="urn:schemas-microsoft-com:vml" Requires="v">
                <p:oleObj name="公式" r:id="rId39" imgW="965160" imgH="393480" progId="Equation.3">
                  <p:embed/>
                </p:oleObj>
              </mc:Choice>
              <mc:Fallback>
                <p:oleObj name="公式" r:id="rId39" imgW="965160" imgH="393480" progId="Equation.3">
                  <p:embed/>
                  <p:pic>
                    <p:nvPicPr>
                      <p:cNvPr id="0" name="Object 5"/>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5310188" y="3933825"/>
                        <a:ext cx="1422400" cy="431800"/>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2767" name="Object 6">
            <a:extLst>
              <a:ext uri="{FF2B5EF4-FFF2-40B4-BE49-F238E27FC236}">
                <a16:creationId xmlns:a16="http://schemas.microsoft.com/office/drawing/2014/main" id="{B0AAFC57-D8F6-6F8E-7B13-29FF2686A1B4}"/>
              </a:ext>
            </a:extLst>
          </p:cNvPr>
          <p:cNvGraphicFramePr>
            <a:graphicFrameLocks noChangeAspect="1"/>
          </p:cNvGraphicFramePr>
          <p:nvPr/>
        </p:nvGraphicFramePr>
        <p:xfrm>
          <a:off x="1116013" y="5084763"/>
          <a:ext cx="2514600" cy="1447800"/>
        </p:xfrm>
        <a:graphic>
          <a:graphicData uri="http://schemas.openxmlformats.org/presentationml/2006/ole">
            <mc:AlternateContent xmlns:mc="http://schemas.openxmlformats.org/markup-compatibility/2006">
              <mc:Choice xmlns:v="urn:schemas-microsoft-com:vml" Requires="v">
                <p:oleObj name="公式" r:id="rId41" imgW="1371600" imgH="622080" progId="Equation.3">
                  <p:embed/>
                </p:oleObj>
              </mc:Choice>
              <mc:Fallback>
                <p:oleObj name="公式" r:id="rId41" imgW="1371600" imgH="622080" progId="Equation.3">
                  <p:embed/>
                  <p:pic>
                    <p:nvPicPr>
                      <p:cNvPr id="0" name="Object 6"/>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116013" y="5084763"/>
                        <a:ext cx="2514600"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2768" name="Object 7">
            <a:extLst>
              <a:ext uri="{FF2B5EF4-FFF2-40B4-BE49-F238E27FC236}">
                <a16:creationId xmlns:a16="http://schemas.microsoft.com/office/drawing/2014/main" id="{A0EC9654-515B-8790-8E26-BDE151E8051A}"/>
              </a:ext>
            </a:extLst>
          </p:cNvPr>
          <p:cNvGraphicFramePr>
            <a:graphicFrameLocks noChangeAspect="1"/>
          </p:cNvGraphicFramePr>
          <p:nvPr/>
        </p:nvGraphicFramePr>
        <p:xfrm>
          <a:off x="4211638" y="5084763"/>
          <a:ext cx="4486275" cy="1447800"/>
        </p:xfrm>
        <a:graphic>
          <a:graphicData uri="http://schemas.openxmlformats.org/presentationml/2006/ole">
            <mc:AlternateContent xmlns:mc="http://schemas.openxmlformats.org/markup-compatibility/2006">
              <mc:Choice xmlns:v="urn:schemas-microsoft-com:vml" Requires="v">
                <p:oleObj name="公式" r:id="rId43" imgW="2019240" imgH="622080" progId="Equation.3">
                  <p:embed/>
                </p:oleObj>
              </mc:Choice>
              <mc:Fallback>
                <p:oleObj name="公式" r:id="rId43" imgW="2019240" imgH="622080" progId="Equation.3">
                  <p:embed/>
                  <p:pic>
                    <p:nvPicPr>
                      <p:cNvPr id="0" name="Object 7"/>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4211638" y="5084763"/>
                        <a:ext cx="4486275"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12769" name="Picture 65" descr="j0293240">
            <a:extLst>
              <a:ext uri="{FF2B5EF4-FFF2-40B4-BE49-F238E27FC236}">
                <a16:creationId xmlns:a16="http://schemas.microsoft.com/office/drawing/2014/main" id="{04C22C7F-79E7-5998-CB5B-0F85B2D394E7}"/>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712732"/>
                                        </p:tgtEl>
                                        <p:attrNameLst>
                                          <p:attrName>style.visibility</p:attrName>
                                        </p:attrNameLst>
                                      </p:cBhvr>
                                      <p:to>
                                        <p:strVal val="visible"/>
                                      </p:to>
                                    </p:set>
                                    <p:animEffect transition="in" filter="wipe(down)">
                                      <p:cBhvr>
                                        <p:cTn id="17" dur="500"/>
                                        <p:tgtEl>
                                          <p:spTgt spid="7127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712743"/>
                                        </p:tgtEl>
                                        <p:attrNameLst>
                                          <p:attrName>style.visibility</p:attrName>
                                        </p:attrNameLst>
                                      </p:cBhvr>
                                      <p:to>
                                        <p:strVal val="visible"/>
                                      </p:to>
                                    </p:set>
                                    <p:animEffect transition="in" filter="wipe(down)">
                                      <p:cBhvr>
                                        <p:cTn id="22" dur="500"/>
                                        <p:tgtEl>
                                          <p:spTgt spid="7127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712742"/>
                                        </p:tgtEl>
                                        <p:attrNameLst>
                                          <p:attrName>style.visibility</p:attrName>
                                        </p:attrNameLst>
                                      </p:cBhvr>
                                      <p:to>
                                        <p:strVal val="visible"/>
                                      </p:to>
                                    </p:set>
                                    <p:animEffect transition="in" filter="wipe(down)">
                                      <p:cBhvr>
                                        <p:cTn id="32" dur="500"/>
                                        <p:tgtEl>
                                          <p:spTgt spid="7127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712744"/>
                                        </p:tgtEl>
                                        <p:attrNameLst>
                                          <p:attrName>style.visibility</p:attrName>
                                        </p:attrNameLst>
                                      </p:cBhvr>
                                      <p:to>
                                        <p:strVal val="visible"/>
                                      </p:to>
                                    </p:set>
                                    <p:animEffect transition="in" filter="wipe(down)">
                                      <p:cBhvr>
                                        <p:cTn id="37" dur="500"/>
                                        <p:tgtEl>
                                          <p:spTgt spid="7127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down)">
                                      <p:cBhvr>
                                        <p:cTn id="42" dur="500"/>
                                        <p:tgtEl>
                                          <p:spTgt spid="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712745"/>
                                        </p:tgtEl>
                                        <p:attrNameLst>
                                          <p:attrName>style.visibility</p:attrName>
                                        </p:attrNameLst>
                                      </p:cBhvr>
                                      <p:to>
                                        <p:strVal val="visible"/>
                                      </p:to>
                                    </p:set>
                                    <p:animEffect transition="in" filter="wipe(down)">
                                      <p:cBhvr>
                                        <p:cTn id="47" dur="500"/>
                                        <p:tgtEl>
                                          <p:spTgt spid="71274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712746"/>
                                        </p:tgtEl>
                                        <p:attrNameLst>
                                          <p:attrName>style.visibility</p:attrName>
                                        </p:attrNameLst>
                                      </p:cBhvr>
                                      <p:to>
                                        <p:strVal val="visible"/>
                                      </p:to>
                                    </p:set>
                                    <p:animEffect transition="in" filter="wipe(down)">
                                      <p:cBhvr>
                                        <p:cTn id="52" dur="500"/>
                                        <p:tgtEl>
                                          <p:spTgt spid="71274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down)">
                                      <p:cBhvr>
                                        <p:cTn id="57" dur="500"/>
                                        <p:tgtEl>
                                          <p:spTgt spid="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712766"/>
                                        </p:tgtEl>
                                        <p:attrNameLst>
                                          <p:attrName>style.visibility</p:attrName>
                                        </p:attrNameLst>
                                      </p:cBhvr>
                                      <p:to>
                                        <p:strVal val="visible"/>
                                      </p:to>
                                    </p:set>
                                    <p:animEffect transition="in" filter="wipe(down)">
                                      <p:cBhvr>
                                        <p:cTn id="62" dur="500"/>
                                        <p:tgtEl>
                                          <p:spTgt spid="71276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nodeType="clickEffect">
                                  <p:stCondLst>
                                    <p:cond delay="0"/>
                                  </p:stCondLst>
                                  <p:childTnLst>
                                    <p:set>
                                      <p:cBhvr>
                                        <p:cTn id="66" dur="1" fill="hold">
                                          <p:stCondLst>
                                            <p:cond delay="0"/>
                                          </p:stCondLst>
                                        </p:cTn>
                                        <p:tgtEl>
                                          <p:spTgt spid="712767"/>
                                        </p:tgtEl>
                                        <p:attrNameLst>
                                          <p:attrName>style.visibility</p:attrName>
                                        </p:attrNameLst>
                                      </p:cBhvr>
                                      <p:to>
                                        <p:strVal val="visible"/>
                                      </p:to>
                                    </p:set>
                                    <p:animEffect transition="in" filter="wipe(down)">
                                      <p:cBhvr>
                                        <p:cTn id="67" dur="500"/>
                                        <p:tgtEl>
                                          <p:spTgt spid="71276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712768"/>
                                        </p:tgtEl>
                                        <p:attrNameLst>
                                          <p:attrName>style.visibility</p:attrName>
                                        </p:attrNameLst>
                                      </p:cBhvr>
                                      <p:to>
                                        <p:strVal val="visible"/>
                                      </p:to>
                                    </p:set>
                                    <p:animEffect transition="in" filter="wipe(down)">
                                      <p:cBhvr>
                                        <p:cTn id="72" dur="500"/>
                                        <p:tgtEl>
                                          <p:spTgt spid="71276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2" fill="hold" nodeType="clickEffect">
                                  <p:stCondLst>
                                    <p:cond delay="0"/>
                                  </p:stCondLst>
                                  <p:childTnLst>
                                    <p:set>
                                      <p:cBhvr>
                                        <p:cTn id="76" dur="1" fill="hold">
                                          <p:stCondLst>
                                            <p:cond delay="0"/>
                                          </p:stCondLst>
                                        </p:cTn>
                                        <p:tgtEl>
                                          <p:spTgt spid="712769"/>
                                        </p:tgtEl>
                                        <p:attrNameLst>
                                          <p:attrName>style.visibility</p:attrName>
                                        </p:attrNameLst>
                                      </p:cBhvr>
                                      <p:to>
                                        <p:strVal val="visible"/>
                                      </p:to>
                                    </p:set>
                                    <p:anim calcmode="lin" valueType="num">
                                      <p:cBhvr additive="base">
                                        <p:cTn id="77" dur="500" fill="hold"/>
                                        <p:tgtEl>
                                          <p:spTgt spid="712769"/>
                                        </p:tgtEl>
                                        <p:attrNameLst>
                                          <p:attrName>ppt_x</p:attrName>
                                        </p:attrNameLst>
                                      </p:cBhvr>
                                      <p:tavLst>
                                        <p:tav tm="0">
                                          <p:val>
                                            <p:strVal val="1+#ppt_w/2"/>
                                          </p:val>
                                        </p:tav>
                                        <p:tav tm="100000">
                                          <p:val>
                                            <p:strVal val="#ppt_x"/>
                                          </p:val>
                                        </p:tav>
                                      </p:tavLst>
                                    </p:anim>
                                    <p:anim calcmode="lin" valueType="num">
                                      <p:cBhvr additive="base">
                                        <p:cTn id="78" dur="500" fill="hold"/>
                                        <p:tgtEl>
                                          <p:spTgt spid="7127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32" grpId="0"/>
      <p:bldP spid="712742" grpId="0"/>
      <p:bldP spid="7127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43BDE94C-8806-952D-07FB-DE21AE806B11}"/>
              </a:ext>
            </a:extLst>
          </p:cNvPr>
          <p:cNvSpPr>
            <a:spLocks noChangeArrowheads="1"/>
          </p:cNvSpPr>
          <p:nvPr/>
        </p:nvSpPr>
        <p:spPr bwMode="auto">
          <a:xfrm>
            <a:off x="769938" y="334963"/>
            <a:ext cx="84645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a:latin typeface="Times New Roman" panose="02020603050405020304" pitchFamily="18" charset="0"/>
                <a:ea typeface="宋体" panose="02010600030101010101" pitchFamily="2" charset="-122"/>
              </a:rPr>
              <a:t>一根长为</a:t>
            </a:r>
            <a:r>
              <a:rPr lang="zh-CN" altLang="en-US" i="1">
                <a:solidFill>
                  <a:srgbClr val="66FFFF"/>
                </a:solidFill>
                <a:latin typeface="Times New Roman" panose="02020603050405020304" pitchFamily="18" charset="0"/>
                <a:ea typeface="宋体" panose="02010600030101010101" pitchFamily="2" charset="-122"/>
              </a:rPr>
              <a:t> </a:t>
            </a:r>
            <a:r>
              <a:rPr lang="en-US" altLang="zh-CN" i="1">
                <a:solidFill>
                  <a:srgbClr val="66FFFF"/>
                </a:solidFill>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，质量为 </a:t>
            </a:r>
            <a:r>
              <a:rPr lang="en-US" altLang="zh-CN" i="1">
                <a:solidFill>
                  <a:srgbClr val="66FFFF"/>
                </a:solidFill>
                <a:latin typeface="Times New Roman" panose="02020603050405020304" pitchFamily="18" charset="0"/>
                <a:ea typeface="宋体" panose="02010600030101010101" pitchFamily="2" charset="-122"/>
              </a:rPr>
              <a:t>m</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的均匀细直棒，可绕轴</a:t>
            </a:r>
            <a:r>
              <a:rPr lang="zh-CN" altLang="en-US" b="0">
                <a:latin typeface="Times New Roman" panose="02020603050405020304" pitchFamily="18" charset="0"/>
                <a:ea typeface="宋体" panose="02010600030101010101" pitchFamily="2" charset="-122"/>
              </a:rPr>
              <a:t> </a:t>
            </a:r>
            <a:r>
              <a:rPr lang="en-US" altLang="zh-CN" i="1">
                <a:solidFill>
                  <a:srgbClr val="66FFFF"/>
                </a:solidFill>
                <a:latin typeface="Times New Roman" panose="02020603050405020304" pitchFamily="18" charset="0"/>
                <a:ea typeface="宋体" panose="02010600030101010101" pitchFamily="2" charset="-122"/>
              </a:rPr>
              <a:t>O</a:t>
            </a:r>
            <a:r>
              <a:rPr lang="en-US" altLang="zh-CN" i="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在竖直平</a:t>
            </a:r>
          </a:p>
          <a:p>
            <a:pPr algn="l">
              <a:lnSpc>
                <a:spcPct val="125000"/>
              </a:lnSpc>
              <a:buClrTx/>
              <a:buFontTx/>
              <a:buNone/>
            </a:pPr>
            <a:r>
              <a:rPr lang="zh-CN" altLang="en-US">
                <a:latin typeface="Times New Roman" panose="02020603050405020304" pitchFamily="18" charset="0"/>
                <a:ea typeface="宋体" panose="02010600030101010101" pitchFamily="2" charset="-122"/>
              </a:rPr>
              <a:t>面内转动</a:t>
            </a:r>
            <a:r>
              <a:rPr lang="zh-CN" altLang="en-US" sz="1800">
                <a:solidFill>
                  <a:srgbClr val="FF3300"/>
                </a:solidFill>
                <a:latin typeface="Times New Roman" panose="02020603050405020304" pitchFamily="18" charset="0"/>
                <a:ea typeface="楷体_GB2312" pitchFamily="49" charset="-122"/>
              </a:rPr>
              <a:t>（光滑无摩擦）</a:t>
            </a:r>
            <a:r>
              <a:rPr lang="zh-CN" altLang="en-US">
                <a:latin typeface="Times New Roman" panose="02020603050405020304" pitchFamily="18" charset="0"/>
                <a:ea typeface="宋体" panose="02010600030101010101" pitchFamily="2" charset="-122"/>
              </a:rPr>
              <a:t>，初始时它在水平位置</a:t>
            </a:r>
          </a:p>
        </p:txBody>
      </p:sp>
      <p:sp>
        <p:nvSpPr>
          <p:cNvPr id="714755" name="Text Box 3">
            <a:extLst>
              <a:ext uri="{FF2B5EF4-FFF2-40B4-BE49-F238E27FC236}">
                <a16:creationId xmlns:a16="http://schemas.microsoft.com/office/drawing/2014/main" id="{8C27B783-BBB8-421B-30B5-595DB8D8A6F1}"/>
              </a:ext>
            </a:extLst>
          </p:cNvPr>
          <p:cNvSpPr txBox="1">
            <a:spLocks noChangeArrowheads="1"/>
          </p:cNvSpPr>
          <p:nvPr/>
        </p:nvSpPr>
        <p:spPr bwMode="auto">
          <a:xfrm>
            <a:off x="250825" y="1397000"/>
            <a:ext cx="44656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a:solidFill>
                  <a:srgbClr val="FFFF66"/>
                </a:solidFill>
                <a:latin typeface="Times New Roman" panose="02020603050405020304" pitchFamily="18" charset="0"/>
                <a:ea typeface="宋体" panose="02010600030101010101" pitchFamily="2" charset="-122"/>
              </a:rPr>
              <a:t>求 </a:t>
            </a:r>
            <a:r>
              <a:rPr lang="zh-CN" altLang="en-US">
                <a:latin typeface="Times New Roman" panose="02020603050405020304" pitchFamily="18" charset="0"/>
                <a:ea typeface="宋体" panose="02010600030101010101" pitchFamily="2" charset="-122"/>
              </a:rPr>
              <a:t> 它由此下摆 </a:t>
            </a:r>
            <a:r>
              <a:rPr lang="zh-CN" altLang="en-US" i="1">
                <a:solidFill>
                  <a:srgbClr val="66FFFF"/>
                </a:solidFill>
                <a:latin typeface="Times New Roman" panose="02020603050405020304" pitchFamily="18" charset="0"/>
                <a:ea typeface="宋体" panose="02010600030101010101" pitchFamily="2" charset="-122"/>
                <a:sym typeface="Symbol" panose="05050102010706020507" pitchFamily="18" charset="2"/>
              </a:rPr>
              <a:t></a:t>
            </a:r>
            <a:r>
              <a:rPr lang="zh-CN" altLang="en-US" i="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角时的</a:t>
            </a:r>
            <a:r>
              <a:rPr lang="zh-CN" altLang="en-US" i="1">
                <a:solidFill>
                  <a:srgbClr val="00FFFF"/>
                </a:solidFill>
                <a:latin typeface="Times New Roman" panose="02020603050405020304" pitchFamily="18" charset="0"/>
                <a:ea typeface="宋体" panose="02010600030101010101" pitchFamily="2" charset="-122"/>
                <a:sym typeface="Symbol" panose="05050102010706020507" pitchFamily="18" charset="2"/>
              </a:rPr>
              <a:t></a:t>
            </a:r>
            <a:r>
              <a:rPr lang="zh-CN" altLang="en-US">
                <a:latin typeface="Times New Roman" panose="02020603050405020304" pitchFamily="18" charset="0"/>
                <a:ea typeface="宋体" panose="02010600030101010101" pitchFamily="2" charset="-122"/>
              </a:rPr>
              <a:t> 和</a:t>
            </a:r>
            <a:r>
              <a:rPr lang="zh-CN" altLang="en-US" i="1">
                <a:solidFill>
                  <a:srgbClr val="66FFFF"/>
                </a:solidFill>
                <a:latin typeface="Times New Roman" panose="02020603050405020304" pitchFamily="18" charset="0"/>
                <a:ea typeface="宋体" panose="02010600030101010101" pitchFamily="2" charset="-122"/>
                <a:sym typeface="Symbol" panose="05050102010706020507" pitchFamily="18" charset="2"/>
              </a:rPr>
              <a:t></a:t>
            </a:r>
            <a:endParaRPr lang="zh-CN" altLang="en-US">
              <a:latin typeface="Times New Roman" panose="02020603050405020304" pitchFamily="18" charset="0"/>
              <a:ea typeface="宋体" panose="02010600030101010101" pitchFamily="2" charset="-122"/>
            </a:endParaRPr>
          </a:p>
        </p:txBody>
      </p:sp>
      <p:sp>
        <p:nvSpPr>
          <p:cNvPr id="714756" name="Rectangle 4">
            <a:extLst>
              <a:ext uri="{FF2B5EF4-FFF2-40B4-BE49-F238E27FC236}">
                <a16:creationId xmlns:a16="http://schemas.microsoft.com/office/drawing/2014/main" id="{CEA49312-6CEA-0C2F-92A8-FD60642CE6BE}"/>
              </a:ext>
            </a:extLst>
          </p:cNvPr>
          <p:cNvSpPr>
            <a:spLocks noChangeArrowheads="1"/>
          </p:cNvSpPr>
          <p:nvPr/>
        </p:nvSpPr>
        <p:spPr bwMode="auto">
          <a:xfrm rot="-3124346">
            <a:off x="6670675" y="1235075"/>
            <a:ext cx="152400" cy="2438400"/>
          </a:xfrm>
          <a:prstGeom prst="rect">
            <a:avLst/>
          </a:prstGeom>
          <a:solidFill>
            <a:schemeClr val="accent1"/>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4757" name="Rectangle 5">
            <a:extLst>
              <a:ext uri="{FF2B5EF4-FFF2-40B4-BE49-F238E27FC236}">
                <a16:creationId xmlns:a16="http://schemas.microsoft.com/office/drawing/2014/main" id="{3EC43923-DDEB-9A7A-D7C1-F5D44819BCF3}"/>
              </a:ext>
            </a:extLst>
          </p:cNvPr>
          <p:cNvSpPr>
            <a:spLocks noChangeArrowheads="1"/>
          </p:cNvSpPr>
          <p:nvPr/>
        </p:nvSpPr>
        <p:spPr bwMode="auto">
          <a:xfrm>
            <a:off x="5756275" y="1654175"/>
            <a:ext cx="2514600" cy="152400"/>
          </a:xfrm>
          <a:prstGeom prst="rect">
            <a:avLst/>
          </a:prstGeom>
          <a:solidFill>
            <a:srgbClr val="00FF00">
              <a:alpha val="50000"/>
            </a:srgbClr>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4758" name="Line 6">
            <a:extLst>
              <a:ext uri="{FF2B5EF4-FFF2-40B4-BE49-F238E27FC236}">
                <a16:creationId xmlns:a16="http://schemas.microsoft.com/office/drawing/2014/main" id="{E3C18D38-966A-3E49-7A7D-D041B2F4CEDE}"/>
              </a:ext>
            </a:extLst>
          </p:cNvPr>
          <p:cNvSpPr>
            <a:spLocks noChangeShapeType="1"/>
          </p:cNvSpPr>
          <p:nvPr/>
        </p:nvSpPr>
        <p:spPr bwMode="auto">
          <a:xfrm>
            <a:off x="5756275" y="1730375"/>
            <a:ext cx="2895600" cy="0"/>
          </a:xfrm>
          <a:prstGeom prst="line">
            <a:avLst/>
          </a:prstGeom>
          <a:noFill/>
          <a:ln w="19050">
            <a:solidFill>
              <a:schemeClr val="bg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4759" name="Line 7">
            <a:extLst>
              <a:ext uri="{FF2B5EF4-FFF2-40B4-BE49-F238E27FC236}">
                <a16:creationId xmlns:a16="http://schemas.microsoft.com/office/drawing/2014/main" id="{F5D80B1F-C2E4-AE6F-E787-891B1EF32119}"/>
              </a:ext>
            </a:extLst>
          </p:cNvPr>
          <p:cNvSpPr>
            <a:spLocks noChangeShapeType="1"/>
          </p:cNvSpPr>
          <p:nvPr/>
        </p:nvSpPr>
        <p:spPr bwMode="auto">
          <a:xfrm>
            <a:off x="6746875" y="2492375"/>
            <a:ext cx="0" cy="914400"/>
          </a:xfrm>
          <a:prstGeom prst="line">
            <a:avLst/>
          </a:prstGeom>
          <a:noFill/>
          <a:ln w="38100">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4760" name="Rectangle 8">
            <a:extLst>
              <a:ext uri="{FF2B5EF4-FFF2-40B4-BE49-F238E27FC236}">
                <a16:creationId xmlns:a16="http://schemas.microsoft.com/office/drawing/2014/main" id="{E203049C-A727-EBF7-434D-F54703A3F094}"/>
              </a:ext>
            </a:extLst>
          </p:cNvPr>
          <p:cNvSpPr>
            <a:spLocks noChangeArrowheads="1"/>
          </p:cNvSpPr>
          <p:nvPr/>
        </p:nvSpPr>
        <p:spPr bwMode="auto">
          <a:xfrm>
            <a:off x="5364163" y="134937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O</a:t>
            </a:r>
          </a:p>
        </p:txBody>
      </p:sp>
      <p:sp>
        <p:nvSpPr>
          <p:cNvPr id="714761" name="Rectangle 9">
            <a:extLst>
              <a:ext uri="{FF2B5EF4-FFF2-40B4-BE49-F238E27FC236}">
                <a16:creationId xmlns:a16="http://schemas.microsoft.com/office/drawing/2014/main" id="{CEE70262-16F8-D7D5-EC91-F3DEC90E4B06}"/>
              </a:ext>
            </a:extLst>
          </p:cNvPr>
          <p:cNvSpPr>
            <a:spLocks noChangeArrowheads="1"/>
          </p:cNvSpPr>
          <p:nvPr/>
        </p:nvSpPr>
        <p:spPr bwMode="auto">
          <a:xfrm>
            <a:off x="7585075" y="1196975"/>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l</a:t>
            </a:r>
          </a:p>
        </p:txBody>
      </p:sp>
      <p:sp>
        <p:nvSpPr>
          <p:cNvPr id="714762" name="Rectangle 10">
            <a:extLst>
              <a:ext uri="{FF2B5EF4-FFF2-40B4-BE49-F238E27FC236}">
                <a16:creationId xmlns:a16="http://schemas.microsoft.com/office/drawing/2014/main" id="{31179AD0-3917-4770-EE8C-5B306D980BE9}"/>
              </a:ext>
            </a:extLst>
          </p:cNvPr>
          <p:cNvSpPr>
            <a:spLocks noChangeArrowheads="1"/>
          </p:cNvSpPr>
          <p:nvPr/>
        </p:nvSpPr>
        <p:spPr bwMode="auto">
          <a:xfrm>
            <a:off x="6746875" y="119697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p>
        </p:txBody>
      </p:sp>
      <p:sp>
        <p:nvSpPr>
          <p:cNvPr id="714763" name="Rectangle 11">
            <a:extLst>
              <a:ext uri="{FF2B5EF4-FFF2-40B4-BE49-F238E27FC236}">
                <a16:creationId xmlns:a16="http://schemas.microsoft.com/office/drawing/2014/main" id="{7A9BA4FE-63BE-4A0A-1965-38A2E7714448}"/>
              </a:ext>
            </a:extLst>
          </p:cNvPr>
          <p:cNvSpPr>
            <a:spLocks noChangeArrowheads="1"/>
          </p:cNvSpPr>
          <p:nvPr/>
        </p:nvSpPr>
        <p:spPr bwMode="auto">
          <a:xfrm>
            <a:off x="6316663" y="1731963"/>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i="1">
              <a:solidFill>
                <a:srgbClr val="FFFF00"/>
              </a:solidFill>
              <a:latin typeface="Times New Roman" panose="02020603050405020304" pitchFamily="18" charset="0"/>
              <a:ea typeface="宋体" panose="02010600030101010101" pitchFamily="2" charset="-122"/>
            </a:endParaRPr>
          </a:p>
        </p:txBody>
      </p:sp>
      <p:sp>
        <p:nvSpPr>
          <p:cNvPr id="714764" name="Rectangle 12">
            <a:extLst>
              <a:ext uri="{FF2B5EF4-FFF2-40B4-BE49-F238E27FC236}">
                <a16:creationId xmlns:a16="http://schemas.microsoft.com/office/drawing/2014/main" id="{1C97A71A-AB43-D189-4563-250B21B24F60}"/>
              </a:ext>
            </a:extLst>
          </p:cNvPr>
          <p:cNvSpPr>
            <a:spLocks noChangeArrowheads="1"/>
          </p:cNvSpPr>
          <p:nvPr/>
        </p:nvSpPr>
        <p:spPr bwMode="auto">
          <a:xfrm>
            <a:off x="6746875" y="211137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C</a:t>
            </a:r>
          </a:p>
        </p:txBody>
      </p:sp>
      <p:sp>
        <p:nvSpPr>
          <p:cNvPr id="714765" name="Rectangle 13">
            <a:extLst>
              <a:ext uri="{FF2B5EF4-FFF2-40B4-BE49-F238E27FC236}">
                <a16:creationId xmlns:a16="http://schemas.microsoft.com/office/drawing/2014/main" id="{C0C419B9-328B-A853-38CF-3B238FC8EE78}"/>
              </a:ext>
            </a:extLst>
          </p:cNvPr>
          <p:cNvSpPr>
            <a:spLocks noChangeArrowheads="1"/>
          </p:cNvSpPr>
          <p:nvPr/>
        </p:nvSpPr>
        <p:spPr bwMode="auto">
          <a:xfrm>
            <a:off x="8347075" y="1196975"/>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x</a:t>
            </a:r>
          </a:p>
        </p:txBody>
      </p:sp>
      <p:sp>
        <p:nvSpPr>
          <p:cNvPr id="714766" name="Rectangle 14">
            <a:extLst>
              <a:ext uri="{FF2B5EF4-FFF2-40B4-BE49-F238E27FC236}">
                <a16:creationId xmlns:a16="http://schemas.microsoft.com/office/drawing/2014/main" id="{45116342-B769-DD2B-51B1-B6064CC61265}"/>
              </a:ext>
            </a:extLst>
          </p:cNvPr>
          <p:cNvSpPr>
            <a:spLocks noChangeArrowheads="1"/>
          </p:cNvSpPr>
          <p:nvPr/>
        </p:nvSpPr>
        <p:spPr bwMode="auto">
          <a:xfrm>
            <a:off x="293688" y="21304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解</a:t>
            </a:r>
            <a:endParaRPr lang="zh-CN" altLang="en-US" i="1">
              <a:solidFill>
                <a:srgbClr val="99CCFF"/>
              </a:solidFill>
              <a:latin typeface="Times New Roman" panose="02020603050405020304" pitchFamily="18" charset="0"/>
              <a:ea typeface="宋体" panose="02010600030101010101" pitchFamily="2" charset="-122"/>
            </a:endParaRPr>
          </a:p>
        </p:txBody>
      </p:sp>
      <p:sp>
        <p:nvSpPr>
          <p:cNvPr id="714767" name="Rectangle 15">
            <a:extLst>
              <a:ext uri="{FF2B5EF4-FFF2-40B4-BE49-F238E27FC236}">
                <a16:creationId xmlns:a16="http://schemas.microsoft.com/office/drawing/2014/main" id="{7BBD9B80-B103-9D8E-332C-84DC4872E9B4}"/>
              </a:ext>
            </a:extLst>
          </p:cNvPr>
          <p:cNvSpPr>
            <a:spLocks noChangeArrowheads="1"/>
          </p:cNvSpPr>
          <p:nvPr/>
        </p:nvSpPr>
        <p:spPr bwMode="auto">
          <a:xfrm rot="2268635">
            <a:off x="7013575" y="2738438"/>
            <a:ext cx="381000" cy="152400"/>
          </a:xfrm>
          <a:prstGeom prst="rect">
            <a:avLst/>
          </a:prstGeom>
          <a:solidFill>
            <a:srgbClr val="FF6600"/>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4768" name="Object 2">
            <a:extLst>
              <a:ext uri="{FF2B5EF4-FFF2-40B4-BE49-F238E27FC236}">
                <a16:creationId xmlns:a16="http://schemas.microsoft.com/office/drawing/2014/main" id="{4A9F1D07-81B0-85F4-30F1-5C838B955E59}"/>
              </a:ext>
            </a:extLst>
          </p:cNvPr>
          <p:cNvGraphicFramePr>
            <a:graphicFrameLocks/>
          </p:cNvGraphicFramePr>
          <p:nvPr/>
        </p:nvGraphicFramePr>
        <p:xfrm>
          <a:off x="2466975" y="2136775"/>
          <a:ext cx="3051175" cy="525463"/>
        </p:xfrm>
        <a:graphic>
          <a:graphicData uri="http://schemas.openxmlformats.org/presentationml/2006/ole">
            <mc:AlternateContent xmlns:mc="http://schemas.openxmlformats.org/markup-compatibility/2006">
              <mc:Choice xmlns:v="urn:schemas-microsoft-com:vml" Requires="v">
                <p:oleObj name="公式" r:id="rId2" imgW="3390840" imgH="583920" progId="Equation.3">
                  <p:embed/>
                </p:oleObj>
              </mc:Choice>
              <mc:Fallback>
                <p:oleObj name="公式" r:id="rId2" imgW="3390840" imgH="58392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5" y="2136775"/>
                        <a:ext cx="3051175"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4769" name="Text Box 17">
            <a:extLst>
              <a:ext uri="{FF2B5EF4-FFF2-40B4-BE49-F238E27FC236}">
                <a16:creationId xmlns:a16="http://schemas.microsoft.com/office/drawing/2014/main" id="{CCDC330F-4264-3DCE-FB7F-461F46B04420}"/>
              </a:ext>
            </a:extLst>
          </p:cNvPr>
          <p:cNvSpPr txBox="1">
            <a:spLocks noChangeArrowheads="1"/>
          </p:cNvSpPr>
          <p:nvPr/>
        </p:nvSpPr>
        <p:spPr bwMode="auto">
          <a:xfrm>
            <a:off x="733425" y="2125663"/>
            <a:ext cx="1751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取一质元</a:t>
            </a:r>
          </a:p>
        </p:txBody>
      </p:sp>
      <p:grpSp>
        <p:nvGrpSpPr>
          <p:cNvPr id="2" name="Group 18">
            <a:extLst>
              <a:ext uri="{FF2B5EF4-FFF2-40B4-BE49-F238E27FC236}">
                <a16:creationId xmlns:a16="http://schemas.microsoft.com/office/drawing/2014/main" id="{FE61B4C9-A173-59FF-B278-B56DA9CC6F37}"/>
              </a:ext>
            </a:extLst>
          </p:cNvPr>
          <p:cNvGrpSpPr>
            <a:grpSpLocks/>
          </p:cNvGrpSpPr>
          <p:nvPr/>
        </p:nvGrpSpPr>
        <p:grpSpPr bwMode="auto">
          <a:xfrm>
            <a:off x="3276600" y="2781300"/>
            <a:ext cx="2286000" cy="504825"/>
            <a:chOff x="2208" y="1842"/>
            <a:chExt cx="1440" cy="409"/>
          </a:xfrm>
        </p:grpSpPr>
        <p:sp>
          <p:nvSpPr>
            <p:cNvPr id="7204" name="AutoShape 19">
              <a:extLst>
                <a:ext uri="{FF2B5EF4-FFF2-40B4-BE49-F238E27FC236}">
                  <a16:creationId xmlns:a16="http://schemas.microsoft.com/office/drawing/2014/main" id="{8AEAAB83-0F4D-32BA-390C-0CEA2DC08FA5}"/>
                </a:ext>
              </a:extLst>
            </p:cNvPr>
            <p:cNvSpPr>
              <a:spLocks noChangeArrowheads="1"/>
            </p:cNvSpPr>
            <p:nvPr/>
          </p:nvSpPr>
          <p:spPr bwMode="auto">
            <a:xfrm>
              <a:off x="2208" y="1842"/>
              <a:ext cx="1440" cy="409"/>
            </a:xfrm>
            <a:prstGeom prst="wedgeRectCallout">
              <a:avLst>
                <a:gd name="adj1" fmla="val 34653"/>
                <a:gd name="adj2" fmla="val -90833"/>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a:solidFill>
                  <a:schemeClr val="tx1"/>
                </a:solidFill>
                <a:latin typeface="Times New Roman" panose="02020603050405020304" pitchFamily="18" charset="0"/>
                <a:ea typeface="宋体" panose="02010600030101010101" pitchFamily="2" charset="-122"/>
              </a:endParaRPr>
            </a:p>
          </p:txBody>
        </p:sp>
        <p:graphicFrame>
          <p:nvGraphicFramePr>
            <p:cNvPr id="7180" name="Object 12">
              <a:extLst>
                <a:ext uri="{FF2B5EF4-FFF2-40B4-BE49-F238E27FC236}">
                  <a16:creationId xmlns:a16="http://schemas.microsoft.com/office/drawing/2014/main" id="{9864E3B8-2799-02A5-825D-5FB1C1FB0A30}"/>
                </a:ext>
              </a:extLst>
            </p:cNvPr>
            <p:cNvGraphicFramePr>
              <a:graphicFrameLocks/>
            </p:cNvGraphicFramePr>
            <p:nvPr/>
          </p:nvGraphicFramePr>
          <p:xfrm>
            <a:off x="2365" y="1878"/>
            <a:ext cx="1110" cy="367"/>
          </p:xfrm>
          <a:graphic>
            <a:graphicData uri="http://schemas.openxmlformats.org/presentationml/2006/ole">
              <mc:AlternateContent xmlns:mc="http://schemas.openxmlformats.org/markup-compatibility/2006">
                <mc:Choice xmlns:v="urn:schemas-microsoft-com:vml" Requires="v">
                  <p:oleObj name="公式" r:id="rId4" imgW="1765080" imgH="583920" progId="Equation.3">
                    <p:embed/>
                  </p:oleObj>
                </mc:Choice>
                <mc:Fallback>
                  <p:oleObj name="公式" r:id="rId4" imgW="1765080" imgH="583920" progId="Equation.3">
                    <p:embed/>
                    <p:pic>
                      <p:nvPicPr>
                        <p:cNvPr id="0" name="Object 1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5" y="1878"/>
                          <a:ext cx="1110" cy="36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14773" name="AutoShape 21">
            <a:extLst>
              <a:ext uri="{FF2B5EF4-FFF2-40B4-BE49-F238E27FC236}">
                <a16:creationId xmlns:a16="http://schemas.microsoft.com/office/drawing/2014/main" id="{72FEF377-AC3A-2B1D-1D9F-938B33B6E469}"/>
              </a:ext>
            </a:extLst>
          </p:cNvPr>
          <p:cNvSpPr>
            <a:spLocks noChangeArrowheads="1"/>
          </p:cNvSpPr>
          <p:nvPr/>
        </p:nvSpPr>
        <p:spPr bwMode="auto">
          <a:xfrm>
            <a:off x="2438400" y="2890838"/>
            <a:ext cx="685800" cy="236537"/>
          </a:xfrm>
          <a:prstGeom prst="leftArrow">
            <a:avLst>
              <a:gd name="adj1" fmla="val 50000"/>
              <a:gd name="adj2" fmla="val 72483"/>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4774" name="Object 3">
            <a:extLst>
              <a:ext uri="{FF2B5EF4-FFF2-40B4-BE49-F238E27FC236}">
                <a16:creationId xmlns:a16="http://schemas.microsoft.com/office/drawing/2014/main" id="{7468631E-615E-0CB8-BA09-DB3A94126D93}"/>
              </a:ext>
            </a:extLst>
          </p:cNvPr>
          <p:cNvGraphicFramePr>
            <a:graphicFrameLocks/>
          </p:cNvGraphicFramePr>
          <p:nvPr/>
        </p:nvGraphicFramePr>
        <p:xfrm>
          <a:off x="835025" y="2808288"/>
          <a:ext cx="1347788" cy="388937"/>
        </p:xfrm>
        <a:graphic>
          <a:graphicData uri="http://schemas.openxmlformats.org/presentationml/2006/ole">
            <mc:AlternateContent xmlns:mc="http://schemas.openxmlformats.org/markup-compatibility/2006">
              <mc:Choice xmlns:v="urn:schemas-microsoft-com:vml" Requires="v">
                <p:oleObj name="公式" r:id="rId6" imgW="1498320" imgH="431640" progId="Equation.3">
                  <p:embed/>
                </p:oleObj>
              </mc:Choice>
              <mc:Fallback>
                <p:oleObj name="公式" r:id="rId6" imgW="1498320" imgH="431640" progId="Equation.3">
                  <p:embed/>
                  <p:pic>
                    <p:nvPicPr>
                      <p:cNvPr id="0" name="Object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5025" y="2808288"/>
                        <a:ext cx="1347788" cy="388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4775" name="Text Box 23">
            <a:extLst>
              <a:ext uri="{FF2B5EF4-FFF2-40B4-BE49-F238E27FC236}">
                <a16:creationId xmlns:a16="http://schemas.microsoft.com/office/drawing/2014/main" id="{4980F11D-FB71-4FF1-A39C-C2AA5BCC5A39}"/>
              </a:ext>
            </a:extLst>
          </p:cNvPr>
          <p:cNvSpPr txBox="1">
            <a:spLocks noChangeArrowheads="1"/>
          </p:cNvSpPr>
          <p:nvPr/>
        </p:nvSpPr>
        <p:spPr bwMode="auto">
          <a:xfrm>
            <a:off x="709613" y="4149725"/>
            <a:ext cx="7823200" cy="482600"/>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25000"/>
              </a:lnSpc>
              <a:buClrTx/>
              <a:buFontTx/>
              <a:buNone/>
            </a:pPr>
            <a:r>
              <a:rPr lang="zh-CN" altLang="en-US" sz="2000">
                <a:solidFill>
                  <a:srgbClr val="66FFFF"/>
                </a:solidFill>
                <a:latin typeface="楷体_GB2312" pitchFamily="49" charset="-122"/>
                <a:ea typeface="楷体_GB2312" pitchFamily="49" charset="-122"/>
              </a:rPr>
              <a:t>重力对整个棒的合力矩等于重力全部 集中于质心所产生的力矩</a:t>
            </a:r>
          </a:p>
        </p:txBody>
      </p:sp>
      <p:sp>
        <p:nvSpPr>
          <p:cNvPr id="714776" name="Rectangle 24">
            <a:extLst>
              <a:ext uri="{FF2B5EF4-FFF2-40B4-BE49-F238E27FC236}">
                <a16:creationId xmlns:a16="http://schemas.microsoft.com/office/drawing/2014/main" id="{961614BE-ECA3-D33A-65DE-2B9B1A139A24}"/>
              </a:ext>
            </a:extLst>
          </p:cNvPr>
          <p:cNvSpPr>
            <a:spLocks noChangeArrowheads="1"/>
          </p:cNvSpPr>
          <p:nvPr/>
        </p:nvSpPr>
        <p:spPr bwMode="auto">
          <a:xfrm>
            <a:off x="7121525" y="2311400"/>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d</a:t>
            </a:r>
            <a:r>
              <a:rPr lang="en-US" altLang="zh-CN" b="0" i="1">
                <a:solidFill>
                  <a:srgbClr val="FFFF00"/>
                </a:solidFill>
                <a:latin typeface="Times New Roman" panose="02020603050405020304" pitchFamily="18" charset="0"/>
                <a:ea typeface="宋体" panose="02010600030101010101" pitchFamily="2" charset="-122"/>
              </a:rPr>
              <a:t>m</a:t>
            </a:r>
          </a:p>
        </p:txBody>
      </p:sp>
      <p:graphicFrame>
        <p:nvGraphicFramePr>
          <p:cNvPr id="714777" name="Object 4">
            <a:extLst>
              <a:ext uri="{FF2B5EF4-FFF2-40B4-BE49-F238E27FC236}">
                <a16:creationId xmlns:a16="http://schemas.microsoft.com/office/drawing/2014/main" id="{7AB34EF9-2FD6-3306-E063-91629586F947}"/>
              </a:ext>
            </a:extLst>
          </p:cNvPr>
          <p:cNvGraphicFramePr>
            <a:graphicFrameLocks/>
          </p:cNvGraphicFramePr>
          <p:nvPr/>
        </p:nvGraphicFramePr>
        <p:xfrm>
          <a:off x="892175" y="3313113"/>
          <a:ext cx="2068513" cy="742950"/>
        </p:xfrm>
        <a:graphic>
          <a:graphicData uri="http://schemas.openxmlformats.org/presentationml/2006/ole">
            <mc:AlternateContent xmlns:mc="http://schemas.openxmlformats.org/markup-compatibility/2006">
              <mc:Choice xmlns:v="urn:schemas-microsoft-com:vml" Requires="v">
                <p:oleObj name="Equation" r:id="rId8" imgW="2298600" imgH="825480" progId="Equation.3">
                  <p:embed/>
                </p:oleObj>
              </mc:Choice>
              <mc:Fallback>
                <p:oleObj name="Equation" r:id="rId8" imgW="2298600" imgH="825480" progId="Equation.3">
                  <p:embed/>
                  <p:pic>
                    <p:nvPicPr>
                      <p:cNvPr id="0" name="Object 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2175" y="3313113"/>
                        <a:ext cx="2068513"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4778" name="Object 5">
            <a:extLst>
              <a:ext uri="{FF2B5EF4-FFF2-40B4-BE49-F238E27FC236}">
                <a16:creationId xmlns:a16="http://schemas.microsoft.com/office/drawing/2014/main" id="{E3C3944C-7185-B56A-44F6-12D38E99A464}"/>
              </a:ext>
            </a:extLst>
          </p:cNvPr>
          <p:cNvGraphicFramePr>
            <a:graphicFrameLocks/>
          </p:cNvGraphicFramePr>
          <p:nvPr/>
        </p:nvGraphicFramePr>
        <p:xfrm>
          <a:off x="900113" y="4824413"/>
          <a:ext cx="4548187" cy="742950"/>
        </p:xfrm>
        <a:graphic>
          <a:graphicData uri="http://schemas.openxmlformats.org/presentationml/2006/ole">
            <mc:AlternateContent xmlns:mc="http://schemas.openxmlformats.org/markup-compatibility/2006">
              <mc:Choice xmlns:v="urn:schemas-microsoft-com:vml" Requires="v">
                <p:oleObj name="Equation" r:id="rId10" imgW="5054400" imgH="825480" progId="Equation.3">
                  <p:embed/>
                </p:oleObj>
              </mc:Choice>
              <mc:Fallback>
                <p:oleObj name="Equation" r:id="rId10" imgW="5054400" imgH="825480" progId="Equation.3">
                  <p:embed/>
                  <p:pic>
                    <p:nvPicPr>
                      <p:cNvPr id="0" name="Object 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0113" y="4824413"/>
                        <a:ext cx="4548187"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4779" name="Object 6">
            <a:extLst>
              <a:ext uri="{FF2B5EF4-FFF2-40B4-BE49-F238E27FC236}">
                <a16:creationId xmlns:a16="http://schemas.microsoft.com/office/drawing/2014/main" id="{2B800D23-F016-7BC4-32BC-46E1715416B9}"/>
              </a:ext>
            </a:extLst>
          </p:cNvPr>
          <p:cNvGraphicFramePr>
            <a:graphicFrameLocks noChangeAspect="1"/>
          </p:cNvGraphicFramePr>
          <p:nvPr/>
        </p:nvGraphicFramePr>
        <p:xfrm>
          <a:off x="6111875" y="2949575"/>
          <a:ext cx="558800" cy="412750"/>
        </p:xfrm>
        <a:graphic>
          <a:graphicData uri="http://schemas.openxmlformats.org/presentationml/2006/ole">
            <mc:AlternateContent xmlns:mc="http://schemas.openxmlformats.org/markup-compatibility/2006">
              <mc:Choice xmlns:v="urn:schemas-microsoft-com:vml" Requires="v">
                <p:oleObj name="Equation" r:id="rId12" imgW="241200" imgH="164880" progId="Equation.3">
                  <p:embed/>
                </p:oleObj>
              </mc:Choice>
              <mc:Fallback>
                <p:oleObj name="Equation" r:id="rId12" imgW="241200" imgH="164880"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11875" y="2949575"/>
                        <a:ext cx="558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4780" name="Text Box 28">
            <a:extLst>
              <a:ext uri="{FF2B5EF4-FFF2-40B4-BE49-F238E27FC236}">
                <a16:creationId xmlns:a16="http://schemas.microsoft.com/office/drawing/2014/main" id="{B4FC99DE-1DE9-A518-F28D-ACDB7551DDD8}"/>
              </a:ext>
            </a:extLst>
          </p:cNvPr>
          <p:cNvSpPr txBox="1">
            <a:spLocks noChangeArrowheads="1"/>
          </p:cNvSpPr>
          <p:nvPr/>
        </p:nvSpPr>
        <p:spPr bwMode="auto">
          <a:xfrm>
            <a:off x="92075" y="379413"/>
            <a:ext cx="827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zh-CN" altLang="en-US">
                <a:solidFill>
                  <a:srgbClr val="FFFF00"/>
                </a:solidFill>
                <a:latin typeface="Times New Roman" panose="02020603050405020304" pitchFamily="18" charset="0"/>
                <a:ea typeface="宋体" panose="02010600030101010101" pitchFamily="2" charset="-122"/>
              </a:rPr>
              <a:t>例</a:t>
            </a:r>
          </a:p>
        </p:txBody>
      </p:sp>
      <p:graphicFrame>
        <p:nvGraphicFramePr>
          <p:cNvPr id="714781" name="Object 7">
            <a:extLst>
              <a:ext uri="{FF2B5EF4-FFF2-40B4-BE49-F238E27FC236}">
                <a16:creationId xmlns:a16="http://schemas.microsoft.com/office/drawing/2014/main" id="{65E16436-7D45-E068-A2D0-9C85FF145468}"/>
              </a:ext>
            </a:extLst>
          </p:cNvPr>
          <p:cNvGraphicFramePr>
            <a:graphicFrameLocks noGrp="1"/>
          </p:cNvGraphicFramePr>
          <p:nvPr>
            <p:ph idx="4294967295"/>
          </p:nvPr>
        </p:nvGraphicFramePr>
        <p:xfrm>
          <a:off x="5724525" y="1614488"/>
          <a:ext cx="187325" cy="215900"/>
        </p:xfrm>
        <a:graphic>
          <a:graphicData uri="http://schemas.openxmlformats.org/presentationml/2006/ole">
            <mc:AlternateContent xmlns:mc="http://schemas.openxmlformats.org/markup-compatibility/2006">
              <mc:Choice xmlns:v="urn:schemas-microsoft-com:vml" Requires="v">
                <p:oleObj name="公式" r:id="rId14" imgW="190440" imgH="190440" progId="Equation.3">
                  <p:embed/>
                </p:oleObj>
              </mc:Choice>
              <mc:Fallback>
                <p:oleObj name="公式" r:id="rId14" imgW="190440" imgH="190440" progId="Equation.3">
                  <p:embed/>
                  <p:pic>
                    <p:nvPicPr>
                      <p:cNvPr id="0" name="Object 7"/>
                      <p:cNvPicPr>
                        <a:picLocks noGrp="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24525" y="1614488"/>
                        <a:ext cx="1873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4782" name="Object 8">
            <a:extLst>
              <a:ext uri="{FF2B5EF4-FFF2-40B4-BE49-F238E27FC236}">
                <a16:creationId xmlns:a16="http://schemas.microsoft.com/office/drawing/2014/main" id="{B6E48C94-B806-68BC-7805-FEDA56E620DD}"/>
              </a:ext>
            </a:extLst>
          </p:cNvPr>
          <p:cNvGraphicFramePr>
            <a:graphicFrameLocks/>
          </p:cNvGraphicFramePr>
          <p:nvPr/>
        </p:nvGraphicFramePr>
        <p:xfrm>
          <a:off x="6651625" y="2344738"/>
          <a:ext cx="187325" cy="215900"/>
        </p:xfrm>
        <a:graphic>
          <a:graphicData uri="http://schemas.openxmlformats.org/presentationml/2006/ole">
            <mc:AlternateContent xmlns:mc="http://schemas.openxmlformats.org/markup-compatibility/2006">
              <mc:Choice xmlns:v="urn:schemas-microsoft-com:vml" Requires="v">
                <p:oleObj name="公式" r:id="rId14" imgW="190440" imgH="190440" progId="Equation.3">
                  <p:embed/>
                </p:oleObj>
              </mc:Choice>
              <mc:Fallback>
                <p:oleObj name="公式" r:id="rId14" imgW="190440" imgH="190440" progId="Equation.3">
                  <p:embed/>
                  <p:pic>
                    <p:nvPicPr>
                      <p:cNvPr id="0" name="Object 8"/>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51625" y="2344738"/>
                        <a:ext cx="1873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4783" name="Arc 31">
            <a:extLst>
              <a:ext uri="{FF2B5EF4-FFF2-40B4-BE49-F238E27FC236}">
                <a16:creationId xmlns:a16="http://schemas.microsoft.com/office/drawing/2014/main" id="{65B754E6-0B56-9107-068B-8DF7BB464C66}"/>
              </a:ext>
            </a:extLst>
          </p:cNvPr>
          <p:cNvSpPr>
            <a:spLocks/>
          </p:cNvSpPr>
          <p:nvPr/>
        </p:nvSpPr>
        <p:spPr bwMode="auto">
          <a:xfrm>
            <a:off x="5641975" y="1590675"/>
            <a:ext cx="760413" cy="425450"/>
          </a:xfrm>
          <a:custGeom>
            <a:avLst/>
            <a:gdLst>
              <a:gd name="G0" fmla="+- 0 0 0"/>
              <a:gd name="G1" fmla="+- 0 0 0"/>
              <a:gd name="G2" fmla="+- 21600 0 0"/>
              <a:gd name="T0" fmla="*/ 20759 w 20759"/>
              <a:gd name="T1" fmla="*/ 5968 h 11587"/>
              <a:gd name="T2" fmla="*/ 18229 w 20759"/>
              <a:gd name="T3" fmla="*/ 11587 h 11587"/>
              <a:gd name="T4" fmla="*/ 0 w 20759"/>
              <a:gd name="T5" fmla="*/ 0 h 11587"/>
            </a:gdLst>
            <a:ahLst/>
            <a:cxnLst>
              <a:cxn ang="0">
                <a:pos x="T0" y="T1"/>
              </a:cxn>
              <a:cxn ang="0">
                <a:pos x="T2" y="T3"/>
              </a:cxn>
              <a:cxn ang="0">
                <a:pos x="T4" y="T5"/>
              </a:cxn>
            </a:cxnLst>
            <a:rect l="0" t="0" r="r" b="b"/>
            <a:pathLst>
              <a:path w="20759" h="11587" fill="none" extrusionOk="0">
                <a:moveTo>
                  <a:pt x="20759" y="5968"/>
                </a:moveTo>
                <a:cubicBezTo>
                  <a:pt x="20188" y="7952"/>
                  <a:pt x="19336" y="9844"/>
                  <a:pt x="18229" y="11587"/>
                </a:cubicBezTo>
              </a:path>
              <a:path w="20759" h="11587" stroke="0" extrusionOk="0">
                <a:moveTo>
                  <a:pt x="20759" y="5968"/>
                </a:moveTo>
                <a:cubicBezTo>
                  <a:pt x="20188" y="7952"/>
                  <a:pt x="19336" y="9844"/>
                  <a:pt x="18229" y="11587"/>
                </a:cubicBezTo>
                <a:lnTo>
                  <a:pt x="0" y="0"/>
                </a:lnTo>
                <a:close/>
              </a:path>
            </a:pathLst>
          </a:custGeom>
          <a:noFill/>
          <a:ln w="19050">
            <a:solidFill>
              <a:srgbClr val="FF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4784" name="Object 9">
            <a:extLst>
              <a:ext uri="{FF2B5EF4-FFF2-40B4-BE49-F238E27FC236}">
                <a16:creationId xmlns:a16="http://schemas.microsoft.com/office/drawing/2014/main" id="{A97B5A33-1E88-79D1-E227-6F672D74B291}"/>
              </a:ext>
            </a:extLst>
          </p:cNvPr>
          <p:cNvGraphicFramePr>
            <a:graphicFrameLocks/>
          </p:cNvGraphicFramePr>
          <p:nvPr/>
        </p:nvGraphicFramePr>
        <p:xfrm>
          <a:off x="5999163" y="4867275"/>
          <a:ext cx="2605087" cy="696913"/>
        </p:xfrm>
        <a:graphic>
          <a:graphicData uri="http://schemas.openxmlformats.org/presentationml/2006/ole">
            <mc:AlternateContent xmlns:mc="http://schemas.openxmlformats.org/markup-compatibility/2006">
              <mc:Choice xmlns:v="urn:schemas-microsoft-com:vml" Requires="v">
                <p:oleObj name="公式" r:id="rId17" imgW="2895480" imgH="774360" progId="Equation.3">
                  <p:embed/>
                </p:oleObj>
              </mc:Choice>
              <mc:Fallback>
                <p:oleObj name="公式" r:id="rId17" imgW="2895480" imgH="774360" progId="Equation.3">
                  <p:embed/>
                  <p:pic>
                    <p:nvPicPr>
                      <p:cNvPr id="0" name="Object 9"/>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99163" y="4867275"/>
                        <a:ext cx="2605087" cy="696913"/>
                      </a:xfrm>
                      <a:prstGeom prst="rect">
                        <a:avLst/>
                      </a:prstGeom>
                      <a:solidFill>
                        <a:srgbClr val="0000CC"/>
                      </a:solidFill>
                      <a:ln>
                        <a:noFill/>
                      </a:ln>
                      <a:effectLst/>
                      <a:extLs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4785" name="Object 10">
            <a:extLst>
              <a:ext uri="{FF2B5EF4-FFF2-40B4-BE49-F238E27FC236}">
                <a16:creationId xmlns:a16="http://schemas.microsoft.com/office/drawing/2014/main" id="{41F06C34-A0D8-3A61-379E-ED28923D989A}"/>
              </a:ext>
            </a:extLst>
          </p:cNvPr>
          <p:cNvGraphicFramePr>
            <a:graphicFrameLocks/>
          </p:cNvGraphicFramePr>
          <p:nvPr/>
        </p:nvGraphicFramePr>
        <p:xfrm>
          <a:off x="1019175" y="5721350"/>
          <a:ext cx="2936875" cy="685800"/>
        </p:xfrm>
        <a:graphic>
          <a:graphicData uri="http://schemas.openxmlformats.org/presentationml/2006/ole">
            <mc:AlternateContent xmlns:mc="http://schemas.openxmlformats.org/markup-compatibility/2006">
              <mc:Choice xmlns:v="urn:schemas-microsoft-com:vml" Requires="v">
                <p:oleObj name="公式" r:id="rId19" imgW="3263760" imgH="761760" progId="Equation.3">
                  <p:embed/>
                </p:oleObj>
              </mc:Choice>
              <mc:Fallback>
                <p:oleObj name="公式" r:id="rId19" imgW="3263760" imgH="761760" progId="Equation.3">
                  <p:embed/>
                  <p:pic>
                    <p:nvPicPr>
                      <p:cNvPr id="0" name="Object 10"/>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19175" y="5721350"/>
                        <a:ext cx="2936875"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4786" name="AutoShape 34">
            <a:extLst>
              <a:ext uri="{FF2B5EF4-FFF2-40B4-BE49-F238E27FC236}">
                <a16:creationId xmlns:a16="http://schemas.microsoft.com/office/drawing/2014/main" id="{023C9B57-4B4E-8AC8-AD63-8F47FF945080}"/>
              </a:ext>
            </a:extLst>
          </p:cNvPr>
          <p:cNvSpPr>
            <a:spLocks noChangeArrowheads="1"/>
          </p:cNvSpPr>
          <p:nvPr/>
        </p:nvSpPr>
        <p:spPr bwMode="auto">
          <a:xfrm>
            <a:off x="4171950" y="5946775"/>
            <a:ext cx="685800" cy="287338"/>
          </a:xfrm>
          <a:prstGeom prst="rightArrow">
            <a:avLst>
              <a:gd name="adj1" fmla="val 50000"/>
              <a:gd name="adj2" fmla="val 59668"/>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4787" name="Object 11">
            <a:extLst>
              <a:ext uri="{FF2B5EF4-FFF2-40B4-BE49-F238E27FC236}">
                <a16:creationId xmlns:a16="http://schemas.microsoft.com/office/drawing/2014/main" id="{EF819C86-4044-9488-4E8D-F7F49736E607}"/>
              </a:ext>
            </a:extLst>
          </p:cNvPr>
          <p:cNvGraphicFramePr>
            <a:graphicFrameLocks/>
          </p:cNvGraphicFramePr>
          <p:nvPr/>
        </p:nvGraphicFramePr>
        <p:xfrm>
          <a:off x="4995863" y="5661025"/>
          <a:ext cx="1736725" cy="788988"/>
        </p:xfrm>
        <a:graphic>
          <a:graphicData uri="http://schemas.openxmlformats.org/presentationml/2006/ole">
            <mc:AlternateContent xmlns:mc="http://schemas.openxmlformats.org/markup-compatibility/2006">
              <mc:Choice xmlns:v="urn:schemas-microsoft-com:vml" Requires="v">
                <p:oleObj name="公式" r:id="rId21" imgW="1930320" imgH="876240" progId="Equation.3">
                  <p:embed/>
                </p:oleObj>
              </mc:Choice>
              <mc:Fallback>
                <p:oleObj name="公式" r:id="rId21" imgW="1930320" imgH="876240" progId="Equation.3">
                  <p:embed/>
                  <p:pic>
                    <p:nvPicPr>
                      <p:cNvPr id="0" name="Object 11"/>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95863" y="5661025"/>
                        <a:ext cx="1736725"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14788" name="Picture 36" descr="j0293240">
            <a:extLst>
              <a:ext uri="{FF2B5EF4-FFF2-40B4-BE49-F238E27FC236}">
                <a16:creationId xmlns:a16="http://schemas.microsoft.com/office/drawing/2014/main" id="{C8094EF5-A294-A73D-1B4D-2D6105EF745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4780"/>
                                        </p:tgtEl>
                                        <p:attrNameLst>
                                          <p:attrName>style.visibility</p:attrName>
                                        </p:attrNameLst>
                                      </p:cBhvr>
                                      <p:to>
                                        <p:strVal val="visible"/>
                                      </p:to>
                                    </p:set>
                                    <p:animEffect transition="in" filter="wipe(left)">
                                      <p:cBhvr>
                                        <p:cTn id="7" dur="500"/>
                                        <p:tgtEl>
                                          <p:spTgt spid="7147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4754"/>
                                        </p:tgtEl>
                                        <p:attrNameLst>
                                          <p:attrName>style.visibility</p:attrName>
                                        </p:attrNameLst>
                                      </p:cBhvr>
                                      <p:to>
                                        <p:strVal val="visible"/>
                                      </p:to>
                                    </p:set>
                                    <p:animEffect transition="in" filter="wipe(left)">
                                      <p:cBhvr>
                                        <p:cTn id="12" dur="500"/>
                                        <p:tgtEl>
                                          <p:spTgt spid="7147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14755"/>
                                        </p:tgtEl>
                                        <p:attrNameLst>
                                          <p:attrName>style.visibility</p:attrName>
                                        </p:attrNameLst>
                                      </p:cBhvr>
                                      <p:to>
                                        <p:strVal val="visible"/>
                                      </p:to>
                                    </p:set>
                                    <p:animEffect transition="in" filter="wipe(left)">
                                      <p:cBhvr>
                                        <p:cTn id="17" dur="500"/>
                                        <p:tgtEl>
                                          <p:spTgt spid="7147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4757"/>
                                        </p:tgtEl>
                                        <p:attrNameLst>
                                          <p:attrName>style.visibility</p:attrName>
                                        </p:attrNameLst>
                                      </p:cBhvr>
                                      <p:to>
                                        <p:strVal val="visible"/>
                                      </p:to>
                                    </p:set>
                                    <p:animEffect transition="in" filter="wipe(left)">
                                      <p:cBhvr>
                                        <p:cTn id="22" dur="500"/>
                                        <p:tgtEl>
                                          <p:spTgt spid="7147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4781"/>
                                        </p:tgtEl>
                                        <p:attrNameLst>
                                          <p:attrName>style.visibility</p:attrName>
                                        </p:attrNameLst>
                                      </p:cBhvr>
                                      <p:to>
                                        <p:strVal val="visible"/>
                                      </p:to>
                                    </p:set>
                                    <p:animEffect transition="in" filter="wipe(left)">
                                      <p:cBhvr>
                                        <p:cTn id="27" dur="500"/>
                                        <p:tgtEl>
                                          <p:spTgt spid="714781"/>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714760"/>
                                        </p:tgtEl>
                                        <p:attrNameLst>
                                          <p:attrName>style.visibility</p:attrName>
                                        </p:attrNameLst>
                                      </p:cBhvr>
                                      <p:to>
                                        <p:strVal val="visible"/>
                                      </p:to>
                                    </p:set>
                                    <p:animEffect transition="in" filter="wipe(left)">
                                      <p:cBhvr>
                                        <p:cTn id="31" dur="500"/>
                                        <p:tgtEl>
                                          <p:spTgt spid="71476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714762"/>
                                        </p:tgtEl>
                                        <p:attrNameLst>
                                          <p:attrName>style.visibility</p:attrName>
                                        </p:attrNameLst>
                                      </p:cBhvr>
                                      <p:to>
                                        <p:strVal val="visible"/>
                                      </p:to>
                                    </p:set>
                                    <p:animEffect transition="in" filter="wipe(left)">
                                      <p:cBhvr>
                                        <p:cTn id="36" dur="500"/>
                                        <p:tgtEl>
                                          <p:spTgt spid="71476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14761"/>
                                        </p:tgtEl>
                                        <p:attrNameLst>
                                          <p:attrName>style.visibility</p:attrName>
                                        </p:attrNameLst>
                                      </p:cBhvr>
                                      <p:to>
                                        <p:strVal val="visible"/>
                                      </p:to>
                                    </p:set>
                                    <p:animEffect transition="in" filter="wipe(left)">
                                      <p:cBhvr>
                                        <p:cTn id="41" dur="500"/>
                                        <p:tgtEl>
                                          <p:spTgt spid="71476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714766"/>
                                        </p:tgtEl>
                                        <p:attrNameLst>
                                          <p:attrName>style.visibility</p:attrName>
                                        </p:attrNameLst>
                                      </p:cBhvr>
                                      <p:to>
                                        <p:strVal val="visible"/>
                                      </p:to>
                                    </p:set>
                                    <p:animEffect transition="in" filter="wipe(left)">
                                      <p:cBhvr>
                                        <p:cTn id="46" dur="500"/>
                                        <p:tgtEl>
                                          <p:spTgt spid="71476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14756"/>
                                        </p:tgtEl>
                                        <p:attrNameLst>
                                          <p:attrName>style.visibility</p:attrName>
                                        </p:attrNameLst>
                                      </p:cBhvr>
                                      <p:to>
                                        <p:strVal val="visible"/>
                                      </p:to>
                                    </p:set>
                                    <p:animEffect transition="in" filter="wipe(left)">
                                      <p:cBhvr>
                                        <p:cTn id="51" dur="500"/>
                                        <p:tgtEl>
                                          <p:spTgt spid="71475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nodeType="clickEffect">
                                  <p:stCondLst>
                                    <p:cond delay="0"/>
                                  </p:stCondLst>
                                  <p:childTnLst>
                                    <p:set>
                                      <p:cBhvr>
                                        <p:cTn id="55" dur="1" fill="hold">
                                          <p:stCondLst>
                                            <p:cond delay="0"/>
                                          </p:stCondLst>
                                        </p:cTn>
                                        <p:tgtEl>
                                          <p:spTgt spid="714783"/>
                                        </p:tgtEl>
                                        <p:attrNameLst>
                                          <p:attrName>style.visibility</p:attrName>
                                        </p:attrNameLst>
                                      </p:cBhvr>
                                      <p:to>
                                        <p:strVal val="visible"/>
                                      </p:to>
                                    </p:set>
                                    <p:animEffect transition="in" filter="wipe(down)">
                                      <p:cBhvr>
                                        <p:cTn id="56" dur="500"/>
                                        <p:tgtEl>
                                          <p:spTgt spid="71478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714763"/>
                                        </p:tgtEl>
                                        <p:attrNameLst>
                                          <p:attrName>style.visibility</p:attrName>
                                        </p:attrNameLst>
                                      </p:cBhvr>
                                      <p:to>
                                        <p:strVal val="visible"/>
                                      </p:to>
                                    </p:set>
                                    <p:animEffect transition="in" filter="wipe(left)">
                                      <p:cBhvr>
                                        <p:cTn id="61" dur="500"/>
                                        <p:tgtEl>
                                          <p:spTgt spid="71476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714764"/>
                                        </p:tgtEl>
                                        <p:attrNameLst>
                                          <p:attrName>style.visibility</p:attrName>
                                        </p:attrNameLst>
                                      </p:cBhvr>
                                      <p:to>
                                        <p:strVal val="visible"/>
                                      </p:to>
                                    </p:set>
                                    <p:animEffect transition="in" filter="wipe(left)">
                                      <p:cBhvr>
                                        <p:cTn id="66" dur="500"/>
                                        <p:tgtEl>
                                          <p:spTgt spid="71476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714782"/>
                                        </p:tgtEl>
                                        <p:attrNameLst>
                                          <p:attrName>style.visibility</p:attrName>
                                        </p:attrNameLst>
                                      </p:cBhvr>
                                      <p:to>
                                        <p:strVal val="visible"/>
                                      </p:to>
                                    </p:set>
                                    <p:animEffect transition="in" filter="wipe(left)">
                                      <p:cBhvr>
                                        <p:cTn id="71" dur="500"/>
                                        <p:tgtEl>
                                          <p:spTgt spid="714782"/>
                                        </p:tgtEl>
                                      </p:cBhvr>
                                    </p:animEffect>
                                  </p:childTnLst>
                                </p:cTn>
                              </p:par>
                            </p:childTnLst>
                          </p:cTn>
                        </p:par>
                        <p:par>
                          <p:cTn id="72" fill="hold" nodeType="afterGroup">
                            <p:stCondLst>
                              <p:cond delay="500"/>
                            </p:stCondLst>
                            <p:childTnLst>
                              <p:par>
                                <p:cTn id="73" presetID="22" presetClass="entr" presetSubtype="8" fill="hold" nodeType="afterEffect">
                                  <p:stCondLst>
                                    <p:cond delay="0"/>
                                  </p:stCondLst>
                                  <p:childTnLst>
                                    <p:set>
                                      <p:cBhvr>
                                        <p:cTn id="74" dur="1" fill="hold">
                                          <p:stCondLst>
                                            <p:cond delay="0"/>
                                          </p:stCondLst>
                                        </p:cTn>
                                        <p:tgtEl>
                                          <p:spTgt spid="714759"/>
                                        </p:tgtEl>
                                        <p:attrNameLst>
                                          <p:attrName>style.visibility</p:attrName>
                                        </p:attrNameLst>
                                      </p:cBhvr>
                                      <p:to>
                                        <p:strVal val="visible"/>
                                      </p:to>
                                    </p:set>
                                    <p:animEffect transition="in" filter="wipe(left)">
                                      <p:cBhvr>
                                        <p:cTn id="75" dur="500"/>
                                        <p:tgtEl>
                                          <p:spTgt spid="71475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714779"/>
                                        </p:tgtEl>
                                        <p:attrNameLst>
                                          <p:attrName>style.visibility</p:attrName>
                                        </p:attrNameLst>
                                      </p:cBhvr>
                                      <p:to>
                                        <p:strVal val="visible"/>
                                      </p:to>
                                    </p:set>
                                    <p:animEffect transition="in" filter="wipe(left)">
                                      <p:cBhvr>
                                        <p:cTn id="80" dur="500"/>
                                        <p:tgtEl>
                                          <p:spTgt spid="71477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714758"/>
                                        </p:tgtEl>
                                        <p:attrNameLst>
                                          <p:attrName>style.visibility</p:attrName>
                                        </p:attrNameLst>
                                      </p:cBhvr>
                                      <p:to>
                                        <p:strVal val="visible"/>
                                      </p:to>
                                    </p:set>
                                    <p:animEffect transition="in" filter="wipe(left)">
                                      <p:cBhvr>
                                        <p:cTn id="85" dur="500"/>
                                        <p:tgtEl>
                                          <p:spTgt spid="71475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714765"/>
                                        </p:tgtEl>
                                        <p:attrNameLst>
                                          <p:attrName>style.visibility</p:attrName>
                                        </p:attrNameLst>
                                      </p:cBhvr>
                                      <p:to>
                                        <p:strVal val="visible"/>
                                      </p:to>
                                    </p:set>
                                    <p:animEffect transition="in" filter="wipe(left)">
                                      <p:cBhvr>
                                        <p:cTn id="90" dur="500"/>
                                        <p:tgtEl>
                                          <p:spTgt spid="714765"/>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714769"/>
                                        </p:tgtEl>
                                        <p:attrNameLst>
                                          <p:attrName>style.visibility</p:attrName>
                                        </p:attrNameLst>
                                      </p:cBhvr>
                                      <p:to>
                                        <p:strVal val="visible"/>
                                      </p:to>
                                    </p:set>
                                    <p:animEffect transition="in" filter="wipe(left)">
                                      <p:cBhvr>
                                        <p:cTn id="95" dur="500"/>
                                        <p:tgtEl>
                                          <p:spTgt spid="714769"/>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714767"/>
                                        </p:tgtEl>
                                        <p:attrNameLst>
                                          <p:attrName>style.visibility</p:attrName>
                                        </p:attrNameLst>
                                      </p:cBhvr>
                                      <p:to>
                                        <p:strVal val="visible"/>
                                      </p:to>
                                    </p:set>
                                    <p:animEffect transition="in" filter="wipe(left)">
                                      <p:cBhvr>
                                        <p:cTn id="100" dur="500"/>
                                        <p:tgtEl>
                                          <p:spTgt spid="714767"/>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714776"/>
                                        </p:tgtEl>
                                        <p:attrNameLst>
                                          <p:attrName>style.visibility</p:attrName>
                                        </p:attrNameLst>
                                      </p:cBhvr>
                                      <p:to>
                                        <p:strVal val="visible"/>
                                      </p:to>
                                    </p:set>
                                    <p:animEffect transition="in" filter="wipe(left)">
                                      <p:cBhvr>
                                        <p:cTn id="105" dur="500"/>
                                        <p:tgtEl>
                                          <p:spTgt spid="714776"/>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714768"/>
                                        </p:tgtEl>
                                        <p:attrNameLst>
                                          <p:attrName>style.visibility</p:attrName>
                                        </p:attrNameLst>
                                      </p:cBhvr>
                                      <p:to>
                                        <p:strVal val="visible"/>
                                      </p:to>
                                    </p:set>
                                    <p:animEffect transition="in" filter="wipe(left)">
                                      <p:cBhvr>
                                        <p:cTn id="110" dur="500"/>
                                        <p:tgtEl>
                                          <p:spTgt spid="714768"/>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4" fill="hold" nodeType="clickEffect">
                                  <p:stCondLst>
                                    <p:cond delay="0"/>
                                  </p:stCondLst>
                                  <p:childTnLst>
                                    <p:set>
                                      <p:cBhvr>
                                        <p:cTn id="114" dur="1" fill="hold">
                                          <p:stCondLst>
                                            <p:cond delay="0"/>
                                          </p:stCondLst>
                                        </p:cTn>
                                        <p:tgtEl>
                                          <p:spTgt spid="2"/>
                                        </p:tgtEl>
                                        <p:attrNameLst>
                                          <p:attrName>style.visibility</p:attrName>
                                        </p:attrNameLst>
                                      </p:cBhvr>
                                      <p:to>
                                        <p:strVal val="visible"/>
                                      </p:to>
                                    </p:set>
                                    <p:animEffect transition="in" filter="wipe(down)">
                                      <p:cBhvr>
                                        <p:cTn id="115" dur="500"/>
                                        <p:tgtEl>
                                          <p:spTgt spid="2"/>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714773"/>
                                        </p:tgtEl>
                                        <p:attrNameLst>
                                          <p:attrName>style.visibility</p:attrName>
                                        </p:attrNameLst>
                                      </p:cBhvr>
                                      <p:to>
                                        <p:strVal val="visible"/>
                                      </p:to>
                                    </p:set>
                                    <p:animEffect transition="in" filter="wipe(left)">
                                      <p:cBhvr>
                                        <p:cTn id="120" dur="500"/>
                                        <p:tgtEl>
                                          <p:spTgt spid="714773"/>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714774"/>
                                        </p:tgtEl>
                                        <p:attrNameLst>
                                          <p:attrName>style.visibility</p:attrName>
                                        </p:attrNameLst>
                                      </p:cBhvr>
                                      <p:to>
                                        <p:strVal val="visible"/>
                                      </p:to>
                                    </p:set>
                                    <p:animEffect transition="in" filter="wipe(left)">
                                      <p:cBhvr>
                                        <p:cTn id="125" dur="500"/>
                                        <p:tgtEl>
                                          <p:spTgt spid="714774"/>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714777"/>
                                        </p:tgtEl>
                                        <p:attrNameLst>
                                          <p:attrName>style.visibility</p:attrName>
                                        </p:attrNameLst>
                                      </p:cBhvr>
                                      <p:to>
                                        <p:strVal val="visible"/>
                                      </p:to>
                                    </p:set>
                                    <p:animEffect transition="in" filter="wipe(left)">
                                      <p:cBhvr>
                                        <p:cTn id="130" dur="500"/>
                                        <p:tgtEl>
                                          <p:spTgt spid="714777"/>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714775"/>
                                        </p:tgtEl>
                                        <p:attrNameLst>
                                          <p:attrName>style.visibility</p:attrName>
                                        </p:attrNameLst>
                                      </p:cBhvr>
                                      <p:to>
                                        <p:strVal val="visible"/>
                                      </p:to>
                                    </p:set>
                                    <p:animEffect transition="in" filter="wipe(left)">
                                      <p:cBhvr>
                                        <p:cTn id="135" dur="500"/>
                                        <p:tgtEl>
                                          <p:spTgt spid="714775"/>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714778"/>
                                        </p:tgtEl>
                                        <p:attrNameLst>
                                          <p:attrName>style.visibility</p:attrName>
                                        </p:attrNameLst>
                                      </p:cBhvr>
                                      <p:to>
                                        <p:strVal val="visible"/>
                                      </p:to>
                                    </p:set>
                                    <p:animEffect transition="in" filter="wipe(left)">
                                      <p:cBhvr>
                                        <p:cTn id="140" dur="500"/>
                                        <p:tgtEl>
                                          <p:spTgt spid="714778"/>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714784"/>
                                        </p:tgtEl>
                                        <p:attrNameLst>
                                          <p:attrName>style.visibility</p:attrName>
                                        </p:attrNameLst>
                                      </p:cBhvr>
                                      <p:to>
                                        <p:strVal val="visible"/>
                                      </p:to>
                                    </p:set>
                                    <p:animEffect transition="in" filter="wipe(left)">
                                      <p:cBhvr>
                                        <p:cTn id="145" dur="500"/>
                                        <p:tgtEl>
                                          <p:spTgt spid="714784"/>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714785"/>
                                        </p:tgtEl>
                                        <p:attrNameLst>
                                          <p:attrName>style.visibility</p:attrName>
                                        </p:attrNameLst>
                                      </p:cBhvr>
                                      <p:to>
                                        <p:strVal val="visible"/>
                                      </p:to>
                                    </p:set>
                                    <p:animEffect transition="in" filter="wipe(left)">
                                      <p:cBhvr>
                                        <p:cTn id="150" dur="500"/>
                                        <p:tgtEl>
                                          <p:spTgt spid="714785"/>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714786"/>
                                        </p:tgtEl>
                                        <p:attrNameLst>
                                          <p:attrName>style.visibility</p:attrName>
                                        </p:attrNameLst>
                                      </p:cBhvr>
                                      <p:to>
                                        <p:strVal val="visible"/>
                                      </p:to>
                                    </p:set>
                                    <p:animEffect transition="in" filter="wipe(left)">
                                      <p:cBhvr>
                                        <p:cTn id="155" dur="500"/>
                                        <p:tgtEl>
                                          <p:spTgt spid="714786"/>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8" fill="hold" nodeType="clickEffect">
                                  <p:stCondLst>
                                    <p:cond delay="0"/>
                                  </p:stCondLst>
                                  <p:childTnLst>
                                    <p:set>
                                      <p:cBhvr>
                                        <p:cTn id="159" dur="1" fill="hold">
                                          <p:stCondLst>
                                            <p:cond delay="0"/>
                                          </p:stCondLst>
                                        </p:cTn>
                                        <p:tgtEl>
                                          <p:spTgt spid="714787"/>
                                        </p:tgtEl>
                                        <p:attrNameLst>
                                          <p:attrName>style.visibility</p:attrName>
                                        </p:attrNameLst>
                                      </p:cBhvr>
                                      <p:to>
                                        <p:strVal val="visible"/>
                                      </p:to>
                                    </p:set>
                                    <p:animEffect transition="in" filter="wipe(left)">
                                      <p:cBhvr>
                                        <p:cTn id="160" dur="500"/>
                                        <p:tgtEl>
                                          <p:spTgt spid="714787"/>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 presetClass="entr" presetSubtype="2" fill="hold" nodeType="clickEffect">
                                  <p:stCondLst>
                                    <p:cond delay="0"/>
                                  </p:stCondLst>
                                  <p:childTnLst>
                                    <p:set>
                                      <p:cBhvr>
                                        <p:cTn id="164" dur="1" fill="hold">
                                          <p:stCondLst>
                                            <p:cond delay="0"/>
                                          </p:stCondLst>
                                        </p:cTn>
                                        <p:tgtEl>
                                          <p:spTgt spid="714788"/>
                                        </p:tgtEl>
                                        <p:attrNameLst>
                                          <p:attrName>style.visibility</p:attrName>
                                        </p:attrNameLst>
                                      </p:cBhvr>
                                      <p:to>
                                        <p:strVal val="visible"/>
                                      </p:to>
                                    </p:set>
                                    <p:anim calcmode="lin" valueType="num">
                                      <p:cBhvr additive="base">
                                        <p:cTn id="165" dur="500" fill="hold"/>
                                        <p:tgtEl>
                                          <p:spTgt spid="714788"/>
                                        </p:tgtEl>
                                        <p:attrNameLst>
                                          <p:attrName>ppt_x</p:attrName>
                                        </p:attrNameLst>
                                      </p:cBhvr>
                                      <p:tavLst>
                                        <p:tav tm="0">
                                          <p:val>
                                            <p:strVal val="1+#ppt_w/2"/>
                                          </p:val>
                                        </p:tav>
                                        <p:tav tm="100000">
                                          <p:val>
                                            <p:strVal val="#ppt_x"/>
                                          </p:val>
                                        </p:tav>
                                      </p:tavLst>
                                    </p:anim>
                                    <p:anim calcmode="lin" valueType="num">
                                      <p:cBhvr additive="base">
                                        <p:cTn id="166" dur="500" fill="hold"/>
                                        <p:tgtEl>
                                          <p:spTgt spid="7147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54" grpId="0"/>
      <p:bldP spid="714755" grpId="0"/>
      <p:bldP spid="714756" grpId="0" animBg="1"/>
      <p:bldP spid="714757" grpId="0" animBg="1"/>
      <p:bldP spid="714760" grpId="0" autoUpdateAnimBg="0"/>
      <p:bldP spid="714761" grpId="0" autoUpdateAnimBg="0"/>
      <p:bldP spid="714762" grpId="0" autoUpdateAnimBg="0"/>
      <p:bldP spid="714763" grpId="0" autoUpdateAnimBg="0"/>
      <p:bldP spid="714764" grpId="0" autoUpdateAnimBg="0"/>
      <p:bldP spid="714765" grpId="0" autoUpdateAnimBg="0"/>
      <p:bldP spid="714766" grpId="0" autoUpdateAnimBg="0"/>
      <p:bldP spid="714767" grpId="0" animBg="1"/>
      <p:bldP spid="714769" grpId="0" autoUpdateAnimBg="0"/>
      <p:bldP spid="714773" grpId="0" animBg="1"/>
      <p:bldP spid="714775" grpId="0" animBg="1" autoUpdateAnimBg="0"/>
      <p:bldP spid="714776" grpId="0" autoUpdateAnimBg="0"/>
      <p:bldP spid="714780" grpId="0"/>
      <p:bldP spid="71478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Rectangle 2">
            <a:extLst>
              <a:ext uri="{FF2B5EF4-FFF2-40B4-BE49-F238E27FC236}">
                <a16:creationId xmlns:a16="http://schemas.microsoft.com/office/drawing/2014/main" id="{5714C8C7-6D3F-A5C5-6E19-04B26FA5CD3B}"/>
              </a:ext>
            </a:extLst>
          </p:cNvPr>
          <p:cNvSpPr>
            <a:spLocks noChangeArrowheads="1"/>
          </p:cNvSpPr>
          <p:nvPr/>
        </p:nvSpPr>
        <p:spPr bwMode="auto">
          <a:xfrm>
            <a:off x="228600" y="404813"/>
            <a:ext cx="4378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a:t>
            </a:r>
            <a:r>
              <a:rPr lang="zh-CN" altLang="en-US">
                <a:solidFill>
                  <a:srgbClr val="99CCFF"/>
                </a:solidFill>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一个刚体系统，如图所示，</a:t>
            </a:r>
          </a:p>
        </p:txBody>
      </p:sp>
      <p:sp>
        <p:nvSpPr>
          <p:cNvPr id="716803" name="Rectangle 3">
            <a:extLst>
              <a:ext uri="{FF2B5EF4-FFF2-40B4-BE49-F238E27FC236}">
                <a16:creationId xmlns:a16="http://schemas.microsoft.com/office/drawing/2014/main" id="{78F9A5B1-92FE-24E7-7A78-E0ADB6649BDA}"/>
              </a:ext>
            </a:extLst>
          </p:cNvPr>
          <p:cNvSpPr>
            <a:spLocks noChangeArrowheads="1"/>
          </p:cNvSpPr>
          <p:nvPr/>
        </p:nvSpPr>
        <p:spPr bwMode="auto">
          <a:xfrm>
            <a:off x="4402138" y="369888"/>
            <a:ext cx="299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已知，转动惯量</a:t>
            </a:r>
          </a:p>
        </p:txBody>
      </p:sp>
      <p:graphicFrame>
        <p:nvGraphicFramePr>
          <p:cNvPr id="716804" name="Object 4">
            <a:extLst>
              <a:ext uri="{FF2B5EF4-FFF2-40B4-BE49-F238E27FC236}">
                <a16:creationId xmlns:a16="http://schemas.microsoft.com/office/drawing/2014/main" id="{A40F7497-880B-2CBC-D56A-C9F0574F36B1}"/>
              </a:ext>
            </a:extLst>
          </p:cNvPr>
          <p:cNvGraphicFramePr>
            <a:graphicFrameLocks noChangeAspect="1"/>
          </p:cNvGraphicFramePr>
          <p:nvPr/>
        </p:nvGraphicFramePr>
        <p:xfrm>
          <a:off x="307975" y="836613"/>
          <a:ext cx="1600200" cy="838200"/>
        </p:xfrm>
        <a:graphic>
          <a:graphicData uri="http://schemas.openxmlformats.org/presentationml/2006/ole">
            <mc:AlternateContent xmlns:mc="http://schemas.openxmlformats.org/markup-compatibility/2006">
              <mc:Choice xmlns:v="urn:schemas-microsoft-com:vml" Requires="v">
                <p:oleObj name="Equation" r:id="rId2" imgW="647640" imgH="393480" progId="Equation.3">
                  <p:embed/>
                </p:oleObj>
              </mc:Choice>
              <mc:Fallback>
                <p:oleObj name="Equation" r:id="rId2" imgW="647640" imgH="39348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836613"/>
                        <a:ext cx="1600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05" name="Rectangle 5">
            <a:extLst>
              <a:ext uri="{FF2B5EF4-FFF2-40B4-BE49-F238E27FC236}">
                <a16:creationId xmlns:a16="http://schemas.microsoft.com/office/drawing/2014/main" id="{D5670BB1-0B5C-E216-E0B5-3846D695013D}"/>
              </a:ext>
            </a:extLst>
          </p:cNvPr>
          <p:cNvSpPr>
            <a:spLocks noChangeArrowheads="1"/>
          </p:cNvSpPr>
          <p:nvPr/>
        </p:nvSpPr>
        <p:spPr bwMode="auto">
          <a:xfrm>
            <a:off x="1692275" y="1054100"/>
            <a:ext cx="544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，现有一水平力 </a:t>
            </a:r>
            <a:r>
              <a:rPr lang="en-US" altLang="zh-CN" i="1">
                <a:solidFill>
                  <a:srgbClr val="FF9900"/>
                </a:solidFill>
                <a:latin typeface="Times New Roman" panose="02020603050405020304" pitchFamily="18" charset="0"/>
                <a:ea typeface="宋体" panose="02010600030101010101" pitchFamily="2" charset="-122"/>
              </a:rPr>
              <a:t>F </a:t>
            </a:r>
            <a:r>
              <a:rPr lang="zh-CN" altLang="en-US">
                <a:latin typeface="Times New Roman" panose="02020603050405020304" pitchFamily="18" charset="0"/>
                <a:ea typeface="宋体" panose="02010600030101010101" pitchFamily="2" charset="-122"/>
              </a:rPr>
              <a:t>作用于距轴为</a:t>
            </a:r>
            <a:r>
              <a:rPr lang="zh-CN" altLang="en-US">
                <a:solidFill>
                  <a:schemeClr val="hlink"/>
                </a:solidFill>
                <a:latin typeface="Times New Roman" panose="02020603050405020304" pitchFamily="18" charset="0"/>
                <a:ea typeface="宋体" panose="02010600030101010101" pitchFamily="2" charset="-122"/>
              </a:rPr>
              <a:t> </a:t>
            </a:r>
            <a:r>
              <a:rPr lang="en-US" altLang="zh-CN" i="1">
                <a:solidFill>
                  <a:srgbClr val="66FFFF"/>
                </a:solidFill>
                <a:latin typeface="Times New Roman" panose="02020603050405020304" pitchFamily="18" charset="0"/>
                <a:ea typeface="宋体" panose="02010600030101010101" pitchFamily="2" charset="-122"/>
              </a:rPr>
              <a:t>l'</a:t>
            </a:r>
            <a:r>
              <a:rPr lang="en-US" altLang="zh-CN" i="1">
                <a:solidFill>
                  <a:srgbClr val="FFFF00"/>
                </a:solidFill>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处</a:t>
            </a:r>
          </a:p>
        </p:txBody>
      </p:sp>
      <p:sp>
        <p:nvSpPr>
          <p:cNvPr id="716806" name="Rectangle 6">
            <a:extLst>
              <a:ext uri="{FF2B5EF4-FFF2-40B4-BE49-F238E27FC236}">
                <a16:creationId xmlns:a16="http://schemas.microsoft.com/office/drawing/2014/main" id="{D8F18DEE-4163-806F-74A4-0509F8B7A19E}"/>
              </a:ext>
            </a:extLst>
          </p:cNvPr>
          <p:cNvSpPr>
            <a:spLocks noChangeArrowheads="1"/>
          </p:cNvSpPr>
          <p:nvPr/>
        </p:nvSpPr>
        <p:spPr bwMode="auto">
          <a:xfrm>
            <a:off x="266700" y="1747838"/>
            <a:ext cx="526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求</a:t>
            </a:r>
            <a:r>
              <a:rPr lang="zh-CN" altLang="en-US">
                <a:latin typeface="Times New Roman" panose="02020603050405020304" pitchFamily="18" charset="0"/>
                <a:ea typeface="宋体" panose="02010600030101010101" pitchFamily="2" charset="-122"/>
              </a:rPr>
              <a:t>  轴对棒的作用力（也称轴反力）。</a:t>
            </a:r>
          </a:p>
        </p:txBody>
      </p:sp>
      <p:sp>
        <p:nvSpPr>
          <p:cNvPr id="716807" name="Rectangle 7">
            <a:extLst>
              <a:ext uri="{FF2B5EF4-FFF2-40B4-BE49-F238E27FC236}">
                <a16:creationId xmlns:a16="http://schemas.microsoft.com/office/drawing/2014/main" id="{469CA0DC-E2C6-7015-B591-774505068345}"/>
              </a:ext>
            </a:extLst>
          </p:cNvPr>
          <p:cNvSpPr>
            <a:spLocks noChangeArrowheads="1"/>
          </p:cNvSpPr>
          <p:nvPr/>
        </p:nvSpPr>
        <p:spPr bwMode="auto">
          <a:xfrm>
            <a:off x="276225" y="22764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解</a:t>
            </a:r>
          </a:p>
        </p:txBody>
      </p:sp>
      <p:sp>
        <p:nvSpPr>
          <p:cNvPr id="716808" name="Rectangle 8">
            <a:extLst>
              <a:ext uri="{FF2B5EF4-FFF2-40B4-BE49-F238E27FC236}">
                <a16:creationId xmlns:a16="http://schemas.microsoft.com/office/drawing/2014/main" id="{A94743DF-DFEA-BF2D-2B2A-5A88ABD3CB55}"/>
              </a:ext>
            </a:extLst>
          </p:cNvPr>
          <p:cNvSpPr>
            <a:spLocks noChangeArrowheads="1"/>
          </p:cNvSpPr>
          <p:nvPr/>
        </p:nvSpPr>
        <p:spPr bwMode="auto">
          <a:xfrm>
            <a:off x="720725" y="2276475"/>
            <a:ext cx="3252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设轴对棒的作用力为 </a:t>
            </a:r>
            <a:r>
              <a:rPr lang="en-US" altLang="zh-CN" i="1">
                <a:solidFill>
                  <a:srgbClr val="66FFFF"/>
                </a:solidFill>
                <a:latin typeface="Times New Roman" panose="02020603050405020304" pitchFamily="18" charset="0"/>
                <a:ea typeface="宋体" panose="02010600030101010101" pitchFamily="2" charset="-122"/>
              </a:rPr>
              <a:t>N</a:t>
            </a:r>
            <a:endParaRPr lang="en-US" altLang="zh-CN" i="1">
              <a:latin typeface="Times New Roman" panose="02020603050405020304" pitchFamily="18" charset="0"/>
              <a:ea typeface="宋体" panose="02010600030101010101" pitchFamily="2" charset="-122"/>
            </a:endParaRPr>
          </a:p>
        </p:txBody>
      </p:sp>
      <p:sp>
        <p:nvSpPr>
          <p:cNvPr id="716809" name="AutoShape 9">
            <a:extLst>
              <a:ext uri="{FF2B5EF4-FFF2-40B4-BE49-F238E27FC236}">
                <a16:creationId xmlns:a16="http://schemas.microsoft.com/office/drawing/2014/main" id="{2B20E0CE-1B74-74B7-6C95-30FB7C7415DE}"/>
              </a:ext>
            </a:extLst>
          </p:cNvPr>
          <p:cNvSpPr>
            <a:spLocks noChangeArrowheads="1"/>
          </p:cNvSpPr>
          <p:nvPr/>
        </p:nvSpPr>
        <p:spPr bwMode="auto">
          <a:xfrm>
            <a:off x="4140200" y="2373313"/>
            <a:ext cx="647700" cy="215900"/>
          </a:xfrm>
          <a:prstGeom prst="rightArrow">
            <a:avLst>
              <a:gd name="adj1" fmla="val 50000"/>
              <a:gd name="adj2" fmla="val 75000"/>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6810" name="Object 10">
            <a:extLst>
              <a:ext uri="{FF2B5EF4-FFF2-40B4-BE49-F238E27FC236}">
                <a16:creationId xmlns:a16="http://schemas.microsoft.com/office/drawing/2014/main" id="{35D21EAD-C0CC-7859-2698-3B9002B2EC13}"/>
              </a:ext>
            </a:extLst>
          </p:cNvPr>
          <p:cNvGraphicFramePr>
            <a:graphicFrameLocks/>
          </p:cNvGraphicFramePr>
          <p:nvPr/>
        </p:nvGraphicFramePr>
        <p:xfrm>
          <a:off x="5003800" y="2397125"/>
          <a:ext cx="879475" cy="422275"/>
        </p:xfrm>
        <a:graphic>
          <a:graphicData uri="http://schemas.openxmlformats.org/presentationml/2006/ole">
            <mc:AlternateContent xmlns:mc="http://schemas.openxmlformats.org/markup-compatibility/2006">
              <mc:Choice xmlns:v="urn:schemas-microsoft-com:vml" Requires="v">
                <p:oleObj name="公式" r:id="rId4" imgW="977760" imgH="469800" progId="Equation.3">
                  <p:embed/>
                </p:oleObj>
              </mc:Choice>
              <mc:Fallback>
                <p:oleObj name="公式" r:id="rId4" imgW="977760" imgH="469800" progId="Equation.3">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2397125"/>
                        <a:ext cx="879475"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11" name="Object 11">
            <a:extLst>
              <a:ext uri="{FF2B5EF4-FFF2-40B4-BE49-F238E27FC236}">
                <a16:creationId xmlns:a16="http://schemas.microsoft.com/office/drawing/2014/main" id="{39C84553-5FAE-ACBB-561D-BE22B4664CC4}"/>
              </a:ext>
            </a:extLst>
          </p:cNvPr>
          <p:cNvGraphicFramePr>
            <a:graphicFrameLocks/>
          </p:cNvGraphicFramePr>
          <p:nvPr/>
        </p:nvGraphicFramePr>
        <p:xfrm>
          <a:off x="2852738" y="2963863"/>
          <a:ext cx="1062037" cy="354012"/>
        </p:xfrm>
        <a:graphic>
          <a:graphicData uri="http://schemas.openxmlformats.org/presentationml/2006/ole">
            <mc:AlternateContent xmlns:mc="http://schemas.openxmlformats.org/markup-compatibility/2006">
              <mc:Choice xmlns:v="urn:schemas-microsoft-com:vml" Requires="v">
                <p:oleObj name="Equation" r:id="rId6" imgW="1180800" imgH="393480" progId="Equation.3">
                  <p:embed/>
                </p:oleObj>
              </mc:Choice>
              <mc:Fallback>
                <p:oleObj name="Equation" r:id="rId6" imgW="1180800" imgH="393480"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2738" y="2963863"/>
                        <a:ext cx="1062037" cy="354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12" name="Rectangle 12">
            <a:extLst>
              <a:ext uri="{FF2B5EF4-FFF2-40B4-BE49-F238E27FC236}">
                <a16:creationId xmlns:a16="http://schemas.microsoft.com/office/drawing/2014/main" id="{1FA1D166-C16A-F722-454F-213088E696D2}"/>
              </a:ext>
            </a:extLst>
          </p:cNvPr>
          <p:cNvSpPr>
            <a:spLocks noChangeArrowheads="1"/>
          </p:cNvSpPr>
          <p:nvPr/>
        </p:nvSpPr>
        <p:spPr bwMode="auto">
          <a:xfrm>
            <a:off x="744538" y="3614738"/>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由质心运动定理</a:t>
            </a:r>
            <a:endParaRPr lang="zh-CN" altLang="en-US" i="1">
              <a:latin typeface="Times New Roman" panose="02020603050405020304" pitchFamily="18" charset="0"/>
              <a:ea typeface="宋体" panose="02010600030101010101" pitchFamily="2" charset="-122"/>
            </a:endParaRPr>
          </a:p>
        </p:txBody>
      </p:sp>
      <p:graphicFrame>
        <p:nvGraphicFramePr>
          <p:cNvPr id="716813" name="Object 13">
            <a:extLst>
              <a:ext uri="{FF2B5EF4-FFF2-40B4-BE49-F238E27FC236}">
                <a16:creationId xmlns:a16="http://schemas.microsoft.com/office/drawing/2014/main" id="{5116746A-327A-3F21-8560-BAD3BF9CE456}"/>
              </a:ext>
            </a:extLst>
          </p:cNvPr>
          <p:cNvGraphicFramePr>
            <a:graphicFrameLocks/>
          </p:cNvGraphicFramePr>
          <p:nvPr/>
        </p:nvGraphicFramePr>
        <p:xfrm>
          <a:off x="2401888" y="3327400"/>
          <a:ext cx="2913062" cy="742950"/>
        </p:xfrm>
        <a:graphic>
          <a:graphicData uri="http://schemas.openxmlformats.org/presentationml/2006/ole">
            <mc:AlternateContent xmlns:mc="http://schemas.openxmlformats.org/markup-compatibility/2006">
              <mc:Choice xmlns:v="urn:schemas-microsoft-com:vml" Requires="v">
                <p:oleObj name="Equation" r:id="rId8" imgW="3238200" imgH="825480" progId="Equation.3">
                  <p:embed/>
                </p:oleObj>
              </mc:Choice>
              <mc:Fallback>
                <p:oleObj name="Equation" r:id="rId8" imgW="3238200" imgH="825480" progId="Equation.3">
                  <p:embed/>
                  <p:pic>
                    <p:nvPicPr>
                      <p:cNvPr id="0" name="Object 1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01888" y="3327400"/>
                        <a:ext cx="2913062"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14" name="Object 14">
            <a:extLst>
              <a:ext uri="{FF2B5EF4-FFF2-40B4-BE49-F238E27FC236}">
                <a16:creationId xmlns:a16="http://schemas.microsoft.com/office/drawing/2014/main" id="{AE18BBEE-B5FB-BD81-5A0F-4A4F0D030599}"/>
              </a:ext>
            </a:extLst>
          </p:cNvPr>
          <p:cNvGraphicFramePr>
            <a:graphicFrameLocks/>
          </p:cNvGraphicFramePr>
          <p:nvPr/>
        </p:nvGraphicFramePr>
        <p:xfrm>
          <a:off x="2371725" y="4214813"/>
          <a:ext cx="3713163" cy="742950"/>
        </p:xfrm>
        <a:graphic>
          <a:graphicData uri="http://schemas.openxmlformats.org/presentationml/2006/ole">
            <mc:AlternateContent xmlns:mc="http://schemas.openxmlformats.org/markup-compatibility/2006">
              <mc:Choice xmlns:v="urn:schemas-microsoft-com:vml" Requires="v">
                <p:oleObj name="Equation" r:id="rId10" imgW="4127400" imgH="825480" progId="Equation.3">
                  <p:embed/>
                </p:oleObj>
              </mc:Choice>
              <mc:Fallback>
                <p:oleObj name="Equation" r:id="rId10" imgW="4127400" imgH="825480" progId="Equation.3">
                  <p:embed/>
                  <p:pic>
                    <p:nvPicPr>
                      <p:cNvPr id="0" name="Object 1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71725" y="4214813"/>
                        <a:ext cx="3713163"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15" name="AutoShape 15">
            <a:extLst>
              <a:ext uri="{FF2B5EF4-FFF2-40B4-BE49-F238E27FC236}">
                <a16:creationId xmlns:a16="http://schemas.microsoft.com/office/drawing/2014/main" id="{10F53519-F974-56CC-C3A4-7F3D67B5F4BD}"/>
              </a:ext>
            </a:extLst>
          </p:cNvPr>
          <p:cNvSpPr>
            <a:spLocks/>
          </p:cNvSpPr>
          <p:nvPr/>
        </p:nvSpPr>
        <p:spPr bwMode="auto">
          <a:xfrm>
            <a:off x="2195513" y="3716338"/>
            <a:ext cx="117475" cy="863600"/>
          </a:xfrm>
          <a:prstGeom prst="leftBrace">
            <a:avLst>
              <a:gd name="adj1" fmla="val 61261"/>
              <a:gd name="adj2" fmla="val 50000"/>
            </a:avLst>
          </a:prstGeom>
          <a:noFill/>
          <a:ln w="19050">
            <a:solidFill>
              <a:srgbClr val="66FF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6816" name="Object 16">
            <a:extLst>
              <a:ext uri="{FF2B5EF4-FFF2-40B4-BE49-F238E27FC236}">
                <a16:creationId xmlns:a16="http://schemas.microsoft.com/office/drawing/2014/main" id="{67B40899-CC5A-FDFA-A7EC-1B2D053127A0}"/>
              </a:ext>
            </a:extLst>
          </p:cNvPr>
          <p:cNvGraphicFramePr>
            <a:graphicFrameLocks/>
          </p:cNvGraphicFramePr>
          <p:nvPr/>
        </p:nvGraphicFramePr>
        <p:xfrm>
          <a:off x="1293813" y="5157788"/>
          <a:ext cx="3565525" cy="742950"/>
        </p:xfrm>
        <a:graphic>
          <a:graphicData uri="http://schemas.openxmlformats.org/presentationml/2006/ole">
            <mc:AlternateContent xmlns:mc="http://schemas.openxmlformats.org/markup-compatibility/2006">
              <mc:Choice xmlns:v="urn:schemas-microsoft-com:vml" Requires="v">
                <p:oleObj name="Equation" r:id="rId12" imgW="3962160" imgH="825480" progId="Equation.3">
                  <p:embed/>
                </p:oleObj>
              </mc:Choice>
              <mc:Fallback>
                <p:oleObj name="Equation" r:id="rId12" imgW="3962160" imgH="825480" progId="Equation.3">
                  <p:embed/>
                  <p:pic>
                    <p:nvPicPr>
                      <p:cNvPr id="0" name="Object 16"/>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93813" y="5157788"/>
                        <a:ext cx="3565525"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17" name="Object 17">
            <a:extLst>
              <a:ext uri="{FF2B5EF4-FFF2-40B4-BE49-F238E27FC236}">
                <a16:creationId xmlns:a16="http://schemas.microsoft.com/office/drawing/2014/main" id="{F1663903-23F4-25B9-2A9E-4D61239C674D}"/>
              </a:ext>
            </a:extLst>
          </p:cNvPr>
          <p:cNvGraphicFramePr>
            <a:graphicFrameLocks/>
          </p:cNvGraphicFramePr>
          <p:nvPr/>
        </p:nvGraphicFramePr>
        <p:xfrm>
          <a:off x="1335088" y="6084888"/>
          <a:ext cx="1165225" cy="422275"/>
        </p:xfrm>
        <a:graphic>
          <a:graphicData uri="http://schemas.openxmlformats.org/presentationml/2006/ole">
            <mc:AlternateContent xmlns:mc="http://schemas.openxmlformats.org/markup-compatibility/2006">
              <mc:Choice xmlns:v="urn:schemas-microsoft-com:vml" Requires="v">
                <p:oleObj name="Equation" r:id="rId14" imgW="1295280" imgH="469800" progId="Equation.3">
                  <p:embed/>
                </p:oleObj>
              </mc:Choice>
              <mc:Fallback>
                <p:oleObj name="Equation" r:id="rId14" imgW="1295280" imgH="469800" progId="Equation.3">
                  <p:embed/>
                  <p:pic>
                    <p:nvPicPr>
                      <p:cNvPr id="0" name="Object 1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35088" y="6084888"/>
                        <a:ext cx="1165225"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18" name="AutoShape 18">
            <a:extLst>
              <a:ext uri="{FF2B5EF4-FFF2-40B4-BE49-F238E27FC236}">
                <a16:creationId xmlns:a16="http://schemas.microsoft.com/office/drawing/2014/main" id="{33F6C3B0-D4E2-5D63-679D-D76C57808DAA}"/>
              </a:ext>
            </a:extLst>
          </p:cNvPr>
          <p:cNvSpPr>
            <a:spLocks/>
          </p:cNvSpPr>
          <p:nvPr/>
        </p:nvSpPr>
        <p:spPr bwMode="auto">
          <a:xfrm>
            <a:off x="969963" y="5499100"/>
            <a:ext cx="287337" cy="846138"/>
          </a:xfrm>
          <a:prstGeom prst="leftBrace">
            <a:avLst>
              <a:gd name="adj1" fmla="val 24540"/>
              <a:gd name="adj2" fmla="val 50000"/>
            </a:avLst>
          </a:prstGeom>
          <a:noFill/>
          <a:ln w="19050">
            <a:solidFill>
              <a:srgbClr val="66FF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6819" name="AutoShape 19">
            <a:extLst>
              <a:ext uri="{FF2B5EF4-FFF2-40B4-BE49-F238E27FC236}">
                <a16:creationId xmlns:a16="http://schemas.microsoft.com/office/drawing/2014/main" id="{3B6AF2B6-7177-4C17-9887-3A0E219AC480}"/>
              </a:ext>
            </a:extLst>
          </p:cNvPr>
          <p:cNvSpPr>
            <a:spLocks noChangeArrowheads="1"/>
          </p:cNvSpPr>
          <p:nvPr/>
        </p:nvSpPr>
        <p:spPr bwMode="auto">
          <a:xfrm>
            <a:off x="5148263" y="5395913"/>
            <a:ext cx="533400" cy="231775"/>
          </a:xfrm>
          <a:prstGeom prst="rightArrow">
            <a:avLst>
              <a:gd name="adj1" fmla="val 50000"/>
              <a:gd name="adj2" fmla="val 57534"/>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6820" name="Object 20">
            <a:extLst>
              <a:ext uri="{FF2B5EF4-FFF2-40B4-BE49-F238E27FC236}">
                <a16:creationId xmlns:a16="http://schemas.microsoft.com/office/drawing/2014/main" id="{4B2F3BB1-B117-4E27-7C8E-1DF97CE3CA42}"/>
              </a:ext>
            </a:extLst>
          </p:cNvPr>
          <p:cNvGraphicFramePr>
            <a:graphicFrameLocks/>
          </p:cNvGraphicFramePr>
          <p:nvPr/>
        </p:nvGraphicFramePr>
        <p:xfrm>
          <a:off x="5770563" y="5203825"/>
          <a:ext cx="800100" cy="742950"/>
        </p:xfrm>
        <a:graphic>
          <a:graphicData uri="http://schemas.openxmlformats.org/presentationml/2006/ole">
            <mc:AlternateContent xmlns:mc="http://schemas.openxmlformats.org/markup-compatibility/2006">
              <mc:Choice xmlns:v="urn:schemas-microsoft-com:vml" Requires="v">
                <p:oleObj name="公式" r:id="rId16" imgW="888840" imgH="825480" progId="Equation.3">
                  <p:embed/>
                </p:oleObj>
              </mc:Choice>
              <mc:Fallback>
                <p:oleObj name="公式" r:id="rId16" imgW="888840" imgH="825480" progId="Equation.3">
                  <p:embed/>
                  <p:pic>
                    <p:nvPicPr>
                      <p:cNvPr id="0" name="Object 2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70563" y="5203825"/>
                        <a:ext cx="80010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21" name="AutoShape 21">
            <a:extLst>
              <a:ext uri="{FF2B5EF4-FFF2-40B4-BE49-F238E27FC236}">
                <a16:creationId xmlns:a16="http://schemas.microsoft.com/office/drawing/2014/main" id="{BDCB8CD7-BF0A-E6C7-11F2-335A9A943C7E}"/>
              </a:ext>
            </a:extLst>
          </p:cNvPr>
          <p:cNvSpPr>
            <a:spLocks noChangeArrowheads="1"/>
          </p:cNvSpPr>
          <p:nvPr/>
        </p:nvSpPr>
        <p:spPr bwMode="auto">
          <a:xfrm>
            <a:off x="6789738" y="5414963"/>
            <a:ext cx="538162" cy="217487"/>
          </a:xfrm>
          <a:prstGeom prst="rightArrow">
            <a:avLst>
              <a:gd name="adj1" fmla="val 50000"/>
              <a:gd name="adj2" fmla="val 61861"/>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6822" name="Object 22">
            <a:extLst>
              <a:ext uri="{FF2B5EF4-FFF2-40B4-BE49-F238E27FC236}">
                <a16:creationId xmlns:a16="http://schemas.microsoft.com/office/drawing/2014/main" id="{9B760169-AF1B-88CC-D45A-3A40F7AFF5CC}"/>
              </a:ext>
            </a:extLst>
          </p:cNvPr>
          <p:cNvGraphicFramePr>
            <a:graphicFrameLocks/>
          </p:cNvGraphicFramePr>
          <p:nvPr/>
        </p:nvGraphicFramePr>
        <p:xfrm>
          <a:off x="7453313" y="5426075"/>
          <a:ext cx="890587" cy="388938"/>
        </p:xfrm>
        <a:graphic>
          <a:graphicData uri="http://schemas.openxmlformats.org/presentationml/2006/ole">
            <mc:AlternateContent xmlns:mc="http://schemas.openxmlformats.org/markup-compatibility/2006">
              <mc:Choice xmlns:v="urn:schemas-microsoft-com:vml" Requires="v">
                <p:oleObj name="Equation" r:id="rId18" imgW="990360" imgH="431640" progId="Equation.3">
                  <p:embed/>
                </p:oleObj>
              </mc:Choice>
              <mc:Fallback>
                <p:oleObj name="Equation" r:id="rId18" imgW="990360" imgH="431640" progId="Equation.3">
                  <p:embed/>
                  <p:pic>
                    <p:nvPicPr>
                      <p:cNvPr id="0" name="Object 2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53313" y="5426075"/>
                        <a:ext cx="890587"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23" name="AutoShape 23">
            <a:extLst>
              <a:ext uri="{FF2B5EF4-FFF2-40B4-BE49-F238E27FC236}">
                <a16:creationId xmlns:a16="http://schemas.microsoft.com/office/drawing/2014/main" id="{6DA790BB-D465-D7FA-5C56-E328363C468D}"/>
              </a:ext>
            </a:extLst>
          </p:cNvPr>
          <p:cNvSpPr>
            <a:spLocks noChangeArrowheads="1"/>
          </p:cNvSpPr>
          <p:nvPr/>
        </p:nvSpPr>
        <p:spPr bwMode="auto">
          <a:xfrm>
            <a:off x="6804025" y="4581525"/>
            <a:ext cx="1577975" cy="460375"/>
          </a:xfrm>
          <a:prstGeom prst="wedgeRectCallout">
            <a:avLst>
              <a:gd name="adj1" fmla="val -73542"/>
              <a:gd name="adj2" fmla="val 77241"/>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sz="2000">
                <a:latin typeface="Times New Roman" panose="02020603050405020304" pitchFamily="18" charset="0"/>
                <a:ea typeface="楷体_GB2312" pitchFamily="49" charset="-122"/>
              </a:rPr>
              <a:t>打击中心</a:t>
            </a:r>
          </a:p>
        </p:txBody>
      </p:sp>
      <p:sp>
        <p:nvSpPr>
          <p:cNvPr id="716824" name="Text Box 24">
            <a:extLst>
              <a:ext uri="{FF2B5EF4-FFF2-40B4-BE49-F238E27FC236}">
                <a16:creationId xmlns:a16="http://schemas.microsoft.com/office/drawing/2014/main" id="{7DC0F60E-9CAA-792D-1AA8-191B0DD8D6A0}"/>
              </a:ext>
            </a:extLst>
          </p:cNvPr>
          <p:cNvSpPr txBox="1">
            <a:spLocks noChangeArrowheads="1"/>
          </p:cNvSpPr>
          <p:nvPr/>
        </p:nvSpPr>
        <p:spPr bwMode="auto">
          <a:xfrm>
            <a:off x="3132138" y="6118225"/>
            <a:ext cx="3960812" cy="406400"/>
          </a:xfrm>
          <a:prstGeom prst="rect">
            <a:avLst/>
          </a:prstGeom>
          <a:solidFill>
            <a:srgbClr val="0099CC">
              <a:alpha val="43921"/>
            </a:srgbClr>
          </a:solidFill>
          <a:ln w="9525">
            <a:solidFill>
              <a:srgbClr val="009900"/>
            </a:solidFill>
            <a:miter lim="800000"/>
            <a:headEnd/>
            <a:tailEnd/>
          </a:ln>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sz="2000">
                <a:solidFill>
                  <a:srgbClr val="66FFFF"/>
                </a:solidFill>
                <a:latin typeface="Times New Roman" panose="02020603050405020304" pitchFamily="18" charset="0"/>
                <a:ea typeface="楷体_GB2312" pitchFamily="49" charset="-122"/>
              </a:rPr>
              <a:t>质心运动定理与转动定律联用</a:t>
            </a:r>
          </a:p>
        </p:txBody>
      </p:sp>
      <p:grpSp>
        <p:nvGrpSpPr>
          <p:cNvPr id="2" name="Group 25">
            <a:extLst>
              <a:ext uri="{FF2B5EF4-FFF2-40B4-BE49-F238E27FC236}">
                <a16:creationId xmlns:a16="http://schemas.microsoft.com/office/drawing/2014/main" id="{7A45C168-96FD-BCCD-E616-C539494CE05E}"/>
              </a:ext>
            </a:extLst>
          </p:cNvPr>
          <p:cNvGrpSpPr>
            <a:grpSpLocks/>
          </p:cNvGrpSpPr>
          <p:nvPr/>
        </p:nvGrpSpPr>
        <p:grpSpPr bwMode="auto">
          <a:xfrm>
            <a:off x="6916738" y="1066800"/>
            <a:ext cx="1828800" cy="2743200"/>
            <a:chOff x="4320" y="336"/>
            <a:chExt cx="1152" cy="1728"/>
          </a:xfrm>
        </p:grpSpPr>
        <p:sp>
          <p:nvSpPr>
            <p:cNvPr id="716826" name="Line 26">
              <a:extLst>
                <a:ext uri="{FF2B5EF4-FFF2-40B4-BE49-F238E27FC236}">
                  <a16:creationId xmlns:a16="http://schemas.microsoft.com/office/drawing/2014/main" id="{E70DD8EF-7599-3890-FB98-83AF28E72225}"/>
                </a:ext>
              </a:extLst>
            </p:cNvPr>
            <p:cNvSpPr>
              <a:spLocks noChangeShapeType="1"/>
            </p:cNvSpPr>
            <p:nvPr/>
          </p:nvSpPr>
          <p:spPr bwMode="auto">
            <a:xfrm>
              <a:off x="4320" y="336"/>
              <a:ext cx="1152" cy="0"/>
            </a:xfrm>
            <a:prstGeom prst="line">
              <a:avLst/>
            </a:prstGeom>
            <a:noFill/>
            <a:ln w="22225">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6827" name="Rectangle 27">
              <a:extLst>
                <a:ext uri="{FF2B5EF4-FFF2-40B4-BE49-F238E27FC236}">
                  <a16:creationId xmlns:a16="http://schemas.microsoft.com/office/drawing/2014/main" id="{1D8D2B2D-99F2-CDE7-5775-1B52BE08780A}"/>
                </a:ext>
              </a:extLst>
            </p:cNvPr>
            <p:cNvSpPr>
              <a:spLocks noChangeArrowheads="1"/>
            </p:cNvSpPr>
            <p:nvPr/>
          </p:nvSpPr>
          <p:spPr bwMode="auto">
            <a:xfrm>
              <a:off x="4800" y="480"/>
              <a:ext cx="144" cy="1584"/>
            </a:xfrm>
            <a:prstGeom prst="rect">
              <a:avLst/>
            </a:prstGeom>
            <a:solidFill>
              <a:schemeClr val="accent1"/>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6828" name="AutoShape 28">
              <a:extLst>
                <a:ext uri="{FF2B5EF4-FFF2-40B4-BE49-F238E27FC236}">
                  <a16:creationId xmlns:a16="http://schemas.microsoft.com/office/drawing/2014/main" id="{39054ABC-BFDB-C360-F66C-FDE6D8D65023}"/>
                </a:ext>
              </a:extLst>
            </p:cNvPr>
            <p:cNvSpPr>
              <a:spLocks noChangeArrowheads="1"/>
            </p:cNvSpPr>
            <p:nvPr/>
          </p:nvSpPr>
          <p:spPr bwMode="auto">
            <a:xfrm rot="10688603">
              <a:off x="4800" y="336"/>
              <a:ext cx="144" cy="240"/>
            </a:xfrm>
            <a:prstGeom prst="triangle">
              <a:avLst>
                <a:gd name="adj" fmla="val 50000"/>
              </a:avLst>
            </a:prstGeom>
            <a:solidFill>
              <a:srgbClr val="FFFF00"/>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716829" name="Line 29">
            <a:extLst>
              <a:ext uri="{FF2B5EF4-FFF2-40B4-BE49-F238E27FC236}">
                <a16:creationId xmlns:a16="http://schemas.microsoft.com/office/drawing/2014/main" id="{FF5BE897-C585-D394-10FB-C67AAEFA4537}"/>
              </a:ext>
            </a:extLst>
          </p:cNvPr>
          <p:cNvSpPr>
            <a:spLocks noChangeShapeType="1"/>
          </p:cNvSpPr>
          <p:nvPr/>
        </p:nvSpPr>
        <p:spPr bwMode="auto">
          <a:xfrm>
            <a:off x="7797800" y="2514600"/>
            <a:ext cx="0" cy="762000"/>
          </a:xfrm>
          <a:prstGeom prst="line">
            <a:avLst/>
          </a:prstGeom>
          <a:noFill/>
          <a:ln w="60325">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6830" name="Line 30">
            <a:extLst>
              <a:ext uri="{FF2B5EF4-FFF2-40B4-BE49-F238E27FC236}">
                <a16:creationId xmlns:a16="http://schemas.microsoft.com/office/drawing/2014/main" id="{88597EE9-397C-9BA5-CCB6-63B584095C2E}"/>
              </a:ext>
            </a:extLst>
          </p:cNvPr>
          <p:cNvSpPr>
            <a:spLocks noChangeShapeType="1"/>
          </p:cNvSpPr>
          <p:nvPr/>
        </p:nvSpPr>
        <p:spPr bwMode="auto">
          <a:xfrm>
            <a:off x="7754938" y="1371600"/>
            <a:ext cx="762000" cy="0"/>
          </a:xfrm>
          <a:prstGeom prst="line">
            <a:avLst/>
          </a:prstGeom>
          <a:noFill/>
          <a:ln w="25400">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6831" name="Line 31">
            <a:extLst>
              <a:ext uri="{FF2B5EF4-FFF2-40B4-BE49-F238E27FC236}">
                <a16:creationId xmlns:a16="http://schemas.microsoft.com/office/drawing/2014/main" id="{D02872A8-3C00-AE62-BB14-A12DE0120EAD}"/>
              </a:ext>
            </a:extLst>
          </p:cNvPr>
          <p:cNvSpPr>
            <a:spLocks noChangeShapeType="1"/>
          </p:cNvSpPr>
          <p:nvPr/>
        </p:nvSpPr>
        <p:spPr bwMode="auto">
          <a:xfrm flipV="1">
            <a:off x="7797800" y="533400"/>
            <a:ext cx="0" cy="838200"/>
          </a:xfrm>
          <a:prstGeom prst="line">
            <a:avLst/>
          </a:prstGeom>
          <a:noFill/>
          <a:ln w="34925">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6832" name="Object 32">
            <a:extLst>
              <a:ext uri="{FF2B5EF4-FFF2-40B4-BE49-F238E27FC236}">
                <a16:creationId xmlns:a16="http://schemas.microsoft.com/office/drawing/2014/main" id="{487DFE39-503B-C1BC-EFE7-49C56A080F30}"/>
              </a:ext>
            </a:extLst>
          </p:cNvPr>
          <p:cNvGraphicFramePr>
            <a:graphicFrameLocks/>
          </p:cNvGraphicFramePr>
          <p:nvPr/>
        </p:nvGraphicFramePr>
        <p:xfrm>
          <a:off x="8258175" y="1484313"/>
          <a:ext cx="417513" cy="431800"/>
        </p:xfrm>
        <a:graphic>
          <a:graphicData uri="http://schemas.openxmlformats.org/presentationml/2006/ole">
            <mc:AlternateContent xmlns:mc="http://schemas.openxmlformats.org/markup-compatibility/2006">
              <mc:Choice xmlns:v="urn:schemas-microsoft-com:vml" Requires="v">
                <p:oleObj name="公式" r:id="rId20" imgW="419040" imgH="431640" progId="Equation.3">
                  <p:embed/>
                </p:oleObj>
              </mc:Choice>
              <mc:Fallback>
                <p:oleObj name="公式" r:id="rId20" imgW="419040" imgH="431640" progId="Equation.3">
                  <p:embed/>
                  <p:pic>
                    <p:nvPicPr>
                      <p:cNvPr id="0" name="Object 32"/>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258175" y="1484313"/>
                        <a:ext cx="4175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33" name="Object 33">
            <a:extLst>
              <a:ext uri="{FF2B5EF4-FFF2-40B4-BE49-F238E27FC236}">
                <a16:creationId xmlns:a16="http://schemas.microsoft.com/office/drawing/2014/main" id="{E279012F-6B2D-648C-3BD8-14F784600DC2}"/>
              </a:ext>
            </a:extLst>
          </p:cNvPr>
          <p:cNvGraphicFramePr>
            <a:graphicFrameLocks/>
          </p:cNvGraphicFramePr>
          <p:nvPr/>
        </p:nvGraphicFramePr>
        <p:xfrm>
          <a:off x="7793038" y="436563"/>
          <a:ext cx="446087" cy="471487"/>
        </p:xfrm>
        <a:graphic>
          <a:graphicData uri="http://schemas.openxmlformats.org/presentationml/2006/ole">
            <mc:AlternateContent xmlns:mc="http://schemas.openxmlformats.org/markup-compatibility/2006">
              <mc:Choice xmlns:v="urn:schemas-microsoft-com:vml" Requires="v">
                <p:oleObj name="公式" r:id="rId22" imgW="444240" imgH="469800" progId="Equation.3">
                  <p:embed/>
                </p:oleObj>
              </mc:Choice>
              <mc:Fallback>
                <p:oleObj name="公式" r:id="rId22" imgW="444240" imgH="469800" progId="Equation.3">
                  <p:embed/>
                  <p:pic>
                    <p:nvPicPr>
                      <p:cNvPr id="0" name="Object 33"/>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793038" y="436563"/>
                        <a:ext cx="446087"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34" name="Object 34">
            <a:extLst>
              <a:ext uri="{FF2B5EF4-FFF2-40B4-BE49-F238E27FC236}">
                <a16:creationId xmlns:a16="http://schemas.microsoft.com/office/drawing/2014/main" id="{8A31E5B2-4E7E-490A-898E-30A3D4FD0F85}"/>
              </a:ext>
            </a:extLst>
          </p:cNvPr>
          <p:cNvGraphicFramePr>
            <a:graphicFrameLocks/>
          </p:cNvGraphicFramePr>
          <p:nvPr/>
        </p:nvGraphicFramePr>
        <p:xfrm>
          <a:off x="7375525" y="1052513"/>
          <a:ext cx="292100" cy="315912"/>
        </p:xfrm>
        <a:graphic>
          <a:graphicData uri="http://schemas.openxmlformats.org/presentationml/2006/ole">
            <mc:AlternateContent xmlns:mc="http://schemas.openxmlformats.org/markup-compatibility/2006">
              <mc:Choice xmlns:v="urn:schemas-microsoft-com:vml" Requires="v">
                <p:oleObj name="公式" r:id="rId24" imgW="291960" imgH="317160" progId="Equation.3">
                  <p:embed/>
                </p:oleObj>
              </mc:Choice>
              <mc:Fallback>
                <p:oleObj name="公式" r:id="rId24" imgW="291960" imgH="317160" progId="Equation.3">
                  <p:embed/>
                  <p:pic>
                    <p:nvPicPr>
                      <p:cNvPr id="0" name="Object 34"/>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375525" y="1052513"/>
                        <a:ext cx="2921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35" name="Object 35">
            <a:extLst>
              <a:ext uri="{FF2B5EF4-FFF2-40B4-BE49-F238E27FC236}">
                <a16:creationId xmlns:a16="http://schemas.microsoft.com/office/drawing/2014/main" id="{B46E5C47-1BC4-1B2A-CE7F-52B6F09278B1}"/>
              </a:ext>
            </a:extLst>
          </p:cNvPr>
          <p:cNvGraphicFramePr>
            <a:graphicFrameLocks/>
          </p:cNvGraphicFramePr>
          <p:nvPr/>
        </p:nvGraphicFramePr>
        <p:xfrm>
          <a:off x="7970838" y="2176463"/>
          <a:ext cx="266700" cy="315912"/>
        </p:xfrm>
        <a:graphic>
          <a:graphicData uri="http://schemas.openxmlformats.org/presentationml/2006/ole">
            <mc:AlternateContent xmlns:mc="http://schemas.openxmlformats.org/markup-compatibility/2006">
              <mc:Choice xmlns:v="urn:schemas-microsoft-com:vml" Requires="v">
                <p:oleObj name="公式" r:id="rId26" imgW="266400" imgH="317160" progId="Equation.3">
                  <p:embed/>
                </p:oleObj>
              </mc:Choice>
              <mc:Fallback>
                <p:oleObj name="公式" r:id="rId26" imgW="266400" imgH="317160" progId="Equation.3">
                  <p:embed/>
                  <p:pic>
                    <p:nvPicPr>
                      <p:cNvPr id="0" name="Object 35"/>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970838" y="2176463"/>
                        <a:ext cx="2667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36" name="Object 36">
            <a:extLst>
              <a:ext uri="{FF2B5EF4-FFF2-40B4-BE49-F238E27FC236}">
                <a16:creationId xmlns:a16="http://schemas.microsoft.com/office/drawing/2014/main" id="{BC784FF4-BAA5-008F-0AA4-60379E331F2F}"/>
              </a:ext>
            </a:extLst>
          </p:cNvPr>
          <p:cNvGraphicFramePr>
            <a:graphicFrameLocks/>
          </p:cNvGraphicFramePr>
          <p:nvPr/>
        </p:nvGraphicFramePr>
        <p:xfrm>
          <a:off x="7956550" y="2978150"/>
          <a:ext cx="493713" cy="306388"/>
        </p:xfrm>
        <a:graphic>
          <a:graphicData uri="http://schemas.openxmlformats.org/presentationml/2006/ole">
            <mc:AlternateContent xmlns:mc="http://schemas.openxmlformats.org/markup-compatibility/2006">
              <mc:Choice xmlns:v="urn:schemas-microsoft-com:vml" Requires="v">
                <p:oleObj name="公式" r:id="rId28" imgW="495000" imgH="304560" progId="Equation.3">
                  <p:embed/>
                </p:oleObj>
              </mc:Choice>
              <mc:Fallback>
                <p:oleObj name="公式" r:id="rId28" imgW="495000" imgH="304560" progId="Equation.3">
                  <p:embed/>
                  <p:pic>
                    <p:nvPicPr>
                      <p:cNvPr id="0" name="Object 36"/>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956550" y="2978150"/>
                        <a:ext cx="493713"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37" name="Line 37">
            <a:extLst>
              <a:ext uri="{FF2B5EF4-FFF2-40B4-BE49-F238E27FC236}">
                <a16:creationId xmlns:a16="http://schemas.microsoft.com/office/drawing/2014/main" id="{41F26D8D-292A-24F8-73D3-722082CB9844}"/>
              </a:ext>
            </a:extLst>
          </p:cNvPr>
          <p:cNvSpPr>
            <a:spLocks noChangeShapeType="1"/>
          </p:cNvSpPr>
          <p:nvPr/>
        </p:nvSpPr>
        <p:spPr bwMode="auto">
          <a:xfrm>
            <a:off x="6840538" y="3352800"/>
            <a:ext cx="838200" cy="0"/>
          </a:xfrm>
          <a:prstGeom prst="line">
            <a:avLst/>
          </a:prstGeom>
          <a:noFill/>
          <a:ln w="50800">
            <a:solidFill>
              <a:srgbClr val="FF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6838" name="Line 38">
            <a:extLst>
              <a:ext uri="{FF2B5EF4-FFF2-40B4-BE49-F238E27FC236}">
                <a16:creationId xmlns:a16="http://schemas.microsoft.com/office/drawing/2014/main" id="{33AD7FA1-F019-7B39-0163-298FC87FCD13}"/>
              </a:ext>
            </a:extLst>
          </p:cNvPr>
          <p:cNvSpPr>
            <a:spLocks noChangeShapeType="1"/>
          </p:cNvSpPr>
          <p:nvPr/>
        </p:nvSpPr>
        <p:spPr bwMode="auto">
          <a:xfrm>
            <a:off x="6916738" y="1371600"/>
            <a:ext cx="914400" cy="0"/>
          </a:xfrm>
          <a:prstGeom prst="line">
            <a:avLst/>
          </a:prstGeom>
          <a:noFill/>
          <a:ln w="22225">
            <a:solidFill>
              <a:schemeClr val="bg1"/>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6839" name="Line 39">
            <a:extLst>
              <a:ext uri="{FF2B5EF4-FFF2-40B4-BE49-F238E27FC236}">
                <a16:creationId xmlns:a16="http://schemas.microsoft.com/office/drawing/2014/main" id="{AD4C2707-8D5C-0208-D043-3582E6B8CB47}"/>
              </a:ext>
            </a:extLst>
          </p:cNvPr>
          <p:cNvSpPr>
            <a:spLocks noChangeShapeType="1"/>
          </p:cNvSpPr>
          <p:nvPr/>
        </p:nvSpPr>
        <p:spPr bwMode="auto">
          <a:xfrm>
            <a:off x="6992938" y="1371600"/>
            <a:ext cx="0" cy="1981200"/>
          </a:xfrm>
          <a:prstGeom prst="line">
            <a:avLst/>
          </a:prstGeom>
          <a:noFill/>
          <a:ln w="22225">
            <a:solidFill>
              <a:schemeClr val="bg1"/>
            </a:solidFill>
            <a:round/>
            <a:headEnd type="triangle" w="med" len="me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6840" name="Object 40">
            <a:extLst>
              <a:ext uri="{FF2B5EF4-FFF2-40B4-BE49-F238E27FC236}">
                <a16:creationId xmlns:a16="http://schemas.microsoft.com/office/drawing/2014/main" id="{EB34BB20-FCF1-FF19-4512-8DF7DAAEE72D}"/>
              </a:ext>
            </a:extLst>
          </p:cNvPr>
          <p:cNvGraphicFramePr>
            <a:graphicFrameLocks/>
          </p:cNvGraphicFramePr>
          <p:nvPr/>
        </p:nvGraphicFramePr>
        <p:xfrm>
          <a:off x="7092950" y="2176463"/>
          <a:ext cx="215900" cy="315912"/>
        </p:xfrm>
        <a:graphic>
          <a:graphicData uri="http://schemas.openxmlformats.org/presentationml/2006/ole">
            <mc:AlternateContent xmlns:mc="http://schemas.openxmlformats.org/markup-compatibility/2006">
              <mc:Choice xmlns:v="urn:schemas-microsoft-com:vml" Requires="v">
                <p:oleObj name="公式" r:id="rId30" imgW="215640" imgH="317160" progId="Equation.3">
                  <p:embed/>
                </p:oleObj>
              </mc:Choice>
              <mc:Fallback>
                <p:oleObj name="公式" r:id="rId30" imgW="215640" imgH="317160" progId="Equation.3">
                  <p:embed/>
                  <p:pic>
                    <p:nvPicPr>
                      <p:cNvPr id="0" name="Object 40"/>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092950" y="2176463"/>
                        <a:ext cx="2159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41" name="Object 41">
            <a:extLst>
              <a:ext uri="{FF2B5EF4-FFF2-40B4-BE49-F238E27FC236}">
                <a16:creationId xmlns:a16="http://schemas.microsoft.com/office/drawing/2014/main" id="{9B3F124D-3721-860F-FA9D-DBA26BFC218F}"/>
              </a:ext>
            </a:extLst>
          </p:cNvPr>
          <p:cNvGraphicFramePr>
            <a:graphicFrameLocks/>
          </p:cNvGraphicFramePr>
          <p:nvPr/>
        </p:nvGraphicFramePr>
        <p:xfrm>
          <a:off x="7078663" y="2781300"/>
          <a:ext cx="301625" cy="366713"/>
        </p:xfrm>
        <a:graphic>
          <a:graphicData uri="http://schemas.openxmlformats.org/presentationml/2006/ole">
            <mc:AlternateContent xmlns:mc="http://schemas.openxmlformats.org/markup-compatibility/2006">
              <mc:Choice xmlns:v="urn:schemas-microsoft-com:vml" Requires="v">
                <p:oleObj name="公式" r:id="rId32" imgW="304560" imgH="368280" progId="Equation.3">
                  <p:embed/>
                </p:oleObj>
              </mc:Choice>
              <mc:Fallback>
                <p:oleObj name="公式" r:id="rId32" imgW="304560" imgH="368280" progId="Equation.3">
                  <p:embed/>
                  <p:pic>
                    <p:nvPicPr>
                      <p:cNvPr id="0" name="Object 41"/>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078663" y="2781300"/>
                        <a:ext cx="30162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42" name="Text Box 42">
            <a:extLst>
              <a:ext uri="{FF2B5EF4-FFF2-40B4-BE49-F238E27FC236}">
                <a16:creationId xmlns:a16="http://schemas.microsoft.com/office/drawing/2014/main" id="{A1D5DE0D-8071-C6B5-8079-AE0B4ED3C9F8}"/>
              </a:ext>
            </a:extLst>
          </p:cNvPr>
          <p:cNvSpPr txBox="1">
            <a:spLocks noChangeArrowheads="1"/>
          </p:cNvSpPr>
          <p:nvPr/>
        </p:nvSpPr>
        <p:spPr bwMode="auto">
          <a:xfrm>
            <a:off x="7856538" y="3998913"/>
            <a:ext cx="1108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sz="1800">
                <a:solidFill>
                  <a:srgbClr val="99FF66"/>
                </a:solidFill>
                <a:latin typeface="Times New Roman" panose="02020603050405020304" pitchFamily="18" charset="0"/>
                <a:ea typeface="楷体_GB2312" pitchFamily="49" charset="-122"/>
              </a:rPr>
              <a:t>质点系</a:t>
            </a:r>
          </a:p>
        </p:txBody>
      </p:sp>
      <p:sp>
        <p:nvSpPr>
          <p:cNvPr id="716843" name="Line 43">
            <a:extLst>
              <a:ext uri="{FF2B5EF4-FFF2-40B4-BE49-F238E27FC236}">
                <a16:creationId xmlns:a16="http://schemas.microsoft.com/office/drawing/2014/main" id="{41B55267-8615-1D92-E6C5-9FB1EDF25395}"/>
              </a:ext>
            </a:extLst>
          </p:cNvPr>
          <p:cNvSpPr>
            <a:spLocks noChangeShapeType="1"/>
          </p:cNvSpPr>
          <p:nvPr/>
        </p:nvSpPr>
        <p:spPr bwMode="auto">
          <a:xfrm flipH="1" flipV="1">
            <a:off x="7820025" y="3451225"/>
            <a:ext cx="468313" cy="587375"/>
          </a:xfrm>
          <a:prstGeom prst="line">
            <a:avLst/>
          </a:prstGeom>
          <a:noFill/>
          <a:ln w="22225">
            <a:solidFill>
              <a:schemeClr val="bg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6844" name="Oval 44">
            <a:extLst>
              <a:ext uri="{FF2B5EF4-FFF2-40B4-BE49-F238E27FC236}">
                <a16:creationId xmlns:a16="http://schemas.microsoft.com/office/drawing/2014/main" id="{ACA7A151-D3A9-08B9-4AA2-28880958D79D}"/>
              </a:ext>
            </a:extLst>
          </p:cNvPr>
          <p:cNvSpPr>
            <a:spLocks noChangeArrowheads="1"/>
          </p:cNvSpPr>
          <p:nvPr/>
        </p:nvSpPr>
        <p:spPr bwMode="auto">
          <a:xfrm>
            <a:off x="7721600" y="2362200"/>
            <a:ext cx="152400" cy="152400"/>
          </a:xfrm>
          <a:prstGeom prst="ellipse">
            <a:avLst/>
          </a:prstGeom>
          <a:solidFill>
            <a:schemeClr val="bg1"/>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6845" name="Text Box 45">
            <a:extLst>
              <a:ext uri="{FF2B5EF4-FFF2-40B4-BE49-F238E27FC236}">
                <a16:creationId xmlns:a16="http://schemas.microsoft.com/office/drawing/2014/main" id="{CA463087-F891-E8F0-5C81-9B3696DF7997}"/>
              </a:ext>
            </a:extLst>
          </p:cNvPr>
          <p:cNvSpPr txBox="1">
            <a:spLocks noChangeArrowheads="1"/>
          </p:cNvSpPr>
          <p:nvPr/>
        </p:nvSpPr>
        <p:spPr bwMode="auto">
          <a:xfrm>
            <a:off x="827088" y="2827338"/>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由转动定律</a:t>
            </a:r>
          </a:p>
        </p:txBody>
      </p:sp>
      <p:sp>
        <p:nvSpPr>
          <p:cNvPr id="716846" name="Oval 46">
            <a:extLst>
              <a:ext uri="{FF2B5EF4-FFF2-40B4-BE49-F238E27FC236}">
                <a16:creationId xmlns:a16="http://schemas.microsoft.com/office/drawing/2014/main" id="{EEB3D638-E766-8771-A9E0-7BF0C02428BC}"/>
              </a:ext>
            </a:extLst>
          </p:cNvPr>
          <p:cNvSpPr>
            <a:spLocks noChangeArrowheads="1"/>
          </p:cNvSpPr>
          <p:nvPr/>
        </p:nvSpPr>
        <p:spPr bwMode="auto">
          <a:xfrm>
            <a:off x="7724775" y="2816225"/>
            <a:ext cx="152400" cy="152400"/>
          </a:xfrm>
          <a:prstGeom prst="ellipse">
            <a:avLst/>
          </a:prstGeom>
          <a:solidFill>
            <a:srgbClr val="0000CC"/>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pic>
        <p:nvPicPr>
          <p:cNvPr id="716847" name="Picture 47" descr="j0293240">
            <a:extLst>
              <a:ext uri="{FF2B5EF4-FFF2-40B4-BE49-F238E27FC236}">
                <a16:creationId xmlns:a16="http://schemas.microsoft.com/office/drawing/2014/main" id="{3DE3B664-7E87-DA0C-169B-976B1A53D4D2}"/>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6802"/>
                                        </p:tgtEl>
                                        <p:attrNameLst>
                                          <p:attrName>style.visibility</p:attrName>
                                        </p:attrNameLst>
                                      </p:cBhvr>
                                      <p:to>
                                        <p:strVal val="visible"/>
                                      </p:to>
                                    </p:set>
                                    <p:animEffect transition="in" filter="wipe(left)">
                                      <p:cBhvr>
                                        <p:cTn id="7" dur="500"/>
                                        <p:tgtEl>
                                          <p:spTgt spid="7168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16803"/>
                                        </p:tgtEl>
                                        <p:attrNameLst>
                                          <p:attrName>style.visibility</p:attrName>
                                        </p:attrNameLst>
                                      </p:cBhvr>
                                      <p:to>
                                        <p:strVal val="visible"/>
                                      </p:to>
                                    </p:set>
                                    <p:animEffect transition="in" filter="wipe(left)">
                                      <p:cBhvr>
                                        <p:cTn id="17" dur="500"/>
                                        <p:tgtEl>
                                          <p:spTgt spid="7168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6804"/>
                                        </p:tgtEl>
                                        <p:attrNameLst>
                                          <p:attrName>style.visibility</p:attrName>
                                        </p:attrNameLst>
                                      </p:cBhvr>
                                      <p:to>
                                        <p:strVal val="visible"/>
                                      </p:to>
                                    </p:set>
                                    <p:animEffect transition="in" filter="wipe(left)">
                                      <p:cBhvr>
                                        <p:cTn id="22" dur="500"/>
                                        <p:tgtEl>
                                          <p:spTgt spid="7168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6805"/>
                                        </p:tgtEl>
                                        <p:attrNameLst>
                                          <p:attrName>style.visibility</p:attrName>
                                        </p:attrNameLst>
                                      </p:cBhvr>
                                      <p:to>
                                        <p:strVal val="visible"/>
                                      </p:to>
                                    </p:set>
                                    <p:animEffect transition="in" filter="wipe(left)">
                                      <p:cBhvr>
                                        <p:cTn id="27" dur="500"/>
                                        <p:tgtEl>
                                          <p:spTgt spid="7168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6806"/>
                                        </p:tgtEl>
                                        <p:attrNameLst>
                                          <p:attrName>style.visibility</p:attrName>
                                        </p:attrNameLst>
                                      </p:cBhvr>
                                      <p:to>
                                        <p:strVal val="visible"/>
                                      </p:to>
                                    </p:set>
                                    <p:animEffect transition="in" filter="wipe(left)">
                                      <p:cBhvr>
                                        <p:cTn id="32" dur="500"/>
                                        <p:tgtEl>
                                          <p:spTgt spid="71680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16834"/>
                                        </p:tgtEl>
                                        <p:attrNameLst>
                                          <p:attrName>style.visibility</p:attrName>
                                        </p:attrNameLst>
                                      </p:cBhvr>
                                      <p:to>
                                        <p:strVal val="visible"/>
                                      </p:to>
                                    </p:set>
                                    <p:animEffect transition="in" filter="wipe(left)">
                                      <p:cBhvr>
                                        <p:cTn id="37" dur="500"/>
                                        <p:tgtEl>
                                          <p:spTgt spid="7168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16838"/>
                                        </p:tgtEl>
                                        <p:attrNameLst>
                                          <p:attrName>style.visibility</p:attrName>
                                        </p:attrNameLst>
                                      </p:cBhvr>
                                      <p:to>
                                        <p:strVal val="visible"/>
                                      </p:to>
                                    </p:set>
                                    <p:animEffect transition="in" filter="wipe(left)">
                                      <p:cBhvr>
                                        <p:cTn id="42" dur="500"/>
                                        <p:tgtEl>
                                          <p:spTgt spid="71683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16837"/>
                                        </p:tgtEl>
                                        <p:attrNameLst>
                                          <p:attrName>style.visibility</p:attrName>
                                        </p:attrNameLst>
                                      </p:cBhvr>
                                      <p:to>
                                        <p:strVal val="visible"/>
                                      </p:to>
                                    </p:set>
                                    <p:animEffect transition="in" filter="wipe(left)">
                                      <p:cBhvr>
                                        <p:cTn id="47" dur="500"/>
                                        <p:tgtEl>
                                          <p:spTgt spid="71683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16841"/>
                                        </p:tgtEl>
                                        <p:attrNameLst>
                                          <p:attrName>style.visibility</p:attrName>
                                        </p:attrNameLst>
                                      </p:cBhvr>
                                      <p:to>
                                        <p:strVal val="visible"/>
                                      </p:to>
                                    </p:set>
                                    <p:animEffect transition="in" filter="wipe(left)">
                                      <p:cBhvr>
                                        <p:cTn id="52" dur="500"/>
                                        <p:tgtEl>
                                          <p:spTgt spid="71684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16839"/>
                                        </p:tgtEl>
                                        <p:attrNameLst>
                                          <p:attrName>style.visibility</p:attrName>
                                        </p:attrNameLst>
                                      </p:cBhvr>
                                      <p:to>
                                        <p:strVal val="visible"/>
                                      </p:to>
                                    </p:set>
                                    <p:animEffect transition="in" filter="wipe(left)">
                                      <p:cBhvr>
                                        <p:cTn id="57" dur="500"/>
                                        <p:tgtEl>
                                          <p:spTgt spid="71683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16840"/>
                                        </p:tgtEl>
                                        <p:attrNameLst>
                                          <p:attrName>style.visibility</p:attrName>
                                        </p:attrNameLst>
                                      </p:cBhvr>
                                      <p:to>
                                        <p:strVal val="visible"/>
                                      </p:to>
                                    </p:set>
                                    <p:animEffect transition="in" filter="wipe(left)">
                                      <p:cBhvr>
                                        <p:cTn id="62" dur="500"/>
                                        <p:tgtEl>
                                          <p:spTgt spid="71684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716807"/>
                                        </p:tgtEl>
                                        <p:attrNameLst>
                                          <p:attrName>style.visibility</p:attrName>
                                        </p:attrNameLst>
                                      </p:cBhvr>
                                      <p:to>
                                        <p:strVal val="visible"/>
                                      </p:to>
                                    </p:set>
                                    <p:animEffect transition="in" filter="wipe(left)">
                                      <p:cBhvr>
                                        <p:cTn id="67" dur="500"/>
                                        <p:tgtEl>
                                          <p:spTgt spid="71680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716808"/>
                                        </p:tgtEl>
                                        <p:attrNameLst>
                                          <p:attrName>style.visibility</p:attrName>
                                        </p:attrNameLst>
                                      </p:cBhvr>
                                      <p:to>
                                        <p:strVal val="visible"/>
                                      </p:to>
                                    </p:set>
                                    <p:animEffect transition="in" filter="wipe(left)">
                                      <p:cBhvr>
                                        <p:cTn id="72" dur="500"/>
                                        <p:tgtEl>
                                          <p:spTgt spid="71680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716809"/>
                                        </p:tgtEl>
                                        <p:attrNameLst>
                                          <p:attrName>style.visibility</p:attrName>
                                        </p:attrNameLst>
                                      </p:cBhvr>
                                      <p:to>
                                        <p:strVal val="visible"/>
                                      </p:to>
                                    </p:set>
                                    <p:animEffect transition="in" filter="wipe(left)">
                                      <p:cBhvr>
                                        <p:cTn id="77" dur="500"/>
                                        <p:tgtEl>
                                          <p:spTgt spid="71680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716810"/>
                                        </p:tgtEl>
                                        <p:attrNameLst>
                                          <p:attrName>style.visibility</p:attrName>
                                        </p:attrNameLst>
                                      </p:cBhvr>
                                      <p:to>
                                        <p:strVal val="visible"/>
                                      </p:to>
                                    </p:set>
                                    <p:animEffect transition="in" filter="wipe(left)">
                                      <p:cBhvr>
                                        <p:cTn id="82" dur="500"/>
                                        <p:tgtEl>
                                          <p:spTgt spid="71681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716830"/>
                                        </p:tgtEl>
                                        <p:attrNameLst>
                                          <p:attrName>style.visibility</p:attrName>
                                        </p:attrNameLst>
                                      </p:cBhvr>
                                      <p:to>
                                        <p:strVal val="visible"/>
                                      </p:to>
                                    </p:set>
                                    <p:animEffect transition="in" filter="wipe(left)">
                                      <p:cBhvr>
                                        <p:cTn id="87" dur="500"/>
                                        <p:tgtEl>
                                          <p:spTgt spid="71683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716832"/>
                                        </p:tgtEl>
                                        <p:attrNameLst>
                                          <p:attrName>style.visibility</p:attrName>
                                        </p:attrNameLst>
                                      </p:cBhvr>
                                      <p:to>
                                        <p:strVal val="visible"/>
                                      </p:to>
                                    </p:set>
                                    <p:animEffect transition="in" filter="wipe(left)">
                                      <p:cBhvr>
                                        <p:cTn id="92" dur="500"/>
                                        <p:tgtEl>
                                          <p:spTgt spid="716832"/>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716831"/>
                                        </p:tgtEl>
                                        <p:attrNameLst>
                                          <p:attrName>style.visibility</p:attrName>
                                        </p:attrNameLst>
                                      </p:cBhvr>
                                      <p:to>
                                        <p:strVal val="visible"/>
                                      </p:to>
                                    </p:set>
                                    <p:animEffect transition="in" filter="wipe(left)">
                                      <p:cBhvr>
                                        <p:cTn id="97" dur="500"/>
                                        <p:tgtEl>
                                          <p:spTgt spid="71683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716833"/>
                                        </p:tgtEl>
                                        <p:attrNameLst>
                                          <p:attrName>style.visibility</p:attrName>
                                        </p:attrNameLst>
                                      </p:cBhvr>
                                      <p:to>
                                        <p:strVal val="visible"/>
                                      </p:to>
                                    </p:set>
                                    <p:animEffect transition="in" filter="wipe(left)">
                                      <p:cBhvr>
                                        <p:cTn id="102" dur="500"/>
                                        <p:tgtEl>
                                          <p:spTgt spid="71683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716845"/>
                                        </p:tgtEl>
                                        <p:attrNameLst>
                                          <p:attrName>style.visibility</p:attrName>
                                        </p:attrNameLst>
                                      </p:cBhvr>
                                      <p:to>
                                        <p:strVal val="visible"/>
                                      </p:to>
                                    </p:set>
                                    <p:animEffect transition="in" filter="wipe(left)">
                                      <p:cBhvr>
                                        <p:cTn id="107" dur="500"/>
                                        <p:tgtEl>
                                          <p:spTgt spid="716845"/>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716811"/>
                                        </p:tgtEl>
                                        <p:attrNameLst>
                                          <p:attrName>style.visibility</p:attrName>
                                        </p:attrNameLst>
                                      </p:cBhvr>
                                      <p:to>
                                        <p:strVal val="visible"/>
                                      </p:to>
                                    </p:set>
                                    <p:animEffect transition="in" filter="wipe(left)">
                                      <p:cBhvr>
                                        <p:cTn id="112" dur="500"/>
                                        <p:tgtEl>
                                          <p:spTgt spid="716811"/>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716842"/>
                                        </p:tgtEl>
                                        <p:attrNameLst>
                                          <p:attrName>style.visibility</p:attrName>
                                        </p:attrNameLst>
                                      </p:cBhvr>
                                      <p:to>
                                        <p:strVal val="visible"/>
                                      </p:to>
                                    </p:set>
                                    <p:animEffect transition="in" filter="wipe(left)">
                                      <p:cBhvr>
                                        <p:cTn id="117" dur="500"/>
                                        <p:tgtEl>
                                          <p:spTgt spid="716842"/>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716843"/>
                                        </p:tgtEl>
                                        <p:attrNameLst>
                                          <p:attrName>style.visibility</p:attrName>
                                        </p:attrNameLst>
                                      </p:cBhvr>
                                      <p:to>
                                        <p:strVal val="visible"/>
                                      </p:to>
                                    </p:set>
                                    <p:animEffect transition="in" filter="wipe(left)">
                                      <p:cBhvr>
                                        <p:cTn id="122" dur="500"/>
                                        <p:tgtEl>
                                          <p:spTgt spid="716843"/>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716844"/>
                                        </p:tgtEl>
                                        <p:attrNameLst>
                                          <p:attrName>style.visibility</p:attrName>
                                        </p:attrNameLst>
                                      </p:cBhvr>
                                      <p:to>
                                        <p:strVal val="visible"/>
                                      </p:to>
                                    </p:set>
                                    <p:animEffect transition="in" filter="wipe(left)">
                                      <p:cBhvr>
                                        <p:cTn id="127" dur="500"/>
                                        <p:tgtEl>
                                          <p:spTgt spid="716844"/>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716835"/>
                                        </p:tgtEl>
                                        <p:attrNameLst>
                                          <p:attrName>style.visibility</p:attrName>
                                        </p:attrNameLst>
                                      </p:cBhvr>
                                      <p:to>
                                        <p:strVal val="visible"/>
                                      </p:to>
                                    </p:set>
                                    <p:animEffect transition="in" filter="wipe(left)">
                                      <p:cBhvr>
                                        <p:cTn id="132" dur="500"/>
                                        <p:tgtEl>
                                          <p:spTgt spid="716835"/>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716829"/>
                                        </p:tgtEl>
                                        <p:attrNameLst>
                                          <p:attrName>style.visibility</p:attrName>
                                        </p:attrNameLst>
                                      </p:cBhvr>
                                      <p:to>
                                        <p:strVal val="visible"/>
                                      </p:to>
                                    </p:set>
                                    <p:animEffect transition="in" filter="wipe(left)">
                                      <p:cBhvr>
                                        <p:cTn id="137" dur="500"/>
                                        <p:tgtEl>
                                          <p:spTgt spid="716829"/>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716836"/>
                                        </p:tgtEl>
                                        <p:attrNameLst>
                                          <p:attrName>style.visibility</p:attrName>
                                        </p:attrNameLst>
                                      </p:cBhvr>
                                      <p:to>
                                        <p:strVal val="visible"/>
                                      </p:to>
                                    </p:set>
                                    <p:animEffect transition="in" filter="wipe(left)">
                                      <p:cBhvr>
                                        <p:cTn id="142" dur="500"/>
                                        <p:tgtEl>
                                          <p:spTgt spid="716836"/>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716812"/>
                                        </p:tgtEl>
                                        <p:attrNameLst>
                                          <p:attrName>style.visibility</p:attrName>
                                        </p:attrNameLst>
                                      </p:cBhvr>
                                      <p:to>
                                        <p:strVal val="visible"/>
                                      </p:to>
                                    </p:set>
                                    <p:animEffect transition="in" filter="wipe(left)">
                                      <p:cBhvr>
                                        <p:cTn id="147" dur="500"/>
                                        <p:tgtEl>
                                          <p:spTgt spid="71681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nodeType="clickEffect">
                                  <p:stCondLst>
                                    <p:cond delay="0"/>
                                  </p:stCondLst>
                                  <p:childTnLst>
                                    <p:set>
                                      <p:cBhvr>
                                        <p:cTn id="151" dur="1" fill="hold">
                                          <p:stCondLst>
                                            <p:cond delay="0"/>
                                          </p:stCondLst>
                                        </p:cTn>
                                        <p:tgtEl>
                                          <p:spTgt spid="716815"/>
                                        </p:tgtEl>
                                        <p:attrNameLst>
                                          <p:attrName>style.visibility</p:attrName>
                                        </p:attrNameLst>
                                      </p:cBhvr>
                                      <p:to>
                                        <p:strVal val="visible"/>
                                      </p:to>
                                    </p:set>
                                    <p:animEffect transition="in" filter="wipe(left)">
                                      <p:cBhvr>
                                        <p:cTn id="152" dur="500"/>
                                        <p:tgtEl>
                                          <p:spTgt spid="716815"/>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716813"/>
                                        </p:tgtEl>
                                        <p:attrNameLst>
                                          <p:attrName>style.visibility</p:attrName>
                                        </p:attrNameLst>
                                      </p:cBhvr>
                                      <p:to>
                                        <p:strVal val="visible"/>
                                      </p:to>
                                    </p:set>
                                    <p:animEffect transition="in" filter="wipe(left)">
                                      <p:cBhvr>
                                        <p:cTn id="157" dur="500"/>
                                        <p:tgtEl>
                                          <p:spTgt spid="716813"/>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nodeType="clickEffect">
                                  <p:stCondLst>
                                    <p:cond delay="0"/>
                                  </p:stCondLst>
                                  <p:childTnLst>
                                    <p:set>
                                      <p:cBhvr>
                                        <p:cTn id="161" dur="1" fill="hold">
                                          <p:stCondLst>
                                            <p:cond delay="0"/>
                                          </p:stCondLst>
                                        </p:cTn>
                                        <p:tgtEl>
                                          <p:spTgt spid="716814"/>
                                        </p:tgtEl>
                                        <p:attrNameLst>
                                          <p:attrName>style.visibility</p:attrName>
                                        </p:attrNameLst>
                                      </p:cBhvr>
                                      <p:to>
                                        <p:strVal val="visible"/>
                                      </p:to>
                                    </p:set>
                                    <p:animEffect transition="in" filter="wipe(left)">
                                      <p:cBhvr>
                                        <p:cTn id="162" dur="500"/>
                                        <p:tgtEl>
                                          <p:spTgt spid="716814"/>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nodeType="clickEffect">
                                  <p:stCondLst>
                                    <p:cond delay="0"/>
                                  </p:stCondLst>
                                  <p:childTnLst>
                                    <p:set>
                                      <p:cBhvr>
                                        <p:cTn id="166" dur="1" fill="hold">
                                          <p:stCondLst>
                                            <p:cond delay="0"/>
                                          </p:stCondLst>
                                        </p:cTn>
                                        <p:tgtEl>
                                          <p:spTgt spid="716816"/>
                                        </p:tgtEl>
                                        <p:attrNameLst>
                                          <p:attrName>style.visibility</p:attrName>
                                        </p:attrNameLst>
                                      </p:cBhvr>
                                      <p:to>
                                        <p:strVal val="visible"/>
                                      </p:to>
                                    </p:set>
                                    <p:animEffect transition="in" filter="wipe(left)">
                                      <p:cBhvr>
                                        <p:cTn id="167" dur="500"/>
                                        <p:tgtEl>
                                          <p:spTgt spid="716816"/>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nodeType="clickEffect">
                                  <p:stCondLst>
                                    <p:cond delay="0"/>
                                  </p:stCondLst>
                                  <p:childTnLst>
                                    <p:set>
                                      <p:cBhvr>
                                        <p:cTn id="171" dur="1" fill="hold">
                                          <p:stCondLst>
                                            <p:cond delay="0"/>
                                          </p:stCondLst>
                                        </p:cTn>
                                        <p:tgtEl>
                                          <p:spTgt spid="716817"/>
                                        </p:tgtEl>
                                        <p:attrNameLst>
                                          <p:attrName>style.visibility</p:attrName>
                                        </p:attrNameLst>
                                      </p:cBhvr>
                                      <p:to>
                                        <p:strVal val="visible"/>
                                      </p:to>
                                    </p:set>
                                    <p:animEffect transition="in" filter="wipe(left)">
                                      <p:cBhvr>
                                        <p:cTn id="172" dur="500"/>
                                        <p:tgtEl>
                                          <p:spTgt spid="716817"/>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nodeType="clickEffect">
                                  <p:stCondLst>
                                    <p:cond delay="0"/>
                                  </p:stCondLst>
                                  <p:childTnLst>
                                    <p:set>
                                      <p:cBhvr>
                                        <p:cTn id="176" dur="1" fill="hold">
                                          <p:stCondLst>
                                            <p:cond delay="0"/>
                                          </p:stCondLst>
                                        </p:cTn>
                                        <p:tgtEl>
                                          <p:spTgt spid="716818"/>
                                        </p:tgtEl>
                                        <p:attrNameLst>
                                          <p:attrName>style.visibility</p:attrName>
                                        </p:attrNameLst>
                                      </p:cBhvr>
                                      <p:to>
                                        <p:strVal val="visible"/>
                                      </p:to>
                                    </p:set>
                                    <p:animEffect transition="in" filter="wipe(left)">
                                      <p:cBhvr>
                                        <p:cTn id="177" dur="500"/>
                                        <p:tgtEl>
                                          <p:spTgt spid="716818"/>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8" fill="hold" nodeType="clickEffect">
                                  <p:stCondLst>
                                    <p:cond delay="0"/>
                                  </p:stCondLst>
                                  <p:childTnLst>
                                    <p:set>
                                      <p:cBhvr>
                                        <p:cTn id="181" dur="1" fill="hold">
                                          <p:stCondLst>
                                            <p:cond delay="0"/>
                                          </p:stCondLst>
                                        </p:cTn>
                                        <p:tgtEl>
                                          <p:spTgt spid="716819"/>
                                        </p:tgtEl>
                                        <p:attrNameLst>
                                          <p:attrName>style.visibility</p:attrName>
                                        </p:attrNameLst>
                                      </p:cBhvr>
                                      <p:to>
                                        <p:strVal val="visible"/>
                                      </p:to>
                                    </p:set>
                                    <p:animEffect transition="in" filter="wipe(left)">
                                      <p:cBhvr>
                                        <p:cTn id="182" dur="500"/>
                                        <p:tgtEl>
                                          <p:spTgt spid="716819"/>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8" fill="hold" nodeType="clickEffect">
                                  <p:stCondLst>
                                    <p:cond delay="0"/>
                                  </p:stCondLst>
                                  <p:childTnLst>
                                    <p:set>
                                      <p:cBhvr>
                                        <p:cTn id="186" dur="1" fill="hold">
                                          <p:stCondLst>
                                            <p:cond delay="0"/>
                                          </p:stCondLst>
                                        </p:cTn>
                                        <p:tgtEl>
                                          <p:spTgt spid="716820"/>
                                        </p:tgtEl>
                                        <p:attrNameLst>
                                          <p:attrName>style.visibility</p:attrName>
                                        </p:attrNameLst>
                                      </p:cBhvr>
                                      <p:to>
                                        <p:strVal val="visible"/>
                                      </p:to>
                                    </p:set>
                                    <p:animEffect transition="in" filter="wipe(left)">
                                      <p:cBhvr>
                                        <p:cTn id="187" dur="500"/>
                                        <p:tgtEl>
                                          <p:spTgt spid="716820"/>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8" fill="hold" nodeType="clickEffect">
                                  <p:stCondLst>
                                    <p:cond delay="0"/>
                                  </p:stCondLst>
                                  <p:childTnLst>
                                    <p:set>
                                      <p:cBhvr>
                                        <p:cTn id="191" dur="1" fill="hold">
                                          <p:stCondLst>
                                            <p:cond delay="0"/>
                                          </p:stCondLst>
                                        </p:cTn>
                                        <p:tgtEl>
                                          <p:spTgt spid="716821"/>
                                        </p:tgtEl>
                                        <p:attrNameLst>
                                          <p:attrName>style.visibility</p:attrName>
                                        </p:attrNameLst>
                                      </p:cBhvr>
                                      <p:to>
                                        <p:strVal val="visible"/>
                                      </p:to>
                                    </p:set>
                                    <p:animEffect transition="in" filter="wipe(left)">
                                      <p:cBhvr>
                                        <p:cTn id="192" dur="500"/>
                                        <p:tgtEl>
                                          <p:spTgt spid="716821"/>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8" fill="hold" nodeType="clickEffect">
                                  <p:stCondLst>
                                    <p:cond delay="0"/>
                                  </p:stCondLst>
                                  <p:childTnLst>
                                    <p:set>
                                      <p:cBhvr>
                                        <p:cTn id="196" dur="1" fill="hold">
                                          <p:stCondLst>
                                            <p:cond delay="0"/>
                                          </p:stCondLst>
                                        </p:cTn>
                                        <p:tgtEl>
                                          <p:spTgt spid="716822"/>
                                        </p:tgtEl>
                                        <p:attrNameLst>
                                          <p:attrName>style.visibility</p:attrName>
                                        </p:attrNameLst>
                                      </p:cBhvr>
                                      <p:to>
                                        <p:strVal val="visible"/>
                                      </p:to>
                                    </p:set>
                                    <p:animEffect transition="in" filter="wipe(left)">
                                      <p:cBhvr>
                                        <p:cTn id="197" dur="500"/>
                                        <p:tgtEl>
                                          <p:spTgt spid="716822"/>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8" fill="hold" nodeType="clickEffect">
                                  <p:stCondLst>
                                    <p:cond delay="0"/>
                                  </p:stCondLst>
                                  <p:childTnLst>
                                    <p:set>
                                      <p:cBhvr>
                                        <p:cTn id="201" dur="1" fill="hold">
                                          <p:stCondLst>
                                            <p:cond delay="0"/>
                                          </p:stCondLst>
                                        </p:cTn>
                                        <p:tgtEl>
                                          <p:spTgt spid="716823"/>
                                        </p:tgtEl>
                                        <p:attrNameLst>
                                          <p:attrName>style.visibility</p:attrName>
                                        </p:attrNameLst>
                                      </p:cBhvr>
                                      <p:to>
                                        <p:strVal val="visible"/>
                                      </p:to>
                                    </p:set>
                                    <p:animEffect transition="in" filter="wipe(left)">
                                      <p:cBhvr>
                                        <p:cTn id="202" dur="500"/>
                                        <p:tgtEl>
                                          <p:spTgt spid="716823"/>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2" presetClass="entr" presetSubtype="8" fill="hold" nodeType="clickEffect">
                                  <p:stCondLst>
                                    <p:cond delay="0"/>
                                  </p:stCondLst>
                                  <p:childTnLst>
                                    <p:set>
                                      <p:cBhvr>
                                        <p:cTn id="206" dur="1" fill="hold">
                                          <p:stCondLst>
                                            <p:cond delay="0"/>
                                          </p:stCondLst>
                                        </p:cTn>
                                        <p:tgtEl>
                                          <p:spTgt spid="716846"/>
                                        </p:tgtEl>
                                        <p:attrNameLst>
                                          <p:attrName>style.visibility</p:attrName>
                                        </p:attrNameLst>
                                      </p:cBhvr>
                                      <p:to>
                                        <p:strVal val="visible"/>
                                      </p:to>
                                    </p:set>
                                    <p:animEffect transition="in" filter="wipe(left)">
                                      <p:cBhvr>
                                        <p:cTn id="207" dur="500"/>
                                        <p:tgtEl>
                                          <p:spTgt spid="716846"/>
                                        </p:tgtEl>
                                      </p:cBhvr>
                                    </p:animEffect>
                                  </p:childTnLst>
                                </p:cTn>
                              </p:par>
                            </p:childTnLst>
                          </p:cTn>
                        </p:par>
                        <p:par>
                          <p:cTn id="208" fill="hold" nodeType="afterGroup">
                            <p:stCondLst>
                              <p:cond delay="500"/>
                            </p:stCondLst>
                            <p:childTnLst>
                              <p:par>
                                <p:cTn id="209" presetID="22" presetClass="entr" presetSubtype="8" fill="hold" nodeType="afterEffect">
                                  <p:stCondLst>
                                    <p:cond delay="0"/>
                                  </p:stCondLst>
                                  <p:childTnLst>
                                    <p:set>
                                      <p:cBhvr>
                                        <p:cTn id="210" dur="1" fill="hold">
                                          <p:stCondLst>
                                            <p:cond delay="0"/>
                                          </p:stCondLst>
                                        </p:cTn>
                                        <p:tgtEl>
                                          <p:spTgt spid="716824"/>
                                        </p:tgtEl>
                                        <p:attrNameLst>
                                          <p:attrName>style.visibility</p:attrName>
                                        </p:attrNameLst>
                                      </p:cBhvr>
                                      <p:to>
                                        <p:strVal val="visible"/>
                                      </p:to>
                                    </p:set>
                                    <p:animEffect transition="in" filter="wipe(left)">
                                      <p:cBhvr>
                                        <p:cTn id="211" dur="500"/>
                                        <p:tgtEl>
                                          <p:spTgt spid="716824"/>
                                        </p:tgtEl>
                                      </p:cBhvr>
                                    </p:animEffect>
                                  </p:childTnLst>
                                </p:cTn>
                              </p:par>
                            </p:childTnLst>
                          </p:cTn>
                        </p:par>
                      </p:childTnLst>
                    </p:cTn>
                  </p:par>
                  <p:par>
                    <p:cTn id="212" fill="hold" nodeType="clickPar">
                      <p:stCondLst>
                        <p:cond delay="indefinite"/>
                      </p:stCondLst>
                      <p:childTnLst>
                        <p:par>
                          <p:cTn id="213" fill="hold" nodeType="withGroup">
                            <p:stCondLst>
                              <p:cond delay="0"/>
                            </p:stCondLst>
                            <p:childTnLst>
                              <p:par>
                                <p:cTn id="214" presetID="2" presetClass="entr" presetSubtype="2" fill="hold" nodeType="clickEffect">
                                  <p:stCondLst>
                                    <p:cond delay="0"/>
                                  </p:stCondLst>
                                  <p:childTnLst>
                                    <p:set>
                                      <p:cBhvr>
                                        <p:cTn id="215" dur="1" fill="hold">
                                          <p:stCondLst>
                                            <p:cond delay="0"/>
                                          </p:stCondLst>
                                        </p:cTn>
                                        <p:tgtEl>
                                          <p:spTgt spid="716847"/>
                                        </p:tgtEl>
                                        <p:attrNameLst>
                                          <p:attrName>style.visibility</p:attrName>
                                        </p:attrNameLst>
                                      </p:cBhvr>
                                      <p:to>
                                        <p:strVal val="visible"/>
                                      </p:to>
                                    </p:set>
                                    <p:anim calcmode="lin" valueType="num">
                                      <p:cBhvr additive="base">
                                        <p:cTn id="216" dur="500" fill="hold"/>
                                        <p:tgtEl>
                                          <p:spTgt spid="716847"/>
                                        </p:tgtEl>
                                        <p:attrNameLst>
                                          <p:attrName>ppt_x</p:attrName>
                                        </p:attrNameLst>
                                      </p:cBhvr>
                                      <p:tavLst>
                                        <p:tav tm="0">
                                          <p:val>
                                            <p:strVal val="1+#ppt_w/2"/>
                                          </p:val>
                                        </p:tav>
                                        <p:tav tm="100000">
                                          <p:val>
                                            <p:strVal val="#ppt_x"/>
                                          </p:val>
                                        </p:tav>
                                      </p:tavLst>
                                    </p:anim>
                                    <p:anim calcmode="lin" valueType="num">
                                      <p:cBhvr additive="base">
                                        <p:cTn id="217" dur="500" fill="hold"/>
                                        <p:tgtEl>
                                          <p:spTgt spid="7168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02" grpId="0" autoUpdateAnimBg="0"/>
      <p:bldP spid="716803" grpId="0" autoUpdateAnimBg="0"/>
      <p:bldP spid="716805" grpId="0" autoUpdateAnimBg="0"/>
      <p:bldP spid="716806" grpId="0" autoUpdateAnimBg="0"/>
      <p:bldP spid="716807" grpId="0" autoUpdateAnimBg="0"/>
      <p:bldP spid="716808" grpId="0" autoUpdateAnimBg="0"/>
      <p:bldP spid="716809" grpId="0" animBg="1"/>
      <p:bldP spid="716812" grpId="0" autoUpdateAnimBg="0"/>
      <p:bldP spid="716815" grpId="0" animBg="1"/>
      <p:bldP spid="716818" grpId="0" animBg="1"/>
      <p:bldP spid="716819" grpId="0" animBg="1"/>
      <p:bldP spid="716821" grpId="0" animBg="1"/>
      <p:bldP spid="716823" grpId="0" animBg="1" autoUpdateAnimBg="0"/>
      <p:bldP spid="716824" grpId="0" animBg="1" autoUpdateAnimBg="0"/>
      <p:bldP spid="716842" grpId="0" autoUpdateAnimBg="0"/>
      <p:bldP spid="716844" grpId="0" animBg="1"/>
      <p:bldP spid="716845" grpId="0"/>
      <p:bldP spid="71684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826" name="Object 2">
            <a:extLst>
              <a:ext uri="{FF2B5EF4-FFF2-40B4-BE49-F238E27FC236}">
                <a16:creationId xmlns:a16="http://schemas.microsoft.com/office/drawing/2014/main" id="{D6C0B400-973E-CD75-A669-7C446812EFD5}"/>
              </a:ext>
            </a:extLst>
          </p:cNvPr>
          <p:cNvGraphicFramePr>
            <a:graphicFrameLocks/>
          </p:cNvGraphicFramePr>
          <p:nvPr/>
        </p:nvGraphicFramePr>
        <p:xfrm>
          <a:off x="755650" y="1268413"/>
          <a:ext cx="3209925" cy="709612"/>
        </p:xfrm>
        <a:graphic>
          <a:graphicData uri="http://schemas.openxmlformats.org/presentationml/2006/ole">
            <mc:AlternateContent xmlns:mc="http://schemas.openxmlformats.org/markup-compatibility/2006">
              <mc:Choice xmlns:v="urn:schemas-microsoft-com:vml" Requires="v">
                <p:oleObj name="公式" r:id="rId2" imgW="3568680" imgH="787320" progId="Equation.3">
                  <p:embed/>
                </p:oleObj>
              </mc:Choice>
              <mc:Fallback>
                <p:oleObj name="公式" r:id="rId2" imgW="3568680" imgH="78732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268413"/>
                        <a:ext cx="3209925" cy="709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3">
            <a:extLst>
              <a:ext uri="{FF2B5EF4-FFF2-40B4-BE49-F238E27FC236}">
                <a16:creationId xmlns:a16="http://schemas.microsoft.com/office/drawing/2014/main" id="{4BDEC12A-A5F3-7A99-4488-111F87BED574}"/>
              </a:ext>
            </a:extLst>
          </p:cNvPr>
          <p:cNvGrpSpPr>
            <a:grpSpLocks/>
          </p:cNvGrpSpPr>
          <p:nvPr/>
        </p:nvGrpSpPr>
        <p:grpSpPr bwMode="auto">
          <a:xfrm>
            <a:off x="4802188" y="908050"/>
            <a:ext cx="3225800" cy="3373438"/>
            <a:chOff x="3025" y="572"/>
            <a:chExt cx="2032" cy="2125"/>
          </a:xfrm>
        </p:grpSpPr>
        <p:grpSp>
          <p:nvGrpSpPr>
            <p:cNvPr id="9225" name="Group 4">
              <a:extLst>
                <a:ext uri="{FF2B5EF4-FFF2-40B4-BE49-F238E27FC236}">
                  <a16:creationId xmlns:a16="http://schemas.microsoft.com/office/drawing/2014/main" id="{1C61F373-0585-61B5-F7AA-A36EE4D1751D}"/>
                </a:ext>
              </a:extLst>
            </p:cNvPr>
            <p:cNvGrpSpPr>
              <a:grpSpLocks/>
            </p:cNvGrpSpPr>
            <p:nvPr/>
          </p:nvGrpSpPr>
          <p:grpSpPr bwMode="auto">
            <a:xfrm>
              <a:off x="3345" y="969"/>
              <a:ext cx="1152" cy="1728"/>
              <a:chOff x="4320" y="336"/>
              <a:chExt cx="1152" cy="1728"/>
            </a:xfrm>
          </p:grpSpPr>
          <p:sp>
            <p:nvSpPr>
              <p:cNvPr id="717829" name="Line 5">
                <a:extLst>
                  <a:ext uri="{FF2B5EF4-FFF2-40B4-BE49-F238E27FC236}">
                    <a16:creationId xmlns:a16="http://schemas.microsoft.com/office/drawing/2014/main" id="{CF222711-CE87-E133-1C79-8A6AE678A101}"/>
                  </a:ext>
                </a:extLst>
              </p:cNvPr>
              <p:cNvSpPr>
                <a:spLocks noChangeShapeType="1"/>
              </p:cNvSpPr>
              <p:nvPr/>
            </p:nvSpPr>
            <p:spPr bwMode="auto">
              <a:xfrm>
                <a:off x="4320" y="336"/>
                <a:ext cx="1152" cy="0"/>
              </a:xfrm>
              <a:prstGeom prst="line">
                <a:avLst/>
              </a:prstGeom>
              <a:noFill/>
              <a:ln w="22225">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30" name="Rectangle 6">
                <a:extLst>
                  <a:ext uri="{FF2B5EF4-FFF2-40B4-BE49-F238E27FC236}">
                    <a16:creationId xmlns:a16="http://schemas.microsoft.com/office/drawing/2014/main" id="{886AE88B-7045-86E4-4F0F-5689A4BFC577}"/>
                  </a:ext>
                </a:extLst>
              </p:cNvPr>
              <p:cNvSpPr>
                <a:spLocks noChangeArrowheads="1"/>
              </p:cNvSpPr>
              <p:nvPr/>
            </p:nvSpPr>
            <p:spPr bwMode="auto">
              <a:xfrm>
                <a:off x="4800" y="480"/>
                <a:ext cx="144" cy="1584"/>
              </a:xfrm>
              <a:prstGeom prst="rect">
                <a:avLst/>
              </a:prstGeom>
              <a:solidFill>
                <a:srgbClr val="00FFFF">
                  <a:alpha val="39999"/>
                </a:srgbClr>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31" name="AutoShape 7">
                <a:extLst>
                  <a:ext uri="{FF2B5EF4-FFF2-40B4-BE49-F238E27FC236}">
                    <a16:creationId xmlns:a16="http://schemas.microsoft.com/office/drawing/2014/main" id="{BEFBE32C-CCF0-6422-F9A8-E651FFB77CD6}"/>
                  </a:ext>
                </a:extLst>
              </p:cNvPr>
              <p:cNvSpPr>
                <a:spLocks noChangeArrowheads="1"/>
              </p:cNvSpPr>
              <p:nvPr/>
            </p:nvSpPr>
            <p:spPr bwMode="auto">
              <a:xfrm rot="10688603">
                <a:off x="4800" y="336"/>
                <a:ext cx="144" cy="240"/>
              </a:xfrm>
              <a:prstGeom prst="triangle">
                <a:avLst>
                  <a:gd name="adj" fmla="val 50000"/>
                </a:avLst>
              </a:prstGeom>
              <a:solidFill>
                <a:srgbClr val="FFFF00"/>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717832" name="Line 8">
              <a:extLst>
                <a:ext uri="{FF2B5EF4-FFF2-40B4-BE49-F238E27FC236}">
                  <a16:creationId xmlns:a16="http://schemas.microsoft.com/office/drawing/2014/main" id="{EDA8715F-C909-3AC6-D459-88B93E5866EE}"/>
                </a:ext>
              </a:extLst>
            </p:cNvPr>
            <p:cNvSpPr>
              <a:spLocks noChangeShapeType="1"/>
            </p:cNvSpPr>
            <p:nvPr/>
          </p:nvSpPr>
          <p:spPr bwMode="auto">
            <a:xfrm>
              <a:off x="3873" y="1161"/>
              <a:ext cx="1148" cy="1"/>
            </a:xfrm>
            <a:prstGeom prst="line">
              <a:avLst/>
            </a:prstGeom>
            <a:noFill/>
            <a:ln w="25400">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33" name="Line 9">
              <a:extLst>
                <a:ext uri="{FF2B5EF4-FFF2-40B4-BE49-F238E27FC236}">
                  <a16:creationId xmlns:a16="http://schemas.microsoft.com/office/drawing/2014/main" id="{33270776-E5DE-7B45-D15B-6A586B9E76CA}"/>
                </a:ext>
              </a:extLst>
            </p:cNvPr>
            <p:cNvSpPr>
              <a:spLocks noChangeShapeType="1"/>
            </p:cNvSpPr>
            <p:nvPr/>
          </p:nvSpPr>
          <p:spPr bwMode="auto">
            <a:xfrm flipV="1">
              <a:off x="3900" y="633"/>
              <a:ext cx="0" cy="528"/>
            </a:xfrm>
            <a:prstGeom prst="line">
              <a:avLst/>
            </a:prstGeom>
            <a:noFill/>
            <a:ln w="34925">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9219" name="Object 10">
              <a:extLst>
                <a:ext uri="{FF2B5EF4-FFF2-40B4-BE49-F238E27FC236}">
                  <a16:creationId xmlns:a16="http://schemas.microsoft.com/office/drawing/2014/main" id="{D3F48E67-5C3A-1966-D215-2F13F6200390}"/>
                </a:ext>
              </a:extLst>
            </p:cNvPr>
            <p:cNvGraphicFramePr>
              <a:graphicFrameLocks/>
            </p:cNvGraphicFramePr>
            <p:nvPr/>
          </p:nvGraphicFramePr>
          <p:xfrm>
            <a:off x="4794" y="844"/>
            <a:ext cx="263" cy="272"/>
          </p:xfrm>
          <a:graphic>
            <a:graphicData uri="http://schemas.openxmlformats.org/presentationml/2006/ole">
              <mc:AlternateContent xmlns:mc="http://schemas.openxmlformats.org/markup-compatibility/2006">
                <mc:Choice xmlns:v="urn:schemas-microsoft-com:vml" Requires="v">
                  <p:oleObj name="公式" r:id="rId4" imgW="419040" imgH="431640" progId="Equation.3">
                    <p:embed/>
                  </p:oleObj>
                </mc:Choice>
                <mc:Fallback>
                  <p:oleObj name="公式" r:id="rId4" imgW="419040" imgH="431640" progId="Equation.3">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4" y="844"/>
                          <a:ext cx="263"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0" name="Object 11">
              <a:extLst>
                <a:ext uri="{FF2B5EF4-FFF2-40B4-BE49-F238E27FC236}">
                  <a16:creationId xmlns:a16="http://schemas.microsoft.com/office/drawing/2014/main" id="{9FB550F4-01D1-1B29-4028-102974A874CA}"/>
                </a:ext>
              </a:extLst>
            </p:cNvPr>
            <p:cNvGraphicFramePr>
              <a:graphicFrameLocks/>
            </p:cNvGraphicFramePr>
            <p:nvPr/>
          </p:nvGraphicFramePr>
          <p:xfrm>
            <a:off x="3897" y="572"/>
            <a:ext cx="281" cy="297"/>
          </p:xfrm>
          <a:graphic>
            <a:graphicData uri="http://schemas.openxmlformats.org/presentationml/2006/ole">
              <mc:AlternateContent xmlns:mc="http://schemas.openxmlformats.org/markup-compatibility/2006">
                <mc:Choice xmlns:v="urn:schemas-microsoft-com:vml" Requires="v">
                  <p:oleObj name="公式" r:id="rId6" imgW="444240" imgH="469800" progId="Equation.3">
                    <p:embed/>
                  </p:oleObj>
                </mc:Choice>
                <mc:Fallback>
                  <p:oleObj name="公式" r:id="rId6" imgW="444240" imgH="469800"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7" y="572"/>
                          <a:ext cx="281"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1" name="Object 12">
              <a:extLst>
                <a:ext uri="{FF2B5EF4-FFF2-40B4-BE49-F238E27FC236}">
                  <a16:creationId xmlns:a16="http://schemas.microsoft.com/office/drawing/2014/main" id="{CB7CCBF3-81B2-2A6D-889D-73BD81A0523A}"/>
                </a:ext>
              </a:extLst>
            </p:cNvPr>
            <p:cNvGraphicFramePr>
              <a:graphicFrameLocks/>
            </p:cNvGraphicFramePr>
            <p:nvPr/>
          </p:nvGraphicFramePr>
          <p:xfrm>
            <a:off x="3634" y="960"/>
            <a:ext cx="184" cy="199"/>
          </p:xfrm>
          <a:graphic>
            <a:graphicData uri="http://schemas.openxmlformats.org/presentationml/2006/ole">
              <mc:AlternateContent xmlns:mc="http://schemas.openxmlformats.org/markup-compatibility/2006">
                <mc:Choice xmlns:v="urn:schemas-microsoft-com:vml" Requires="v">
                  <p:oleObj name="公式" r:id="rId8" imgW="291960" imgH="317160" progId="Equation.3">
                    <p:embed/>
                  </p:oleObj>
                </mc:Choice>
                <mc:Fallback>
                  <p:oleObj name="公式" r:id="rId8" imgW="291960" imgH="317160" progId="Equation.3">
                    <p:embed/>
                    <p:pic>
                      <p:nvPicPr>
                        <p:cNvPr id="0" name="Object 1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4" y="960"/>
                          <a:ext cx="184"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837" name="Line 13">
              <a:extLst>
                <a:ext uri="{FF2B5EF4-FFF2-40B4-BE49-F238E27FC236}">
                  <a16:creationId xmlns:a16="http://schemas.microsoft.com/office/drawing/2014/main" id="{C69226FC-C8E5-0FD0-03CB-31F857A38F14}"/>
                </a:ext>
              </a:extLst>
            </p:cNvPr>
            <p:cNvSpPr>
              <a:spLocks noChangeShapeType="1"/>
            </p:cNvSpPr>
            <p:nvPr/>
          </p:nvSpPr>
          <p:spPr bwMode="auto">
            <a:xfrm>
              <a:off x="4340" y="1153"/>
              <a:ext cx="0" cy="953"/>
            </a:xfrm>
            <a:prstGeom prst="line">
              <a:avLst/>
            </a:prstGeom>
            <a:noFill/>
            <a:ln w="22225">
              <a:solidFill>
                <a:schemeClr val="bg1"/>
              </a:solidFill>
              <a:round/>
              <a:headEnd type="triangle" w="med" len="me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9222" name="Object 14">
              <a:extLst>
                <a:ext uri="{FF2B5EF4-FFF2-40B4-BE49-F238E27FC236}">
                  <a16:creationId xmlns:a16="http://schemas.microsoft.com/office/drawing/2014/main" id="{BEFA5F00-1857-617F-4771-5A4176736892}"/>
                </a:ext>
              </a:extLst>
            </p:cNvPr>
            <p:cNvGraphicFramePr>
              <a:graphicFrameLocks/>
            </p:cNvGraphicFramePr>
            <p:nvPr/>
          </p:nvGraphicFramePr>
          <p:xfrm>
            <a:off x="3025" y="2377"/>
            <a:ext cx="190" cy="231"/>
          </p:xfrm>
          <a:graphic>
            <a:graphicData uri="http://schemas.openxmlformats.org/presentationml/2006/ole">
              <mc:AlternateContent xmlns:mc="http://schemas.openxmlformats.org/markup-compatibility/2006">
                <mc:Choice xmlns:v="urn:schemas-microsoft-com:vml" Requires="v">
                  <p:oleObj name="公式" r:id="rId10" imgW="304560" imgH="368280" progId="Equation.3">
                    <p:embed/>
                  </p:oleObj>
                </mc:Choice>
                <mc:Fallback>
                  <p:oleObj name="公式" r:id="rId10" imgW="304560" imgH="368280" progId="Equation.3">
                    <p:embed/>
                    <p:pic>
                      <p:nvPicPr>
                        <p:cNvPr id="0" name="Object 1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5" y="2377"/>
                          <a:ext cx="19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839" name="Oval 15">
              <a:extLst>
                <a:ext uri="{FF2B5EF4-FFF2-40B4-BE49-F238E27FC236}">
                  <a16:creationId xmlns:a16="http://schemas.microsoft.com/office/drawing/2014/main" id="{EEE7F4DC-71E0-5E93-9BA5-C3D3842A907A}"/>
                </a:ext>
              </a:extLst>
            </p:cNvPr>
            <p:cNvSpPr>
              <a:spLocks noChangeArrowheads="1"/>
            </p:cNvSpPr>
            <p:nvPr/>
          </p:nvSpPr>
          <p:spPr bwMode="auto">
            <a:xfrm>
              <a:off x="3852" y="1785"/>
              <a:ext cx="96" cy="96"/>
            </a:xfrm>
            <a:prstGeom prst="ellipse">
              <a:avLst/>
            </a:prstGeom>
            <a:solidFill>
              <a:schemeClr val="bg1"/>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40" name="Oval 16">
              <a:extLst>
                <a:ext uri="{FF2B5EF4-FFF2-40B4-BE49-F238E27FC236}">
                  <a16:creationId xmlns:a16="http://schemas.microsoft.com/office/drawing/2014/main" id="{FED783E1-E91B-EFE9-C700-944D10DD3048}"/>
                </a:ext>
              </a:extLst>
            </p:cNvPr>
            <p:cNvSpPr>
              <a:spLocks noChangeArrowheads="1"/>
            </p:cNvSpPr>
            <p:nvPr/>
          </p:nvSpPr>
          <p:spPr bwMode="auto">
            <a:xfrm>
              <a:off x="3854" y="2046"/>
              <a:ext cx="96" cy="96"/>
            </a:xfrm>
            <a:prstGeom prst="ellipse">
              <a:avLst/>
            </a:prstGeom>
            <a:solidFill>
              <a:srgbClr val="FF0000"/>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9223" name="Object 17">
              <a:extLst>
                <a:ext uri="{FF2B5EF4-FFF2-40B4-BE49-F238E27FC236}">
                  <a16:creationId xmlns:a16="http://schemas.microsoft.com/office/drawing/2014/main" id="{BE741E60-4497-A962-0876-29659E986199}"/>
                </a:ext>
              </a:extLst>
            </p:cNvPr>
            <p:cNvGraphicFramePr>
              <a:graphicFrameLocks/>
            </p:cNvGraphicFramePr>
            <p:nvPr/>
          </p:nvGraphicFramePr>
          <p:xfrm>
            <a:off x="4386" y="1388"/>
            <a:ext cx="504" cy="468"/>
          </p:xfrm>
          <a:graphic>
            <a:graphicData uri="http://schemas.openxmlformats.org/presentationml/2006/ole">
              <mc:AlternateContent xmlns:mc="http://schemas.openxmlformats.org/markup-compatibility/2006">
                <mc:Choice xmlns:v="urn:schemas-microsoft-com:vml" Requires="v">
                  <p:oleObj name="公式" r:id="rId12" imgW="888840" imgH="825480" progId="Equation.3">
                    <p:embed/>
                  </p:oleObj>
                </mc:Choice>
                <mc:Fallback>
                  <p:oleObj name="公式" r:id="rId12" imgW="888840" imgH="825480" progId="Equation.3">
                    <p:embed/>
                    <p:pic>
                      <p:nvPicPr>
                        <p:cNvPr id="0" name="Object 1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86" y="1388"/>
                          <a:ext cx="504"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842" name="Line 18">
              <a:extLst>
                <a:ext uri="{FF2B5EF4-FFF2-40B4-BE49-F238E27FC236}">
                  <a16:creationId xmlns:a16="http://schemas.microsoft.com/office/drawing/2014/main" id="{140A9985-6D94-DFA7-80C9-9C36EA23E372}"/>
                </a:ext>
              </a:extLst>
            </p:cNvPr>
            <p:cNvSpPr>
              <a:spLocks noChangeShapeType="1"/>
            </p:cNvSpPr>
            <p:nvPr/>
          </p:nvSpPr>
          <p:spPr bwMode="auto">
            <a:xfrm>
              <a:off x="3977" y="2096"/>
              <a:ext cx="576" cy="0"/>
            </a:xfrm>
            <a:prstGeom prst="line">
              <a:avLst/>
            </a:prstGeom>
            <a:noFill/>
            <a:ln w="22225">
              <a:solidFill>
                <a:schemeClr val="bg1"/>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43" name="Line 19">
              <a:extLst>
                <a:ext uri="{FF2B5EF4-FFF2-40B4-BE49-F238E27FC236}">
                  <a16:creationId xmlns:a16="http://schemas.microsoft.com/office/drawing/2014/main" id="{AA448940-018A-EF50-4680-BB4358CB061F}"/>
                </a:ext>
              </a:extLst>
            </p:cNvPr>
            <p:cNvSpPr>
              <a:spLocks noChangeShapeType="1"/>
            </p:cNvSpPr>
            <p:nvPr/>
          </p:nvSpPr>
          <p:spPr bwMode="auto">
            <a:xfrm>
              <a:off x="3342" y="1162"/>
              <a:ext cx="907" cy="1496"/>
            </a:xfrm>
            <a:prstGeom prst="line">
              <a:avLst/>
            </a:prstGeom>
            <a:noFill/>
            <a:ln w="9525">
              <a:solidFill>
                <a:srgbClr val="00FFFF"/>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17844" name="Line 20">
              <a:extLst>
                <a:ext uri="{FF2B5EF4-FFF2-40B4-BE49-F238E27FC236}">
                  <a16:creationId xmlns:a16="http://schemas.microsoft.com/office/drawing/2014/main" id="{7BD0B972-34A5-3B3F-CD8F-5EE00F66B25E}"/>
                </a:ext>
              </a:extLst>
            </p:cNvPr>
            <p:cNvSpPr>
              <a:spLocks noChangeShapeType="1"/>
            </p:cNvSpPr>
            <p:nvPr/>
          </p:nvSpPr>
          <p:spPr bwMode="auto">
            <a:xfrm>
              <a:off x="3297" y="2513"/>
              <a:ext cx="528" cy="0"/>
            </a:xfrm>
            <a:prstGeom prst="line">
              <a:avLst/>
            </a:prstGeom>
            <a:noFill/>
            <a:ln w="50800">
              <a:solidFill>
                <a:srgbClr val="FF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45" name="Line 21">
              <a:extLst>
                <a:ext uri="{FF2B5EF4-FFF2-40B4-BE49-F238E27FC236}">
                  <a16:creationId xmlns:a16="http://schemas.microsoft.com/office/drawing/2014/main" id="{FF2F4AC5-C640-6DB4-05E1-C0FC65F014FF}"/>
                </a:ext>
              </a:extLst>
            </p:cNvPr>
            <p:cNvSpPr>
              <a:spLocks noChangeShapeType="1"/>
            </p:cNvSpPr>
            <p:nvPr/>
          </p:nvSpPr>
          <p:spPr bwMode="auto">
            <a:xfrm flipH="1">
              <a:off x="3342" y="1162"/>
              <a:ext cx="528" cy="0"/>
            </a:xfrm>
            <a:prstGeom prst="line">
              <a:avLst/>
            </a:prstGeom>
            <a:noFill/>
            <a:ln w="50800">
              <a:solidFill>
                <a:srgbClr val="00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46" name="Line 22">
              <a:extLst>
                <a:ext uri="{FF2B5EF4-FFF2-40B4-BE49-F238E27FC236}">
                  <a16:creationId xmlns:a16="http://schemas.microsoft.com/office/drawing/2014/main" id="{83A25144-6D1F-2794-AA4D-12C16040A822}"/>
                </a:ext>
              </a:extLst>
            </p:cNvPr>
            <p:cNvSpPr>
              <a:spLocks noChangeShapeType="1"/>
            </p:cNvSpPr>
            <p:nvPr/>
          </p:nvSpPr>
          <p:spPr bwMode="auto">
            <a:xfrm>
              <a:off x="3908" y="2658"/>
              <a:ext cx="351" cy="0"/>
            </a:xfrm>
            <a:prstGeom prst="line">
              <a:avLst/>
            </a:prstGeom>
            <a:noFill/>
            <a:ln w="50800">
              <a:solidFill>
                <a:srgbClr val="00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47" name="Line 23">
              <a:extLst>
                <a:ext uri="{FF2B5EF4-FFF2-40B4-BE49-F238E27FC236}">
                  <a16:creationId xmlns:a16="http://schemas.microsoft.com/office/drawing/2014/main" id="{3D52C66F-61E9-E01C-0976-DC3227ADAB02}"/>
                </a:ext>
              </a:extLst>
            </p:cNvPr>
            <p:cNvSpPr>
              <a:spLocks noChangeShapeType="1"/>
            </p:cNvSpPr>
            <p:nvPr/>
          </p:nvSpPr>
          <p:spPr bwMode="auto">
            <a:xfrm>
              <a:off x="3903" y="2522"/>
              <a:ext cx="260" cy="0"/>
            </a:xfrm>
            <a:prstGeom prst="line">
              <a:avLst/>
            </a:prstGeom>
            <a:noFill/>
            <a:ln w="50800">
              <a:solidFill>
                <a:srgbClr val="00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48" name="Line 24">
              <a:extLst>
                <a:ext uri="{FF2B5EF4-FFF2-40B4-BE49-F238E27FC236}">
                  <a16:creationId xmlns:a16="http://schemas.microsoft.com/office/drawing/2014/main" id="{05F99A21-F0BC-5F35-E3C6-8C6D004A3322}"/>
                </a:ext>
              </a:extLst>
            </p:cNvPr>
            <p:cNvSpPr>
              <a:spLocks noChangeShapeType="1"/>
            </p:cNvSpPr>
            <p:nvPr/>
          </p:nvSpPr>
          <p:spPr bwMode="auto">
            <a:xfrm>
              <a:off x="3908" y="2386"/>
              <a:ext cx="170" cy="0"/>
            </a:xfrm>
            <a:prstGeom prst="line">
              <a:avLst/>
            </a:prstGeom>
            <a:noFill/>
            <a:ln w="50800">
              <a:solidFill>
                <a:srgbClr val="00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49" name="Line 25">
              <a:extLst>
                <a:ext uri="{FF2B5EF4-FFF2-40B4-BE49-F238E27FC236}">
                  <a16:creationId xmlns:a16="http://schemas.microsoft.com/office/drawing/2014/main" id="{7C59B82A-5C38-42CB-855E-7A1BF55C8551}"/>
                </a:ext>
              </a:extLst>
            </p:cNvPr>
            <p:cNvSpPr>
              <a:spLocks noChangeShapeType="1"/>
            </p:cNvSpPr>
            <p:nvPr/>
          </p:nvSpPr>
          <p:spPr bwMode="auto">
            <a:xfrm flipH="1">
              <a:off x="3549" y="1493"/>
              <a:ext cx="351" cy="0"/>
            </a:xfrm>
            <a:prstGeom prst="line">
              <a:avLst/>
            </a:prstGeom>
            <a:noFill/>
            <a:ln w="50800">
              <a:solidFill>
                <a:srgbClr val="00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50" name="Line 26">
              <a:extLst>
                <a:ext uri="{FF2B5EF4-FFF2-40B4-BE49-F238E27FC236}">
                  <a16:creationId xmlns:a16="http://schemas.microsoft.com/office/drawing/2014/main" id="{B8E5EEC5-F4A4-AEF7-84F4-4D7911E97B70}"/>
                </a:ext>
              </a:extLst>
            </p:cNvPr>
            <p:cNvSpPr>
              <a:spLocks noChangeShapeType="1"/>
            </p:cNvSpPr>
            <p:nvPr/>
          </p:nvSpPr>
          <p:spPr bwMode="auto">
            <a:xfrm flipH="1">
              <a:off x="3635" y="1636"/>
              <a:ext cx="260" cy="0"/>
            </a:xfrm>
            <a:prstGeom prst="line">
              <a:avLst/>
            </a:prstGeom>
            <a:noFill/>
            <a:ln w="50800">
              <a:solidFill>
                <a:srgbClr val="00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51" name="Line 27">
              <a:extLst>
                <a:ext uri="{FF2B5EF4-FFF2-40B4-BE49-F238E27FC236}">
                  <a16:creationId xmlns:a16="http://schemas.microsoft.com/office/drawing/2014/main" id="{63ABBB94-F1A8-A333-90C6-7C272DCE768D}"/>
                </a:ext>
              </a:extLst>
            </p:cNvPr>
            <p:cNvSpPr>
              <a:spLocks noChangeShapeType="1"/>
            </p:cNvSpPr>
            <p:nvPr/>
          </p:nvSpPr>
          <p:spPr bwMode="auto">
            <a:xfrm flipH="1">
              <a:off x="3718" y="1770"/>
              <a:ext cx="170" cy="0"/>
            </a:xfrm>
            <a:prstGeom prst="line">
              <a:avLst/>
            </a:prstGeom>
            <a:noFill/>
            <a:ln w="50800">
              <a:solidFill>
                <a:srgbClr val="00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7852" name="Line 28">
              <a:extLst>
                <a:ext uri="{FF2B5EF4-FFF2-40B4-BE49-F238E27FC236}">
                  <a16:creationId xmlns:a16="http://schemas.microsoft.com/office/drawing/2014/main" id="{E00B6D39-878B-6357-B9E8-E7F42EF42322}"/>
                </a:ext>
              </a:extLst>
            </p:cNvPr>
            <p:cNvSpPr>
              <a:spLocks noChangeShapeType="1"/>
            </p:cNvSpPr>
            <p:nvPr/>
          </p:nvSpPr>
          <p:spPr bwMode="auto">
            <a:xfrm flipH="1" flipV="1">
              <a:off x="3454" y="1343"/>
              <a:ext cx="442" cy="2"/>
            </a:xfrm>
            <a:prstGeom prst="line">
              <a:avLst/>
            </a:prstGeom>
            <a:noFill/>
            <a:ln w="50800">
              <a:solidFill>
                <a:srgbClr val="00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7826"/>
                                        </p:tgtEl>
                                        <p:attrNameLst>
                                          <p:attrName>style.visibility</p:attrName>
                                        </p:attrNameLst>
                                      </p:cBhvr>
                                      <p:to>
                                        <p:strVal val="visible"/>
                                      </p:to>
                                    </p:set>
                                    <p:animEffect transition="in" filter="wipe(left)">
                                      <p:cBhvr>
                                        <p:cTn id="7" dur="500"/>
                                        <p:tgtEl>
                                          <p:spTgt spid="7178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6"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80">
                                          <p:stCondLst>
                                            <p:cond delay="0"/>
                                          </p:stCondLst>
                                        </p:cTn>
                                        <p:tgtEl>
                                          <p:spTgt spid="2"/>
                                        </p:tgtEl>
                                      </p:cBhvr>
                                    </p:animEffect>
                                    <p:anim calcmode="lin" valueType="num">
                                      <p:cBhvr>
                                        <p:cTn id="13"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8" dur="26">
                                          <p:stCondLst>
                                            <p:cond delay="650"/>
                                          </p:stCondLst>
                                        </p:cTn>
                                        <p:tgtEl>
                                          <p:spTgt spid="2"/>
                                        </p:tgtEl>
                                      </p:cBhvr>
                                      <p:to x="100000" y="60000"/>
                                    </p:animScale>
                                    <p:animScale>
                                      <p:cBhvr>
                                        <p:cTn id="19" dur="166" decel="50000">
                                          <p:stCondLst>
                                            <p:cond delay="676"/>
                                          </p:stCondLst>
                                        </p:cTn>
                                        <p:tgtEl>
                                          <p:spTgt spid="2"/>
                                        </p:tgtEl>
                                      </p:cBhvr>
                                      <p:to x="100000" y="100000"/>
                                    </p:animScale>
                                    <p:animScale>
                                      <p:cBhvr>
                                        <p:cTn id="20" dur="26">
                                          <p:stCondLst>
                                            <p:cond delay="1312"/>
                                          </p:stCondLst>
                                        </p:cTn>
                                        <p:tgtEl>
                                          <p:spTgt spid="2"/>
                                        </p:tgtEl>
                                      </p:cBhvr>
                                      <p:to x="100000" y="80000"/>
                                    </p:animScale>
                                    <p:animScale>
                                      <p:cBhvr>
                                        <p:cTn id="21" dur="166" decel="50000">
                                          <p:stCondLst>
                                            <p:cond delay="1338"/>
                                          </p:stCondLst>
                                        </p:cTn>
                                        <p:tgtEl>
                                          <p:spTgt spid="2"/>
                                        </p:tgtEl>
                                      </p:cBhvr>
                                      <p:to x="100000" y="100000"/>
                                    </p:animScale>
                                    <p:animScale>
                                      <p:cBhvr>
                                        <p:cTn id="22" dur="26">
                                          <p:stCondLst>
                                            <p:cond delay="1642"/>
                                          </p:stCondLst>
                                        </p:cTn>
                                        <p:tgtEl>
                                          <p:spTgt spid="2"/>
                                        </p:tgtEl>
                                      </p:cBhvr>
                                      <p:to x="100000" y="90000"/>
                                    </p:animScale>
                                    <p:animScale>
                                      <p:cBhvr>
                                        <p:cTn id="23" dur="166" decel="50000">
                                          <p:stCondLst>
                                            <p:cond delay="1668"/>
                                          </p:stCondLst>
                                        </p:cTn>
                                        <p:tgtEl>
                                          <p:spTgt spid="2"/>
                                        </p:tgtEl>
                                      </p:cBhvr>
                                      <p:to x="100000" y="100000"/>
                                    </p:animScale>
                                    <p:animScale>
                                      <p:cBhvr>
                                        <p:cTn id="24" dur="26">
                                          <p:stCondLst>
                                            <p:cond delay="1808"/>
                                          </p:stCondLst>
                                        </p:cTn>
                                        <p:tgtEl>
                                          <p:spTgt spid="2"/>
                                        </p:tgtEl>
                                      </p:cBhvr>
                                      <p:to x="100000" y="95000"/>
                                    </p:animScale>
                                    <p:animScale>
                                      <p:cBhvr>
                                        <p:cTn id="25"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Rectangle 2">
            <a:extLst>
              <a:ext uri="{FF2B5EF4-FFF2-40B4-BE49-F238E27FC236}">
                <a16:creationId xmlns:a16="http://schemas.microsoft.com/office/drawing/2014/main" id="{BA1672D8-117F-7D84-D42B-16C57A66B602}"/>
              </a:ext>
            </a:extLst>
          </p:cNvPr>
          <p:cNvSpPr>
            <a:spLocks noChangeArrowheads="1"/>
          </p:cNvSpPr>
          <p:nvPr/>
        </p:nvSpPr>
        <p:spPr bwMode="auto">
          <a:xfrm>
            <a:off x="0" y="2986088"/>
            <a:ext cx="9144000" cy="0"/>
          </a:xfrm>
          <a:prstGeom prst="rect">
            <a:avLst/>
          </a:prstGeom>
          <a:noFill/>
          <a:ln w="9525">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741379" name="Text Box 3">
            <a:extLst>
              <a:ext uri="{FF2B5EF4-FFF2-40B4-BE49-F238E27FC236}">
                <a16:creationId xmlns:a16="http://schemas.microsoft.com/office/drawing/2014/main" id="{1DB069BB-5740-7749-F619-E200E5BD32EA}"/>
              </a:ext>
            </a:extLst>
          </p:cNvPr>
          <p:cNvSpPr txBox="1">
            <a:spLocks noChangeArrowheads="1"/>
          </p:cNvSpPr>
          <p:nvPr/>
        </p:nvSpPr>
        <p:spPr bwMode="auto">
          <a:xfrm>
            <a:off x="644525" y="261938"/>
            <a:ext cx="7989888"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latin typeface="Times New Roman" panose="02020603050405020304" pitchFamily="18" charset="0"/>
              </a:rPr>
              <a:t>如图，一半径为</a:t>
            </a:r>
            <a:r>
              <a:rPr lang="en-US" altLang="zh-CN" i="1">
                <a:solidFill>
                  <a:srgbClr val="FFCC00"/>
                </a:solidFill>
                <a:latin typeface="Times New Roman" panose="02020603050405020304" pitchFamily="18" charset="0"/>
              </a:rPr>
              <a:t>R</a:t>
            </a:r>
            <a:r>
              <a:rPr lang="zh-CN" altLang="en-US" i="1">
                <a:latin typeface="Times New Roman" panose="02020603050405020304" pitchFamily="18" charset="0"/>
              </a:rPr>
              <a:t>、</a:t>
            </a:r>
            <a:r>
              <a:rPr lang="zh-CN" altLang="en-US">
                <a:latin typeface="Times New Roman" panose="02020603050405020304" pitchFamily="18" charset="0"/>
              </a:rPr>
              <a:t>质量为</a:t>
            </a:r>
            <a:r>
              <a:rPr lang="en-US" altLang="zh-CN" i="1">
                <a:solidFill>
                  <a:srgbClr val="FFCC00"/>
                </a:solidFill>
                <a:latin typeface="Times New Roman" panose="02020603050405020304" pitchFamily="18" charset="0"/>
              </a:rPr>
              <a:t>m</a:t>
            </a:r>
            <a:r>
              <a:rPr lang="zh-CN" altLang="en-US">
                <a:latin typeface="Times New Roman" panose="02020603050405020304" pitchFamily="18" charset="0"/>
              </a:rPr>
              <a:t>的均质圆盘平放在粗糙的水平面上，设圆盘与水平面的摩擦系数为</a:t>
            </a:r>
            <a:r>
              <a:rPr lang="el-GR" altLang="zh-CN" i="1">
                <a:solidFill>
                  <a:srgbClr val="FFCC00"/>
                </a:solidFill>
                <a:latin typeface="Times New Roman" panose="02020603050405020304" pitchFamily="18" charset="0"/>
                <a:cs typeface="Times New Roman" panose="02020603050405020304" pitchFamily="18" charset="0"/>
              </a:rPr>
              <a:t>μ</a:t>
            </a:r>
            <a:r>
              <a:rPr lang="el-GR" altLang="zh-CN" i="1" baseline="-25000">
                <a:solidFill>
                  <a:srgbClr val="FFCC00"/>
                </a:solidFill>
                <a:latin typeface="Times New Roman" panose="02020603050405020304" pitchFamily="18" charset="0"/>
                <a:cs typeface="Times New Roman" panose="02020603050405020304" pitchFamily="18" charset="0"/>
              </a:rPr>
              <a:t>k</a:t>
            </a:r>
            <a:r>
              <a:rPr lang="zh-CN" altLang="en-US">
                <a:latin typeface="Times New Roman" panose="02020603050405020304" pitchFamily="18" charset="0"/>
              </a:rPr>
              <a:t>，摩擦力均匀地分布于圆盘的底面。若圆盘绕垂直于圆盘中心的</a:t>
            </a:r>
            <a:r>
              <a:rPr lang="en-US" altLang="zh-CN" i="1">
                <a:solidFill>
                  <a:srgbClr val="FFCC00"/>
                </a:solidFill>
                <a:latin typeface="Times New Roman" panose="02020603050405020304" pitchFamily="18" charset="0"/>
              </a:rPr>
              <a:t>OO</a:t>
            </a:r>
            <a:r>
              <a:rPr lang="en-US" altLang="zh-CN">
                <a:solidFill>
                  <a:srgbClr val="FFCC00"/>
                </a:solidFill>
                <a:latin typeface="Times New Roman" panose="02020603050405020304" pitchFamily="18" charset="0"/>
              </a:rPr>
              <a:t>′</a:t>
            </a:r>
            <a:r>
              <a:rPr lang="zh-CN" altLang="en-US">
                <a:latin typeface="Times New Roman" panose="02020603050405020304" pitchFamily="18" charset="0"/>
              </a:rPr>
              <a:t>轴转动，初速度为</a:t>
            </a:r>
            <a:r>
              <a:rPr lang="el-GR" altLang="zh-CN" i="1">
                <a:solidFill>
                  <a:srgbClr val="FFCC00"/>
                </a:solidFill>
                <a:latin typeface="Times New Roman" panose="02020603050405020304" pitchFamily="18" charset="0"/>
              </a:rPr>
              <a:t>ω</a:t>
            </a:r>
            <a:r>
              <a:rPr lang="el-GR" altLang="zh-CN" baseline="-25000">
                <a:solidFill>
                  <a:srgbClr val="FFCC00"/>
                </a:solidFill>
                <a:latin typeface="Times New Roman" panose="02020603050405020304" pitchFamily="18" charset="0"/>
              </a:rPr>
              <a:t>0</a:t>
            </a:r>
            <a:r>
              <a:rPr lang="zh-CN" altLang="en-US">
                <a:latin typeface="Times New Roman" panose="02020603050405020304" pitchFamily="18" charset="0"/>
              </a:rPr>
              <a:t>。</a:t>
            </a:r>
          </a:p>
        </p:txBody>
      </p:sp>
      <p:sp>
        <p:nvSpPr>
          <p:cNvPr id="741380" name="Rectangle 4">
            <a:extLst>
              <a:ext uri="{FF2B5EF4-FFF2-40B4-BE49-F238E27FC236}">
                <a16:creationId xmlns:a16="http://schemas.microsoft.com/office/drawing/2014/main" id="{EB084142-F276-6F41-09E4-484275F5E95E}"/>
              </a:ext>
            </a:extLst>
          </p:cNvPr>
          <p:cNvSpPr>
            <a:spLocks noChangeArrowheads="1"/>
          </p:cNvSpPr>
          <p:nvPr/>
        </p:nvSpPr>
        <p:spPr bwMode="auto">
          <a:xfrm>
            <a:off x="260350" y="307975"/>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a:t>
            </a:r>
          </a:p>
        </p:txBody>
      </p:sp>
      <p:sp>
        <p:nvSpPr>
          <p:cNvPr id="741381" name="Rectangle 5">
            <a:extLst>
              <a:ext uri="{FF2B5EF4-FFF2-40B4-BE49-F238E27FC236}">
                <a16:creationId xmlns:a16="http://schemas.microsoft.com/office/drawing/2014/main" id="{332106CE-E366-2453-C454-8B322B8B4BCF}"/>
              </a:ext>
            </a:extLst>
          </p:cNvPr>
          <p:cNvSpPr>
            <a:spLocks noChangeArrowheads="1"/>
          </p:cNvSpPr>
          <p:nvPr/>
        </p:nvSpPr>
        <p:spPr bwMode="auto">
          <a:xfrm>
            <a:off x="260350" y="2490788"/>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解</a:t>
            </a:r>
          </a:p>
        </p:txBody>
      </p:sp>
      <p:sp>
        <p:nvSpPr>
          <p:cNvPr id="741382" name="Text Box 6">
            <a:extLst>
              <a:ext uri="{FF2B5EF4-FFF2-40B4-BE49-F238E27FC236}">
                <a16:creationId xmlns:a16="http://schemas.microsoft.com/office/drawing/2014/main" id="{D9811F0C-7136-E3AE-1387-DF2324FA248A}"/>
              </a:ext>
            </a:extLst>
          </p:cNvPr>
          <p:cNvSpPr txBox="1">
            <a:spLocks noChangeArrowheads="1"/>
          </p:cNvSpPr>
          <p:nvPr/>
        </p:nvSpPr>
        <p:spPr bwMode="auto">
          <a:xfrm>
            <a:off x="654050" y="2432050"/>
            <a:ext cx="248126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latin typeface="Times New Roman" panose="02020603050405020304" pitchFamily="18" charset="0"/>
              </a:rPr>
              <a:t>受力</a:t>
            </a:r>
            <a:r>
              <a:rPr lang="zh-CN" altLang="en-US">
                <a:solidFill>
                  <a:srgbClr val="00FFFF"/>
                </a:solidFill>
                <a:latin typeface="Times New Roman" panose="02020603050405020304" pitchFamily="18" charset="0"/>
              </a:rPr>
              <a:t>分析</a:t>
            </a:r>
            <a:r>
              <a:rPr lang="zh-CN" altLang="en-US">
                <a:latin typeface="Times New Roman" panose="02020603050405020304" pitchFamily="18" charset="0"/>
              </a:rPr>
              <a:t>如图，</a:t>
            </a:r>
          </a:p>
        </p:txBody>
      </p:sp>
      <p:sp>
        <p:nvSpPr>
          <p:cNvPr id="741383" name="AutoShape 7">
            <a:extLst>
              <a:ext uri="{FF2B5EF4-FFF2-40B4-BE49-F238E27FC236}">
                <a16:creationId xmlns:a16="http://schemas.microsoft.com/office/drawing/2014/main" id="{274AA7C1-3EA9-F25C-4237-9F71D2A26CFC}"/>
              </a:ext>
            </a:extLst>
          </p:cNvPr>
          <p:cNvSpPr>
            <a:spLocks noChangeAspect="1" noChangeArrowheads="1"/>
          </p:cNvSpPr>
          <p:nvPr/>
        </p:nvSpPr>
        <p:spPr bwMode="auto">
          <a:xfrm>
            <a:off x="5486400" y="2668588"/>
            <a:ext cx="3232150" cy="1233487"/>
          </a:xfrm>
          <a:prstGeom prst="parallelogram">
            <a:avLst>
              <a:gd name="adj" fmla="val 66903"/>
            </a:avLst>
          </a:prstGeom>
          <a:solidFill>
            <a:srgbClr val="00CC99">
              <a:alpha val="50000"/>
            </a:srgbClr>
          </a:solidFill>
          <a:ln w="9525">
            <a:noFill/>
            <a:miter lim="800000"/>
            <a:headEnd/>
            <a:tailEnd/>
          </a:ln>
          <a:effectLst/>
        </p:spPr>
        <p:txBody>
          <a:bodyPr wrap="none" anchor="ctr"/>
          <a:lstStyle/>
          <a:p>
            <a:pPr eaLnBrk="1" hangingPunct="1">
              <a:lnSpc>
                <a:spcPct val="100000"/>
              </a:lnSpc>
              <a:buClrTx/>
              <a:buFontTx/>
              <a:buNone/>
              <a:defRPr/>
            </a:pPr>
            <a:endParaRPr kumimoji="1" lang="zh-CN" altLang="zh-CN">
              <a:effectLst>
                <a:outerShdw blurRad="38100" dist="38100" dir="2700000" algn="tl">
                  <a:srgbClr val="000000"/>
                </a:outerShdw>
              </a:effectLst>
              <a:latin typeface="Times New Roman" pitchFamily="18" charset="0"/>
              <a:ea typeface="宋体" pitchFamily="2" charset="-122"/>
              <a:sym typeface="Symbol" pitchFamily="18" charset="2"/>
            </a:endParaRPr>
          </a:p>
        </p:txBody>
      </p:sp>
      <p:grpSp>
        <p:nvGrpSpPr>
          <p:cNvPr id="2" name="Group 8">
            <a:extLst>
              <a:ext uri="{FF2B5EF4-FFF2-40B4-BE49-F238E27FC236}">
                <a16:creationId xmlns:a16="http://schemas.microsoft.com/office/drawing/2014/main" id="{089CE06C-A280-D216-FB07-FE7255371B1F}"/>
              </a:ext>
            </a:extLst>
          </p:cNvPr>
          <p:cNvGrpSpPr>
            <a:grpSpLocks noChangeAspect="1"/>
          </p:cNvGrpSpPr>
          <p:nvPr/>
        </p:nvGrpSpPr>
        <p:grpSpPr bwMode="auto">
          <a:xfrm>
            <a:off x="7142163" y="3535363"/>
            <a:ext cx="360362" cy="825500"/>
            <a:chOff x="2048" y="2840"/>
            <a:chExt cx="295" cy="675"/>
          </a:xfrm>
        </p:grpSpPr>
        <p:sp>
          <p:nvSpPr>
            <p:cNvPr id="741385" name="Line 9">
              <a:extLst>
                <a:ext uri="{FF2B5EF4-FFF2-40B4-BE49-F238E27FC236}">
                  <a16:creationId xmlns:a16="http://schemas.microsoft.com/office/drawing/2014/main" id="{E39B0C4D-16F4-D9F7-420D-C3BF940971E7}"/>
                </a:ext>
              </a:extLst>
            </p:cNvPr>
            <p:cNvSpPr>
              <a:spLocks noChangeAspect="1" noChangeShapeType="1"/>
            </p:cNvSpPr>
            <p:nvPr/>
          </p:nvSpPr>
          <p:spPr bwMode="auto">
            <a:xfrm>
              <a:off x="2168" y="2840"/>
              <a:ext cx="0" cy="474"/>
            </a:xfrm>
            <a:prstGeom prst="line">
              <a:avLst/>
            </a:prstGeom>
            <a:noFill/>
            <a:ln w="57150">
              <a:solidFill>
                <a:srgbClr val="FF0000"/>
              </a:solidFill>
              <a:round/>
              <a:headEnd type="none" w="sm" len="sm"/>
              <a:tailEnd type="triangle" w="sm"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10256" name="Object 16">
              <a:extLst>
                <a:ext uri="{FF2B5EF4-FFF2-40B4-BE49-F238E27FC236}">
                  <a16:creationId xmlns:a16="http://schemas.microsoft.com/office/drawing/2014/main" id="{C9426DFA-83D5-0E69-2152-A91EA5CC6C32}"/>
                </a:ext>
              </a:extLst>
            </p:cNvPr>
            <p:cNvGraphicFramePr>
              <a:graphicFrameLocks noChangeAspect="1"/>
            </p:cNvGraphicFramePr>
            <p:nvPr/>
          </p:nvGraphicFramePr>
          <p:xfrm>
            <a:off x="2048" y="3328"/>
            <a:ext cx="295" cy="187"/>
          </p:xfrm>
          <a:graphic>
            <a:graphicData uri="http://schemas.openxmlformats.org/presentationml/2006/ole">
              <mc:AlternateContent xmlns:mc="http://schemas.openxmlformats.org/markup-compatibility/2006">
                <mc:Choice xmlns:v="urn:schemas-microsoft-com:vml" Requires="v">
                  <p:oleObj name="公式" r:id="rId2" imgW="533160" imgH="368280" progId="Equation.3">
                    <p:embed/>
                  </p:oleObj>
                </mc:Choice>
                <mc:Fallback>
                  <p:oleObj name="公式" r:id="rId2" imgW="533160" imgH="368280"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8" y="3328"/>
                          <a:ext cx="295"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41387" name="Oval 11">
            <a:extLst>
              <a:ext uri="{FF2B5EF4-FFF2-40B4-BE49-F238E27FC236}">
                <a16:creationId xmlns:a16="http://schemas.microsoft.com/office/drawing/2014/main" id="{04F0279F-DB7A-798E-0C5C-DD7A70DBBBD2}"/>
              </a:ext>
            </a:extLst>
          </p:cNvPr>
          <p:cNvSpPr>
            <a:spLocks noChangeAspect="1" noChangeArrowheads="1"/>
          </p:cNvSpPr>
          <p:nvPr/>
        </p:nvSpPr>
        <p:spPr bwMode="auto">
          <a:xfrm>
            <a:off x="6245225" y="2768600"/>
            <a:ext cx="1720850" cy="750888"/>
          </a:xfrm>
          <a:prstGeom prst="ellipse">
            <a:avLst/>
          </a:prstGeom>
          <a:solidFill>
            <a:srgbClr val="00FFFF"/>
          </a:solidFill>
          <a:ln w="12700">
            <a:solidFill>
              <a:srgbClr val="0000FF"/>
            </a:solidFill>
            <a:round/>
            <a:headEnd/>
            <a:tailEnd/>
          </a:ln>
          <a:effectLst>
            <a:outerShdw dist="139700" dir="5400000" algn="ctr" rotWithShape="0">
              <a:schemeClr val="bg1"/>
            </a:outerShdw>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3" name="Group 12">
            <a:extLst>
              <a:ext uri="{FF2B5EF4-FFF2-40B4-BE49-F238E27FC236}">
                <a16:creationId xmlns:a16="http://schemas.microsoft.com/office/drawing/2014/main" id="{9F2045A9-3451-85F0-CC69-FC11BC13391F}"/>
              </a:ext>
            </a:extLst>
          </p:cNvPr>
          <p:cNvGrpSpPr>
            <a:grpSpLocks noChangeAspect="1"/>
          </p:cNvGrpSpPr>
          <p:nvPr/>
        </p:nvGrpSpPr>
        <p:grpSpPr bwMode="auto">
          <a:xfrm>
            <a:off x="6453188" y="2817813"/>
            <a:ext cx="673100" cy="365125"/>
            <a:chOff x="1390" y="2337"/>
            <a:chExt cx="549" cy="299"/>
          </a:xfrm>
        </p:grpSpPr>
        <p:sp>
          <p:nvSpPr>
            <p:cNvPr id="741389" name="Line 13">
              <a:extLst>
                <a:ext uri="{FF2B5EF4-FFF2-40B4-BE49-F238E27FC236}">
                  <a16:creationId xmlns:a16="http://schemas.microsoft.com/office/drawing/2014/main" id="{399FDF1A-C0E4-C736-4091-C14FFC8CE835}"/>
                </a:ext>
              </a:extLst>
            </p:cNvPr>
            <p:cNvSpPr>
              <a:spLocks noChangeAspect="1" noChangeShapeType="1"/>
            </p:cNvSpPr>
            <p:nvPr/>
          </p:nvSpPr>
          <p:spPr bwMode="auto">
            <a:xfrm flipH="1" flipV="1">
              <a:off x="1390" y="2395"/>
              <a:ext cx="530" cy="216"/>
            </a:xfrm>
            <a:prstGeom prst="line">
              <a:avLst/>
            </a:prstGeom>
            <a:noFill/>
            <a:ln w="28575">
              <a:solidFill>
                <a:schemeClr val="accent2"/>
              </a:solidFill>
              <a:round/>
              <a:headEnd type="none" w="sm" len="sm"/>
              <a:tailEnd type="triangle"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10255" name="Object 15">
              <a:extLst>
                <a:ext uri="{FF2B5EF4-FFF2-40B4-BE49-F238E27FC236}">
                  <a16:creationId xmlns:a16="http://schemas.microsoft.com/office/drawing/2014/main" id="{3047B6E6-42C0-F74D-B596-9C2162FC883B}"/>
                </a:ext>
              </a:extLst>
            </p:cNvPr>
            <p:cNvGraphicFramePr>
              <a:graphicFrameLocks noChangeAspect="1"/>
            </p:cNvGraphicFramePr>
            <p:nvPr/>
          </p:nvGraphicFramePr>
          <p:xfrm>
            <a:off x="1632" y="2337"/>
            <a:ext cx="147" cy="158"/>
          </p:xfrm>
          <a:graphic>
            <a:graphicData uri="http://schemas.openxmlformats.org/presentationml/2006/ole">
              <mc:AlternateContent xmlns:mc="http://schemas.openxmlformats.org/markup-compatibility/2006">
                <mc:Choice xmlns:v="urn:schemas-microsoft-com:vml" Requires="v">
                  <p:oleObj name="公式" r:id="rId4" imgW="291960" imgH="317160" progId="Equation.3">
                    <p:embed/>
                  </p:oleObj>
                </mc:Choice>
                <mc:Fallback>
                  <p:oleObj name="公式" r:id="rId4" imgW="291960" imgH="31716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2" y="2337"/>
                          <a:ext cx="147" cy="1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1391" name="Oval 15">
              <a:extLst>
                <a:ext uri="{FF2B5EF4-FFF2-40B4-BE49-F238E27FC236}">
                  <a16:creationId xmlns:a16="http://schemas.microsoft.com/office/drawing/2014/main" id="{96504746-4A1C-B429-4CF9-039DD54F2AC2}"/>
                </a:ext>
              </a:extLst>
            </p:cNvPr>
            <p:cNvSpPr>
              <a:spLocks noChangeAspect="1" noChangeArrowheads="1"/>
            </p:cNvSpPr>
            <p:nvPr/>
          </p:nvSpPr>
          <p:spPr bwMode="auto">
            <a:xfrm>
              <a:off x="1879" y="2577"/>
              <a:ext cx="60" cy="59"/>
            </a:xfrm>
            <a:prstGeom prst="ellipse">
              <a:avLst/>
            </a:prstGeom>
            <a:solidFill>
              <a:srgbClr val="FF0000"/>
            </a:solidFill>
            <a:ln w="12700">
              <a:solidFill>
                <a:srgbClr val="FF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nvGrpSpPr>
          <p:cNvPr id="4" name="Group 16">
            <a:extLst>
              <a:ext uri="{FF2B5EF4-FFF2-40B4-BE49-F238E27FC236}">
                <a16:creationId xmlns:a16="http://schemas.microsoft.com/office/drawing/2014/main" id="{6BFD980B-AFF4-980D-5F2C-F09B2A22E441}"/>
              </a:ext>
            </a:extLst>
          </p:cNvPr>
          <p:cNvGrpSpPr>
            <a:grpSpLocks noChangeAspect="1"/>
          </p:cNvGrpSpPr>
          <p:nvPr/>
        </p:nvGrpSpPr>
        <p:grpSpPr bwMode="auto">
          <a:xfrm>
            <a:off x="6753225" y="1949450"/>
            <a:ext cx="434975" cy="2519363"/>
            <a:chOff x="1635" y="1628"/>
            <a:chExt cx="355" cy="2058"/>
          </a:xfrm>
        </p:grpSpPr>
        <p:sp>
          <p:nvSpPr>
            <p:cNvPr id="741393" name="Line 17">
              <a:extLst>
                <a:ext uri="{FF2B5EF4-FFF2-40B4-BE49-F238E27FC236}">
                  <a16:creationId xmlns:a16="http://schemas.microsoft.com/office/drawing/2014/main" id="{848193B2-7821-20B8-678F-AD45985DBE23}"/>
                </a:ext>
              </a:extLst>
            </p:cNvPr>
            <p:cNvSpPr>
              <a:spLocks noChangeAspect="1" noChangeShapeType="1"/>
            </p:cNvSpPr>
            <p:nvPr/>
          </p:nvSpPr>
          <p:spPr bwMode="auto">
            <a:xfrm>
              <a:off x="1911" y="3233"/>
              <a:ext cx="3" cy="453"/>
            </a:xfrm>
            <a:prstGeom prst="line">
              <a:avLst/>
            </a:prstGeom>
            <a:noFill/>
            <a:ln w="38100">
              <a:solidFill>
                <a:srgbClr val="FF0000"/>
              </a:solidFill>
              <a:prstDash val="dashDot"/>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41394" name="Line 18">
              <a:extLst>
                <a:ext uri="{FF2B5EF4-FFF2-40B4-BE49-F238E27FC236}">
                  <a16:creationId xmlns:a16="http://schemas.microsoft.com/office/drawing/2014/main" id="{CEA50D4E-A283-2B9C-F756-5E667A717D2C}"/>
                </a:ext>
              </a:extLst>
            </p:cNvPr>
            <p:cNvSpPr>
              <a:spLocks noChangeAspect="1" noChangeShapeType="1"/>
            </p:cNvSpPr>
            <p:nvPr/>
          </p:nvSpPr>
          <p:spPr bwMode="auto">
            <a:xfrm>
              <a:off x="1911" y="1851"/>
              <a:ext cx="0" cy="752"/>
            </a:xfrm>
            <a:prstGeom prst="line">
              <a:avLst/>
            </a:prstGeom>
            <a:noFill/>
            <a:ln w="38100">
              <a:solidFill>
                <a:srgbClr val="FF0000"/>
              </a:solidFill>
              <a:prstDash val="dashDot"/>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10253" name="Object 13">
              <a:extLst>
                <a:ext uri="{FF2B5EF4-FFF2-40B4-BE49-F238E27FC236}">
                  <a16:creationId xmlns:a16="http://schemas.microsoft.com/office/drawing/2014/main" id="{286F57F0-2CE8-FFE1-D680-75B5E4EC7A81}"/>
                </a:ext>
              </a:extLst>
            </p:cNvPr>
            <p:cNvGraphicFramePr>
              <a:graphicFrameLocks noChangeAspect="1"/>
            </p:cNvGraphicFramePr>
            <p:nvPr/>
          </p:nvGraphicFramePr>
          <p:xfrm>
            <a:off x="1836" y="1628"/>
            <a:ext cx="154" cy="166"/>
          </p:xfrm>
          <a:graphic>
            <a:graphicData uri="http://schemas.openxmlformats.org/presentationml/2006/ole">
              <mc:AlternateContent xmlns:mc="http://schemas.openxmlformats.org/markup-compatibility/2006">
                <mc:Choice xmlns:v="urn:schemas-microsoft-com:vml" Requires="v">
                  <p:oleObj name="公式" r:id="rId6" imgW="304560" imgH="330120" progId="Equation.3">
                    <p:embed/>
                  </p:oleObj>
                </mc:Choice>
                <mc:Fallback>
                  <p:oleObj name="公式" r:id="rId6" imgW="304560" imgH="330120"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6" y="1628"/>
                          <a:ext cx="154" cy="166"/>
                        </a:xfrm>
                        <a:prstGeom prst="rect">
                          <a:avLst/>
                        </a:prstGeom>
                        <a:noFill/>
                        <a:ln>
                          <a:noFill/>
                        </a:ln>
                        <a:effectLst/>
                        <a:extLst>
                          <a:ext uri="{909E8E84-426E-40DD-AFC4-6F175D3DCCD1}">
                            <a14:hiddenFill xmlns:a14="http://schemas.microsoft.com/office/drawing/2010/main">
                              <a:solidFill>
                                <a:srgbClr val="00FFFF">
                                  <a:alpha val="25999"/>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4" name="Object 14">
              <a:extLst>
                <a:ext uri="{FF2B5EF4-FFF2-40B4-BE49-F238E27FC236}">
                  <a16:creationId xmlns:a16="http://schemas.microsoft.com/office/drawing/2014/main" id="{3BDC1B60-E0BB-E7BE-6D1F-312E339D29FD}"/>
                </a:ext>
              </a:extLst>
            </p:cNvPr>
            <p:cNvGraphicFramePr>
              <a:graphicFrameLocks noChangeAspect="1"/>
            </p:cNvGraphicFramePr>
            <p:nvPr/>
          </p:nvGraphicFramePr>
          <p:xfrm>
            <a:off x="1635" y="3489"/>
            <a:ext cx="197" cy="171"/>
          </p:xfrm>
          <a:graphic>
            <a:graphicData uri="http://schemas.openxmlformats.org/presentationml/2006/ole">
              <mc:AlternateContent xmlns:mc="http://schemas.openxmlformats.org/markup-compatibility/2006">
                <mc:Choice xmlns:v="urn:schemas-microsoft-com:vml" Requires="v">
                  <p:oleObj name="公式" r:id="rId8" imgW="393480" imgH="342720" progId="Equation.3">
                    <p:embed/>
                  </p:oleObj>
                </mc:Choice>
                <mc:Fallback>
                  <p:oleObj name="公式" r:id="rId8" imgW="393480" imgH="342720"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35" y="3489"/>
                          <a:ext cx="197" cy="171"/>
                        </a:xfrm>
                        <a:prstGeom prst="rect">
                          <a:avLst/>
                        </a:prstGeom>
                        <a:noFill/>
                        <a:ln>
                          <a:noFill/>
                        </a:ln>
                        <a:effectLst/>
                        <a:extLst>
                          <a:ext uri="{909E8E84-426E-40DD-AFC4-6F175D3DCCD1}">
                            <a14:hiddenFill xmlns:a14="http://schemas.microsoft.com/office/drawing/2010/main">
                              <a:solidFill>
                                <a:srgbClr val="00FFFF">
                                  <a:alpha val="25999"/>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21">
            <a:extLst>
              <a:ext uri="{FF2B5EF4-FFF2-40B4-BE49-F238E27FC236}">
                <a16:creationId xmlns:a16="http://schemas.microsoft.com/office/drawing/2014/main" id="{35A6C099-52D4-0DFF-2A8E-1B0CE3962438}"/>
              </a:ext>
            </a:extLst>
          </p:cNvPr>
          <p:cNvGrpSpPr>
            <a:grpSpLocks noChangeAspect="1"/>
          </p:cNvGrpSpPr>
          <p:nvPr/>
        </p:nvGrpSpPr>
        <p:grpSpPr bwMode="auto">
          <a:xfrm>
            <a:off x="6532563" y="2144713"/>
            <a:ext cx="738187" cy="417512"/>
            <a:chOff x="1454" y="1788"/>
            <a:chExt cx="604" cy="341"/>
          </a:xfrm>
        </p:grpSpPr>
        <p:sp>
          <p:nvSpPr>
            <p:cNvPr id="741398" name="Freeform 22">
              <a:extLst>
                <a:ext uri="{FF2B5EF4-FFF2-40B4-BE49-F238E27FC236}">
                  <a16:creationId xmlns:a16="http://schemas.microsoft.com/office/drawing/2014/main" id="{BE1CD7C4-CE68-9F94-1C6E-6DEA8A693A48}"/>
                </a:ext>
              </a:extLst>
            </p:cNvPr>
            <p:cNvSpPr>
              <a:spLocks noChangeAspect="1"/>
            </p:cNvSpPr>
            <p:nvPr/>
          </p:nvSpPr>
          <p:spPr bwMode="auto">
            <a:xfrm>
              <a:off x="1746" y="1980"/>
              <a:ext cx="312" cy="149"/>
            </a:xfrm>
            <a:custGeom>
              <a:avLst/>
              <a:gdLst/>
              <a:ahLst/>
              <a:cxnLst>
                <a:cxn ang="0">
                  <a:pos x="24" y="0"/>
                </a:cxn>
                <a:cxn ang="0">
                  <a:pos x="27" y="4"/>
                </a:cxn>
                <a:cxn ang="0">
                  <a:pos x="14" y="9"/>
                </a:cxn>
                <a:cxn ang="0">
                  <a:pos x="0" y="4"/>
                </a:cxn>
                <a:cxn ang="0">
                  <a:pos x="1" y="1"/>
                </a:cxn>
              </a:cxnLst>
              <a:rect l="0" t="0" r="r" b="b"/>
              <a:pathLst>
                <a:path w="27" h="9">
                  <a:moveTo>
                    <a:pt x="24" y="0"/>
                  </a:moveTo>
                  <a:cubicBezTo>
                    <a:pt x="26" y="1"/>
                    <a:pt x="27" y="2"/>
                    <a:pt x="27" y="4"/>
                  </a:cubicBezTo>
                  <a:cubicBezTo>
                    <a:pt x="27" y="7"/>
                    <a:pt x="21" y="9"/>
                    <a:pt x="14" y="9"/>
                  </a:cubicBezTo>
                  <a:cubicBezTo>
                    <a:pt x="6" y="9"/>
                    <a:pt x="0" y="7"/>
                    <a:pt x="0" y="4"/>
                  </a:cubicBezTo>
                  <a:cubicBezTo>
                    <a:pt x="0" y="3"/>
                    <a:pt x="0" y="2"/>
                    <a:pt x="1" y="1"/>
                  </a:cubicBezTo>
                </a:path>
              </a:pathLst>
            </a:custGeom>
            <a:noFill/>
            <a:ln w="38100" cmpd="sng">
              <a:solidFill>
                <a:schemeClr val="bg1"/>
              </a:solidFill>
              <a:prstDash val="solid"/>
              <a:round/>
              <a:headEnd type="triangle" w="med" len="med"/>
              <a:tailEnd type="none" w="med" len="med"/>
            </a:ln>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10252" name="Object 12">
              <a:extLst>
                <a:ext uri="{FF2B5EF4-FFF2-40B4-BE49-F238E27FC236}">
                  <a16:creationId xmlns:a16="http://schemas.microsoft.com/office/drawing/2014/main" id="{BF95E8A9-7D23-A3DF-0C50-8AC3384B057B}"/>
                </a:ext>
              </a:extLst>
            </p:cNvPr>
            <p:cNvGraphicFramePr>
              <a:graphicFrameLocks noChangeAspect="1"/>
            </p:cNvGraphicFramePr>
            <p:nvPr/>
          </p:nvGraphicFramePr>
          <p:xfrm>
            <a:off x="1454" y="1788"/>
            <a:ext cx="247" cy="286"/>
          </p:xfrm>
          <a:graphic>
            <a:graphicData uri="http://schemas.openxmlformats.org/presentationml/2006/ole">
              <mc:AlternateContent xmlns:mc="http://schemas.openxmlformats.org/markup-compatibility/2006">
                <mc:Choice xmlns:v="urn:schemas-microsoft-com:vml" Requires="v">
                  <p:oleObj name="公式" r:id="rId10" imgW="393480" imgH="457200" progId="Equation.3">
                    <p:embed/>
                  </p:oleObj>
                </mc:Choice>
                <mc:Fallback>
                  <p:oleObj name="公式" r:id="rId10" imgW="393480" imgH="457200"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54" y="1788"/>
                          <a:ext cx="247" cy="286"/>
                        </a:xfrm>
                        <a:prstGeom prst="rect">
                          <a:avLst/>
                        </a:prstGeom>
                        <a:noFill/>
                        <a:ln>
                          <a:noFill/>
                        </a:ln>
                        <a:effectLst/>
                        <a:extLst>
                          <a:ext uri="{909E8E84-426E-40DD-AFC4-6F175D3DCCD1}">
                            <a14:hiddenFill xmlns:a14="http://schemas.microsoft.com/office/drawing/2010/main">
                              <a:solidFill>
                                <a:srgbClr val="00FFFF">
                                  <a:alpha val="25999"/>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24">
            <a:extLst>
              <a:ext uri="{FF2B5EF4-FFF2-40B4-BE49-F238E27FC236}">
                <a16:creationId xmlns:a16="http://schemas.microsoft.com/office/drawing/2014/main" id="{D8655FF4-357D-25A0-83E2-664714E50F5C}"/>
              </a:ext>
            </a:extLst>
          </p:cNvPr>
          <p:cNvGrpSpPr>
            <a:grpSpLocks/>
          </p:cNvGrpSpPr>
          <p:nvPr/>
        </p:nvGrpSpPr>
        <p:grpSpPr bwMode="auto">
          <a:xfrm>
            <a:off x="7412038" y="2484438"/>
            <a:ext cx="458787" cy="523875"/>
            <a:chOff x="4669" y="1286"/>
            <a:chExt cx="289" cy="330"/>
          </a:xfrm>
        </p:grpSpPr>
        <p:graphicFrame>
          <p:nvGraphicFramePr>
            <p:cNvPr id="10251" name="Object 11">
              <a:extLst>
                <a:ext uri="{FF2B5EF4-FFF2-40B4-BE49-F238E27FC236}">
                  <a16:creationId xmlns:a16="http://schemas.microsoft.com/office/drawing/2014/main" id="{2D410575-6E38-3FE9-E2E5-4CE102A7E7CF}"/>
                </a:ext>
              </a:extLst>
            </p:cNvPr>
            <p:cNvGraphicFramePr>
              <a:graphicFrameLocks/>
            </p:cNvGraphicFramePr>
            <p:nvPr/>
          </p:nvGraphicFramePr>
          <p:xfrm>
            <a:off x="4724" y="1321"/>
            <a:ext cx="234" cy="257"/>
          </p:xfrm>
          <a:graphic>
            <a:graphicData uri="http://schemas.openxmlformats.org/presentationml/2006/ole">
              <mc:AlternateContent xmlns:mc="http://schemas.openxmlformats.org/markup-compatibility/2006">
                <mc:Choice xmlns:v="urn:schemas-microsoft-com:vml" Requires="v">
                  <p:oleObj name="公式" r:id="rId12" imgW="368280" imgH="406080" progId="Equation.3">
                    <p:embed/>
                  </p:oleObj>
                </mc:Choice>
                <mc:Fallback>
                  <p:oleObj name="公式" r:id="rId12" imgW="368280" imgH="406080" progId="Equation.3">
                    <p:embed/>
                    <p:pic>
                      <p:nvPicPr>
                        <p:cNvPr id="0" name="Object 1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24" y="1321"/>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1402" name="Line 26">
              <a:extLst>
                <a:ext uri="{FF2B5EF4-FFF2-40B4-BE49-F238E27FC236}">
                  <a16:creationId xmlns:a16="http://schemas.microsoft.com/office/drawing/2014/main" id="{F198E5EB-0171-15EC-A80E-F09FFC65C96E}"/>
                </a:ext>
              </a:extLst>
            </p:cNvPr>
            <p:cNvSpPr>
              <a:spLocks noChangeAspect="1" noChangeShapeType="1"/>
            </p:cNvSpPr>
            <p:nvPr/>
          </p:nvSpPr>
          <p:spPr bwMode="auto">
            <a:xfrm rot="-10800000">
              <a:off x="4669" y="1286"/>
              <a:ext cx="0" cy="330"/>
            </a:xfrm>
            <a:prstGeom prst="line">
              <a:avLst/>
            </a:prstGeom>
            <a:noFill/>
            <a:ln w="57150">
              <a:solidFill>
                <a:srgbClr val="FF0000"/>
              </a:solidFill>
              <a:round/>
              <a:headEnd type="none" w="sm" len="sm"/>
              <a:tailEnd type="triangle" w="sm" len="med"/>
            </a:ln>
            <a:effec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7" name="Group 27">
            <a:extLst>
              <a:ext uri="{FF2B5EF4-FFF2-40B4-BE49-F238E27FC236}">
                <a16:creationId xmlns:a16="http://schemas.microsoft.com/office/drawing/2014/main" id="{7A87A1B0-8B54-CDB0-A05E-3832CC86683E}"/>
              </a:ext>
            </a:extLst>
          </p:cNvPr>
          <p:cNvGrpSpPr>
            <a:grpSpLocks noChangeAspect="1"/>
          </p:cNvGrpSpPr>
          <p:nvPr/>
        </p:nvGrpSpPr>
        <p:grpSpPr bwMode="auto">
          <a:xfrm>
            <a:off x="7454900" y="3422650"/>
            <a:ext cx="431800" cy="407988"/>
            <a:chOff x="2208" y="2832"/>
            <a:chExt cx="352" cy="333"/>
          </a:xfrm>
        </p:grpSpPr>
        <p:sp>
          <p:nvSpPr>
            <p:cNvPr id="741404" name="Line 28">
              <a:extLst>
                <a:ext uri="{FF2B5EF4-FFF2-40B4-BE49-F238E27FC236}">
                  <a16:creationId xmlns:a16="http://schemas.microsoft.com/office/drawing/2014/main" id="{DEB4BC2B-5162-F876-34D8-E29B5CC66C63}"/>
                </a:ext>
              </a:extLst>
            </p:cNvPr>
            <p:cNvSpPr>
              <a:spLocks noChangeAspect="1" noChangeShapeType="1"/>
            </p:cNvSpPr>
            <p:nvPr/>
          </p:nvSpPr>
          <p:spPr bwMode="auto">
            <a:xfrm flipH="1">
              <a:off x="2208" y="2832"/>
              <a:ext cx="352" cy="247"/>
            </a:xfrm>
            <a:prstGeom prst="line">
              <a:avLst/>
            </a:prstGeom>
            <a:noFill/>
            <a:ln w="57150">
              <a:solidFill>
                <a:srgbClr val="FF0000"/>
              </a:solidFill>
              <a:round/>
              <a:headEnd/>
              <a:tailEnd type="triangle" w="sm"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10250" name="Object 10">
              <a:extLst>
                <a:ext uri="{FF2B5EF4-FFF2-40B4-BE49-F238E27FC236}">
                  <a16:creationId xmlns:a16="http://schemas.microsoft.com/office/drawing/2014/main" id="{9D5C6625-6880-7276-F140-FDAF716E0C51}"/>
                </a:ext>
              </a:extLst>
            </p:cNvPr>
            <p:cNvGraphicFramePr>
              <a:graphicFrameLocks noChangeAspect="1"/>
            </p:cNvGraphicFramePr>
            <p:nvPr/>
          </p:nvGraphicFramePr>
          <p:xfrm>
            <a:off x="2384" y="2985"/>
            <a:ext cx="176" cy="180"/>
          </p:xfrm>
          <a:graphic>
            <a:graphicData uri="http://schemas.openxmlformats.org/presentationml/2006/ole">
              <mc:AlternateContent xmlns:mc="http://schemas.openxmlformats.org/markup-compatibility/2006">
                <mc:Choice xmlns:v="urn:schemas-microsoft-com:vml" Requires="v">
                  <p:oleObj name="公式" r:id="rId14" imgW="317160" imgH="355320" progId="Equation.3">
                    <p:embed/>
                  </p:oleObj>
                </mc:Choice>
                <mc:Fallback>
                  <p:oleObj name="公式" r:id="rId14" imgW="317160" imgH="355320" progId="Equation.3">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84" y="2985"/>
                          <a:ext cx="176"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41406" name="Text Box 30">
            <a:extLst>
              <a:ext uri="{FF2B5EF4-FFF2-40B4-BE49-F238E27FC236}">
                <a16:creationId xmlns:a16="http://schemas.microsoft.com/office/drawing/2014/main" id="{36FEB229-780D-0118-2DB7-137E39EAE1E3}"/>
              </a:ext>
            </a:extLst>
          </p:cNvPr>
          <p:cNvSpPr txBox="1">
            <a:spLocks noChangeArrowheads="1"/>
          </p:cNvSpPr>
          <p:nvPr/>
        </p:nvSpPr>
        <p:spPr bwMode="auto">
          <a:xfrm>
            <a:off x="2708275" y="2444750"/>
            <a:ext cx="366236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latin typeface="Times New Roman" panose="02020603050405020304" pitchFamily="18" charset="0"/>
              </a:rPr>
              <a:t>以</a:t>
            </a:r>
            <a:r>
              <a:rPr lang="zh-CN" altLang="en-US" i="1">
                <a:solidFill>
                  <a:srgbClr val="FFCC66"/>
                </a:solidFill>
                <a:latin typeface="Times New Roman" panose="02020603050405020304" pitchFamily="18" charset="0"/>
                <a:sym typeface="Symbol" panose="05050102010706020507" pitchFamily="18" charset="2"/>
              </a:rPr>
              <a:t></a:t>
            </a:r>
            <a:r>
              <a:rPr lang="en-US" altLang="zh-CN" baseline="-25000">
                <a:solidFill>
                  <a:srgbClr val="FFCC66"/>
                </a:solidFill>
                <a:latin typeface="Times New Roman" panose="02020603050405020304" pitchFamily="18" charset="0"/>
              </a:rPr>
              <a:t>0</a:t>
            </a:r>
            <a:r>
              <a:rPr lang="zh-CN" altLang="en-US">
                <a:latin typeface="Times New Roman" panose="02020603050405020304" pitchFamily="18" charset="0"/>
              </a:rPr>
              <a:t>的转动方向为正。</a:t>
            </a:r>
          </a:p>
        </p:txBody>
      </p:sp>
      <p:sp>
        <p:nvSpPr>
          <p:cNvPr id="741407" name="Text Box 31">
            <a:extLst>
              <a:ext uri="{FF2B5EF4-FFF2-40B4-BE49-F238E27FC236}">
                <a16:creationId xmlns:a16="http://schemas.microsoft.com/office/drawing/2014/main" id="{1E466DEF-B74C-27DC-D418-F697BDBB0E2D}"/>
              </a:ext>
            </a:extLst>
          </p:cNvPr>
          <p:cNvSpPr txBox="1">
            <a:spLocks noChangeArrowheads="1"/>
          </p:cNvSpPr>
          <p:nvPr/>
        </p:nvSpPr>
        <p:spPr bwMode="auto">
          <a:xfrm>
            <a:off x="700088" y="3602038"/>
            <a:ext cx="4627562"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latin typeface="Times New Roman" panose="02020603050405020304" pitchFamily="18" charset="0"/>
              </a:rPr>
              <a:t>所取圆环的质量为</a:t>
            </a:r>
          </a:p>
        </p:txBody>
      </p:sp>
      <p:sp>
        <p:nvSpPr>
          <p:cNvPr id="741408" name="Oval 32">
            <a:extLst>
              <a:ext uri="{FF2B5EF4-FFF2-40B4-BE49-F238E27FC236}">
                <a16:creationId xmlns:a16="http://schemas.microsoft.com/office/drawing/2014/main" id="{C308895C-0C14-6D67-C23F-D9E61309C7D5}"/>
              </a:ext>
            </a:extLst>
          </p:cNvPr>
          <p:cNvSpPr>
            <a:spLocks noChangeAspect="1" noChangeArrowheads="1"/>
          </p:cNvSpPr>
          <p:nvPr/>
        </p:nvSpPr>
        <p:spPr bwMode="auto">
          <a:xfrm>
            <a:off x="6391275" y="4856163"/>
            <a:ext cx="1439863" cy="1439862"/>
          </a:xfrm>
          <a:prstGeom prst="ellipse">
            <a:avLst/>
          </a:prstGeom>
          <a:solidFill>
            <a:srgbClr val="00FFFF"/>
          </a:solidFill>
          <a:ln w="12700">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8" name="Group 33">
            <a:extLst>
              <a:ext uri="{FF2B5EF4-FFF2-40B4-BE49-F238E27FC236}">
                <a16:creationId xmlns:a16="http://schemas.microsoft.com/office/drawing/2014/main" id="{3052F3B3-E722-4729-F9DC-59D6D0A7344B}"/>
              </a:ext>
            </a:extLst>
          </p:cNvPr>
          <p:cNvGrpSpPr>
            <a:grpSpLocks/>
          </p:cNvGrpSpPr>
          <p:nvPr/>
        </p:nvGrpSpPr>
        <p:grpSpPr bwMode="auto">
          <a:xfrm>
            <a:off x="6573838" y="5040313"/>
            <a:ext cx="1079500" cy="1079500"/>
            <a:chOff x="3741" y="2247"/>
            <a:chExt cx="680" cy="680"/>
          </a:xfrm>
        </p:grpSpPr>
        <p:sp>
          <p:nvSpPr>
            <p:cNvPr id="741410" name="Oval 34">
              <a:extLst>
                <a:ext uri="{FF2B5EF4-FFF2-40B4-BE49-F238E27FC236}">
                  <a16:creationId xmlns:a16="http://schemas.microsoft.com/office/drawing/2014/main" id="{BE824579-AB6A-1560-8B13-AAC3ED3A6233}"/>
                </a:ext>
              </a:extLst>
            </p:cNvPr>
            <p:cNvSpPr>
              <a:spLocks noChangeAspect="1" noChangeArrowheads="1"/>
            </p:cNvSpPr>
            <p:nvPr/>
          </p:nvSpPr>
          <p:spPr bwMode="auto">
            <a:xfrm>
              <a:off x="3741" y="2247"/>
              <a:ext cx="680" cy="680"/>
            </a:xfrm>
            <a:prstGeom prst="ellipse">
              <a:avLst/>
            </a:prstGeom>
            <a:solidFill>
              <a:schemeClr val="accent1"/>
            </a:solidFill>
            <a:ln w="9525">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41411" name="Oval 35">
              <a:extLst>
                <a:ext uri="{FF2B5EF4-FFF2-40B4-BE49-F238E27FC236}">
                  <a16:creationId xmlns:a16="http://schemas.microsoft.com/office/drawing/2014/main" id="{40D61DBF-6D26-B190-A8F1-8C7B3C5D1F0F}"/>
                </a:ext>
              </a:extLst>
            </p:cNvPr>
            <p:cNvSpPr>
              <a:spLocks noChangeArrowheads="1"/>
            </p:cNvSpPr>
            <p:nvPr/>
          </p:nvSpPr>
          <p:spPr bwMode="auto">
            <a:xfrm>
              <a:off x="3804" y="2316"/>
              <a:ext cx="544" cy="544"/>
            </a:xfrm>
            <a:prstGeom prst="ellipse">
              <a:avLst/>
            </a:prstGeom>
            <a:solidFill>
              <a:srgbClr val="00FFFF"/>
            </a:solidFill>
            <a:ln w="127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nvGrpSpPr>
          <p:cNvPr id="9" name="Group 36">
            <a:extLst>
              <a:ext uri="{FF2B5EF4-FFF2-40B4-BE49-F238E27FC236}">
                <a16:creationId xmlns:a16="http://schemas.microsoft.com/office/drawing/2014/main" id="{ABBF8633-6E1D-F34B-0EAC-54FAFB1FCD28}"/>
              </a:ext>
            </a:extLst>
          </p:cNvPr>
          <p:cNvGrpSpPr>
            <a:grpSpLocks/>
          </p:cNvGrpSpPr>
          <p:nvPr/>
        </p:nvGrpSpPr>
        <p:grpSpPr bwMode="auto">
          <a:xfrm>
            <a:off x="7124700" y="5256213"/>
            <a:ext cx="722313" cy="458787"/>
            <a:chOff x="4088" y="2383"/>
            <a:chExt cx="455" cy="289"/>
          </a:xfrm>
        </p:grpSpPr>
        <p:graphicFrame>
          <p:nvGraphicFramePr>
            <p:cNvPr id="10248" name="Object 8">
              <a:extLst>
                <a:ext uri="{FF2B5EF4-FFF2-40B4-BE49-F238E27FC236}">
                  <a16:creationId xmlns:a16="http://schemas.microsoft.com/office/drawing/2014/main" id="{AF3CB494-7CFF-9DDF-BFB0-3AB71562845C}"/>
                </a:ext>
              </a:extLst>
            </p:cNvPr>
            <p:cNvGraphicFramePr>
              <a:graphicFrameLocks noChangeAspect="1"/>
            </p:cNvGraphicFramePr>
            <p:nvPr/>
          </p:nvGraphicFramePr>
          <p:xfrm>
            <a:off x="4371" y="2439"/>
            <a:ext cx="172" cy="150"/>
          </p:xfrm>
          <a:graphic>
            <a:graphicData uri="http://schemas.openxmlformats.org/presentationml/2006/ole">
              <mc:AlternateContent xmlns:mc="http://schemas.openxmlformats.org/markup-compatibility/2006">
                <mc:Choice xmlns:v="urn:schemas-microsoft-com:vml" Requires="v">
                  <p:oleObj name="公式" r:id="rId16" imgW="393480" imgH="342720" progId="Equation.3">
                    <p:embed/>
                  </p:oleObj>
                </mc:Choice>
                <mc:Fallback>
                  <p:oleObj name="公式" r:id="rId16" imgW="393480" imgH="342720"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71" y="2439"/>
                          <a:ext cx="172" cy="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1414" name="Line 38">
              <a:extLst>
                <a:ext uri="{FF2B5EF4-FFF2-40B4-BE49-F238E27FC236}">
                  <a16:creationId xmlns:a16="http://schemas.microsoft.com/office/drawing/2014/main" id="{D9CEA391-BF40-7016-719E-435C4CC4F65E}"/>
                </a:ext>
              </a:extLst>
            </p:cNvPr>
            <p:cNvSpPr>
              <a:spLocks noChangeAspect="1" noChangeShapeType="1"/>
            </p:cNvSpPr>
            <p:nvPr/>
          </p:nvSpPr>
          <p:spPr bwMode="auto">
            <a:xfrm flipV="1">
              <a:off x="4088" y="2464"/>
              <a:ext cx="229" cy="108"/>
            </a:xfrm>
            <a:prstGeom prst="line">
              <a:avLst/>
            </a:prstGeom>
            <a:noFill/>
            <a:ln w="28575">
              <a:solidFill>
                <a:srgbClr val="FF33CC"/>
              </a:solidFill>
              <a:round/>
              <a:headEnd/>
              <a:tailEnd type="triangle" w="sm" len="lg"/>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10249" name="Object 9">
              <a:extLst>
                <a:ext uri="{FF2B5EF4-FFF2-40B4-BE49-F238E27FC236}">
                  <a16:creationId xmlns:a16="http://schemas.microsoft.com/office/drawing/2014/main" id="{0F9FB2F3-BAA9-3704-4284-57A8606531B6}"/>
                </a:ext>
              </a:extLst>
            </p:cNvPr>
            <p:cNvGraphicFramePr>
              <a:graphicFrameLocks noChangeAspect="1"/>
            </p:cNvGraphicFramePr>
            <p:nvPr/>
          </p:nvGraphicFramePr>
          <p:xfrm>
            <a:off x="4138" y="2547"/>
            <a:ext cx="110" cy="125"/>
          </p:xfrm>
          <a:graphic>
            <a:graphicData uri="http://schemas.openxmlformats.org/presentationml/2006/ole">
              <mc:AlternateContent xmlns:mc="http://schemas.openxmlformats.org/markup-compatibility/2006">
                <mc:Choice xmlns:v="urn:schemas-microsoft-com:vml" Requires="v">
                  <p:oleObj name="公式" r:id="rId18" imgW="203040" imgH="228600" progId="Equation.3">
                    <p:embed/>
                  </p:oleObj>
                </mc:Choice>
                <mc:Fallback>
                  <p:oleObj name="公式" r:id="rId18" imgW="203040" imgH="228600" progId="Equation.3">
                    <p:embed/>
                    <p:pic>
                      <p:nvPicPr>
                        <p:cNvPr id="0" name="Object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38" y="2547"/>
                          <a:ext cx="110" cy="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1416" name="Line 40">
              <a:extLst>
                <a:ext uri="{FF2B5EF4-FFF2-40B4-BE49-F238E27FC236}">
                  <a16:creationId xmlns:a16="http://schemas.microsoft.com/office/drawing/2014/main" id="{B1AA1B77-3DA6-6226-5BA0-0A44BD2A252A}"/>
                </a:ext>
              </a:extLst>
            </p:cNvPr>
            <p:cNvSpPr>
              <a:spLocks noChangeAspect="1" noChangeShapeType="1"/>
            </p:cNvSpPr>
            <p:nvPr/>
          </p:nvSpPr>
          <p:spPr bwMode="auto">
            <a:xfrm flipH="1">
              <a:off x="4388" y="2383"/>
              <a:ext cx="102" cy="60"/>
            </a:xfrm>
            <a:prstGeom prst="line">
              <a:avLst/>
            </a:prstGeom>
            <a:noFill/>
            <a:ln w="28575">
              <a:solidFill>
                <a:srgbClr val="FF33CC"/>
              </a:solidFill>
              <a:round/>
              <a:headEnd/>
              <a:tailEnd type="triangle" w="sm" len="med"/>
            </a:ln>
            <a:effec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10" name="Group 41">
            <a:extLst>
              <a:ext uri="{FF2B5EF4-FFF2-40B4-BE49-F238E27FC236}">
                <a16:creationId xmlns:a16="http://schemas.microsoft.com/office/drawing/2014/main" id="{3B526853-ADD1-B419-853D-06B9F11C4C6F}"/>
              </a:ext>
            </a:extLst>
          </p:cNvPr>
          <p:cNvGrpSpPr>
            <a:grpSpLocks/>
          </p:cNvGrpSpPr>
          <p:nvPr/>
        </p:nvGrpSpPr>
        <p:grpSpPr bwMode="auto">
          <a:xfrm>
            <a:off x="7004050" y="4949825"/>
            <a:ext cx="460375" cy="609600"/>
            <a:chOff x="4012" y="2190"/>
            <a:chExt cx="290" cy="384"/>
          </a:xfrm>
        </p:grpSpPr>
        <p:sp>
          <p:nvSpPr>
            <p:cNvPr id="741418" name="Line 42">
              <a:extLst>
                <a:ext uri="{FF2B5EF4-FFF2-40B4-BE49-F238E27FC236}">
                  <a16:creationId xmlns:a16="http://schemas.microsoft.com/office/drawing/2014/main" id="{380A0D0D-AC50-3D15-2A5D-08D492821AC3}"/>
                </a:ext>
              </a:extLst>
            </p:cNvPr>
            <p:cNvSpPr>
              <a:spLocks noChangeShapeType="1"/>
            </p:cNvSpPr>
            <p:nvPr/>
          </p:nvSpPr>
          <p:spPr bwMode="auto">
            <a:xfrm flipV="1">
              <a:off x="4074" y="2190"/>
              <a:ext cx="228" cy="384"/>
            </a:xfrm>
            <a:prstGeom prst="line">
              <a:avLst/>
            </a:prstGeom>
            <a:noFill/>
            <a:ln w="28575">
              <a:solidFill>
                <a:srgbClr val="000099"/>
              </a:solidFill>
              <a:round/>
              <a:headEnd type="oval" w="sm" len="sm"/>
              <a:tailEnd type="triangle" w="med" len="lg"/>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10247" name="Object 7">
              <a:extLst>
                <a:ext uri="{FF2B5EF4-FFF2-40B4-BE49-F238E27FC236}">
                  <a16:creationId xmlns:a16="http://schemas.microsoft.com/office/drawing/2014/main" id="{D2CC08C4-DB25-B503-BC3B-4C339BA190E1}"/>
                </a:ext>
              </a:extLst>
            </p:cNvPr>
            <p:cNvGraphicFramePr>
              <a:graphicFrameLocks noChangeAspect="1"/>
            </p:cNvGraphicFramePr>
            <p:nvPr/>
          </p:nvGraphicFramePr>
          <p:xfrm>
            <a:off x="4012" y="2355"/>
            <a:ext cx="113" cy="122"/>
          </p:xfrm>
          <a:graphic>
            <a:graphicData uri="http://schemas.openxmlformats.org/presentationml/2006/ole">
              <mc:AlternateContent xmlns:mc="http://schemas.openxmlformats.org/markup-compatibility/2006">
                <mc:Choice xmlns:v="urn:schemas-microsoft-com:vml" Requires="v">
                  <p:oleObj name="公式" r:id="rId4" imgW="291960" imgH="317160" progId="Equation.3">
                    <p:embed/>
                  </p:oleObj>
                </mc:Choice>
                <mc:Fallback>
                  <p:oleObj name="公式" r:id="rId4" imgW="291960" imgH="317160" progId="Equation.3">
                    <p:embed/>
                    <p:pic>
                      <p:nvPicPr>
                        <p:cNvPr id="0" name="Object 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12" y="2355"/>
                          <a:ext cx="113" cy="1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 name="Group 44">
            <a:extLst>
              <a:ext uri="{FF2B5EF4-FFF2-40B4-BE49-F238E27FC236}">
                <a16:creationId xmlns:a16="http://schemas.microsoft.com/office/drawing/2014/main" id="{8911230D-D570-E91A-6AEC-C2B0A8C72700}"/>
              </a:ext>
            </a:extLst>
          </p:cNvPr>
          <p:cNvGrpSpPr>
            <a:grpSpLocks/>
          </p:cNvGrpSpPr>
          <p:nvPr/>
        </p:nvGrpSpPr>
        <p:grpSpPr bwMode="auto">
          <a:xfrm>
            <a:off x="7094538" y="5721350"/>
            <a:ext cx="550862" cy="566738"/>
            <a:chOff x="4069" y="2676"/>
            <a:chExt cx="347" cy="357"/>
          </a:xfrm>
        </p:grpSpPr>
        <p:sp>
          <p:nvSpPr>
            <p:cNvPr id="741421" name="Line 45">
              <a:extLst>
                <a:ext uri="{FF2B5EF4-FFF2-40B4-BE49-F238E27FC236}">
                  <a16:creationId xmlns:a16="http://schemas.microsoft.com/office/drawing/2014/main" id="{832C6E22-191B-461A-1055-D401657A1512}"/>
                </a:ext>
              </a:extLst>
            </p:cNvPr>
            <p:cNvSpPr>
              <a:spLocks noChangeShapeType="1"/>
            </p:cNvSpPr>
            <p:nvPr/>
          </p:nvSpPr>
          <p:spPr bwMode="auto">
            <a:xfrm flipH="1">
              <a:off x="4272" y="2676"/>
              <a:ext cx="144" cy="312"/>
            </a:xfrm>
            <a:prstGeom prst="line">
              <a:avLst/>
            </a:prstGeom>
            <a:noFill/>
            <a:ln w="28575">
              <a:solidFill>
                <a:srgbClr val="FF3300"/>
              </a:solidFill>
              <a:round/>
              <a:headEnd/>
              <a:tailEnd type="triangle" w="med" len="lg"/>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10246" name="Object 6">
              <a:extLst>
                <a:ext uri="{FF2B5EF4-FFF2-40B4-BE49-F238E27FC236}">
                  <a16:creationId xmlns:a16="http://schemas.microsoft.com/office/drawing/2014/main" id="{6127D346-4735-3240-0B32-BC83B7BF5107}"/>
                </a:ext>
              </a:extLst>
            </p:cNvPr>
            <p:cNvGraphicFramePr>
              <a:graphicFrameLocks noChangeAspect="1"/>
            </p:cNvGraphicFramePr>
            <p:nvPr/>
          </p:nvGraphicFramePr>
          <p:xfrm>
            <a:off x="4069" y="2891"/>
            <a:ext cx="191" cy="142"/>
          </p:xfrm>
          <a:graphic>
            <a:graphicData uri="http://schemas.openxmlformats.org/presentationml/2006/ole">
              <mc:AlternateContent xmlns:mc="http://schemas.openxmlformats.org/markup-compatibility/2006">
                <mc:Choice xmlns:v="urn:schemas-microsoft-com:vml" Requires="v">
                  <p:oleObj name="公式" r:id="rId21" imgW="495000" imgH="368280" progId="Equation.3">
                    <p:embed/>
                  </p:oleObj>
                </mc:Choice>
                <mc:Fallback>
                  <p:oleObj name="公式" r:id="rId21" imgW="495000" imgH="368280" progId="Equation.3">
                    <p:embed/>
                    <p:pic>
                      <p:nvPicPr>
                        <p:cNvPr id="0" name="Object 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69" y="2891"/>
                          <a:ext cx="191" cy="1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741423" name="Object 2">
            <a:extLst>
              <a:ext uri="{FF2B5EF4-FFF2-40B4-BE49-F238E27FC236}">
                <a16:creationId xmlns:a16="http://schemas.microsoft.com/office/drawing/2014/main" id="{20D14EC4-F707-3520-675A-4062487E3AD0}"/>
              </a:ext>
            </a:extLst>
          </p:cNvPr>
          <p:cNvGraphicFramePr>
            <a:graphicFrameLocks noChangeAspect="1"/>
          </p:cNvGraphicFramePr>
          <p:nvPr/>
        </p:nvGraphicFramePr>
        <p:xfrm>
          <a:off x="1266825" y="4451350"/>
          <a:ext cx="1790700" cy="279400"/>
        </p:xfrm>
        <a:graphic>
          <a:graphicData uri="http://schemas.openxmlformats.org/presentationml/2006/ole">
            <mc:AlternateContent xmlns:mc="http://schemas.openxmlformats.org/markup-compatibility/2006">
              <mc:Choice xmlns:v="urn:schemas-microsoft-com:vml" Requires="v">
                <p:oleObj name="公式" r:id="rId23" imgW="1790640" imgH="279360" progId="Equation.3">
                  <p:embed/>
                </p:oleObj>
              </mc:Choice>
              <mc:Fallback>
                <p:oleObj name="公式" r:id="rId23" imgW="1790640" imgH="279360" progId="Equation.3">
                  <p:embed/>
                  <p:pic>
                    <p:nvPicPr>
                      <p:cNvPr id="0" name="Object 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266825" y="4451350"/>
                        <a:ext cx="17907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1424" name="Object 3">
            <a:extLst>
              <a:ext uri="{FF2B5EF4-FFF2-40B4-BE49-F238E27FC236}">
                <a16:creationId xmlns:a16="http://schemas.microsoft.com/office/drawing/2014/main" id="{F72ADED0-B118-D3A4-5907-59C50AEA5035}"/>
              </a:ext>
            </a:extLst>
          </p:cNvPr>
          <p:cNvGraphicFramePr>
            <a:graphicFrameLocks noChangeAspect="1"/>
          </p:cNvGraphicFramePr>
          <p:nvPr/>
        </p:nvGraphicFramePr>
        <p:xfrm>
          <a:off x="4170363" y="4206875"/>
          <a:ext cx="1066800" cy="723900"/>
        </p:xfrm>
        <a:graphic>
          <a:graphicData uri="http://schemas.openxmlformats.org/presentationml/2006/ole">
            <mc:AlternateContent xmlns:mc="http://schemas.openxmlformats.org/markup-compatibility/2006">
              <mc:Choice xmlns:v="urn:schemas-microsoft-com:vml" Requires="v">
                <p:oleObj name="公式" r:id="rId25" imgW="1066680" imgH="723600" progId="Equation.3">
                  <p:embed/>
                </p:oleObj>
              </mc:Choice>
              <mc:Fallback>
                <p:oleObj name="公式" r:id="rId25" imgW="1066680" imgH="723600" progId="Equation.3">
                  <p:embed/>
                  <p:pic>
                    <p:nvPicPr>
                      <p:cNvPr id="0" name="Object 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170363" y="4206875"/>
                        <a:ext cx="1066800"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1425" name="Text Box 49">
            <a:extLst>
              <a:ext uri="{FF2B5EF4-FFF2-40B4-BE49-F238E27FC236}">
                <a16:creationId xmlns:a16="http://schemas.microsoft.com/office/drawing/2014/main" id="{67DA1706-60B2-1E41-508B-B7ACF50A8635}"/>
              </a:ext>
            </a:extLst>
          </p:cNvPr>
          <p:cNvSpPr txBox="1">
            <a:spLocks noChangeArrowheads="1"/>
          </p:cNvSpPr>
          <p:nvPr/>
        </p:nvSpPr>
        <p:spPr bwMode="auto">
          <a:xfrm>
            <a:off x="738188" y="5091113"/>
            <a:ext cx="4837112"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t>则这一圆环受到的摩擦力为</a:t>
            </a:r>
          </a:p>
        </p:txBody>
      </p:sp>
      <p:graphicFrame>
        <p:nvGraphicFramePr>
          <p:cNvPr id="741426" name="Object 4">
            <a:extLst>
              <a:ext uri="{FF2B5EF4-FFF2-40B4-BE49-F238E27FC236}">
                <a16:creationId xmlns:a16="http://schemas.microsoft.com/office/drawing/2014/main" id="{3BA08B86-E586-45F8-D2EF-9A50391BF81A}"/>
              </a:ext>
            </a:extLst>
          </p:cNvPr>
          <p:cNvGraphicFramePr>
            <a:graphicFrameLocks noChangeAspect="1"/>
          </p:cNvGraphicFramePr>
          <p:nvPr/>
        </p:nvGraphicFramePr>
        <p:xfrm>
          <a:off x="1573213" y="5857875"/>
          <a:ext cx="1560512" cy="368300"/>
        </p:xfrm>
        <a:graphic>
          <a:graphicData uri="http://schemas.openxmlformats.org/presentationml/2006/ole">
            <mc:AlternateContent xmlns:mc="http://schemas.openxmlformats.org/markup-compatibility/2006">
              <mc:Choice xmlns:v="urn:schemas-microsoft-com:vml" Requires="v">
                <p:oleObj name="公式" r:id="rId27" imgW="1562040" imgH="368280" progId="Equation.3">
                  <p:embed/>
                </p:oleObj>
              </mc:Choice>
              <mc:Fallback>
                <p:oleObj name="公式" r:id="rId27" imgW="1562040" imgH="368280" progId="Equation.3">
                  <p:embed/>
                  <p:pic>
                    <p:nvPicPr>
                      <p:cNvPr id="0" name="Object 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73213" y="5857875"/>
                        <a:ext cx="1560512"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1427" name="Object 5">
            <a:extLst>
              <a:ext uri="{FF2B5EF4-FFF2-40B4-BE49-F238E27FC236}">
                <a16:creationId xmlns:a16="http://schemas.microsoft.com/office/drawing/2014/main" id="{936AB692-D1FA-489A-3634-7B1676AE4EF0}"/>
              </a:ext>
            </a:extLst>
          </p:cNvPr>
          <p:cNvGraphicFramePr>
            <a:graphicFrameLocks noChangeAspect="1"/>
          </p:cNvGraphicFramePr>
          <p:nvPr/>
        </p:nvGraphicFramePr>
        <p:xfrm>
          <a:off x="3157538" y="5708650"/>
          <a:ext cx="1547812" cy="723900"/>
        </p:xfrm>
        <a:graphic>
          <a:graphicData uri="http://schemas.openxmlformats.org/presentationml/2006/ole">
            <mc:AlternateContent xmlns:mc="http://schemas.openxmlformats.org/markup-compatibility/2006">
              <mc:Choice xmlns:v="urn:schemas-microsoft-com:vml" Requires="v">
                <p:oleObj name="公式" r:id="rId29" imgW="1549080" imgH="723600" progId="Equation.3">
                  <p:embed/>
                </p:oleObj>
              </mc:Choice>
              <mc:Fallback>
                <p:oleObj name="公式" r:id="rId29" imgW="1549080" imgH="723600" progId="Equation.3">
                  <p:embed/>
                  <p:pic>
                    <p:nvPicPr>
                      <p:cNvPr id="0" name="Object 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157538" y="5708650"/>
                        <a:ext cx="1547812"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1428" name="Text Box 52">
            <a:extLst>
              <a:ext uri="{FF2B5EF4-FFF2-40B4-BE49-F238E27FC236}">
                <a16:creationId xmlns:a16="http://schemas.microsoft.com/office/drawing/2014/main" id="{FB1CB69B-A70A-B288-E204-54F6DA318BCF}"/>
              </a:ext>
            </a:extLst>
          </p:cNvPr>
          <p:cNvSpPr txBox="1">
            <a:spLocks noChangeArrowheads="1"/>
          </p:cNvSpPr>
          <p:nvPr/>
        </p:nvSpPr>
        <p:spPr bwMode="auto">
          <a:xfrm>
            <a:off x="679450" y="3027363"/>
            <a:ext cx="4627563"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latin typeface="Times New Roman" panose="02020603050405020304" pitchFamily="18" charset="0"/>
              </a:rPr>
              <a:t>任取一半径为</a:t>
            </a:r>
            <a:r>
              <a:rPr lang="en-US" altLang="zh-CN" i="1">
                <a:solidFill>
                  <a:srgbClr val="FFCC00"/>
                </a:solidFill>
                <a:latin typeface="Times New Roman" panose="02020603050405020304" pitchFamily="18" charset="0"/>
              </a:rPr>
              <a:t>r</a:t>
            </a:r>
            <a:r>
              <a:rPr lang="zh-CN" altLang="en-US">
                <a:latin typeface="Times New Roman" panose="02020603050405020304" pitchFamily="18" charset="0"/>
              </a:rPr>
              <a:t>，宽度</a:t>
            </a:r>
            <a:r>
              <a:rPr lang="en-US" altLang="zh-CN">
                <a:solidFill>
                  <a:srgbClr val="FFCC00"/>
                </a:solidFill>
                <a:latin typeface="Times New Roman" panose="02020603050405020304" pitchFamily="18" charset="0"/>
              </a:rPr>
              <a:t>d</a:t>
            </a:r>
            <a:r>
              <a:rPr lang="en-US" altLang="zh-CN" i="1">
                <a:solidFill>
                  <a:srgbClr val="FFCC00"/>
                </a:solidFill>
                <a:latin typeface="Times New Roman" panose="02020603050405020304" pitchFamily="18" charset="0"/>
              </a:rPr>
              <a:t>r</a:t>
            </a:r>
            <a:r>
              <a:rPr lang="zh-CN" altLang="en-US">
                <a:latin typeface="Times New Roman" panose="02020603050405020304" pitchFamily="18" charset="0"/>
              </a:rPr>
              <a:t>的圆环。</a:t>
            </a:r>
          </a:p>
        </p:txBody>
      </p:sp>
      <p:sp>
        <p:nvSpPr>
          <p:cNvPr id="741429" name="AutoShape 53">
            <a:extLst>
              <a:ext uri="{FF2B5EF4-FFF2-40B4-BE49-F238E27FC236}">
                <a16:creationId xmlns:a16="http://schemas.microsoft.com/office/drawing/2014/main" id="{D3461A3E-BE4A-B6BB-E272-F2D0EDF7FA32}"/>
              </a:ext>
            </a:extLst>
          </p:cNvPr>
          <p:cNvSpPr>
            <a:spLocks noChangeArrowheads="1"/>
          </p:cNvSpPr>
          <p:nvPr/>
        </p:nvSpPr>
        <p:spPr bwMode="auto">
          <a:xfrm>
            <a:off x="3332163" y="4400550"/>
            <a:ext cx="595312" cy="374650"/>
          </a:xfrm>
          <a:prstGeom prst="leftArrow">
            <a:avLst>
              <a:gd name="adj1" fmla="val 50000"/>
              <a:gd name="adj2" fmla="val 39725"/>
            </a:avLst>
          </a:prstGeom>
          <a:solidFill>
            <a:srgbClr val="66FFFF">
              <a:alpha val="50000"/>
            </a:srgbClr>
          </a:solidFill>
          <a:ln w="9525" algn="ctr">
            <a:solidFill>
              <a:srgbClr val="808080">
                <a:alpha val="50000"/>
              </a:srgbClr>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41430" name="Text Box 54">
            <a:extLst>
              <a:ext uri="{FF2B5EF4-FFF2-40B4-BE49-F238E27FC236}">
                <a16:creationId xmlns:a16="http://schemas.microsoft.com/office/drawing/2014/main" id="{F5481057-7CC8-7012-8AE9-1A7B61EBDAD2}"/>
              </a:ext>
            </a:extLst>
          </p:cNvPr>
          <p:cNvSpPr txBox="1">
            <a:spLocks noChangeArrowheads="1"/>
          </p:cNvSpPr>
          <p:nvPr/>
        </p:nvSpPr>
        <p:spPr bwMode="auto">
          <a:xfrm>
            <a:off x="657225" y="1976438"/>
            <a:ext cx="467360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latin typeface="Arial" panose="020B0604020202020204" pitchFamily="34" charset="0"/>
              </a:rPr>
              <a:t>经过多长时间圆盘会停止？</a:t>
            </a:r>
            <a:endParaRPr lang="zh-CN" altLang="en-US">
              <a:latin typeface="Times New Roman" panose="02020603050405020304" pitchFamily="18" charset="0"/>
            </a:endParaRPr>
          </a:p>
        </p:txBody>
      </p:sp>
      <p:sp>
        <p:nvSpPr>
          <p:cNvPr id="741431" name="Rectangle 55">
            <a:extLst>
              <a:ext uri="{FF2B5EF4-FFF2-40B4-BE49-F238E27FC236}">
                <a16:creationId xmlns:a16="http://schemas.microsoft.com/office/drawing/2014/main" id="{8E163DA5-BFAA-87A9-C4B5-6B2331FD4EF1}"/>
              </a:ext>
            </a:extLst>
          </p:cNvPr>
          <p:cNvSpPr>
            <a:spLocks noChangeArrowheads="1"/>
          </p:cNvSpPr>
          <p:nvPr/>
        </p:nvSpPr>
        <p:spPr bwMode="auto">
          <a:xfrm>
            <a:off x="260350" y="1984375"/>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求</a:t>
            </a:r>
          </a:p>
        </p:txBody>
      </p:sp>
      <p:sp>
        <p:nvSpPr>
          <p:cNvPr id="741432" name="AutoShape 56">
            <a:extLst>
              <a:ext uri="{FF2B5EF4-FFF2-40B4-BE49-F238E27FC236}">
                <a16:creationId xmlns:a16="http://schemas.microsoft.com/office/drawing/2014/main" id="{8F046164-1C63-E1DE-F0E0-A178E32D263F}"/>
              </a:ext>
            </a:extLst>
          </p:cNvPr>
          <p:cNvSpPr>
            <a:spLocks noChangeArrowheads="1"/>
          </p:cNvSpPr>
          <p:nvPr/>
        </p:nvSpPr>
        <p:spPr bwMode="auto">
          <a:xfrm>
            <a:off x="2255838" y="4418013"/>
            <a:ext cx="865187" cy="433387"/>
          </a:xfrm>
          <a:prstGeom prst="wedgeRoundRectCallout">
            <a:avLst>
              <a:gd name="adj1" fmla="val 453486"/>
              <a:gd name="adj2" fmla="val 190657"/>
              <a:gd name="adj3" fmla="val 16667"/>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b="0">
              <a:solidFill>
                <a:schemeClr val="tx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41380"/>
                                        </p:tgtEl>
                                        <p:attrNameLst>
                                          <p:attrName>style.visibility</p:attrName>
                                        </p:attrNameLst>
                                      </p:cBhvr>
                                      <p:to>
                                        <p:strVal val="visible"/>
                                      </p:to>
                                    </p:set>
                                    <p:animEffect transition="in" filter="wipe(left)">
                                      <p:cBhvr>
                                        <p:cTn id="7" dur="500"/>
                                        <p:tgtEl>
                                          <p:spTgt spid="7413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41379"/>
                                        </p:tgtEl>
                                        <p:attrNameLst>
                                          <p:attrName>style.visibility</p:attrName>
                                        </p:attrNameLst>
                                      </p:cBhvr>
                                      <p:to>
                                        <p:strVal val="visible"/>
                                      </p:to>
                                    </p:set>
                                    <p:animEffect transition="in" filter="wipe(left)">
                                      <p:cBhvr>
                                        <p:cTn id="12" dur="500"/>
                                        <p:tgtEl>
                                          <p:spTgt spid="7413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41383"/>
                                        </p:tgtEl>
                                        <p:attrNameLst>
                                          <p:attrName>style.visibility</p:attrName>
                                        </p:attrNameLst>
                                      </p:cBhvr>
                                      <p:to>
                                        <p:strVal val="visible"/>
                                      </p:to>
                                    </p:set>
                                    <p:animEffect transition="in" filter="wipe(left)">
                                      <p:cBhvr>
                                        <p:cTn id="17" dur="500"/>
                                        <p:tgtEl>
                                          <p:spTgt spid="7413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41387"/>
                                        </p:tgtEl>
                                        <p:attrNameLst>
                                          <p:attrName>style.visibility</p:attrName>
                                        </p:attrNameLst>
                                      </p:cBhvr>
                                      <p:to>
                                        <p:strVal val="visible"/>
                                      </p:to>
                                    </p:set>
                                    <p:animEffect transition="in" filter="wipe(left)">
                                      <p:cBhvr>
                                        <p:cTn id="22" dur="500"/>
                                        <p:tgtEl>
                                          <p:spTgt spid="7413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right)">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41431"/>
                                        </p:tgtEl>
                                        <p:attrNameLst>
                                          <p:attrName>style.visibility</p:attrName>
                                        </p:attrNameLst>
                                      </p:cBhvr>
                                      <p:to>
                                        <p:strVal val="visible"/>
                                      </p:to>
                                    </p:set>
                                    <p:animEffect transition="in" filter="wipe(left)">
                                      <p:cBhvr>
                                        <p:cTn id="42" dur="500"/>
                                        <p:tgtEl>
                                          <p:spTgt spid="74143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41430"/>
                                        </p:tgtEl>
                                        <p:attrNameLst>
                                          <p:attrName>style.visibility</p:attrName>
                                        </p:attrNameLst>
                                      </p:cBhvr>
                                      <p:to>
                                        <p:strVal val="visible"/>
                                      </p:to>
                                    </p:set>
                                    <p:animEffect transition="in" filter="wipe(left)">
                                      <p:cBhvr>
                                        <p:cTn id="47" dur="500"/>
                                        <p:tgtEl>
                                          <p:spTgt spid="74143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41381"/>
                                        </p:tgtEl>
                                        <p:attrNameLst>
                                          <p:attrName>style.visibility</p:attrName>
                                        </p:attrNameLst>
                                      </p:cBhvr>
                                      <p:to>
                                        <p:strVal val="visible"/>
                                      </p:to>
                                    </p:set>
                                    <p:animEffect transition="in" filter="wipe(left)">
                                      <p:cBhvr>
                                        <p:cTn id="52" dur="500"/>
                                        <p:tgtEl>
                                          <p:spTgt spid="74138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41382"/>
                                        </p:tgtEl>
                                        <p:attrNameLst>
                                          <p:attrName>style.visibility</p:attrName>
                                        </p:attrNameLst>
                                      </p:cBhvr>
                                      <p:to>
                                        <p:strVal val="visible"/>
                                      </p:to>
                                    </p:set>
                                    <p:animEffect transition="in" filter="wipe(left)">
                                      <p:cBhvr>
                                        <p:cTn id="57" dur="500"/>
                                        <p:tgtEl>
                                          <p:spTgt spid="74138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up)">
                                      <p:cBhvr>
                                        <p:cTn id="62" dur="500"/>
                                        <p:tgtEl>
                                          <p:spTgt spid="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wipe(up)">
                                      <p:cBhvr>
                                        <p:cTn id="67" dur="500"/>
                                        <p:tgtEl>
                                          <p:spTgt spid="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down)">
                                      <p:cBhvr>
                                        <p:cTn id="72" dur="500"/>
                                        <p:tgtEl>
                                          <p:spTgt spid="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741406"/>
                                        </p:tgtEl>
                                        <p:attrNameLst>
                                          <p:attrName>style.visibility</p:attrName>
                                        </p:attrNameLst>
                                      </p:cBhvr>
                                      <p:to>
                                        <p:strVal val="visible"/>
                                      </p:to>
                                    </p:set>
                                    <p:animEffect transition="in" filter="wipe(left)">
                                      <p:cBhvr>
                                        <p:cTn id="77" dur="500"/>
                                        <p:tgtEl>
                                          <p:spTgt spid="74140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741408"/>
                                        </p:tgtEl>
                                        <p:attrNameLst>
                                          <p:attrName>style.visibility</p:attrName>
                                        </p:attrNameLst>
                                      </p:cBhvr>
                                      <p:to>
                                        <p:strVal val="visible"/>
                                      </p:to>
                                    </p:set>
                                    <p:animEffect transition="in" filter="wipe(left)">
                                      <p:cBhvr>
                                        <p:cTn id="82" dur="500"/>
                                        <p:tgtEl>
                                          <p:spTgt spid="741408"/>
                                        </p:tgtEl>
                                      </p:cBhvr>
                                    </p:animEffect>
                                  </p:childTnLst>
                                </p:cTn>
                              </p:par>
                            </p:childTnLst>
                          </p:cTn>
                        </p:par>
                        <p:par>
                          <p:cTn id="83" fill="hold" nodeType="afterGroup">
                            <p:stCondLst>
                              <p:cond delay="500"/>
                            </p:stCondLst>
                            <p:childTnLst>
                              <p:par>
                                <p:cTn id="84" presetID="22" presetClass="entr" presetSubtype="4" fill="hold" nodeType="afterEffect">
                                  <p:stCondLst>
                                    <p:cond delay="0"/>
                                  </p:stCondLst>
                                  <p:childTnLst>
                                    <p:set>
                                      <p:cBhvr>
                                        <p:cTn id="85" dur="1" fill="hold">
                                          <p:stCondLst>
                                            <p:cond delay="0"/>
                                          </p:stCondLst>
                                        </p:cTn>
                                        <p:tgtEl>
                                          <p:spTgt spid="10"/>
                                        </p:tgtEl>
                                        <p:attrNameLst>
                                          <p:attrName>style.visibility</p:attrName>
                                        </p:attrNameLst>
                                      </p:cBhvr>
                                      <p:to>
                                        <p:strVal val="visible"/>
                                      </p:to>
                                    </p:set>
                                    <p:animEffect transition="in" filter="wipe(down)">
                                      <p:cBhvr>
                                        <p:cTn id="86" dur="500"/>
                                        <p:tgtEl>
                                          <p:spTgt spid="1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741428"/>
                                        </p:tgtEl>
                                        <p:attrNameLst>
                                          <p:attrName>style.visibility</p:attrName>
                                        </p:attrNameLst>
                                      </p:cBhvr>
                                      <p:to>
                                        <p:strVal val="visible"/>
                                      </p:to>
                                    </p:set>
                                    <p:animEffect transition="in" filter="wipe(left)">
                                      <p:cBhvr>
                                        <p:cTn id="91" dur="500"/>
                                        <p:tgtEl>
                                          <p:spTgt spid="741428"/>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8"/>
                                        </p:tgtEl>
                                        <p:attrNameLst>
                                          <p:attrName>style.visibility</p:attrName>
                                        </p:attrNameLst>
                                      </p:cBhvr>
                                      <p:to>
                                        <p:strVal val="visible"/>
                                      </p:to>
                                    </p:set>
                                    <p:animEffect transition="in" filter="wipe(left)">
                                      <p:cBhvr>
                                        <p:cTn id="96" dur="500"/>
                                        <p:tgtEl>
                                          <p:spTgt spid="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9"/>
                                        </p:tgtEl>
                                        <p:attrNameLst>
                                          <p:attrName>style.visibility</p:attrName>
                                        </p:attrNameLst>
                                      </p:cBhvr>
                                      <p:to>
                                        <p:strVal val="visible"/>
                                      </p:to>
                                    </p:set>
                                    <p:animEffect transition="in" filter="wipe(left)">
                                      <p:cBhvr>
                                        <p:cTn id="101" dur="500"/>
                                        <p:tgtEl>
                                          <p:spTgt spid="9"/>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741407"/>
                                        </p:tgtEl>
                                        <p:attrNameLst>
                                          <p:attrName>style.visibility</p:attrName>
                                        </p:attrNameLst>
                                      </p:cBhvr>
                                      <p:to>
                                        <p:strVal val="visible"/>
                                      </p:to>
                                    </p:set>
                                    <p:animEffect transition="in" filter="wipe(left)">
                                      <p:cBhvr>
                                        <p:cTn id="106" dur="500"/>
                                        <p:tgtEl>
                                          <p:spTgt spid="741407"/>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741423"/>
                                        </p:tgtEl>
                                        <p:attrNameLst>
                                          <p:attrName>style.visibility</p:attrName>
                                        </p:attrNameLst>
                                      </p:cBhvr>
                                      <p:to>
                                        <p:strVal val="visible"/>
                                      </p:to>
                                    </p:set>
                                    <p:animEffect transition="in" filter="wipe(left)">
                                      <p:cBhvr>
                                        <p:cTn id="111" dur="500"/>
                                        <p:tgtEl>
                                          <p:spTgt spid="741423"/>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741432"/>
                                        </p:tgtEl>
                                        <p:attrNameLst>
                                          <p:attrName>style.visibility</p:attrName>
                                        </p:attrNameLst>
                                      </p:cBhvr>
                                      <p:to>
                                        <p:strVal val="visible"/>
                                      </p:to>
                                    </p:set>
                                    <p:animEffect transition="in" filter="wipe(left)">
                                      <p:cBhvr>
                                        <p:cTn id="116" dur="500"/>
                                        <p:tgtEl>
                                          <p:spTgt spid="741432"/>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741424"/>
                                        </p:tgtEl>
                                        <p:attrNameLst>
                                          <p:attrName>style.visibility</p:attrName>
                                        </p:attrNameLst>
                                      </p:cBhvr>
                                      <p:to>
                                        <p:strVal val="visible"/>
                                      </p:to>
                                    </p:set>
                                    <p:animEffect transition="in" filter="wipe(left)">
                                      <p:cBhvr>
                                        <p:cTn id="121" dur="500"/>
                                        <p:tgtEl>
                                          <p:spTgt spid="741424"/>
                                        </p:tgtEl>
                                      </p:cBhvr>
                                    </p:animEffect>
                                  </p:childTnLst>
                                </p:cTn>
                              </p:par>
                            </p:childTnLst>
                          </p:cTn>
                        </p:par>
                        <p:par>
                          <p:cTn id="122" fill="hold" nodeType="afterGroup">
                            <p:stCondLst>
                              <p:cond delay="500"/>
                            </p:stCondLst>
                            <p:childTnLst>
                              <p:par>
                                <p:cTn id="123" presetID="22" presetClass="entr" presetSubtype="2" fill="hold" nodeType="afterEffect">
                                  <p:stCondLst>
                                    <p:cond delay="0"/>
                                  </p:stCondLst>
                                  <p:childTnLst>
                                    <p:set>
                                      <p:cBhvr>
                                        <p:cTn id="124" dur="1" fill="hold">
                                          <p:stCondLst>
                                            <p:cond delay="0"/>
                                          </p:stCondLst>
                                        </p:cTn>
                                        <p:tgtEl>
                                          <p:spTgt spid="741429"/>
                                        </p:tgtEl>
                                        <p:attrNameLst>
                                          <p:attrName>style.visibility</p:attrName>
                                        </p:attrNameLst>
                                      </p:cBhvr>
                                      <p:to>
                                        <p:strVal val="visible"/>
                                      </p:to>
                                    </p:set>
                                    <p:animEffect transition="in" filter="wipe(right)">
                                      <p:cBhvr>
                                        <p:cTn id="125" dur="500"/>
                                        <p:tgtEl>
                                          <p:spTgt spid="741429"/>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741425"/>
                                        </p:tgtEl>
                                        <p:attrNameLst>
                                          <p:attrName>style.visibility</p:attrName>
                                        </p:attrNameLst>
                                      </p:cBhvr>
                                      <p:to>
                                        <p:strVal val="visible"/>
                                      </p:to>
                                    </p:set>
                                    <p:animEffect transition="in" filter="wipe(left)">
                                      <p:cBhvr>
                                        <p:cTn id="130" dur="500"/>
                                        <p:tgtEl>
                                          <p:spTgt spid="741425"/>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1" fill="hold" nodeType="clickEffect">
                                  <p:stCondLst>
                                    <p:cond delay="0"/>
                                  </p:stCondLst>
                                  <p:childTnLst>
                                    <p:set>
                                      <p:cBhvr>
                                        <p:cTn id="134" dur="1" fill="hold">
                                          <p:stCondLst>
                                            <p:cond delay="0"/>
                                          </p:stCondLst>
                                        </p:cTn>
                                        <p:tgtEl>
                                          <p:spTgt spid="11"/>
                                        </p:tgtEl>
                                        <p:attrNameLst>
                                          <p:attrName>style.visibility</p:attrName>
                                        </p:attrNameLst>
                                      </p:cBhvr>
                                      <p:to>
                                        <p:strVal val="visible"/>
                                      </p:to>
                                    </p:set>
                                    <p:animEffect transition="in" filter="wipe(up)">
                                      <p:cBhvr>
                                        <p:cTn id="135" dur="500"/>
                                        <p:tgtEl>
                                          <p:spTgt spid="11"/>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741426"/>
                                        </p:tgtEl>
                                        <p:attrNameLst>
                                          <p:attrName>style.visibility</p:attrName>
                                        </p:attrNameLst>
                                      </p:cBhvr>
                                      <p:to>
                                        <p:strVal val="visible"/>
                                      </p:to>
                                    </p:set>
                                    <p:animEffect transition="in" filter="wipe(left)">
                                      <p:cBhvr>
                                        <p:cTn id="140" dur="500"/>
                                        <p:tgtEl>
                                          <p:spTgt spid="741426"/>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741427"/>
                                        </p:tgtEl>
                                        <p:attrNameLst>
                                          <p:attrName>style.visibility</p:attrName>
                                        </p:attrNameLst>
                                      </p:cBhvr>
                                      <p:to>
                                        <p:strVal val="visible"/>
                                      </p:to>
                                    </p:set>
                                    <p:animEffect transition="in" filter="wipe(left)">
                                      <p:cBhvr>
                                        <p:cTn id="145" dur="500"/>
                                        <p:tgtEl>
                                          <p:spTgt spid="741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1379" grpId="0"/>
      <p:bldP spid="741380" grpId="0"/>
      <p:bldP spid="741381" grpId="0"/>
      <p:bldP spid="741382" grpId="0"/>
      <p:bldP spid="741383" grpId="0" animBg="1"/>
      <p:bldP spid="741387" grpId="0" animBg="1"/>
      <p:bldP spid="741406" grpId="0"/>
      <p:bldP spid="741407" grpId="0"/>
      <p:bldP spid="741408" grpId="0" animBg="1"/>
      <p:bldP spid="741425" grpId="0"/>
      <p:bldP spid="741428" grpId="0"/>
      <p:bldP spid="741429" grpId="0" animBg="1"/>
      <p:bldP spid="741430" grpId="0"/>
      <p:bldP spid="741431" grpId="0"/>
      <p:bldP spid="741432"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2" name="Text Box 2">
            <a:extLst>
              <a:ext uri="{FF2B5EF4-FFF2-40B4-BE49-F238E27FC236}">
                <a16:creationId xmlns:a16="http://schemas.microsoft.com/office/drawing/2014/main" id="{FD298A7D-A23D-9362-D8C8-78BE595C903D}"/>
              </a:ext>
            </a:extLst>
          </p:cNvPr>
          <p:cNvSpPr txBox="1">
            <a:spLocks noChangeArrowheads="1"/>
          </p:cNvSpPr>
          <p:nvPr/>
        </p:nvSpPr>
        <p:spPr bwMode="auto">
          <a:xfrm>
            <a:off x="569913" y="287338"/>
            <a:ext cx="3744912"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t>圆环受到的摩擦力矩为 </a:t>
            </a:r>
          </a:p>
        </p:txBody>
      </p:sp>
      <p:graphicFrame>
        <p:nvGraphicFramePr>
          <p:cNvPr id="742403" name="Object 2">
            <a:extLst>
              <a:ext uri="{FF2B5EF4-FFF2-40B4-BE49-F238E27FC236}">
                <a16:creationId xmlns:a16="http://schemas.microsoft.com/office/drawing/2014/main" id="{4A82E901-7D1A-533D-5402-39C6E6598263}"/>
              </a:ext>
            </a:extLst>
          </p:cNvPr>
          <p:cNvGraphicFramePr>
            <a:graphicFrameLocks noChangeAspect="1"/>
          </p:cNvGraphicFramePr>
          <p:nvPr/>
        </p:nvGraphicFramePr>
        <p:xfrm>
          <a:off x="1063625" y="985838"/>
          <a:ext cx="1458913" cy="279400"/>
        </p:xfrm>
        <a:graphic>
          <a:graphicData uri="http://schemas.openxmlformats.org/presentationml/2006/ole">
            <mc:AlternateContent xmlns:mc="http://schemas.openxmlformats.org/markup-compatibility/2006">
              <mc:Choice xmlns:v="urn:schemas-microsoft-com:vml" Requires="v">
                <p:oleObj name="公式" r:id="rId2" imgW="1460160" imgH="279360" progId="Equation.3">
                  <p:embed/>
                </p:oleObj>
              </mc:Choice>
              <mc:Fallback>
                <p:oleObj name="公式" r:id="rId2" imgW="1460160" imgH="27936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625" y="985838"/>
                        <a:ext cx="14589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2404" name="Object 3">
            <a:extLst>
              <a:ext uri="{FF2B5EF4-FFF2-40B4-BE49-F238E27FC236}">
                <a16:creationId xmlns:a16="http://schemas.microsoft.com/office/drawing/2014/main" id="{272247AD-62CF-072B-DF94-6F4BC6735105}"/>
              </a:ext>
            </a:extLst>
          </p:cNvPr>
          <p:cNvGraphicFramePr>
            <a:graphicFrameLocks noChangeAspect="1"/>
          </p:cNvGraphicFramePr>
          <p:nvPr/>
        </p:nvGraphicFramePr>
        <p:xfrm>
          <a:off x="2484438" y="752475"/>
          <a:ext cx="1892300" cy="762000"/>
        </p:xfrm>
        <a:graphic>
          <a:graphicData uri="http://schemas.openxmlformats.org/presentationml/2006/ole">
            <mc:AlternateContent xmlns:mc="http://schemas.openxmlformats.org/markup-compatibility/2006">
              <mc:Choice xmlns:v="urn:schemas-microsoft-com:vml" Requires="v">
                <p:oleObj name="公式" r:id="rId4" imgW="1892160" imgH="761760" progId="Equation.3">
                  <p:embed/>
                </p:oleObj>
              </mc:Choice>
              <mc:Fallback>
                <p:oleObj name="公式" r:id="rId4" imgW="1892160" imgH="76176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752475"/>
                        <a:ext cx="18923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2405" name="Text Box 5">
            <a:extLst>
              <a:ext uri="{FF2B5EF4-FFF2-40B4-BE49-F238E27FC236}">
                <a16:creationId xmlns:a16="http://schemas.microsoft.com/office/drawing/2014/main" id="{C7E323A2-87B2-D4E7-3843-31592CD541CC}"/>
              </a:ext>
            </a:extLst>
          </p:cNvPr>
          <p:cNvSpPr txBox="1">
            <a:spLocks noChangeArrowheads="1"/>
          </p:cNvSpPr>
          <p:nvPr/>
        </p:nvSpPr>
        <p:spPr bwMode="auto">
          <a:xfrm>
            <a:off x="4367213" y="681038"/>
            <a:ext cx="3792537"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sz="2000">
                <a:solidFill>
                  <a:srgbClr val="00FFFF"/>
                </a:solidFill>
              </a:rPr>
              <a:t>（式中力矩取负号是因为摩擦力矩的方向与选取的正方向相反） </a:t>
            </a:r>
          </a:p>
        </p:txBody>
      </p:sp>
      <p:sp>
        <p:nvSpPr>
          <p:cNvPr id="742406" name="Text Box 6">
            <a:extLst>
              <a:ext uri="{FF2B5EF4-FFF2-40B4-BE49-F238E27FC236}">
                <a16:creationId xmlns:a16="http://schemas.microsoft.com/office/drawing/2014/main" id="{4A0C4AC1-406D-4B36-AB94-93093D3FCC80}"/>
              </a:ext>
            </a:extLst>
          </p:cNvPr>
          <p:cNvSpPr txBox="1">
            <a:spLocks noChangeArrowheads="1"/>
          </p:cNvSpPr>
          <p:nvPr/>
        </p:nvSpPr>
        <p:spPr bwMode="auto">
          <a:xfrm>
            <a:off x="350838" y="1443038"/>
            <a:ext cx="489585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t>整个薄圆盘受到的摩擦力矩为</a:t>
            </a:r>
          </a:p>
        </p:txBody>
      </p:sp>
      <p:graphicFrame>
        <p:nvGraphicFramePr>
          <p:cNvPr id="742407" name="Object 4">
            <a:extLst>
              <a:ext uri="{FF2B5EF4-FFF2-40B4-BE49-F238E27FC236}">
                <a16:creationId xmlns:a16="http://schemas.microsoft.com/office/drawing/2014/main" id="{495A963D-D33A-109E-4C53-DFF8D26D02F8}"/>
              </a:ext>
            </a:extLst>
          </p:cNvPr>
          <p:cNvGraphicFramePr>
            <a:graphicFrameLocks noChangeAspect="1"/>
          </p:cNvGraphicFramePr>
          <p:nvPr/>
        </p:nvGraphicFramePr>
        <p:xfrm>
          <a:off x="795338" y="2216150"/>
          <a:ext cx="1460500" cy="508000"/>
        </p:xfrm>
        <a:graphic>
          <a:graphicData uri="http://schemas.openxmlformats.org/presentationml/2006/ole">
            <mc:AlternateContent xmlns:mc="http://schemas.openxmlformats.org/markup-compatibility/2006">
              <mc:Choice xmlns:v="urn:schemas-microsoft-com:vml" Requires="v">
                <p:oleObj name="公式" r:id="rId6" imgW="1460160" imgH="507960" progId="Equation.3">
                  <p:embed/>
                </p:oleObj>
              </mc:Choice>
              <mc:Fallback>
                <p:oleObj name="公式" r:id="rId6" imgW="1460160" imgH="50796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5338" y="2216150"/>
                        <a:ext cx="14605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2408" name="Object 5">
            <a:extLst>
              <a:ext uri="{FF2B5EF4-FFF2-40B4-BE49-F238E27FC236}">
                <a16:creationId xmlns:a16="http://schemas.microsoft.com/office/drawing/2014/main" id="{7E04D510-74C0-451C-CCBC-D1996EC7DD05}"/>
              </a:ext>
            </a:extLst>
          </p:cNvPr>
          <p:cNvGraphicFramePr>
            <a:graphicFrameLocks noChangeAspect="1"/>
          </p:cNvGraphicFramePr>
          <p:nvPr/>
        </p:nvGraphicFramePr>
        <p:xfrm>
          <a:off x="2174875" y="2046288"/>
          <a:ext cx="2157413" cy="762000"/>
        </p:xfrm>
        <a:graphic>
          <a:graphicData uri="http://schemas.openxmlformats.org/presentationml/2006/ole">
            <mc:AlternateContent xmlns:mc="http://schemas.openxmlformats.org/markup-compatibility/2006">
              <mc:Choice xmlns:v="urn:schemas-microsoft-com:vml" Requires="v">
                <p:oleObj name="公式" r:id="rId8" imgW="2158920" imgH="761760" progId="Equation.3">
                  <p:embed/>
                </p:oleObj>
              </mc:Choice>
              <mc:Fallback>
                <p:oleObj name="公式" r:id="rId8" imgW="2158920" imgH="76176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74875" y="2046288"/>
                        <a:ext cx="2157413"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2409" name="Object 6">
            <a:extLst>
              <a:ext uri="{FF2B5EF4-FFF2-40B4-BE49-F238E27FC236}">
                <a16:creationId xmlns:a16="http://schemas.microsoft.com/office/drawing/2014/main" id="{38AAA850-E15F-1658-4587-F1E9E283CA75}"/>
              </a:ext>
            </a:extLst>
          </p:cNvPr>
          <p:cNvGraphicFramePr>
            <a:graphicFrameLocks noChangeAspect="1"/>
          </p:cNvGraphicFramePr>
          <p:nvPr/>
        </p:nvGraphicFramePr>
        <p:xfrm>
          <a:off x="4389438" y="2078038"/>
          <a:ext cx="1562100" cy="723900"/>
        </p:xfrm>
        <a:graphic>
          <a:graphicData uri="http://schemas.openxmlformats.org/presentationml/2006/ole">
            <mc:AlternateContent xmlns:mc="http://schemas.openxmlformats.org/markup-compatibility/2006">
              <mc:Choice xmlns:v="urn:schemas-microsoft-com:vml" Requires="v">
                <p:oleObj name="公式" r:id="rId10" imgW="1562040" imgH="723600" progId="Equation.3">
                  <p:embed/>
                </p:oleObj>
              </mc:Choice>
              <mc:Fallback>
                <p:oleObj name="公式" r:id="rId10" imgW="1562040" imgH="7236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89438" y="2078038"/>
                        <a:ext cx="1562100"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2410" name="Text Box 10">
            <a:extLst>
              <a:ext uri="{FF2B5EF4-FFF2-40B4-BE49-F238E27FC236}">
                <a16:creationId xmlns:a16="http://schemas.microsoft.com/office/drawing/2014/main" id="{14B4A3D2-C31D-022D-0BB5-84BB6431AF50}"/>
              </a:ext>
            </a:extLst>
          </p:cNvPr>
          <p:cNvSpPr txBox="1">
            <a:spLocks noChangeArrowheads="1"/>
          </p:cNvSpPr>
          <p:nvPr/>
        </p:nvSpPr>
        <p:spPr bwMode="auto">
          <a:xfrm>
            <a:off x="479425" y="2711450"/>
            <a:ext cx="4465638"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t>由刚体定轴转动定律有</a:t>
            </a:r>
          </a:p>
        </p:txBody>
      </p:sp>
      <p:graphicFrame>
        <p:nvGraphicFramePr>
          <p:cNvPr id="742411" name="Object 7">
            <a:extLst>
              <a:ext uri="{FF2B5EF4-FFF2-40B4-BE49-F238E27FC236}">
                <a16:creationId xmlns:a16="http://schemas.microsoft.com/office/drawing/2014/main" id="{712C06DC-1496-305B-CCAA-807FD438CFB6}"/>
              </a:ext>
            </a:extLst>
          </p:cNvPr>
          <p:cNvGraphicFramePr>
            <a:graphicFrameLocks noChangeAspect="1"/>
          </p:cNvGraphicFramePr>
          <p:nvPr/>
        </p:nvGraphicFramePr>
        <p:xfrm>
          <a:off x="1239838" y="3429000"/>
          <a:ext cx="2271712" cy="723900"/>
        </p:xfrm>
        <a:graphic>
          <a:graphicData uri="http://schemas.openxmlformats.org/presentationml/2006/ole">
            <mc:AlternateContent xmlns:mc="http://schemas.openxmlformats.org/markup-compatibility/2006">
              <mc:Choice xmlns:v="urn:schemas-microsoft-com:vml" Requires="v">
                <p:oleObj name="公式" r:id="rId12" imgW="2273040" imgH="723600" progId="Equation.3">
                  <p:embed/>
                </p:oleObj>
              </mc:Choice>
              <mc:Fallback>
                <p:oleObj name="公式" r:id="rId12" imgW="2273040" imgH="72360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39838" y="3429000"/>
                        <a:ext cx="2271712"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2412" name="Object 8">
            <a:extLst>
              <a:ext uri="{FF2B5EF4-FFF2-40B4-BE49-F238E27FC236}">
                <a16:creationId xmlns:a16="http://schemas.microsoft.com/office/drawing/2014/main" id="{0F466427-2E70-48DF-2FFE-D395D274B7AF}"/>
              </a:ext>
            </a:extLst>
          </p:cNvPr>
          <p:cNvGraphicFramePr>
            <a:graphicFrameLocks noChangeAspect="1"/>
          </p:cNvGraphicFramePr>
          <p:nvPr/>
        </p:nvGraphicFramePr>
        <p:xfrm>
          <a:off x="6070600" y="3344863"/>
          <a:ext cx="1892300" cy="800100"/>
        </p:xfrm>
        <a:graphic>
          <a:graphicData uri="http://schemas.openxmlformats.org/presentationml/2006/ole">
            <mc:AlternateContent xmlns:mc="http://schemas.openxmlformats.org/markup-compatibility/2006">
              <mc:Choice xmlns:v="urn:schemas-microsoft-com:vml" Requires="v">
                <p:oleObj name="公式" r:id="rId14" imgW="1892160" imgH="799920" progId="Equation.3">
                  <p:embed/>
                </p:oleObj>
              </mc:Choice>
              <mc:Fallback>
                <p:oleObj name="公式" r:id="rId14" imgW="1892160" imgH="79992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70600" y="3344863"/>
                        <a:ext cx="189230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2413" name="Object 9">
            <a:extLst>
              <a:ext uri="{FF2B5EF4-FFF2-40B4-BE49-F238E27FC236}">
                <a16:creationId xmlns:a16="http://schemas.microsoft.com/office/drawing/2014/main" id="{9D605DC5-1EF4-0B07-3B97-D9DEF895FD81}"/>
              </a:ext>
            </a:extLst>
          </p:cNvPr>
          <p:cNvGraphicFramePr>
            <a:graphicFrameLocks noChangeAspect="1"/>
          </p:cNvGraphicFramePr>
          <p:nvPr/>
        </p:nvGraphicFramePr>
        <p:xfrm>
          <a:off x="4238625" y="3165475"/>
          <a:ext cx="1209675" cy="579438"/>
        </p:xfrm>
        <a:graphic>
          <a:graphicData uri="http://schemas.openxmlformats.org/presentationml/2006/ole">
            <mc:AlternateContent xmlns:mc="http://schemas.openxmlformats.org/markup-compatibility/2006">
              <mc:Choice xmlns:v="urn:schemas-microsoft-com:vml" Requires="v">
                <p:oleObj name="公式" r:id="rId16" imgW="1511280" imgH="723600" progId="Equation.3">
                  <p:embed/>
                </p:oleObj>
              </mc:Choice>
              <mc:Fallback>
                <p:oleObj name="公式" r:id="rId16" imgW="1511280" imgH="723600"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38625" y="3165475"/>
                        <a:ext cx="1209675"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2414" name="Text Box 14">
            <a:extLst>
              <a:ext uri="{FF2B5EF4-FFF2-40B4-BE49-F238E27FC236}">
                <a16:creationId xmlns:a16="http://schemas.microsoft.com/office/drawing/2014/main" id="{338EE0F3-DF7A-918C-A6F9-E9F7856CDF15}"/>
              </a:ext>
            </a:extLst>
          </p:cNvPr>
          <p:cNvSpPr txBox="1">
            <a:spLocks noChangeArrowheads="1"/>
          </p:cNvSpPr>
          <p:nvPr/>
        </p:nvSpPr>
        <p:spPr bwMode="auto">
          <a:xfrm>
            <a:off x="450850" y="4033838"/>
            <a:ext cx="464343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t>积分并代入初始条件，有</a:t>
            </a:r>
          </a:p>
        </p:txBody>
      </p:sp>
      <p:graphicFrame>
        <p:nvGraphicFramePr>
          <p:cNvPr id="742415" name="Object 10">
            <a:extLst>
              <a:ext uri="{FF2B5EF4-FFF2-40B4-BE49-F238E27FC236}">
                <a16:creationId xmlns:a16="http://schemas.microsoft.com/office/drawing/2014/main" id="{470D679F-6031-0B00-21DC-83D9DE7F9380}"/>
              </a:ext>
            </a:extLst>
          </p:cNvPr>
          <p:cNvGraphicFramePr>
            <a:graphicFrameLocks noChangeAspect="1"/>
          </p:cNvGraphicFramePr>
          <p:nvPr/>
        </p:nvGraphicFramePr>
        <p:xfrm>
          <a:off x="622300" y="4679950"/>
          <a:ext cx="2411413" cy="800100"/>
        </p:xfrm>
        <a:graphic>
          <a:graphicData uri="http://schemas.openxmlformats.org/presentationml/2006/ole">
            <mc:AlternateContent xmlns:mc="http://schemas.openxmlformats.org/markup-compatibility/2006">
              <mc:Choice xmlns:v="urn:schemas-microsoft-com:vml" Requires="v">
                <p:oleObj name="公式" r:id="rId18" imgW="2412720" imgH="799920" progId="Equation.3">
                  <p:embed/>
                </p:oleObj>
              </mc:Choice>
              <mc:Fallback>
                <p:oleObj name="公式" r:id="rId18" imgW="2412720" imgH="799920"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22300" y="4679950"/>
                        <a:ext cx="2411413"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2416" name="AutoShape 16">
            <a:extLst>
              <a:ext uri="{FF2B5EF4-FFF2-40B4-BE49-F238E27FC236}">
                <a16:creationId xmlns:a16="http://schemas.microsoft.com/office/drawing/2014/main" id="{03253C7B-AEBA-8943-71F4-F8A9E811380D}"/>
              </a:ext>
            </a:extLst>
          </p:cNvPr>
          <p:cNvSpPr>
            <a:spLocks noChangeArrowheads="1"/>
          </p:cNvSpPr>
          <p:nvPr/>
        </p:nvSpPr>
        <p:spPr bwMode="auto">
          <a:xfrm>
            <a:off x="4146550" y="3771900"/>
            <a:ext cx="1539875" cy="214313"/>
          </a:xfrm>
          <a:prstGeom prst="rightArrow">
            <a:avLst>
              <a:gd name="adj1" fmla="val 50000"/>
              <a:gd name="adj2" fmla="val 179629"/>
            </a:avLst>
          </a:prstGeom>
          <a:solidFill>
            <a:srgbClr val="00FFFF">
              <a:alpha val="70000"/>
            </a:srgbClr>
          </a:solidFill>
          <a:ln w="9525">
            <a:solidFill>
              <a:srgbClr val="DDDDDD">
                <a:alpha val="50000"/>
              </a:srgbClr>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42417" name="AutoShape 17">
            <a:extLst>
              <a:ext uri="{FF2B5EF4-FFF2-40B4-BE49-F238E27FC236}">
                <a16:creationId xmlns:a16="http://schemas.microsoft.com/office/drawing/2014/main" id="{7AC237AB-E0B7-8528-9A29-E5C3C6293D96}"/>
              </a:ext>
            </a:extLst>
          </p:cNvPr>
          <p:cNvSpPr>
            <a:spLocks noChangeArrowheads="1"/>
          </p:cNvSpPr>
          <p:nvPr/>
        </p:nvSpPr>
        <p:spPr bwMode="auto">
          <a:xfrm>
            <a:off x="738188" y="5702300"/>
            <a:ext cx="546100" cy="266700"/>
          </a:xfrm>
          <a:prstGeom prst="rightArrow">
            <a:avLst>
              <a:gd name="adj1" fmla="val 50000"/>
              <a:gd name="adj2" fmla="val 51190"/>
            </a:avLst>
          </a:prstGeom>
          <a:solidFill>
            <a:srgbClr val="00FFFF">
              <a:alpha val="70000"/>
            </a:srgbClr>
          </a:solidFill>
          <a:ln w="9525">
            <a:solidFill>
              <a:srgbClr val="DDDDDD">
                <a:alpha val="50000"/>
              </a:srgbClr>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42418" name="Object 11">
            <a:extLst>
              <a:ext uri="{FF2B5EF4-FFF2-40B4-BE49-F238E27FC236}">
                <a16:creationId xmlns:a16="http://schemas.microsoft.com/office/drawing/2014/main" id="{B8E2A26C-0913-A7DF-B9F5-0B6B63F2E1E6}"/>
              </a:ext>
            </a:extLst>
          </p:cNvPr>
          <p:cNvGraphicFramePr>
            <a:graphicFrameLocks noChangeAspect="1"/>
          </p:cNvGraphicFramePr>
          <p:nvPr/>
        </p:nvGraphicFramePr>
        <p:xfrm>
          <a:off x="1549400" y="5462588"/>
          <a:ext cx="1282700" cy="914400"/>
        </p:xfrm>
        <a:graphic>
          <a:graphicData uri="http://schemas.openxmlformats.org/presentationml/2006/ole">
            <mc:AlternateContent xmlns:mc="http://schemas.openxmlformats.org/markup-compatibility/2006">
              <mc:Choice xmlns:v="urn:schemas-microsoft-com:vml" Requires="v">
                <p:oleObj name="公式" r:id="rId20" imgW="1282680" imgH="914400" progId="Equation.3">
                  <p:embed/>
                </p:oleObj>
              </mc:Choice>
              <mc:Fallback>
                <p:oleObj name="公式" r:id="rId20" imgW="1282680" imgH="914400" progId="Equation.3">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49400" y="5462588"/>
                        <a:ext cx="12827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2419" name="Rectangle 19">
            <a:extLst>
              <a:ext uri="{FF2B5EF4-FFF2-40B4-BE49-F238E27FC236}">
                <a16:creationId xmlns:a16="http://schemas.microsoft.com/office/drawing/2014/main" id="{BA38AE06-3ADA-A9B8-288D-8A3F3CED4037}"/>
              </a:ext>
            </a:extLst>
          </p:cNvPr>
          <p:cNvSpPr>
            <a:spLocks noChangeArrowheads="1"/>
          </p:cNvSpPr>
          <p:nvPr/>
        </p:nvSpPr>
        <p:spPr bwMode="auto">
          <a:xfrm>
            <a:off x="3629025" y="4662488"/>
            <a:ext cx="4535488" cy="1584325"/>
          </a:xfrm>
          <a:prstGeom prst="rect">
            <a:avLst/>
          </a:prstGeom>
          <a:solidFill>
            <a:srgbClr val="0000CC"/>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42420" name="Object 12">
            <a:extLst>
              <a:ext uri="{FF2B5EF4-FFF2-40B4-BE49-F238E27FC236}">
                <a16:creationId xmlns:a16="http://schemas.microsoft.com/office/drawing/2014/main" id="{3ED6B5B8-1AC7-153E-A6DA-ABBF8C17AD3F}"/>
              </a:ext>
            </a:extLst>
          </p:cNvPr>
          <p:cNvGraphicFramePr>
            <a:graphicFrameLocks/>
          </p:cNvGraphicFramePr>
          <p:nvPr/>
        </p:nvGraphicFramePr>
        <p:xfrm>
          <a:off x="6003925" y="4662488"/>
          <a:ext cx="1257300" cy="696912"/>
        </p:xfrm>
        <a:graphic>
          <a:graphicData uri="http://schemas.openxmlformats.org/presentationml/2006/ole">
            <mc:AlternateContent xmlns:mc="http://schemas.openxmlformats.org/markup-compatibility/2006">
              <mc:Choice xmlns:v="urn:schemas-microsoft-com:vml" Requires="v">
                <p:oleObj name="公式" r:id="rId22" imgW="1396800" imgH="774360" progId="Equation.3">
                  <p:embed/>
                </p:oleObj>
              </mc:Choice>
              <mc:Fallback>
                <p:oleObj name="公式" r:id="rId22" imgW="1396800" imgH="774360" progId="Equation.3">
                  <p:embed/>
                  <p:pic>
                    <p:nvPicPr>
                      <p:cNvPr id="0" name="Object 1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03925" y="4662488"/>
                        <a:ext cx="1257300"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2421" name="Object 13">
            <a:extLst>
              <a:ext uri="{FF2B5EF4-FFF2-40B4-BE49-F238E27FC236}">
                <a16:creationId xmlns:a16="http://schemas.microsoft.com/office/drawing/2014/main" id="{BB8F2F34-7C86-A687-1871-1354B8083C15}"/>
              </a:ext>
            </a:extLst>
          </p:cNvPr>
          <p:cNvGraphicFramePr>
            <a:graphicFrameLocks/>
          </p:cNvGraphicFramePr>
          <p:nvPr/>
        </p:nvGraphicFramePr>
        <p:xfrm>
          <a:off x="5427663" y="5383213"/>
          <a:ext cx="2525712" cy="696912"/>
        </p:xfrm>
        <a:graphic>
          <a:graphicData uri="http://schemas.openxmlformats.org/presentationml/2006/ole">
            <mc:AlternateContent xmlns:mc="http://schemas.openxmlformats.org/markup-compatibility/2006">
              <mc:Choice xmlns:v="urn:schemas-microsoft-com:vml" Requires="v">
                <p:oleObj name="公式" r:id="rId24" imgW="2806560" imgH="774360" progId="Equation.3">
                  <p:embed/>
                </p:oleObj>
              </mc:Choice>
              <mc:Fallback>
                <p:oleObj name="公式" r:id="rId24" imgW="2806560" imgH="774360" progId="Equation.3">
                  <p:embed/>
                  <p:pic>
                    <p:nvPicPr>
                      <p:cNvPr id="0" name="Object 13"/>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427663" y="5383213"/>
                        <a:ext cx="2525712"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2422" name="Object 14">
            <a:extLst>
              <a:ext uri="{FF2B5EF4-FFF2-40B4-BE49-F238E27FC236}">
                <a16:creationId xmlns:a16="http://schemas.microsoft.com/office/drawing/2014/main" id="{0EBAF969-5D8F-59F5-A88E-5C0655130DBB}"/>
              </a:ext>
            </a:extLst>
          </p:cNvPr>
          <p:cNvGraphicFramePr>
            <a:graphicFrameLocks/>
          </p:cNvGraphicFramePr>
          <p:nvPr/>
        </p:nvGraphicFramePr>
        <p:xfrm>
          <a:off x="3860800" y="5405438"/>
          <a:ext cx="1279525" cy="696912"/>
        </p:xfrm>
        <a:graphic>
          <a:graphicData uri="http://schemas.openxmlformats.org/presentationml/2006/ole">
            <mc:AlternateContent xmlns:mc="http://schemas.openxmlformats.org/markup-compatibility/2006">
              <mc:Choice xmlns:v="urn:schemas-microsoft-com:vml" Requires="v">
                <p:oleObj name="公式" r:id="rId26" imgW="1422360" imgH="774360" progId="Equation.3">
                  <p:embed/>
                </p:oleObj>
              </mc:Choice>
              <mc:Fallback>
                <p:oleObj name="公式" r:id="rId26" imgW="1422360" imgH="774360" progId="Equation.3">
                  <p:embed/>
                  <p:pic>
                    <p:nvPicPr>
                      <p:cNvPr id="0" name="Object 14"/>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60800" y="5405438"/>
                        <a:ext cx="1279525"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42402"/>
                                        </p:tgtEl>
                                        <p:attrNameLst>
                                          <p:attrName>style.visibility</p:attrName>
                                        </p:attrNameLst>
                                      </p:cBhvr>
                                      <p:to>
                                        <p:strVal val="visible"/>
                                      </p:to>
                                    </p:set>
                                    <p:animEffect transition="in" filter="wipe(left)">
                                      <p:cBhvr>
                                        <p:cTn id="7" dur="500"/>
                                        <p:tgtEl>
                                          <p:spTgt spid="7424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42403"/>
                                        </p:tgtEl>
                                        <p:attrNameLst>
                                          <p:attrName>style.visibility</p:attrName>
                                        </p:attrNameLst>
                                      </p:cBhvr>
                                      <p:to>
                                        <p:strVal val="visible"/>
                                      </p:to>
                                    </p:set>
                                    <p:animEffect transition="in" filter="wipe(left)">
                                      <p:cBhvr>
                                        <p:cTn id="12" dur="500"/>
                                        <p:tgtEl>
                                          <p:spTgt spid="7424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42404"/>
                                        </p:tgtEl>
                                        <p:attrNameLst>
                                          <p:attrName>style.visibility</p:attrName>
                                        </p:attrNameLst>
                                      </p:cBhvr>
                                      <p:to>
                                        <p:strVal val="visible"/>
                                      </p:to>
                                    </p:set>
                                    <p:animEffect transition="in" filter="wipe(left)">
                                      <p:cBhvr>
                                        <p:cTn id="17" dur="500"/>
                                        <p:tgtEl>
                                          <p:spTgt spid="7424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42405"/>
                                        </p:tgtEl>
                                        <p:attrNameLst>
                                          <p:attrName>style.visibility</p:attrName>
                                        </p:attrNameLst>
                                      </p:cBhvr>
                                      <p:to>
                                        <p:strVal val="visible"/>
                                      </p:to>
                                    </p:set>
                                    <p:animEffect transition="in" filter="wipe(left)">
                                      <p:cBhvr>
                                        <p:cTn id="22" dur="500"/>
                                        <p:tgtEl>
                                          <p:spTgt spid="7424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42406"/>
                                        </p:tgtEl>
                                        <p:attrNameLst>
                                          <p:attrName>style.visibility</p:attrName>
                                        </p:attrNameLst>
                                      </p:cBhvr>
                                      <p:to>
                                        <p:strVal val="visible"/>
                                      </p:to>
                                    </p:set>
                                    <p:animEffect transition="in" filter="wipe(left)">
                                      <p:cBhvr>
                                        <p:cTn id="27" dur="500"/>
                                        <p:tgtEl>
                                          <p:spTgt spid="74240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42407"/>
                                        </p:tgtEl>
                                        <p:attrNameLst>
                                          <p:attrName>style.visibility</p:attrName>
                                        </p:attrNameLst>
                                      </p:cBhvr>
                                      <p:to>
                                        <p:strVal val="visible"/>
                                      </p:to>
                                    </p:set>
                                    <p:animEffect transition="in" filter="wipe(left)">
                                      <p:cBhvr>
                                        <p:cTn id="32" dur="500"/>
                                        <p:tgtEl>
                                          <p:spTgt spid="7424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42408"/>
                                        </p:tgtEl>
                                        <p:attrNameLst>
                                          <p:attrName>style.visibility</p:attrName>
                                        </p:attrNameLst>
                                      </p:cBhvr>
                                      <p:to>
                                        <p:strVal val="visible"/>
                                      </p:to>
                                    </p:set>
                                    <p:animEffect transition="in" filter="wipe(left)">
                                      <p:cBhvr>
                                        <p:cTn id="37" dur="500"/>
                                        <p:tgtEl>
                                          <p:spTgt spid="74240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42409"/>
                                        </p:tgtEl>
                                        <p:attrNameLst>
                                          <p:attrName>style.visibility</p:attrName>
                                        </p:attrNameLst>
                                      </p:cBhvr>
                                      <p:to>
                                        <p:strVal val="visible"/>
                                      </p:to>
                                    </p:set>
                                    <p:animEffect transition="in" filter="wipe(left)">
                                      <p:cBhvr>
                                        <p:cTn id="42" dur="500"/>
                                        <p:tgtEl>
                                          <p:spTgt spid="74240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42410"/>
                                        </p:tgtEl>
                                        <p:attrNameLst>
                                          <p:attrName>style.visibility</p:attrName>
                                        </p:attrNameLst>
                                      </p:cBhvr>
                                      <p:to>
                                        <p:strVal val="visible"/>
                                      </p:to>
                                    </p:set>
                                    <p:animEffect transition="in" filter="wipe(left)">
                                      <p:cBhvr>
                                        <p:cTn id="47" dur="500"/>
                                        <p:tgtEl>
                                          <p:spTgt spid="7424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42411"/>
                                        </p:tgtEl>
                                        <p:attrNameLst>
                                          <p:attrName>style.visibility</p:attrName>
                                        </p:attrNameLst>
                                      </p:cBhvr>
                                      <p:to>
                                        <p:strVal val="visible"/>
                                      </p:to>
                                    </p:set>
                                    <p:animEffect transition="in" filter="wipe(left)">
                                      <p:cBhvr>
                                        <p:cTn id="52" dur="500"/>
                                        <p:tgtEl>
                                          <p:spTgt spid="74241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42413"/>
                                        </p:tgtEl>
                                        <p:attrNameLst>
                                          <p:attrName>style.visibility</p:attrName>
                                        </p:attrNameLst>
                                      </p:cBhvr>
                                      <p:to>
                                        <p:strVal val="visible"/>
                                      </p:to>
                                    </p:set>
                                    <p:animEffect transition="in" filter="wipe(left)">
                                      <p:cBhvr>
                                        <p:cTn id="57" dur="500"/>
                                        <p:tgtEl>
                                          <p:spTgt spid="74241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42416"/>
                                        </p:tgtEl>
                                        <p:attrNameLst>
                                          <p:attrName>style.visibility</p:attrName>
                                        </p:attrNameLst>
                                      </p:cBhvr>
                                      <p:to>
                                        <p:strVal val="visible"/>
                                      </p:to>
                                    </p:set>
                                    <p:animEffect transition="in" filter="wipe(left)">
                                      <p:cBhvr>
                                        <p:cTn id="62" dur="500"/>
                                        <p:tgtEl>
                                          <p:spTgt spid="74241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742412"/>
                                        </p:tgtEl>
                                        <p:attrNameLst>
                                          <p:attrName>style.visibility</p:attrName>
                                        </p:attrNameLst>
                                      </p:cBhvr>
                                      <p:to>
                                        <p:strVal val="visible"/>
                                      </p:to>
                                    </p:set>
                                    <p:animEffect transition="in" filter="wipe(left)">
                                      <p:cBhvr>
                                        <p:cTn id="67" dur="500"/>
                                        <p:tgtEl>
                                          <p:spTgt spid="74241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742414"/>
                                        </p:tgtEl>
                                        <p:attrNameLst>
                                          <p:attrName>style.visibility</p:attrName>
                                        </p:attrNameLst>
                                      </p:cBhvr>
                                      <p:to>
                                        <p:strVal val="visible"/>
                                      </p:to>
                                    </p:set>
                                    <p:animEffect transition="in" filter="wipe(left)">
                                      <p:cBhvr>
                                        <p:cTn id="72" dur="500"/>
                                        <p:tgtEl>
                                          <p:spTgt spid="74241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742415"/>
                                        </p:tgtEl>
                                        <p:attrNameLst>
                                          <p:attrName>style.visibility</p:attrName>
                                        </p:attrNameLst>
                                      </p:cBhvr>
                                      <p:to>
                                        <p:strVal val="visible"/>
                                      </p:to>
                                    </p:set>
                                    <p:animEffect transition="in" filter="wipe(left)">
                                      <p:cBhvr>
                                        <p:cTn id="77" dur="500"/>
                                        <p:tgtEl>
                                          <p:spTgt spid="74241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742417"/>
                                        </p:tgtEl>
                                        <p:attrNameLst>
                                          <p:attrName>style.visibility</p:attrName>
                                        </p:attrNameLst>
                                      </p:cBhvr>
                                      <p:to>
                                        <p:strVal val="visible"/>
                                      </p:to>
                                    </p:set>
                                    <p:animEffect transition="in" filter="wipe(left)">
                                      <p:cBhvr>
                                        <p:cTn id="82" dur="500"/>
                                        <p:tgtEl>
                                          <p:spTgt spid="74241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742418"/>
                                        </p:tgtEl>
                                        <p:attrNameLst>
                                          <p:attrName>style.visibility</p:attrName>
                                        </p:attrNameLst>
                                      </p:cBhvr>
                                      <p:to>
                                        <p:strVal val="visible"/>
                                      </p:to>
                                    </p:set>
                                    <p:animEffect transition="in" filter="wipe(left)">
                                      <p:cBhvr>
                                        <p:cTn id="87" dur="500"/>
                                        <p:tgtEl>
                                          <p:spTgt spid="74241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742419"/>
                                        </p:tgtEl>
                                        <p:attrNameLst>
                                          <p:attrName>style.visibility</p:attrName>
                                        </p:attrNameLst>
                                      </p:cBhvr>
                                      <p:to>
                                        <p:strVal val="visible"/>
                                      </p:to>
                                    </p:set>
                                    <p:animEffect transition="in" filter="wipe(left)">
                                      <p:cBhvr>
                                        <p:cTn id="92" dur="500"/>
                                        <p:tgtEl>
                                          <p:spTgt spid="74241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742420"/>
                                        </p:tgtEl>
                                        <p:attrNameLst>
                                          <p:attrName>style.visibility</p:attrName>
                                        </p:attrNameLst>
                                      </p:cBhvr>
                                      <p:to>
                                        <p:strVal val="visible"/>
                                      </p:to>
                                    </p:set>
                                    <p:animEffect transition="in" filter="wipe(left)">
                                      <p:cBhvr>
                                        <p:cTn id="97" dur="500"/>
                                        <p:tgtEl>
                                          <p:spTgt spid="742420"/>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742421"/>
                                        </p:tgtEl>
                                        <p:attrNameLst>
                                          <p:attrName>style.visibility</p:attrName>
                                        </p:attrNameLst>
                                      </p:cBhvr>
                                      <p:to>
                                        <p:strVal val="visible"/>
                                      </p:to>
                                    </p:set>
                                    <p:animEffect transition="in" filter="wipe(left)">
                                      <p:cBhvr>
                                        <p:cTn id="102" dur="500"/>
                                        <p:tgtEl>
                                          <p:spTgt spid="74242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742422"/>
                                        </p:tgtEl>
                                        <p:attrNameLst>
                                          <p:attrName>style.visibility</p:attrName>
                                        </p:attrNameLst>
                                      </p:cBhvr>
                                      <p:to>
                                        <p:strVal val="visible"/>
                                      </p:to>
                                    </p:set>
                                    <p:animEffect transition="in" filter="wipe(left)">
                                      <p:cBhvr>
                                        <p:cTn id="107" dur="500"/>
                                        <p:tgtEl>
                                          <p:spTgt spid="742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02" grpId="0"/>
      <p:bldP spid="742405" grpId="0"/>
      <p:bldP spid="742406" grpId="0"/>
      <p:bldP spid="742410" grpId="0"/>
      <p:bldP spid="742414" grpId="0"/>
      <p:bldP spid="742416" grpId="0" animBg="1"/>
      <p:bldP spid="742417" grpId="0" animBg="1"/>
      <p:bldP spid="7424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Oval 2">
            <a:extLst>
              <a:ext uri="{FF2B5EF4-FFF2-40B4-BE49-F238E27FC236}">
                <a16:creationId xmlns:a16="http://schemas.microsoft.com/office/drawing/2014/main" id="{C2647FB4-E608-7368-FC77-C26C0DC4E039}"/>
              </a:ext>
            </a:extLst>
          </p:cNvPr>
          <p:cNvSpPr>
            <a:spLocks noChangeArrowheads="1"/>
          </p:cNvSpPr>
          <p:nvPr/>
        </p:nvSpPr>
        <p:spPr bwMode="auto">
          <a:xfrm>
            <a:off x="6400800" y="1316038"/>
            <a:ext cx="1897063" cy="2359025"/>
          </a:xfrm>
          <a:prstGeom prst="ellipse">
            <a:avLst/>
          </a:prstGeom>
          <a:gradFill rotWithShape="1">
            <a:gsLst>
              <a:gs pos="0">
                <a:srgbClr val="FFCC99"/>
              </a:gs>
              <a:gs pos="100000">
                <a:srgbClr val="FF9900"/>
              </a:gs>
            </a:gsLst>
            <a:path path="shape">
              <a:fillToRect l="50000" t="50000" r="50000" b="50000"/>
            </a:path>
          </a:gra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848899" name="Object 3">
            <a:extLst>
              <a:ext uri="{FF2B5EF4-FFF2-40B4-BE49-F238E27FC236}">
                <a16:creationId xmlns:a16="http://schemas.microsoft.com/office/drawing/2014/main" id="{2E3E3B12-CF0E-F70A-F43C-81E0C440B7B6}"/>
              </a:ext>
            </a:extLst>
          </p:cNvPr>
          <p:cNvGraphicFramePr>
            <a:graphicFrameLocks noChangeAspect="1"/>
          </p:cNvGraphicFramePr>
          <p:nvPr/>
        </p:nvGraphicFramePr>
        <p:xfrm>
          <a:off x="530225" y="1609725"/>
          <a:ext cx="1727200" cy="723900"/>
        </p:xfrm>
        <a:graphic>
          <a:graphicData uri="http://schemas.openxmlformats.org/presentationml/2006/ole">
            <mc:AlternateContent xmlns:mc="http://schemas.openxmlformats.org/markup-compatibility/2006">
              <mc:Choice xmlns:v="urn:schemas-microsoft-com:vml" Requires="v">
                <p:oleObj name="公式" r:id="rId2" imgW="1726920" imgH="723600" progId="Equation.3">
                  <p:embed/>
                </p:oleObj>
              </mc:Choice>
              <mc:Fallback>
                <p:oleObj name="公式" r:id="rId2" imgW="1726920" imgH="7236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1609725"/>
                        <a:ext cx="1727200" cy="723900"/>
                      </a:xfrm>
                      <a:prstGeom prst="rect">
                        <a:avLst/>
                      </a:prstGeom>
                      <a:noFill/>
                      <a:ln>
                        <a:noFill/>
                      </a:ln>
                      <a:effectLst/>
                      <a:extLst>
                        <a:ext uri="{909E8E84-426E-40DD-AFC4-6F175D3DCCD1}">
                          <a14:hiddenFill xmlns:a14="http://schemas.microsoft.com/office/drawing/2010/main">
                            <a:solidFill>
                              <a:srgbClr val="00FFFF">
                                <a:alpha val="23000"/>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8900" name="Text Box 4">
            <a:extLst>
              <a:ext uri="{FF2B5EF4-FFF2-40B4-BE49-F238E27FC236}">
                <a16:creationId xmlns:a16="http://schemas.microsoft.com/office/drawing/2014/main" id="{8D63234E-DFCE-BBF6-0D2A-DEC9568112B7}"/>
              </a:ext>
            </a:extLst>
          </p:cNvPr>
          <p:cNvSpPr txBox="1">
            <a:spLocks noChangeArrowheads="1"/>
          </p:cNvSpPr>
          <p:nvPr/>
        </p:nvSpPr>
        <p:spPr bwMode="auto">
          <a:xfrm>
            <a:off x="700088" y="2490788"/>
            <a:ext cx="5772150" cy="457200"/>
          </a:xfrm>
          <a:prstGeom prst="rect">
            <a:avLst/>
          </a:prstGeom>
          <a:noFill/>
          <a:ln w="12700">
            <a:noFill/>
            <a:miter lim="800000"/>
            <a:headEnd type="none" w="sm" len="sm"/>
            <a:tailEnd type="none" w="sm" len="sm"/>
          </a:ln>
          <a:effectLst/>
        </p:spPr>
        <p:txBody>
          <a:bodyPr>
            <a:spAutoFit/>
          </a:bodyPr>
          <a:lstStyle/>
          <a:p>
            <a:pPr algn="l">
              <a:lnSpc>
                <a:spcPct val="100000"/>
              </a:lnSpc>
              <a:buClr>
                <a:schemeClr val="hlink"/>
              </a:buClr>
              <a:buSzPts val="3000"/>
              <a:buFont typeface="Monotype Sorts" pitchFamily="2" charset="2"/>
              <a:buNone/>
              <a:defRPr/>
            </a:pPr>
            <a:r>
              <a:rPr lang="zh-CN" altLang="en-US">
                <a:effectLst>
                  <a:outerShdw blurRad="38100" dist="38100" dir="2700000" algn="tl">
                    <a:srgbClr val="000000"/>
                  </a:outerShdw>
                </a:effectLst>
                <a:latin typeface="Times New Roman" pitchFamily="18" charset="0"/>
              </a:rPr>
              <a:t>对刚体上所有质点的动能求和</a:t>
            </a:r>
          </a:p>
        </p:txBody>
      </p:sp>
      <p:graphicFrame>
        <p:nvGraphicFramePr>
          <p:cNvPr id="848901" name="Object 5">
            <a:extLst>
              <a:ext uri="{FF2B5EF4-FFF2-40B4-BE49-F238E27FC236}">
                <a16:creationId xmlns:a16="http://schemas.microsoft.com/office/drawing/2014/main" id="{B27599FA-22F1-89AC-D3A8-844D5E7B01E5}"/>
              </a:ext>
            </a:extLst>
          </p:cNvPr>
          <p:cNvGraphicFramePr>
            <a:graphicFrameLocks noChangeAspect="1"/>
          </p:cNvGraphicFramePr>
          <p:nvPr/>
        </p:nvGraphicFramePr>
        <p:xfrm>
          <a:off x="2260600" y="1609725"/>
          <a:ext cx="1536700" cy="723900"/>
        </p:xfrm>
        <a:graphic>
          <a:graphicData uri="http://schemas.openxmlformats.org/presentationml/2006/ole">
            <mc:AlternateContent xmlns:mc="http://schemas.openxmlformats.org/markup-compatibility/2006">
              <mc:Choice xmlns:v="urn:schemas-microsoft-com:vml" Requires="v">
                <p:oleObj name="公式" r:id="rId4" imgW="1536480" imgH="723600" progId="Equation.3">
                  <p:embed/>
                </p:oleObj>
              </mc:Choice>
              <mc:Fallback>
                <p:oleObj name="公式" r:id="rId4" imgW="1536480" imgH="723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0600" y="1609725"/>
                        <a:ext cx="1536700" cy="723900"/>
                      </a:xfrm>
                      <a:prstGeom prst="rect">
                        <a:avLst/>
                      </a:prstGeom>
                      <a:noFill/>
                      <a:ln>
                        <a:noFill/>
                      </a:ln>
                      <a:effectLst/>
                      <a:extLst>
                        <a:ext uri="{909E8E84-426E-40DD-AFC4-6F175D3DCCD1}">
                          <a14:hiddenFill xmlns:a14="http://schemas.microsoft.com/office/drawing/2010/main">
                            <a:solidFill>
                              <a:srgbClr val="00FFFF">
                                <a:alpha val="23000"/>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8902" name="Object 6">
            <a:extLst>
              <a:ext uri="{FF2B5EF4-FFF2-40B4-BE49-F238E27FC236}">
                <a16:creationId xmlns:a16="http://schemas.microsoft.com/office/drawing/2014/main" id="{DA92C5FD-8C18-70BD-435A-87EC18CC6157}"/>
              </a:ext>
            </a:extLst>
          </p:cNvPr>
          <p:cNvGraphicFramePr>
            <a:graphicFrameLocks noChangeAspect="1"/>
          </p:cNvGraphicFramePr>
          <p:nvPr/>
        </p:nvGraphicFramePr>
        <p:xfrm>
          <a:off x="1504950" y="3033713"/>
          <a:ext cx="2324100" cy="787400"/>
        </p:xfrm>
        <a:graphic>
          <a:graphicData uri="http://schemas.openxmlformats.org/presentationml/2006/ole">
            <mc:AlternateContent xmlns:mc="http://schemas.openxmlformats.org/markup-compatibility/2006">
              <mc:Choice xmlns:v="urn:schemas-microsoft-com:vml" Requires="v">
                <p:oleObj name="Equation" r:id="rId6" imgW="2323800" imgH="787320" progId="Equation.DSMT4">
                  <p:embed/>
                </p:oleObj>
              </mc:Choice>
              <mc:Fallback>
                <p:oleObj name="Equation" r:id="rId6" imgW="2323800" imgH="78732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4950" y="3033713"/>
                        <a:ext cx="2324100" cy="787400"/>
                      </a:xfrm>
                      <a:prstGeom prst="rect">
                        <a:avLst/>
                      </a:prstGeom>
                      <a:noFill/>
                      <a:ln>
                        <a:noFill/>
                      </a:ln>
                      <a:effectLst/>
                      <a:extLst>
                        <a:ext uri="{909E8E84-426E-40DD-AFC4-6F175D3DCCD1}">
                          <a14:hiddenFill xmlns:a14="http://schemas.microsoft.com/office/drawing/2010/main">
                            <a:solidFill>
                              <a:srgbClr val="00FFFF">
                                <a:alpha val="27000"/>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8903" name="Oval 7">
            <a:extLst>
              <a:ext uri="{FF2B5EF4-FFF2-40B4-BE49-F238E27FC236}">
                <a16:creationId xmlns:a16="http://schemas.microsoft.com/office/drawing/2014/main" id="{53B45172-5E1E-0C86-4C0A-81A76C4DFCAB}"/>
              </a:ext>
            </a:extLst>
          </p:cNvPr>
          <p:cNvSpPr>
            <a:spLocks noChangeAspect="1" noChangeArrowheads="1"/>
          </p:cNvSpPr>
          <p:nvPr/>
        </p:nvSpPr>
        <p:spPr bwMode="auto">
          <a:xfrm>
            <a:off x="6581775" y="2051050"/>
            <a:ext cx="1474788" cy="525463"/>
          </a:xfrm>
          <a:prstGeom prst="ellipse">
            <a:avLst/>
          </a:prstGeom>
          <a:noFill/>
          <a:ln w="28575">
            <a:solidFill>
              <a:srgbClr val="00FFFF"/>
            </a:solidFill>
            <a:prstDash val="sysDot"/>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2" name="Group 8">
            <a:extLst>
              <a:ext uri="{FF2B5EF4-FFF2-40B4-BE49-F238E27FC236}">
                <a16:creationId xmlns:a16="http://schemas.microsoft.com/office/drawing/2014/main" id="{A25876B6-D500-A8C7-FFB4-AFE795B1A0F0}"/>
              </a:ext>
            </a:extLst>
          </p:cNvPr>
          <p:cNvGrpSpPr>
            <a:grpSpLocks noChangeAspect="1"/>
          </p:cNvGrpSpPr>
          <p:nvPr/>
        </p:nvGrpSpPr>
        <p:grpSpPr bwMode="auto">
          <a:xfrm>
            <a:off x="7135813" y="714375"/>
            <a:ext cx="515937" cy="3238500"/>
            <a:chOff x="3917" y="722"/>
            <a:chExt cx="289" cy="1814"/>
          </a:xfrm>
        </p:grpSpPr>
        <p:sp>
          <p:nvSpPr>
            <p:cNvPr id="848905" name="Line 9">
              <a:extLst>
                <a:ext uri="{FF2B5EF4-FFF2-40B4-BE49-F238E27FC236}">
                  <a16:creationId xmlns:a16="http://schemas.microsoft.com/office/drawing/2014/main" id="{1816328E-1F83-FFA9-4BF1-643185330A80}"/>
                </a:ext>
              </a:extLst>
            </p:cNvPr>
            <p:cNvSpPr>
              <a:spLocks noChangeAspect="1" noChangeShapeType="1"/>
            </p:cNvSpPr>
            <p:nvPr/>
          </p:nvSpPr>
          <p:spPr bwMode="auto">
            <a:xfrm flipH="1">
              <a:off x="4023" y="722"/>
              <a:ext cx="0" cy="346"/>
            </a:xfrm>
            <a:prstGeom prst="line">
              <a:avLst/>
            </a:prstGeom>
            <a:noFill/>
            <a:ln w="57150">
              <a:solidFill>
                <a:srgbClr val="FF0000"/>
              </a:solidFill>
              <a:round/>
              <a:headEnd type="triangle" w="med" len="me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12300" name="Object 10">
              <a:extLst>
                <a:ext uri="{FF2B5EF4-FFF2-40B4-BE49-F238E27FC236}">
                  <a16:creationId xmlns:a16="http://schemas.microsoft.com/office/drawing/2014/main" id="{CE1CB437-C5A3-2842-173F-343599E41628}"/>
                </a:ext>
              </a:extLst>
            </p:cNvPr>
            <p:cNvGraphicFramePr>
              <a:graphicFrameLocks noChangeAspect="1"/>
            </p:cNvGraphicFramePr>
            <p:nvPr/>
          </p:nvGraphicFramePr>
          <p:xfrm>
            <a:off x="4097" y="742"/>
            <a:ext cx="109" cy="115"/>
          </p:xfrm>
          <a:graphic>
            <a:graphicData uri="http://schemas.openxmlformats.org/presentationml/2006/ole">
              <mc:AlternateContent xmlns:mc="http://schemas.openxmlformats.org/markup-compatibility/2006">
                <mc:Choice xmlns:v="urn:schemas-microsoft-com:vml" Requires="v">
                  <p:oleObj name="公式" r:id="rId8" imgW="215640" imgH="228600" progId="Equation.3">
                    <p:embed/>
                  </p:oleObj>
                </mc:Choice>
                <mc:Fallback>
                  <p:oleObj name="公式" r:id="rId8" imgW="215640" imgH="2286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97" y="742"/>
                          <a:ext cx="109"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8907" name="Freeform 11">
              <a:extLst>
                <a:ext uri="{FF2B5EF4-FFF2-40B4-BE49-F238E27FC236}">
                  <a16:creationId xmlns:a16="http://schemas.microsoft.com/office/drawing/2014/main" id="{7D2CBE8C-8690-E13B-A999-A77E6C0FE73B}"/>
                </a:ext>
              </a:extLst>
            </p:cNvPr>
            <p:cNvSpPr>
              <a:spLocks noChangeAspect="1"/>
            </p:cNvSpPr>
            <p:nvPr/>
          </p:nvSpPr>
          <p:spPr bwMode="auto">
            <a:xfrm>
              <a:off x="3917" y="886"/>
              <a:ext cx="206" cy="100"/>
            </a:xfrm>
            <a:custGeom>
              <a:avLst/>
              <a:gdLst/>
              <a:ahLst/>
              <a:cxnLst>
                <a:cxn ang="0">
                  <a:pos x="24" y="0"/>
                </a:cxn>
                <a:cxn ang="0">
                  <a:pos x="27" y="4"/>
                </a:cxn>
                <a:cxn ang="0">
                  <a:pos x="14" y="9"/>
                </a:cxn>
                <a:cxn ang="0">
                  <a:pos x="0" y="4"/>
                </a:cxn>
                <a:cxn ang="0">
                  <a:pos x="1" y="1"/>
                </a:cxn>
              </a:cxnLst>
              <a:rect l="0" t="0" r="r" b="b"/>
              <a:pathLst>
                <a:path w="27" h="9">
                  <a:moveTo>
                    <a:pt x="24" y="0"/>
                  </a:moveTo>
                  <a:cubicBezTo>
                    <a:pt x="26" y="1"/>
                    <a:pt x="27" y="2"/>
                    <a:pt x="27" y="4"/>
                  </a:cubicBezTo>
                  <a:cubicBezTo>
                    <a:pt x="27" y="7"/>
                    <a:pt x="21" y="9"/>
                    <a:pt x="14" y="9"/>
                  </a:cubicBezTo>
                  <a:cubicBezTo>
                    <a:pt x="6" y="9"/>
                    <a:pt x="0" y="7"/>
                    <a:pt x="0" y="4"/>
                  </a:cubicBezTo>
                  <a:cubicBezTo>
                    <a:pt x="0" y="3"/>
                    <a:pt x="0" y="2"/>
                    <a:pt x="1" y="1"/>
                  </a:cubicBezTo>
                </a:path>
              </a:pathLst>
            </a:custGeom>
            <a:noFill/>
            <a:ln w="38100" cmpd="sng">
              <a:solidFill>
                <a:srgbClr val="FFFF00"/>
              </a:solidFill>
              <a:prstDash val="solid"/>
              <a:round/>
              <a:headEnd type="triangle" w="med" len="med"/>
              <a:tailEnd type="none" w="med" len="med"/>
            </a:ln>
          </p:spPr>
          <p:txBody>
            <a:bodyPr/>
            <a:lstStyle/>
            <a:p>
              <a:pPr>
                <a:defRPr/>
              </a:pPr>
              <a:endParaRPr lang="zh-CN" altLang="en-US">
                <a:effectLst>
                  <a:outerShdw blurRad="38100" dist="38100" dir="2700000" algn="tl">
                    <a:srgbClr val="000000">
                      <a:alpha val="43137"/>
                    </a:srgbClr>
                  </a:outerShdw>
                </a:effectLst>
              </a:endParaRPr>
            </a:p>
          </p:txBody>
        </p:sp>
        <p:sp>
          <p:nvSpPr>
            <p:cNvPr id="848908" name="Line 12">
              <a:extLst>
                <a:ext uri="{FF2B5EF4-FFF2-40B4-BE49-F238E27FC236}">
                  <a16:creationId xmlns:a16="http://schemas.microsoft.com/office/drawing/2014/main" id="{8BB478A6-E905-95B8-E5DD-A604A3162CC8}"/>
                </a:ext>
              </a:extLst>
            </p:cNvPr>
            <p:cNvSpPr>
              <a:spLocks noChangeAspect="1" noChangeShapeType="1"/>
            </p:cNvSpPr>
            <p:nvPr/>
          </p:nvSpPr>
          <p:spPr bwMode="auto">
            <a:xfrm>
              <a:off x="4023" y="1093"/>
              <a:ext cx="0" cy="1352"/>
            </a:xfrm>
            <a:prstGeom prst="line">
              <a:avLst/>
            </a:prstGeom>
            <a:noFill/>
            <a:ln w="57150">
              <a:solidFill>
                <a:srgbClr val="FF0000"/>
              </a:solidFill>
              <a:prstDash val="sysDot"/>
              <a:round/>
              <a:headEnd type="none" w="med" len="lg"/>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8909" name="Line 13">
              <a:extLst>
                <a:ext uri="{FF2B5EF4-FFF2-40B4-BE49-F238E27FC236}">
                  <a16:creationId xmlns:a16="http://schemas.microsoft.com/office/drawing/2014/main" id="{940A9D0D-88D2-F441-1F43-5F16889EF306}"/>
                </a:ext>
              </a:extLst>
            </p:cNvPr>
            <p:cNvSpPr>
              <a:spLocks noChangeAspect="1" noChangeShapeType="1"/>
            </p:cNvSpPr>
            <p:nvPr/>
          </p:nvSpPr>
          <p:spPr bwMode="auto">
            <a:xfrm>
              <a:off x="4023" y="2386"/>
              <a:ext cx="0" cy="150"/>
            </a:xfrm>
            <a:prstGeom prst="line">
              <a:avLst/>
            </a:prstGeom>
            <a:noFill/>
            <a:ln w="57150">
              <a:solidFill>
                <a:srgbClr val="FF0000"/>
              </a:solidFill>
              <a:round/>
              <a:headEnd type="none" w="med" len="lg"/>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nvGrpSpPr>
          <p:cNvPr id="3" name="Group 14">
            <a:extLst>
              <a:ext uri="{FF2B5EF4-FFF2-40B4-BE49-F238E27FC236}">
                <a16:creationId xmlns:a16="http://schemas.microsoft.com/office/drawing/2014/main" id="{C08F450C-A7C9-F160-4E66-FDD753849FE0}"/>
              </a:ext>
            </a:extLst>
          </p:cNvPr>
          <p:cNvGrpSpPr>
            <a:grpSpLocks/>
          </p:cNvGrpSpPr>
          <p:nvPr/>
        </p:nvGrpSpPr>
        <p:grpSpPr bwMode="auto">
          <a:xfrm>
            <a:off x="7010400" y="2230438"/>
            <a:ext cx="969963" cy="555625"/>
            <a:chOff x="2920" y="1765"/>
            <a:chExt cx="611" cy="350"/>
          </a:xfrm>
        </p:grpSpPr>
        <p:graphicFrame>
          <p:nvGraphicFramePr>
            <p:cNvPr id="12298" name="Object 15">
              <a:extLst>
                <a:ext uri="{FF2B5EF4-FFF2-40B4-BE49-F238E27FC236}">
                  <a16:creationId xmlns:a16="http://schemas.microsoft.com/office/drawing/2014/main" id="{89FABF89-243C-D644-CE5F-B80BCBA18BC5}"/>
                </a:ext>
              </a:extLst>
            </p:cNvPr>
            <p:cNvGraphicFramePr>
              <a:graphicFrameLocks noChangeAspect="1"/>
            </p:cNvGraphicFramePr>
            <p:nvPr/>
          </p:nvGraphicFramePr>
          <p:xfrm>
            <a:off x="3173" y="1835"/>
            <a:ext cx="140" cy="280"/>
          </p:xfrm>
          <a:graphic>
            <a:graphicData uri="http://schemas.openxmlformats.org/presentationml/2006/ole">
              <mc:AlternateContent xmlns:mc="http://schemas.openxmlformats.org/markup-compatibility/2006">
                <mc:Choice xmlns:v="urn:schemas-microsoft-com:vml" Requires="v">
                  <p:oleObj name="公式" r:id="rId10" imgW="228600" imgH="457200" progId="Equation.3">
                    <p:embed/>
                  </p:oleObj>
                </mc:Choice>
                <mc:Fallback>
                  <p:oleObj name="公式" r:id="rId10" imgW="228600" imgH="457200"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73" y="1835"/>
                          <a:ext cx="140"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8912" name="Line 16">
              <a:extLst>
                <a:ext uri="{FF2B5EF4-FFF2-40B4-BE49-F238E27FC236}">
                  <a16:creationId xmlns:a16="http://schemas.microsoft.com/office/drawing/2014/main" id="{B5760365-B216-CA4D-96A6-CEF716494D54}"/>
                </a:ext>
              </a:extLst>
            </p:cNvPr>
            <p:cNvSpPr>
              <a:spLocks noChangeAspect="1" noChangeShapeType="1"/>
            </p:cNvSpPr>
            <p:nvPr/>
          </p:nvSpPr>
          <p:spPr bwMode="auto">
            <a:xfrm>
              <a:off x="3115" y="1841"/>
              <a:ext cx="416" cy="44"/>
            </a:xfrm>
            <a:prstGeom prst="line">
              <a:avLst/>
            </a:prstGeom>
            <a:noFill/>
            <a:ln w="38100">
              <a:solidFill>
                <a:srgbClr val="0000FF"/>
              </a:solidFill>
              <a:round/>
              <a:headEnd type="oval" w="med" len="me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12299" name="Object 17">
              <a:extLst>
                <a:ext uri="{FF2B5EF4-FFF2-40B4-BE49-F238E27FC236}">
                  <a16:creationId xmlns:a16="http://schemas.microsoft.com/office/drawing/2014/main" id="{75BE12AE-1968-0FCB-188A-B63D0B3EE003}"/>
                </a:ext>
              </a:extLst>
            </p:cNvPr>
            <p:cNvGraphicFramePr>
              <a:graphicFrameLocks noChangeAspect="1"/>
            </p:cNvGraphicFramePr>
            <p:nvPr/>
          </p:nvGraphicFramePr>
          <p:xfrm>
            <a:off x="2920" y="1765"/>
            <a:ext cx="113" cy="140"/>
          </p:xfrm>
          <a:graphic>
            <a:graphicData uri="http://schemas.openxmlformats.org/presentationml/2006/ole">
              <mc:AlternateContent xmlns:mc="http://schemas.openxmlformats.org/markup-compatibility/2006">
                <mc:Choice xmlns:v="urn:schemas-microsoft-com:vml" Requires="v">
                  <p:oleObj name="公式" r:id="rId12" imgW="304560" imgH="330120" progId="Equation.3">
                    <p:embed/>
                  </p:oleObj>
                </mc:Choice>
                <mc:Fallback>
                  <p:oleObj name="公式" r:id="rId12" imgW="304560" imgH="330120"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20" y="1765"/>
                          <a:ext cx="113" cy="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8">
            <a:extLst>
              <a:ext uri="{FF2B5EF4-FFF2-40B4-BE49-F238E27FC236}">
                <a16:creationId xmlns:a16="http://schemas.microsoft.com/office/drawing/2014/main" id="{07C46D2E-735B-C551-710B-D2F714E8CD6D}"/>
              </a:ext>
            </a:extLst>
          </p:cNvPr>
          <p:cNvGrpSpPr>
            <a:grpSpLocks/>
          </p:cNvGrpSpPr>
          <p:nvPr/>
        </p:nvGrpSpPr>
        <p:grpSpPr bwMode="auto">
          <a:xfrm>
            <a:off x="7658100" y="1989138"/>
            <a:ext cx="455613" cy="903287"/>
            <a:chOff x="3328" y="1613"/>
            <a:chExt cx="287" cy="569"/>
          </a:xfrm>
        </p:grpSpPr>
        <p:graphicFrame>
          <p:nvGraphicFramePr>
            <p:cNvPr id="12296" name="Object 19">
              <a:extLst>
                <a:ext uri="{FF2B5EF4-FFF2-40B4-BE49-F238E27FC236}">
                  <a16:creationId xmlns:a16="http://schemas.microsoft.com/office/drawing/2014/main" id="{70D2D72C-173C-7A6A-5F21-1EA5D629E5DE}"/>
                </a:ext>
              </a:extLst>
            </p:cNvPr>
            <p:cNvGraphicFramePr>
              <a:graphicFrameLocks noChangeAspect="1"/>
            </p:cNvGraphicFramePr>
            <p:nvPr/>
          </p:nvGraphicFramePr>
          <p:xfrm>
            <a:off x="3328" y="1613"/>
            <a:ext cx="287" cy="233"/>
          </p:xfrm>
          <a:graphic>
            <a:graphicData uri="http://schemas.openxmlformats.org/presentationml/2006/ole">
              <mc:AlternateContent xmlns:mc="http://schemas.openxmlformats.org/markup-compatibility/2006">
                <mc:Choice xmlns:v="urn:schemas-microsoft-com:vml" Requires="v">
                  <p:oleObj name="公式" r:id="rId14" imgW="609480" imgH="431640" progId="Equation.3">
                    <p:embed/>
                  </p:oleObj>
                </mc:Choice>
                <mc:Fallback>
                  <p:oleObj name="公式" r:id="rId14" imgW="609480" imgH="431640" progId="Equation.3">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28" y="1613"/>
                          <a:ext cx="287"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8916" name="Oval 20">
              <a:extLst>
                <a:ext uri="{FF2B5EF4-FFF2-40B4-BE49-F238E27FC236}">
                  <a16:creationId xmlns:a16="http://schemas.microsoft.com/office/drawing/2014/main" id="{BE917BCF-7C6F-6278-C02C-9D67EB3A8760}"/>
                </a:ext>
              </a:extLst>
            </p:cNvPr>
            <p:cNvSpPr>
              <a:spLocks noChangeAspect="1" noChangeArrowheads="1"/>
            </p:cNvSpPr>
            <p:nvPr/>
          </p:nvSpPr>
          <p:spPr bwMode="auto">
            <a:xfrm>
              <a:off x="3513" y="1851"/>
              <a:ext cx="71" cy="71"/>
            </a:xfrm>
            <a:prstGeom prst="ellipse">
              <a:avLst/>
            </a:prstGeom>
            <a:solidFill>
              <a:srgbClr val="CCFF33"/>
            </a:solidFill>
            <a:ln w="12700">
              <a:solidFill>
                <a:srgbClr val="0000FF"/>
              </a:solidFill>
              <a:round/>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12297" name="Object 21">
              <a:extLst>
                <a:ext uri="{FF2B5EF4-FFF2-40B4-BE49-F238E27FC236}">
                  <a16:creationId xmlns:a16="http://schemas.microsoft.com/office/drawing/2014/main" id="{3365AA4E-E1D9-6319-16BD-D01DB1324DC7}"/>
                </a:ext>
              </a:extLst>
            </p:cNvPr>
            <p:cNvGraphicFramePr>
              <a:graphicFrameLocks noChangeAspect="1"/>
            </p:cNvGraphicFramePr>
            <p:nvPr/>
          </p:nvGraphicFramePr>
          <p:xfrm>
            <a:off x="3435" y="1934"/>
            <a:ext cx="137" cy="248"/>
          </p:xfrm>
          <a:graphic>
            <a:graphicData uri="http://schemas.openxmlformats.org/presentationml/2006/ole">
              <mc:AlternateContent xmlns:mc="http://schemas.openxmlformats.org/markup-compatibility/2006">
                <mc:Choice xmlns:v="urn:schemas-microsoft-com:vml" Requires="v">
                  <p:oleObj name="公式" r:id="rId16" imgW="291960" imgH="457200" progId="Equation.3">
                    <p:embed/>
                  </p:oleObj>
                </mc:Choice>
                <mc:Fallback>
                  <p:oleObj name="公式" r:id="rId16" imgW="291960" imgH="457200" progId="Equation.3">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35" y="1934"/>
                          <a:ext cx="13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48918" name="Rectangle 22">
            <a:extLst>
              <a:ext uri="{FF2B5EF4-FFF2-40B4-BE49-F238E27FC236}">
                <a16:creationId xmlns:a16="http://schemas.microsoft.com/office/drawing/2014/main" id="{9FEC47DF-B81E-32B5-0141-1F6555B41DE7}"/>
              </a:ext>
            </a:extLst>
          </p:cNvPr>
          <p:cNvSpPr>
            <a:spLocks noChangeArrowheads="1"/>
          </p:cNvSpPr>
          <p:nvPr/>
        </p:nvSpPr>
        <p:spPr bwMode="auto">
          <a:xfrm>
            <a:off x="387350" y="849313"/>
            <a:ext cx="3498850" cy="530225"/>
          </a:xfrm>
          <a:prstGeom prst="rect">
            <a:avLst/>
          </a:prstGeom>
          <a:noFill/>
          <a:ln w="9525">
            <a:noFill/>
            <a:miter lim="800000"/>
            <a:headEnd/>
            <a:tailEnd/>
          </a:ln>
          <a:effectLst/>
        </p:spPr>
        <p:txBody>
          <a:bodyPr>
            <a:spAutoFit/>
          </a:bodyPr>
          <a:lstStyle/>
          <a:p>
            <a:pPr algn="l" eaLnBrk="1" hangingPunct="1">
              <a:buClr>
                <a:schemeClr val="hlink"/>
              </a:buClr>
              <a:buFont typeface="Monotype Sorts" pitchFamily="2" charset="2"/>
              <a:buNone/>
              <a:defRPr/>
            </a:pPr>
            <a:r>
              <a:rPr lang="zh-CN" altLang="en-US">
                <a:effectLst>
                  <a:outerShdw blurRad="38100" dist="38100" dir="2700000" algn="tl">
                    <a:srgbClr val="000000"/>
                  </a:outerShdw>
                </a:effectLst>
              </a:rPr>
              <a:t>在刚体上任取一质点</a:t>
            </a:r>
            <a:r>
              <a:rPr lang="en-US" altLang="zh-CN" i="1">
                <a:solidFill>
                  <a:srgbClr val="FFCC00"/>
                </a:solidFill>
                <a:effectLst>
                  <a:outerShdw blurRad="38100" dist="38100" dir="2700000" algn="tl">
                    <a:srgbClr val="000000"/>
                  </a:outerShdw>
                </a:effectLst>
                <a:latin typeface="Times New Roman" pitchFamily="18" charset="0"/>
              </a:rPr>
              <a:t>P</a:t>
            </a:r>
            <a:r>
              <a:rPr lang="en-US" altLang="zh-CN" i="1" baseline="-25000">
                <a:solidFill>
                  <a:srgbClr val="FFCC00"/>
                </a:solidFill>
                <a:effectLst>
                  <a:outerShdw blurRad="38100" dist="38100" dir="2700000" algn="tl">
                    <a:srgbClr val="000000"/>
                  </a:outerShdw>
                </a:effectLst>
                <a:latin typeface="Times New Roman" pitchFamily="18" charset="0"/>
              </a:rPr>
              <a:t>i</a:t>
            </a:r>
          </a:p>
        </p:txBody>
      </p:sp>
      <p:sp>
        <p:nvSpPr>
          <p:cNvPr id="848919" name="Rectangle 23">
            <a:extLst>
              <a:ext uri="{FF2B5EF4-FFF2-40B4-BE49-F238E27FC236}">
                <a16:creationId xmlns:a16="http://schemas.microsoft.com/office/drawing/2014/main" id="{61842B6A-A4D9-7402-3886-FC571F728B46}"/>
              </a:ext>
            </a:extLst>
          </p:cNvPr>
          <p:cNvSpPr>
            <a:spLocks noChangeArrowheads="1"/>
          </p:cNvSpPr>
          <p:nvPr/>
        </p:nvSpPr>
        <p:spPr bwMode="auto">
          <a:xfrm>
            <a:off x="3654425" y="927100"/>
            <a:ext cx="2976563" cy="457200"/>
          </a:xfrm>
          <a:prstGeom prst="rect">
            <a:avLst/>
          </a:prstGeom>
          <a:noFill/>
          <a:ln w="9525">
            <a:noFill/>
            <a:miter lim="800000"/>
            <a:headEnd/>
            <a:tailEnd/>
          </a:ln>
          <a:effectLst/>
        </p:spPr>
        <p:txBody>
          <a:bodyPr>
            <a:spAutoFit/>
          </a:bodyPr>
          <a:lstStyle/>
          <a:p>
            <a:pPr algn="l" eaLnBrk="1" hangingPunct="1">
              <a:lnSpc>
                <a:spcPct val="100000"/>
              </a:lnSpc>
              <a:buClrTx/>
              <a:buFontTx/>
              <a:buNone/>
              <a:defRPr/>
            </a:pPr>
            <a:r>
              <a:rPr lang="zh-CN" altLang="en-US">
                <a:effectLst>
                  <a:outerShdw blurRad="38100" dist="38100" dir="2700000" algn="tl">
                    <a:srgbClr val="000000"/>
                  </a:outerShdw>
                </a:effectLst>
              </a:rPr>
              <a:t>质点</a:t>
            </a:r>
            <a:r>
              <a:rPr lang="en-US" altLang="zh-CN" i="1">
                <a:solidFill>
                  <a:srgbClr val="FFCC00"/>
                </a:solidFill>
                <a:effectLst>
                  <a:outerShdw blurRad="38100" dist="38100" dir="2700000" algn="tl">
                    <a:srgbClr val="000000"/>
                  </a:outerShdw>
                </a:effectLst>
                <a:latin typeface="Times New Roman" pitchFamily="18" charset="0"/>
              </a:rPr>
              <a:t>P</a:t>
            </a:r>
            <a:r>
              <a:rPr lang="en-US" altLang="zh-CN" i="1" baseline="-25000">
                <a:solidFill>
                  <a:srgbClr val="FFCC00"/>
                </a:solidFill>
                <a:effectLst>
                  <a:outerShdw blurRad="38100" dist="38100" dir="2700000" algn="tl">
                    <a:srgbClr val="000000"/>
                  </a:outerShdw>
                </a:effectLst>
                <a:latin typeface="Times New Roman" pitchFamily="18" charset="0"/>
              </a:rPr>
              <a:t>i</a:t>
            </a:r>
            <a:r>
              <a:rPr lang="zh-CN" altLang="en-US">
                <a:effectLst>
                  <a:outerShdw blurRad="38100" dist="38100" dir="2700000" algn="tl">
                    <a:srgbClr val="000000"/>
                  </a:outerShdw>
                </a:effectLst>
              </a:rPr>
              <a:t>的动能为</a:t>
            </a:r>
            <a:endParaRPr kumimoji="1" lang="zh-CN" altLang="en-US">
              <a:effectLst>
                <a:outerShdw blurRad="38100" dist="38100" dir="2700000" algn="tl">
                  <a:srgbClr val="000000"/>
                </a:outerShdw>
              </a:effectLst>
            </a:endParaRPr>
          </a:p>
        </p:txBody>
      </p:sp>
      <p:graphicFrame>
        <p:nvGraphicFramePr>
          <p:cNvPr id="848920" name="Object 24">
            <a:extLst>
              <a:ext uri="{FF2B5EF4-FFF2-40B4-BE49-F238E27FC236}">
                <a16:creationId xmlns:a16="http://schemas.microsoft.com/office/drawing/2014/main" id="{D5E0A31B-38C3-758D-18B3-41ED975F2386}"/>
              </a:ext>
            </a:extLst>
          </p:cNvPr>
          <p:cNvGraphicFramePr>
            <a:graphicFrameLocks noChangeAspect="1"/>
          </p:cNvGraphicFramePr>
          <p:nvPr/>
        </p:nvGraphicFramePr>
        <p:xfrm>
          <a:off x="1490663" y="3863975"/>
          <a:ext cx="1371600" cy="723900"/>
        </p:xfrm>
        <a:graphic>
          <a:graphicData uri="http://schemas.openxmlformats.org/presentationml/2006/ole">
            <mc:AlternateContent xmlns:mc="http://schemas.openxmlformats.org/markup-compatibility/2006">
              <mc:Choice xmlns:v="urn:schemas-microsoft-com:vml" Requires="v">
                <p:oleObj name="公式" r:id="rId18" imgW="1371600" imgH="723600" progId="Equation.3">
                  <p:embed/>
                </p:oleObj>
              </mc:Choice>
              <mc:Fallback>
                <p:oleObj name="公式" r:id="rId18" imgW="1371600" imgH="723600" progId="Equation.3">
                  <p:embed/>
                  <p:pic>
                    <p:nvPicPr>
                      <p:cNvPr id="0" name="Object 2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90663" y="3863975"/>
                        <a:ext cx="1371600" cy="723900"/>
                      </a:xfrm>
                      <a:prstGeom prst="rect">
                        <a:avLst/>
                      </a:prstGeom>
                      <a:solidFill>
                        <a:srgbClr val="00CCFF">
                          <a:alpha val="25999"/>
                        </a:srgbClr>
                      </a:solidFill>
                      <a:ln w="9525">
                        <a:solidFill>
                          <a:srgbClr val="FFFFFF">
                            <a:alpha val="25000"/>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8921" name="Object 25">
            <a:extLst>
              <a:ext uri="{FF2B5EF4-FFF2-40B4-BE49-F238E27FC236}">
                <a16:creationId xmlns:a16="http://schemas.microsoft.com/office/drawing/2014/main" id="{2400FFB0-FC69-D1A4-BDCD-6DED0F8EB934}"/>
              </a:ext>
            </a:extLst>
          </p:cNvPr>
          <p:cNvGraphicFramePr>
            <a:graphicFrameLocks noChangeAspect="1"/>
          </p:cNvGraphicFramePr>
          <p:nvPr/>
        </p:nvGraphicFramePr>
        <p:xfrm>
          <a:off x="7575550" y="969963"/>
          <a:ext cx="292100" cy="257175"/>
        </p:xfrm>
        <a:graphic>
          <a:graphicData uri="http://schemas.openxmlformats.org/presentationml/2006/ole">
            <mc:AlternateContent xmlns:mc="http://schemas.openxmlformats.org/markup-compatibility/2006">
              <mc:Choice xmlns:v="urn:schemas-microsoft-com:vml" Requires="v">
                <p:oleObj name="公式" r:id="rId20" imgW="291960" imgH="253800" progId="Equation.3">
                  <p:embed/>
                </p:oleObj>
              </mc:Choice>
              <mc:Fallback>
                <p:oleObj name="公式" r:id="rId20" imgW="291960" imgH="253800" progId="Equation.3">
                  <p:embed/>
                  <p:pic>
                    <p:nvPicPr>
                      <p:cNvPr id="0" name="Object 2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575550" y="969963"/>
                        <a:ext cx="292100" cy="257175"/>
                      </a:xfrm>
                      <a:prstGeom prst="rect">
                        <a:avLst/>
                      </a:prstGeom>
                      <a:noFill/>
                      <a:ln>
                        <a:noFill/>
                      </a:ln>
                      <a:effectLst/>
                      <a:extLst>
                        <a:ext uri="{909E8E84-426E-40DD-AFC4-6F175D3DCCD1}">
                          <a14:hiddenFill xmlns:a14="http://schemas.microsoft.com/office/drawing/2010/main">
                            <a:solidFill>
                              <a:srgbClr val="00FFFF">
                                <a:alpha val="27000"/>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8922" name="Text Box 26">
            <a:extLst>
              <a:ext uri="{FF2B5EF4-FFF2-40B4-BE49-F238E27FC236}">
                <a16:creationId xmlns:a16="http://schemas.microsoft.com/office/drawing/2014/main" id="{B9275958-2EDD-5881-FE96-6BC991597BF5}"/>
              </a:ext>
            </a:extLst>
          </p:cNvPr>
          <p:cNvSpPr txBox="1">
            <a:spLocks noChangeArrowheads="1"/>
          </p:cNvSpPr>
          <p:nvPr/>
        </p:nvSpPr>
        <p:spPr bwMode="auto">
          <a:xfrm>
            <a:off x="2779713" y="4017963"/>
            <a:ext cx="5075237" cy="396875"/>
          </a:xfrm>
          <a:prstGeom prst="rect">
            <a:avLst/>
          </a:prstGeom>
          <a:noFill/>
          <a:ln w="12700">
            <a:noFill/>
            <a:miter lim="800000"/>
            <a:headEnd type="none" w="sm" len="sm"/>
            <a:tailEnd type="none" w="sm" len="sm"/>
          </a:ln>
          <a:effectLst/>
        </p:spPr>
        <p:txBody>
          <a:bodyPr anchor="ctr">
            <a:spAutoFit/>
          </a:bodyPr>
          <a:lstStyle/>
          <a:p>
            <a:pPr algn="l">
              <a:lnSpc>
                <a:spcPct val="100000"/>
              </a:lnSpc>
              <a:spcBef>
                <a:spcPct val="50000"/>
              </a:spcBef>
              <a:buClrTx/>
              <a:buFontTx/>
              <a:buNone/>
              <a:defRPr/>
            </a:pPr>
            <a:r>
              <a:rPr kumimoji="1" lang="zh-CN" altLang="en-US" sz="2000">
                <a:solidFill>
                  <a:srgbClr val="FF9900"/>
                </a:solidFill>
                <a:effectLst>
                  <a:outerShdw blurRad="38100" dist="38100" dir="2700000" algn="tl">
                    <a:srgbClr val="000000"/>
                  </a:outerShdw>
                </a:effectLst>
                <a:latin typeface="Times New Roman" pitchFamily="18" charset="0"/>
                <a:ea typeface="楷体_GB2312" pitchFamily="49" charset="-122"/>
              </a:rPr>
              <a:t>（刚体绕定轴转动的转动动能）</a:t>
            </a:r>
          </a:p>
        </p:txBody>
      </p:sp>
      <p:sp>
        <p:nvSpPr>
          <p:cNvPr id="848923" name="AutoShape 27">
            <a:extLst>
              <a:ext uri="{FF2B5EF4-FFF2-40B4-BE49-F238E27FC236}">
                <a16:creationId xmlns:a16="http://schemas.microsoft.com/office/drawing/2014/main" id="{E9B6F511-46B9-3330-534C-14F2AE308109}"/>
              </a:ext>
            </a:extLst>
          </p:cNvPr>
          <p:cNvSpPr>
            <a:spLocks noChangeArrowheads="1"/>
          </p:cNvSpPr>
          <p:nvPr/>
        </p:nvSpPr>
        <p:spPr bwMode="auto">
          <a:xfrm>
            <a:off x="4143375" y="1370013"/>
            <a:ext cx="2305050" cy="720725"/>
          </a:xfrm>
          <a:prstGeom prst="wedgeRectCallout">
            <a:avLst>
              <a:gd name="adj1" fmla="val -68662"/>
              <a:gd name="adj2" fmla="val 36125"/>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sz="2000">
                <a:latin typeface="Times New Roman" panose="02020603050405020304" pitchFamily="18" charset="0"/>
                <a:ea typeface="楷体_GB2312" pitchFamily="49" charset="-122"/>
              </a:rPr>
              <a:t>各质量元速度不同，</a:t>
            </a:r>
          </a:p>
          <a:p>
            <a:pPr>
              <a:lnSpc>
                <a:spcPct val="100000"/>
              </a:lnSpc>
              <a:buClrTx/>
              <a:buFontTx/>
              <a:buNone/>
            </a:pPr>
            <a:r>
              <a:rPr lang="zh-CN" altLang="en-US" sz="2000">
                <a:latin typeface="Times New Roman" panose="02020603050405020304" pitchFamily="18" charset="0"/>
                <a:ea typeface="楷体_GB2312" pitchFamily="49" charset="-122"/>
              </a:rPr>
              <a:t>但角速度相同</a:t>
            </a:r>
          </a:p>
        </p:txBody>
      </p:sp>
      <p:graphicFrame>
        <p:nvGraphicFramePr>
          <p:cNvPr id="848924" name="Object 28">
            <a:extLst>
              <a:ext uri="{FF2B5EF4-FFF2-40B4-BE49-F238E27FC236}">
                <a16:creationId xmlns:a16="http://schemas.microsoft.com/office/drawing/2014/main" id="{60D12E48-4372-4BE7-1AB0-E25D2451AD2B}"/>
              </a:ext>
            </a:extLst>
          </p:cNvPr>
          <p:cNvGraphicFramePr>
            <a:graphicFrameLocks/>
          </p:cNvGraphicFramePr>
          <p:nvPr/>
        </p:nvGraphicFramePr>
        <p:xfrm>
          <a:off x="3787775" y="3052763"/>
          <a:ext cx="2414588" cy="744537"/>
        </p:xfrm>
        <a:graphic>
          <a:graphicData uri="http://schemas.openxmlformats.org/presentationml/2006/ole">
            <mc:AlternateContent xmlns:mc="http://schemas.openxmlformats.org/markup-compatibility/2006">
              <mc:Choice xmlns:v="urn:schemas-microsoft-com:vml" Requires="v">
                <p:oleObj name="Equation" r:id="rId22" imgW="2387520" imgH="825480" progId="Equation.3">
                  <p:embed/>
                </p:oleObj>
              </mc:Choice>
              <mc:Fallback>
                <p:oleObj name="Equation" r:id="rId22" imgW="2387520" imgH="825480" progId="Equation.3">
                  <p:embed/>
                  <p:pic>
                    <p:nvPicPr>
                      <p:cNvPr id="0" name="Object 28"/>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787775" y="3052763"/>
                        <a:ext cx="2414588" cy="744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8925" name="AutoShape 29">
            <a:extLst>
              <a:ext uri="{FF2B5EF4-FFF2-40B4-BE49-F238E27FC236}">
                <a16:creationId xmlns:a16="http://schemas.microsoft.com/office/drawing/2014/main" id="{9D27099A-20BD-F5C1-846F-7C54C609C58D}"/>
              </a:ext>
            </a:extLst>
          </p:cNvPr>
          <p:cNvSpPr>
            <a:spLocks noChangeArrowheads="1"/>
          </p:cNvSpPr>
          <p:nvPr/>
        </p:nvSpPr>
        <p:spPr bwMode="auto">
          <a:xfrm>
            <a:off x="215900" y="4735513"/>
            <a:ext cx="360363" cy="576262"/>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8927" name="Text Box 31">
            <a:extLst>
              <a:ext uri="{FF2B5EF4-FFF2-40B4-BE49-F238E27FC236}">
                <a16:creationId xmlns:a16="http://schemas.microsoft.com/office/drawing/2014/main" id="{1A13DB2D-AD4D-8700-9498-018254F255ED}"/>
              </a:ext>
            </a:extLst>
          </p:cNvPr>
          <p:cNvSpPr txBox="1">
            <a:spLocks noChangeArrowheads="1"/>
          </p:cNvSpPr>
          <p:nvPr/>
        </p:nvSpPr>
        <p:spPr bwMode="auto">
          <a:xfrm>
            <a:off x="461963" y="5705475"/>
            <a:ext cx="8570912" cy="457200"/>
          </a:xfrm>
          <a:prstGeom prst="rect">
            <a:avLst/>
          </a:prstGeom>
          <a:noFill/>
          <a:ln w="12700">
            <a:noFill/>
            <a:miter lim="800000"/>
            <a:headEnd type="none" w="sm" len="sm"/>
            <a:tailEnd type="none" w="sm" len="sm"/>
          </a:ln>
          <a:effectLst/>
        </p:spPr>
        <p:txBody>
          <a:bodyPr>
            <a:spAutoFit/>
          </a:bodyPr>
          <a:lstStyle/>
          <a:p>
            <a:pPr algn="l">
              <a:lnSpc>
                <a:spcPct val="100000"/>
              </a:lnSpc>
              <a:buClr>
                <a:srgbClr val="FFCC00"/>
              </a:buClr>
              <a:buSzPct val="80000"/>
              <a:buFont typeface="Wingdings" pitchFamily="2" charset="2"/>
              <a:buChar char="l"/>
              <a:defRPr/>
            </a:pPr>
            <a:r>
              <a:rPr lang="en-US" altLang="zh-CN" dirty="0">
                <a:effectLst>
                  <a:outerShdw blurRad="38100" dist="38100" dir="2700000" algn="tl">
                    <a:srgbClr val="000000"/>
                  </a:outerShdw>
                </a:effectLst>
                <a:latin typeface="Times New Roman" pitchFamily="18" charset="0"/>
              </a:rPr>
              <a:t> </a:t>
            </a:r>
            <a:r>
              <a:rPr lang="zh-CN" altLang="en-US" dirty="0">
                <a:effectLst>
                  <a:outerShdw blurRad="38100" dist="38100" dir="2700000" algn="tl">
                    <a:srgbClr val="000000"/>
                  </a:outerShdw>
                </a:effectLst>
                <a:latin typeface="Times New Roman" pitchFamily="18" charset="0"/>
              </a:rPr>
              <a:t>刚体绕定轴转动的动能就是组成刚体所有质点的动能之和；</a:t>
            </a:r>
          </a:p>
        </p:txBody>
      </p:sp>
      <p:sp>
        <p:nvSpPr>
          <p:cNvPr id="848928" name="Text Box 32">
            <a:extLst>
              <a:ext uri="{FF2B5EF4-FFF2-40B4-BE49-F238E27FC236}">
                <a16:creationId xmlns:a16="http://schemas.microsoft.com/office/drawing/2014/main" id="{0BFB1577-1036-1366-F293-3D6447434B84}"/>
              </a:ext>
            </a:extLst>
          </p:cNvPr>
          <p:cNvSpPr txBox="1">
            <a:spLocks noChangeArrowheads="1"/>
          </p:cNvSpPr>
          <p:nvPr/>
        </p:nvSpPr>
        <p:spPr bwMode="auto">
          <a:xfrm>
            <a:off x="1258888" y="4868863"/>
            <a:ext cx="788511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sz="2000">
                <a:latin typeface="Times New Roman" panose="02020603050405020304" pitchFamily="18" charset="0"/>
                <a:ea typeface="楷体_GB2312" pitchFamily="49" charset="-122"/>
              </a:rPr>
              <a:t>定轴转动刚体的动能等于转动惯量与其角速度平方乘积的一半</a:t>
            </a:r>
            <a:endParaRPr lang="zh-CN" altLang="en-US" sz="2000" b="0">
              <a:latin typeface="Times New Roman" panose="02020603050405020304" pitchFamily="18" charset="0"/>
              <a:ea typeface="楷体_GB2312" pitchFamily="49" charset="-122"/>
            </a:endParaRPr>
          </a:p>
        </p:txBody>
      </p:sp>
      <p:sp>
        <p:nvSpPr>
          <p:cNvPr id="848929" name="Text Box 33">
            <a:extLst>
              <a:ext uri="{FF2B5EF4-FFF2-40B4-BE49-F238E27FC236}">
                <a16:creationId xmlns:a16="http://schemas.microsoft.com/office/drawing/2014/main" id="{41EF9321-10ED-896C-E559-FDCB688FC036}"/>
              </a:ext>
            </a:extLst>
          </p:cNvPr>
          <p:cNvSpPr txBox="1">
            <a:spLocks noChangeArrowheads="1"/>
          </p:cNvSpPr>
          <p:nvPr/>
        </p:nvSpPr>
        <p:spPr bwMode="auto">
          <a:xfrm>
            <a:off x="503238" y="4808538"/>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zh-CN" altLang="en-US">
                <a:solidFill>
                  <a:srgbClr val="FFFF00"/>
                </a:solidFill>
                <a:latin typeface="Times New Roman" panose="02020603050405020304" pitchFamily="18" charset="0"/>
                <a:ea typeface="宋体" panose="02010600030101010101" pitchFamily="2" charset="-122"/>
              </a:rPr>
              <a:t>结论</a:t>
            </a:r>
          </a:p>
        </p:txBody>
      </p:sp>
      <p:sp>
        <p:nvSpPr>
          <p:cNvPr id="848930" name="Rectangle 34">
            <a:extLst>
              <a:ext uri="{FF2B5EF4-FFF2-40B4-BE49-F238E27FC236}">
                <a16:creationId xmlns:a16="http://schemas.microsoft.com/office/drawing/2014/main" id="{0C443748-7246-B27E-A623-750C17B32DDA}"/>
              </a:ext>
            </a:extLst>
          </p:cNvPr>
          <p:cNvSpPr>
            <a:spLocks noChangeArrowheads="1"/>
          </p:cNvSpPr>
          <p:nvPr/>
        </p:nvSpPr>
        <p:spPr bwMode="auto">
          <a:xfrm>
            <a:off x="1003300" y="247650"/>
            <a:ext cx="72215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en-US" altLang="zh-CN" sz="3200">
                <a:solidFill>
                  <a:srgbClr val="66FF33"/>
                </a:solidFill>
                <a:latin typeface="Times New Roman" panose="02020603050405020304" pitchFamily="18" charset="0"/>
                <a:ea typeface="黑体" panose="02010609060101010101" pitchFamily="49" charset="-122"/>
              </a:rPr>
              <a:t>§6.2</a:t>
            </a:r>
            <a:r>
              <a:rPr kumimoji="1" lang="en-US" altLang="zh-CN" sz="3200">
                <a:solidFill>
                  <a:srgbClr val="66FF33"/>
                </a:solidFill>
                <a:latin typeface="黑体" panose="02010609060101010101" pitchFamily="49" charset="-122"/>
                <a:ea typeface="黑体" panose="02010609060101010101" pitchFamily="49" charset="-122"/>
              </a:rPr>
              <a:t> </a:t>
            </a:r>
            <a:r>
              <a:rPr lang="zh-CN" altLang="en-US" sz="3200">
                <a:solidFill>
                  <a:srgbClr val="66FF33"/>
                </a:solidFill>
                <a:latin typeface="黑体" panose="02010609060101010101" pitchFamily="49" charset="-122"/>
                <a:ea typeface="黑体" panose="02010609060101010101" pitchFamily="49" charset="-122"/>
              </a:rPr>
              <a:t>绕定轴转动刚体的动能 动能定理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48930"/>
                                        </p:tgtEl>
                                        <p:attrNameLst>
                                          <p:attrName>style.visibility</p:attrName>
                                        </p:attrNameLst>
                                      </p:cBhvr>
                                      <p:to>
                                        <p:strVal val="visible"/>
                                      </p:to>
                                    </p:set>
                                    <p:animEffect transition="in" filter="wipe(left)">
                                      <p:cBhvr>
                                        <p:cTn id="7" dur="500"/>
                                        <p:tgtEl>
                                          <p:spTgt spid="8489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848898"/>
                                        </p:tgtEl>
                                        <p:attrNameLst>
                                          <p:attrName>style.visibility</p:attrName>
                                        </p:attrNameLst>
                                      </p:cBhvr>
                                      <p:to>
                                        <p:strVal val="visible"/>
                                      </p:to>
                                    </p:set>
                                    <p:animEffect transition="in" filter="box(out)">
                                      <p:cBhvr>
                                        <p:cTn id="12" dur="500"/>
                                        <p:tgtEl>
                                          <p:spTgt spid="8488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nodeType="afterGroup">
                            <p:stCondLst>
                              <p:cond delay="500"/>
                            </p:stCondLst>
                            <p:childTnLst>
                              <p:par>
                                <p:cTn id="19" presetID="1" presetClass="entr" presetSubtype="0" fill="hold" nodeType="afterEffect">
                                  <p:stCondLst>
                                    <p:cond delay="0"/>
                                  </p:stCondLst>
                                  <p:childTnLst>
                                    <p:set>
                                      <p:cBhvr>
                                        <p:cTn id="20" dur="1" fill="hold">
                                          <p:stCondLst>
                                            <p:cond delay="0"/>
                                          </p:stCondLst>
                                        </p:cTn>
                                        <p:tgtEl>
                                          <p:spTgt spid="84892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848918"/>
                                        </p:tgtEl>
                                        <p:attrNameLst>
                                          <p:attrName>style.visibility</p:attrName>
                                        </p:attrNameLst>
                                      </p:cBhvr>
                                      <p:to>
                                        <p:strVal val="visible"/>
                                      </p:to>
                                    </p:set>
                                    <p:animEffect transition="in" filter="wipe(left)">
                                      <p:cBhvr>
                                        <p:cTn id="25" dur="500"/>
                                        <p:tgtEl>
                                          <p:spTgt spid="84891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2"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right)">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2" fill="hold" nodeType="clickEffect">
                                  <p:stCondLst>
                                    <p:cond delay="0"/>
                                  </p:stCondLst>
                                  <p:childTnLst>
                                    <p:set>
                                      <p:cBhvr>
                                        <p:cTn id="34" dur="1" fill="hold">
                                          <p:stCondLst>
                                            <p:cond delay="0"/>
                                          </p:stCondLst>
                                        </p:cTn>
                                        <p:tgtEl>
                                          <p:spTgt spid="848903"/>
                                        </p:tgtEl>
                                        <p:attrNameLst>
                                          <p:attrName>style.visibility</p:attrName>
                                        </p:attrNameLst>
                                      </p:cBhvr>
                                      <p:to>
                                        <p:strVal val="visible"/>
                                      </p:to>
                                    </p:set>
                                    <p:animEffect transition="in" filter="wipe(right)">
                                      <p:cBhvr>
                                        <p:cTn id="35" dur="500"/>
                                        <p:tgtEl>
                                          <p:spTgt spid="84890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left)">
                                      <p:cBhvr>
                                        <p:cTn id="40" dur="500"/>
                                        <p:tgtEl>
                                          <p:spTgt spid="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848919"/>
                                        </p:tgtEl>
                                        <p:attrNameLst>
                                          <p:attrName>style.visibility</p:attrName>
                                        </p:attrNameLst>
                                      </p:cBhvr>
                                      <p:to>
                                        <p:strVal val="visible"/>
                                      </p:to>
                                    </p:set>
                                    <p:animEffect transition="in" filter="wipe(left)">
                                      <p:cBhvr>
                                        <p:cTn id="45" dur="500"/>
                                        <p:tgtEl>
                                          <p:spTgt spid="84891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848899"/>
                                        </p:tgtEl>
                                        <p:attrNameLst>
                                          <p:attrName>style.visibility</p:attrName>
                                        </p:attrNameLst>
                                      </p:cBhvr>
                                      <p:to>
                                        <p:strVal val="visible"/>
                                      </p:to>
                                    </p:set>
                                    <p:animEffect transition="in" filter="wipe(left)">
                                      <p:cBhvr>
                                        <p:cTn id="50" dur="500"/>
                                        <p:tgtEl>
                                          <p:spTgt spid="84889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848901"/>
                                        </p:tgtEl>
                                        <p:attrNameLst>
                                          <p:attrName>style.visibility</p:attrName>
                                        </p:attrNameLst>
                                      </p:cBhvr>
                                      <p:to>
                                        <p:strVal val="visible"/>
                                      </p:to>
                                    </p:set>
                                    <p:animEffect transition="in" filter="wipe(left)">
                                      <p:cBhvr>
                                        <p:cTn id="55" dur="500"/>
                                        <p:tgtEl>
                                          <p:spTgt spid="84890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848923"/>
                                        </p:tgtEl>
                                        <p:attrNameLst>
                                          <p:attrName>style.visibility</p:attrName>
                                        </p:attrNameLst>
                                      </p:cBhvr>
                                      <p:to>
                                        <p:strVal val="visible"/>
                                      </p:to>
                                    </p:set>
                                    <p:animEffect transition="in" filter="wipe(left)">
                                      <p:cBhvr>
                                        <p:cTn id="60" dur="500"/>
                                        <p:tgtEl>
                                          <p:spTgt spid="84892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848900"/>
                                        </p:tgtEl>
                                        <p:attrNameLst>
                                          <p:attrName>style.visibility</p:attrName>
                                        </p:attrNameLst>
                                      </p:cBhvr>
                                      <p:to>
                                        <p:strVal val="visible"/>
                                      </p:to>
                                    </p:set>
                                    <p:animEffect transition="in" filter="wipe(left)">
                                      <p:cBhvr>
                                        <p:cTn id="65" dur="500"/>
                                        <p:tgtEl>
                                          <p:spTgt spid="84890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848902"/>
                                        </p:tgtEl>
                                        <p:attrNameLst>
                                          <p:attrName>style.visibility</p:attrName>
                                        </p:attrNameLst>
                                      </p:cBhvr>
                                      <p:to>
                                        <p:strVal val="visible"/>
                                      </p:to>
                                    </p:set>
                                    <p:animEffect transition="in" filter="wipe(left)">
                                      <p:cBhvr>
                                        <p:cTn id="70" dur="500"/>
                                        <p:tgtEl>
                                          <p:spTgt spid="84890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848924"/>
                                        </p:tgtEl>
                                        <p:attrNameLst>
                                          <p:attrName>style.visibility</p:attrName>
                                        </p:attrNameLst>
                                      </p:cBhvr>
                                      <p:to>
                                        <p:strVal val="visible"/>
                                      </p:to>
                                    </p:set>
                                    <p:animEffect transition="in" filter="wipe(left)">
                                      <p:cBhvr>
                                        <p:cTn id="75" dur="500"/>
                                        <p:tgtEl>
                                          <p:spTgt spid="84892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848920"/>
                                        </p:tgtEl>
                                        <p:attrNameLst>
                                          <p:attrName>style.visibility</p:attrName>
                                        </p:attrNameLst>
                                      </p:cBhvr>
                                      <p:to>
                                        <p:strVal val="visible"/>
                                      </p:to>
                                    </p:set>
                                    <p:animEffect transition="in" filter="wipe(left)">
                                      <p:cBhvr>
                                        <p:cTn id="80" dur="500"/>
                                        <p:tgtEl>
                                          <p:spTgt spid="84892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848922"/>
                                        </p:tgtEl>
                                        <p:attrNameLst>
                                          <p:attrName>style.visibility</p:attrName>
                                        </p:attrNameLst>
                                      </p:cBhvr>
                                      <p:to>
                                        <p:strVal val="visible"/>
                                      </p:to>
                                    </p:set>
                                    <p:animEffect transition="in" filter="wipe(left)">
                                      <p:cBhvr>
                                        <p:cTn id="85" dur="500"/>
                                        <p:tgtEl>
                                          <p:spTgt spid="84892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50" presetClass="entr" presetSubtype="0" decel="100000" fill="hold" nodeType="clickEffect">
                                  <p:stCondLst>
                                    <p:cond delay="0"/>
                                  </p:stCondLst>
                                  <p:childTnLst>
                                    <p:set>
                                      <p:cBhvr>
                                        <p:cTn id="89" dur="1" fill="hold">
                                          <p:stCondLst>
                                            <p:cond delay="0"/>
                                          </p:stCondLst>
                                        </p:cTn>
                                        <p:tgtEl>
                                          <p:spTgt spid="848925"/>
                                        </p:tgtEl>
                                        <p:attrNameLst>
                                          <p:attrName>style.visibility</p:attrName>
                                        </p:attrNameLst>
                                      </p:cBhvr>
                                      <p:to>
                                        <p:strVal val="visible"/>
                                      </p:to>
                                    </p:set>
                                    <p:anim calcmode="lin" valueType="num">
                                      <p:cBhvr>
                                        <p:cTn id="90" dur="1000" fill="hold"/>
                                        <p:tgtEl>
                                          <p:spTgt spid="848925"/>
                                        </p:tgtEl>
                                        <p:attrNameLst>
                                          <p:attrName>ppt_w</p:attrName>
                                        </p:attrNameLst>
                                      </p:cBhvr>
                                      <p:tavLst>
                                        <p:tav tm="0">
                                          <p:val>
                                            <p:strVal val="#ppt_w+.3"/>
                                          </p:val>
                                        </p:tav>
                                        <p:tav tm="100000">
                                          <p:val>
                                            <p:strVal val="#ppt_w"/>
                                          </p:val>
                                        </p:tav>
                                      </p:tavLst>
                                    </p:anim>
                                    <p:anim calcmode="lin" valueType="num">
                                      <p:cBhvr>
                                        <p:cTn id="91" dur="1000" fill="hold"/>
                                        <p:tgtEl>
                                          <p:spTgt spid="848925"/>
                                        </p:tgtEl>
                                        <p:attrNameLst>
                                          <p:attrName>ppt_h</p:attrName>
                                        </p:attrNameLst>
                                      </p:cBhvr>
                                      <p:tavLst>
                                        <p:tav tm="0">
                                          <p:val>
                                            <p:strVal val="#ppt_h"/>
                                          </p:val>
                                        </p:tav>
                                        <p:tav tm="100000">
                                          <p:val>
                                            <p:strVal val="#ppt_h"/>
                                          </p:val>
                                        </p:tav>
                                      </p:tavLst>
                                    </p:anim>
                                    <p:animEffect transition="in" filter="fade">
                                      <p:cBhvr>
                                        <p:cTn id="92" dur="1000"/>
                                        <p:tgtEl>
                                          <p:spTgt spid="84892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848929"/>
                                        </p:tgtEl>
                                        <p:attrNameLst>
                                          <p:attrName>style.visibility</p:attrName>
                                        </p:attrNameLst>
                                      </p:cBhvr>
                                      <p:to>
                                        <p:strVal val="visible"/>
                                      </p:to>
                                    </p:set>
                                    <p:animEffect transition="in" filter="wipe(left)">
                                      <p:cBhvr>
                                        <p:cTn id="97" dur="500"/>
                                        <p:tgtEl>
                                          <p:spTgt spid="848929"/>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848928"/>
                                        </p:tgtEl>
                                        <p:attrNameLst>
                                          <p:attrName>style.visibility</p:attrName>
                                        </p:attrNameLst>
                                      </p:cBhvr>
                                      <p:to>
                                        <p:strVal val="visible"/>
                                      </p:to>
                                    </p:set>
                                    <p:animEffect transition="in" filter="wipe(left)">
                                      <p:cBhvr>
                                        <p:cTn id="102" dur="500"/>
                                        <p:tgtEl>
                                          <p:spTgt spid="84892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848927"/>
                                        </p:tgtEl>
                                        <p:attrNameLst>
                                          <p:attrName>style.visibility</p:attrName>
                                        </p:attrNameLst>
                                      </p:cBhvr>
                                      <p:to>
                                        <p:strVal val="visible"/>
                                      </p:to>
                                    </p:set>
                                    <p:animEffect transition="in" filter="wipe(left)">
                                      <p:cBhvr>
                                        <p:cTn id="107" dur="500"/>
                                        <p:tgtEl>
                                          <p:spTgt spid="848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8898" grpId="0" animBg="1"/>
      <p:bldP spid="848900" grpId="0"/>
      <p:bldP spid="848903" grpId="0" animBg="1"/>
      <p:bldP spid="848918" grpId="0"/>
      <p:bldP spid="848919" grpId="0"/>
      <p:bldP spid="848922" grpId="0"/>
      <p:bldP spid="848923" grpId="0" animBg="1" autoUpdateAnimBg="0"/>
      <p:bldP spid="848925" grpId="0" animBg="1"/>
      <p:bldP spid="848927" grpId="0"/>
      <p:bldP spid="848928" grpId="0"/>
      <p:bldP spid="848929" grpId="0"/>
      <p:bldP spid="84893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Freeform 2">
            <a:extLst>
              <a:ext uri="{FF2B5EF4-FFF2-40B4-BE49-F238E27FC236}">
                <a16:creationId xmlns:a16="http://schemas.microsoft.com/office/drawing/2014/main" id="{38C837A1-37DC-1A32-1365-32B71CE27CD6}"/>
              </a:ext>
            </a:extLst>
          </p:cNvPr>
          <p:cNvSpPr>
            <a:spLocks/>
          </p:cNvSpPr>
          <p:nvPr/>
        </p:nvSpPr>
        <p:spPr bwMode="auto">
          <a:xfrm>
            <a:off x="4787900" y="2060575"/>
            <a:ext cx="3132138" cy="2881313"/>
          </a:xfrm>
          <a:custGeom>
            <a:avLst/>
            <a:gdLst/>
            <a:ahLst/>
            <a:cxnLst>
              <a:cxn ang="0">
                <a:pos x="1013" y="8"/>
              </a:cxn>
              <a:cxn ang="0">
                <a:pos x="333" y="99"/>
              </a:cxn>
              <a:cxn ang="0">
                <a:pos x="15" y="416"/>
              </a:cxn>
              <a:cxn ang="0">
                <a:pos x="242" y="825"/>
              </a:cxn>
              <a:cxn ang="0">
                <a:pos x="696" y="1006"/>
              </a:cxn>
              <a:cxn ang="0">
                <a:pos x="1058" y="961"/>
              </a:cxn>
              <a:cxn ang="0">
                <a:pos x="1421" y="1051"/>
              </a:cxn>
              <a:cxn ang="0">
                <a:pos x="1693" y="825"/>
              </a:cxn>
              <a:cxn ang="0">
                <a:pos x="1648" y="144"/>
              </a:cxn>
              <a:cxn ang="0">
                <a:pos x="1013" y="8"/>
              </a:cxn>
            </a:cxnLst>
            <a:rect l="0" t="0" r="r" b="b"/>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9966"/>
          </a:solidFill>
          <a:ln w="9525" cap="flat" cmpd="sng">
            <a:prstDash val="solid"/>
            <a:round/>
            <a:headEnd/>
            <a:tailEnd/>
          </a:ln>
          <a:effectLst/>
          <a:scene3d>
            <a:camera prst="legacyPerspectiveFront">
              <a:rot lat="17699998" lon="0" rev="0"/>
            </a:camera>
            <a:lightRig rig="legacyFlat2" dir="t"/>
          </a:scene3d>
          <a:sp3d extrusionH="201600" prstMaterial="legacyMatte">
            <a:bevelT w="13500" h="13500" prst="angle"/>
            <a:bevelB w="13500" h="13500" prst="angle"/>
            <a:extrusionClr>
              <a:srgbClr val="339966"/>
            </a:extrusionClr>
          </a:sp3d>
        </p:spPr>
        <p:txBody>
          <a:bodyPr wrap="none" anchor="ctr">
            <a:flatTx/>
          </a:bodyPr>
          <a:lstStyle/>
          <a:p>
            <a:pPr>
              <a:defRPr/>
            </a:pPr>
            <a:endParaRPr lang="zh-CN" altLang="en-US">
              <a:effectLst>
                <a:outerShdw blurRad="38100" dist="38100" dir="2700000" algn="tl">
                  <a:srgbClr val="000000">
                    <a:alpha val="43137"/>
                  </a:srgbClr>
                </a:outerShdw>
              </a:effectLst>
            </a:endParaRPr>
          </a:p>
        </p:txBody>
      </p:sp>
      <p:sp>
        <p:nvSpPr>
          <p:cNvPr id="719875" name="Text Box 3">
            <a:extLst>
              <a:ext uri="{FF2B5EF4-FFF2-40B4-BE49-F238E27FC236}">
                <a16:creationId xmlns:a16="http://schemas.microsoft.com/office/drawing/2014/main" id="{0B12FDDB-0989-8DF7-E5A9-369C6EF49166}"/>
              </a:ext>
            </a:extLst>
          </p:cNvPr>
          <p:cNvSpPr txBox="1">
            <a:spLocks noChangeArrowheads="1"/>
          </p:cNvSpPr>
          <p:nvPr/>
        </p:nvSpPr>
        <p:spPr bwMode="auto">
          <a:xfrm>
            <a:off x="179388" y="333375"/>
            <a:ext cx="252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sz="2800">
                <a:solidFill>
                  <a:srgbClr val="FFFF00"/>
                </a:solidFill>
                <a:latin typeface="Times New Roman" panose="02020603050405020304" pitchFamily="18" charset="0"/>
                <a:ea typeface="宋体" panose="02010600030101010101" pitchFamily="2" charset="-122"/>
              </a:rPr>
              <a:t>二</a:t>
            </a:r>
            <a:r>
              <a:rPr lang="en-US" altLang="zh-CN" sz="2800">
                <a:solidFill>
                  <a:srgbClr val="FFFF00"/>
                </a:solidFill>
                <a:latin typeface="Times New Roman" panose="02020603050405020304" pitchFamily="18" charset="0"/>
                <a:ea typeface="宋体" panose="02010600030101010101" pitchFamily="2" charset="-122"/>
              </a:rPr>
              <a:t>. </a:t>
            </a:r>
            <a:r>
              <a:rPr lang="zh-CN" altLang="en-US" sz="2800">
                <a:solidFill>
                  <a:srgbClr val="FFFF00"/>
                </a:solidFill>
                <a:latin typeface="Times New Roman" panose="02020603050405020304" pitchFamily="18" charset="0"/>
                <a:ea typeface="宋体" panose="02010600030101010101" pitchFamily="2" charset="-122"/>
              </a:rPr>
              <a:t>力矩的功</a:t>
            </a:r>
          </a:p>
        </p:txBody>
      </p:sp>
      <p:sp>
        <p:nvSpPr>
          <p:cNvPr id="719876" name="Line 4">
            <a:extLst>
              <a:ext uri="{FF2B5EF4-FFF2-40B4-BE49-F238E27FC236}">
                <a16:creationId xmlns:a16="http://schemas.microsoft.com/office/drawing/2014/main" id="{4E91E283-8E87-354B-E480-4B4C1BD01F92}"/>
              </a:ext>
            </a:extLst>
          </p:cNvPr>
          <p:cNvSpPr>
            <a:spLocks noChangeShapeType="1"/>
          </p:cNvSpPr>
          <p:nvPr/>
        </p:nvSpPr>
        <p:spPr bwMode="auto">
          <a:xfrm>
            <a:off x="5824538" y="2095500"/>
            <a:ext cx="0" cy="1295400"/>
          </a:xfrm>
          <a:prstGeom prst="line">
            <a:avLst/>
          </a:prstGeom>
          <a:noFill/>
          <a:ln w="50800">
            <a:solidFill>
              <a:srgbClr val="FF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877" name="Line 5">
            <a:extLst>
              <a:ext uri="{FF2B5EF4-FFF2-40B4-BE49-F238E27FC236}">
                <a16:creationId xmlns:a16="http://schemas.microsoft.com/office/drawing/2014/main" id="{F7DD0493-F307-117A-0D6D-3D065F4EBFBD}"/>
              </a:ext>
            </a:extLst>
          </p:cNvPr>
          <p:cNvSpPr>
            <a:spLocks noChangeShapeType="1"/>
          </p:cNvSpPr>
          <p:nvPr/>
        </p:nvSpPr>
        <p:spPr bwMode="auto">
          <a:xfrm>
            <a:off x="5824538" y="4302125"/>
            <a:ext cx="0" cy="381000"/>
          </a:xfrm>
          <a:prstGeom prst="line">
            <a:avLst/>
          </a:prstGeom>
          <a:noFill/>
          <a:ln w="50800">
            <a:solidFill>
              <a:srgbClr val="FF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878" name="Text Box 6">
            <a:extLst>
              <a:ext uri="{FF2B5EF4-FFF2-40B4-BE49-F238E27FC236}">
                <a16:creationId xmlns:a16="http://schemas.microsoft.com/office/drawing/2014/main" id="{FFB50F4E-C186-2E69-1737-16AAE26AE83D}"/>
              </a:ext>
            </a:extLst>
          </p:cNvPr>
          <p:cNvSpPr txBox="1">
            <a:spLocks noChangeArrowheads="1"/>
          </p:cNvSpPr>
          <p:nvPr/>
        </p:nvSpPr>
        <p:spPr bwMode="auto">
          <a:xfrm>
            <a:off x="6010275" y="2108200"/>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719879" name="Line 7">
            <a:extLst>
              <a:ext uri="{FF2B5EF4-FFF2-40B4-BE49-F238E27FC236}">
                <a16:creationId xmlns:a16="http://schemas.microsoft.com/office/drawing/2014/main" id="{FD96C282-1AF0-2D19-6F11-F905D8B96058}"/>
              </a:ext>
            </a:extLst>
          </p:cNvPr>
          <p:cNvSpPr>
            <a:spLocks noChangeShapeType="1"/>
          </p:cNvSpPr>
          <p:nvPr/>
        </p:nvSpPr>
        <p:spPr bwMode="auto">
          <a:xfrm>
            <a:off x="5824538" y="3390900"/>
            <a:ext cx="1066800" cy="457200"/>
          </a:xfrm>
          <a:prstGeom prst="line">
            <a:avLst/>
          </a:prstGeom>
          <a:noFill/>
          <a:ln w="25400">
            <a:solidFill>
              <a:schemeClr val="tx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880" name="Text Box 8">
            <a:extLst>
              <a:ext uri="{FF2B5EF4-FFF2-40B4-BE49-F238E27FC236}">
                <a16:creationId xmlns:a16="http://schemas.microsoft.com/office/drawing/2014/main" id="{1AA23DD9-1CF7-A3D4-293E-E905EE496548}"/>
              </a:ext>
            </a:extLst>
          </p:cNvPr>
          <p:cNvSpPr txBox="1">
            <a:spLocks noChangeArrowheads="1"/>
          </p:cNvSpPr>
          <p:nvPr/>
        </p:nvSpPr>
        <p:spPr bwMode="auto">
          <a:xfrm>
            <a:off x="5367338" y="3009900"/>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chemeClr val="accent2"/>
                </a:solidFill>
                <a:latin typeface="Times New Roman" panose="02020603050405020304" pitchFamily="18" charset="0"/>
                <a:ea typeface="宋体" panose="02010600030101010101" pitchFamily="2" charset="-122"/>
              </a:rPr>
              <a:t>O</a:t>
            </a:r>
          </a:p>
        </p:txBody>
      </p:sp>
      <p:graphicFrame>
        <p:nvGraphicFramePr>
          <p:cNvPr id="719881" name="Object 9">
            <a:extLst>
              <a:ext uri="{FF2B5EF4-FFF2-40B4-BE49-F238E27FC236}">
                <a16:creationId xmlns:a16="http://schemas.microsoft.com/office/drawing/2014/main" id="{F7B44032-9B9C-7B35-FD7A-779BC221623F}"/>
              </a:ext>
            </a:extLst>
          </p:cNvPr>
          <p:cNvGraphicFramePr>
            <a:graphicFrameLocks/>
          </p:cNvGraphicFramePr>
          <p:nvPr/>
        </p:nvGraphicFramePr>
        <p:xfrm>
          <a:off x="6227763" y="3665538"/>
          <a:ext cx="215900" cy="292100"/>
        </p:xfrm>
        <a:graphic>
          <a:graphicData uri="http://schemas.openxmlformats.org/presentationml/2006/ole">
            <mc:AlternateContent xmlns:mc="http://schemas.openxmlformats.org/markup-compatibility/2006">
              <mc:Choice xmlns:v="urn:schemas-microsoft-com:vml" Requires="v">
                <p:oleObj name="公式" r:id="rId2" imgW="215640" imgH="291960" progId="Equation.3">
                  <p:embed/>
                </p:oleObj>
              </mc:Choice>
              <mc:Fallback>
                <p:oleObj name="公式" r:id="rId2" imgW="215640" imgH="291960" progId="Equation.3">
                  <p:embed/>
                  <p:pic>
                    <p:nvPicPr>
                      <p:cNvPr id="0"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7763" y="3665538"/>
                        <a:ext cx="2159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882" name="Object 10">
            <a:extLst>
              <a:ext uri="{FF2B5EF4-FFF2-40B4-BE49-F238E27FC236}">
                <a16:creationId xmlns:a16="http://schemas.microsoft.com/office/drawing/2014/main" id="{24BB1DD2-4338-BAAC-A1B6-404C21448620}"/>
              </a:ext>
            </a:extLst>
          </p:cNvPr>
          <p:cNvGraphicFramePr>
            <a:graphicFrameLocks/>
          </p:cNvGraphicFramePr>
          <p:nvPr/>
        </p:nvGraphicFramePr>
        <p:xfrm>
          <a:off x="7667625" y="2824163"/>
          <a:ext cx="306388" cy="341312"/>
        </p:xfrm>
        <a:graphic>
          <a:graphicData uri="http://schemas.openxmlformats.org/presentationml/2006/ole">
            <mc:AlternateContent xmlns:mc="http://schemas.openxmlformats.org/markup-compatibility/2006">
              <mc:Choice xmlns:v="urn:schemas-microsoft-com:vml" Requires="v">
                <p:oleObj name="公式" r:id="rId4" imgW="304560" imgH="342720" progId="Equation.3">
                  <p:embed/>
                </p:oleObj>
              </mc:Choice>
              <mc:Fallback>
                <p:oleObj name="公式" r:id="rId4" imgW="304560" imgH="342720" progId="Equation.3">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7625" y="2824163"/>
                        <a:ext cx="306388"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883" name="Line 11">
            <a:extLst>
              <a:ext uri="{FF2B5EF4-FFF2-40B4-BE49-F238E27FC236}">
                <a16:creationId xmlns:a16="http://schemas.microsoft.com/office/drawing/2014/main" id="{89344A3A-33F9-98E8-D664-FDE256C8429E}"/>
              </a:ext>
            </a:extLst>
          </p:cNvPr>
          <p:cNvSpPr>
            <a:spLocks noChangeShapeType="1"/>
          </p:cNvSpPr>
          <p:nvPr/>
        </p:nvSpPr>
        <p:spPr bwMode="auto">
          <a:xfrm flipV="1">
            <a:off x="6891338" y="3162300"/>
            <a:ext cx="1143000" cy="685800"/>
          </a:xfrm>
          <a:prstGeom prst="line">
            <a:avLst/>
          </a:prstGeom>
          <a:noFill/>
          <a:ln w="38100">
            <a:solidFill>
              <a:srgbClr val="FFCC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884" name="Line 12">
            <a:extLst>
              <a:ext uri="{FF2B5EF4-FFF2-40B4-BE49-F238E27FC236}">
                <a16:creationId xmlns:a16="http://schemas.microsoft.com/office/drawing/2014/main" id="{6AA25DE3-2B89-71FC-7237-F804878AAB8C}"/>
              </a:ext>
            </a:extLst>
          </p:cNvPr>
          <p:cNvSpPr>
            <a:spLocks noChangeShapeType="1"/>
          </p:cNvSpPr>
          <p:nvPr/>
        </p:nvSpPr>
        <p:spPr bwMode="auto">
          <a:xfrm>
            <a:off x="6891338" y="3848100"/>
            <a:ext cx="762000" cy="304800"/>
          </a:xfrm>
          <a:prstGeom prst="line">
            <a:avLst/>
          </a:prstGeom>
          <a:noFill/>
          <a:ln w="19050">
            <a:solidFill>
              <a:schemeClr val="tx1"/>
            </a:solidFill>
            <a:prstDash val="lg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885" name="Line 13">
            <a:extLst>
              <a:ext uri="{FF2B5EF4-FFF2-40B4-BE49-F238E27FC236}">
                <a16:creationId xmlns:a16="http://schemas.microsoft.com/office/drawing/2014/main" id="{0617A886-032D-5698-BC7B-AE42667CB678}"/>
              </a:ext>
            </a:extLst>
          </p:cNvPr>
          <p:cNvSpPr>
            <a:spLocks noChangeShapeType="1"/>
          </p:cNvSpPr>
          <p:nvPr/>
        </p:nvSpPr>
        <p:spPr bwMode="auto">
          <a:xfrm>
            <a:off x="5824538" y="3390900"/>
            <a:ext cx="1219200" cy="76200"/>
          </a:xfrm>
          <a:prstGeom prst="line">
            <a:avLst/>
          </a:prstGeom>
          <a:noFill/>
          <a:ln w="25400">
            <a:solidFill>
              <a:schemeClr val="tx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886" name="Line 14">
            <a:extLst>
              <a:ext uri="{FF2B5EF4-FFF2-40B4-BE49-F238E27FC236}">
                <a16:creationId xmlns:a16="http://schemas.microsoft.com/office/drawing/2014/main" id="{39057C3C-1BD0-BD75-92ED-A99CEED7EFCC}"/>
              </a:ext>
            </a:extLst>
          </p:cNvPr>
          <p:cNvSpPr>
            <a:spLocks noChangeShapeType="1"/>
          </p:cNvSpPr>
          <p:nvPr/>
        </p:nvSpPr>
        <p:spPr bwMode="auto">
          <a:xfrm flipV="1">
            <a:off x="6891338" y="3467100"/>
            <a:ext cx="152400" cy="381000"/>
          </a:xfrm>
          <a:prstGeom prst="line">
            <a:avLst/>
          </a:prstGeom>
          <a:noFill/>
          <a:ln w="41275">
            <a:solidFill>
              <a:srgbClr val="FF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19887" name="Object 15">
            <a:extLst>
              <a:ext uri="{FF2B5EF4-FFF2-40B4-BE49-F238E27FC236}">
                <a16:creationId xmlns:a16="http://schemas.microsoft.com/office/drawing/2014/main" id="{C363622D-2E83-3291-C361-0C8D3F759CC3}"/>
              </a:ext>
            </a:extLst>
          </p:cNvPr>
          <p:cNvGraphicFramePr>
            <a:graphicFrameLocks/>
          </p:cNvGraphicFramePr>
          <p:nvPr/>
        </p:nvGraphicFramePr>
        <p:xfrm>
          <a:off x="6580188" y="3090863"/>
          <a:ext cx="306387" cy="306387"/>
        </p:xfrm>
        <a:graphic>
          <a:graphicData uri="http://schemas.openxmlformats.org/presentationml/2006/ole">
            <mc:AlternateContent xmlns:mc="http://schemas.openxmlformats.org/markup-compatibility/2006">
              <mc:Choice xmlns:v="urn:schemas-microsoft-com:vml" Requires="v">
                <p:oleObj name="公式" r:id="rId6" imgW="304560" imgH="304560" progId="Equation.3">
                  <p:embed/>
                </p:oleObj>
              </mc:Choice>
              <mc:Fallback>
                <p:oleObj name="公式" r:id="rId6" imgW="304560" imgH="304560" progId="Equation.3">
                  <p:embed/>
                  <p:pic>
                    <p:nvPicPr>
                      <p:cNvPr id="0" name="Object 1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0188" y="3090863"/>
                        <a:ext cx="306387" cy="30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888" name="Object 16">
            <a:extLst>
              <a:ext uri="{FF2B5EF4-FFF2-40B4-BE49-F238E27FC236}">
                <a16:creationId xmlns:a16="http://schemas.microsoft.com/office/drawing/2014/main" id="{C217CAE0-0430-9606-392D-35FBC896E6C9}"/>
              </a:ext>
            </a:extLst>
          </p:cNvPr>
          <p:cNvGraphicFramePr>
            <a:graphicFrameLocks/>
          </p:cNvGraphicFramePr>
          <p:nvPr/>
        </p:nvGraphicFramePr>
        <p:xfrm>
          <a:off x="6916738" y="3065463"/>
          <a:ext cx="392112" cy="315912"/>
        </p:xfrm>
        <a:graphic>
          <a:graphicData uri="http://schemas.openxmlformats.org/presentationml/2006/ole">
            <mc:AlternateContent xmlns:mc="http://schemas.openxmlformats.org/markup-compatibility/2006">
              <mc:Choice xmlns:v="urn:schemas-microsoft-com:vml" Requires="v">
                <p:oleObj name="公式" r:id="rId8" imgW="393480" imgH="317160" progId="Equation.3">
                  <p:embed/>
                </p:oleObj>
              </mc:Choice>
              <mc:Fallback>
                <p:oleObj name="公式" r:id="rId8" imgW="393480" imgH="317160" progId="Equation.3">
                  <p:embed/>
                  <p:pic>
                    <p:nvPicPr>
                      <p:cNvPr id="0" name="Object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16738" y="3065463"/>
                        <a:ext cx="392112"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7">
            <a:extLst>
              <a:ext uri="{FF2B5EF4-FFF2-40B4-BE49-F238E27FC236}">
                <a16:creationId xmlns:a16="http://schemas.microsoft.com/office/drawing/2014/main" id="{695CAAC5-C45E-E8DC-8269-EA2714CEEE73}"/>
              </a:ext>
            </a:extLst>
          </p:cNvPr>
          <p:cNvGrpSpPr>
            <a:grpSpLocks/>
          </p:cNvGrpSpPr>
          <p:nvPr/>
        </p:nvGrpSpPr>
        <p:grpSpPr bwMode="auto">
          <a:xfrm>
            <a:off x="6867525" y="2071688"/>
            <a:ext cx="762000" cy="533400"/>
            <a:chOff x="4649" y="618"/>
            <a:chExt cx="480" cy="336"/>
          </a:xfrm>
        </p:grpSpPr>
        <p:sp>
          <p:nvSpPr>
            <p:cNvPr id="13353" name="AutoShape 18">
              <a:extLst>
                <a:ext uri="{FF2B5EF4-FFF2-40B4-BE49-F238E27FC236}">
                  <a16:creationId xmlns:a16="http://schemas.microsoft.com/office/drawing/2014/main" id="{BB4A4210-5937-D89D-C266-D996ABF0336E}"/>
                </a:ext>
              </a:extLst>
            </p:cNvPr>
            <p:cNvSpPr>
              <a:spLocks noChangeArrowheads="1"/>
            </p:cNvSpPr>
            <p:nvPr/>
          </p:nvSpPr>
          <p:spPr bwMode="auto">
            <a:xfrm>
              <a:off x="4649" y="618"/>
              <a:ext cx="480" cy="336"/>
            </a:xfrm>
            <a:prstGeom prst="wedgeRectCallout">
              <a:avLst>
                <a:gd name="adj1" fmla="val -124620"/>
                <a:gd name="adj2" fmla="val 217292"/>
              </a:avLst>
            </a:prstGeom>
            <a:solidFill>
              <a:srgbClr val="00CC99">
                <a:alpha val="59999"/>
              </a:srgbClr>
            </a:solidFill>
            <a:ln w="9525">
              <a:solidFill>
                <a:srgbClr val="5F5F5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a:solidFill>
                  <a:schemeClr val="tx1"/>
                </a:solidFill>
                <a:latin typeface="Times New Roman" panose="02020603050405020304" pitchFamily="18" charset="0"/>
                <a:ea typeface="宋体" panose="02010600030101010101" pitchFamily="2" charset="-122"/>
              </a:endParaRPr>
            </a:p>
          </p:txBody>
        </p:sp>
        <p:graphicFrame>
          <p:nvGraphicFramePr>
            <p:cNvPr id="13325" name="Object 19">
              <a:extLst>
                <a:ext uri="{FF2B5EF4-FFF2-40B4-BE49-F238E27FC236}">
                  <a16:creationId xmlns:a16="http://schemas.microsoft.com/office/drawing/2014/main" id="{3ABF98AD-65BE-513F-DBA5-984DD1A1F9F2}"/>
                </a:ext>
              </a:extLst>
            </p:cNvPr>
            <p:cNvGraphicFramePr>
              <a:graphicFrameLocks/>
            </p:cNvGraphicFramePr>
            <p:nvPr/>
          </p:nvGraphicFramePr>
          <p:xfrm>
            <a:off x="4734" y="676"/>
            <a:ext cx="281" cy="199"/>
          </p:xfrm>
          <a:graphic>
            <a:graphicData uri="http://schemas.openxmlformats.org/presentationml/2006/ole">
              <mc:AlternateContent xmlns:mc="http://schemas.openxmlformats.org/markup-compatibility/2006">
                <mc:Choice xmlns:v="urn:schemas-microsoft-com:vml" Requires="v">
                  <p:oleObj name="公式" r:id="rId10" imgW="444240" imgH="317160" progId="Equation.3">
                    <p:embed/>
                  </p:oleObj>
                </mc:Choice>
                <mc:Fallback>
                  <p:oleObj name="公式" r:id="rId10" imgW="444240" imgH="317160" progId="Equation.3">
                    <p:embed/>
                    <p:pic>
                      <p:nvPicPr>
                        <p:cNvPr id="0" name="Object 1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34" y="676"/>
                          <a:ext cx="281"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719892" name="Object 20">
            <a:extLst>
              <a:ext uri="{FF2B5EF4-FFF2-40B4-BE49-F238E27FC236}">
                <a16:creationId xmlns:a16="http://schemas.microsoft.com/office/drawing/2014/main" id="{8679DA56-21B8-EFC3-5B3E-B9623C77DF4A}"/>
              </a:ext>
            </a:extLst>
          </p:cNvPr>
          <p:cNvGraphicFramePr>
            <a:graphicFrameLocks/>
          </p:cNvGraphicFramePr>
          <p:nvPr/>
        </p:nvGraphicFramePr>
        <p:xfrm>
          <a:off x="7072313" y="3338513"/>
          <a:ext cx="230187" cy="315912"/>
        </p:xfrm>
        <a:graphic>
          <a:graphicData uri="http://schemas.openxmlformats.org/presentationml/2006/ole">
            <mc:AlternateContent xmlns:mc="http://schemas.openxmlformats.org/markup-compatibility/2006">
              <mc:Choice xmlns:v="urn:schemas-microsoft-com:vml" Requires="v">
                <p:oleObj name="公式" r:id="rId12" imgW="228600" imgH="317160" progId="Equation.3">
                  <p:embed/>
                </p:oleObj>
              </mc:Choice>
              <mc:Fallback>
                <p:oleObj name="公式" r:id="rId12" imgW="228600" imgH="317160" progId="Equation.3">
                  <p:embed/>
                  <p:pic>
                    <p:nvPicPr>
                      <p:cNvPr id="0" name="Object 2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72313" y="3338513"/>
                        <a:ext cx="230187" cy="31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9893" name="Text Box 21">
            <a:extLst>
              <a:ext uri="{FF2B5EF4-FFF2-40B4-BE49-F238E27FC236}">
                <a16:creationId xmlns:a16="http://schemas.microsoft.com/office/drawing/2014/main" id="{153E7428-F526-EF04-773A-2C1549C5FC1F}"/>
              </a:ext>
            </a:extLst>
          </p:cNvPr>
          <p:cNvSpPr txBox="1">
            <a:spLocks noChangeArrowheads="1"/>
          </p:cNvSpPr>
          <p:nvPr/>
        </p:nvSpPr>
        <p:spPr bwMode="auto">
          <a:xfrm>
            <a:off x="1004888" y="1603375"/>
            <a:ext cx="1485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功的定义</a:t>
            </a:r>
          </a:p>
        </p:txBody>
      </p:sp>
      <p:graphicFrame>
        <p:nvGraphicFramePr>
          <p:cNvPr id="719894" name="Object 22">
            <a:extLst>
              <a:ext uri="{FF2B5EF4-FFF2-40B4-BE49-F238E27FC236}">
                <a16:creationId xmlns:a16="http://schemas.microsoft.com/office/drawing/2014/main" id="{1E304E0F-2D1E-634E-C95B-0C1E80431834}"/>
              </a:ext>
            </a:extLst>
          </p:cNvPr>
          <p:cNvGraphicFramePr>
            <a:graphicFrameLocks/>
          </p:cNvGraphicFramePr>
          <p:nvPr/>
        </p:nvGraphicFramePr>
        <p:xfrm>
          <a:off x="906463" y="2217738"/>
          <a:ext cx="3211512" cy="381000"/>
        </p:xfrm>
        <a:graphic>
          <a:graphicData uri="http://schemas.openxmlformats.org/presentationml/2006/ole">
            <mc:AlternateContent xmlns:mc="http://schemas.openxmlformats.org/markup-compatibility/2006">
              <mc:Choice xmlns:v="urn:schemas-microsoft-com:vml" Requires="v">
                <p:oleObj name="公式" r:id="rId14" imgW="3200400" imgH="380880" progId="Equation.3">
                  <p:embed/>
                </p:oleObj>
              </mc:Choice>
              <mc:Fallback>
                <p:oleObj name="公式" r:id="rId14" imgW="3200400" imgH="380880" progId="Equation.3">
                  <p:embed/>
                  <p:pic>
                    <p:nvPicPr>
                      <p:cNvPr id="0" name="Object 2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6463" y="2217738"/>
                        <a:ext cx="32115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895" name="Object 23">
            <a:extLst>
              <a:ext uri="{FF2B5EF4-FFF2-40B4-BE49-F238E27FC236}">
                <a16:creationId xmlns:a16="http://schemas.microsoft.com/office/drawing/2014/main" id="{024516B0-1A12-BC76-5404-5606D6BDDB5D}"/>
              </a:ext>
            </a:extLst>
          </p:cNvPr>
          <p:cNvGraphicFramePr>
            <a:graphicFrameLocks/>
          </p:cNvGraphicFramePr>
          <p:nvPr/>
        </p:nvGraphicFramePr>
        <p:xfrm>
          <a:off x="1377950" y="2786063"/>
          <a:ext cx="1181100" cy="433387"/>
        </p:xfrm>
        <a:graphic>
          <a:graphicData uri="http://schemas.openxmlformats.org/presentationml/2006/ole">
            <mc:AlternateContent xmlns:mc="http://schemas.openxmlformats.org/markup-compatibility/2006">
              <mc:Choice xmlns:v="urn:schemas-microsoft-com:vml" Requires="v">
                <p:oleObj name="公式" r:id="rId16" imgW="1180800" imgH="431640" progId="Equation.3">
                  <p:embed/>
                </p:oleObj>
              </mc:Choice>
              <mc:Fallback>
                <p:oleObj name="公式" r:id="rId16" imgW="1180800" imgH="431640" progId="Equation.3">
                  <p:embed/>
                  <p:pic>
                    <p:nvPicPr>
                      <p:cNvPr id="0" name="Object 2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77950" y="2786063"/>
                        <a:ext cx="11811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896" name="Text Box 24">
            <a:extLst>
              <a:ext uri="{FF2B5EF4-FFF2-40B4-BE49-F238E27FC236}">
                <a16:creationId xmlns:a16="http://schemas.microsoft.com/office/drawing/2014/main" id="{6C526D2A-5E90-93B3-494D-F94D4365EB29}"/>
              </a:ext>
            </a:extLst>
          </p:cNvPr>
          <p:cNvSpPr txBox="1">
            <a:spLocks noChangeArrowheads="1"/>
          </p:cNvSpPr>
          <p:nvPr/>
        </p:nvSpPr>
        <p:spPr bwMode="auto">
          <a:xfrm>
            <a:off x="788988" y="3690938"/>
            <a:ext cx="18716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a:latin typeface="Times New Roman" panose="02020603050405020304" pitchFamily="18" charset="0"/>
                <a:ea typeface="楷体_GB2312" pitchFamily="49" charset="-122"/>
              </a:rPr>
              <a:t>力矩作功的</a:t>
            </a:r>
            <a:r>
              <a:rPr lang="zh-CN" altLang="en-US">
                <a:solidFill>
                  <a:srgbClr val="66FFFF"/>
                </a:solidFill>
                <a:latin typeface="Times New Roman" panose="02020603050405020304" pitchFamily="18" charset="0"/>
                <a:ea typeface="楷体_GB2312" pitchFamily="49" charset="-122"/>
              </a:rPr>
              <a:t>微分形式</a:t>
            </a:r>
          </a:p>
        </p:txBody>
      </p:sp>
      <p:sp>
        <p:nvSpPr>
          <p:cNvPr id="719897" name="Text Box 25">
            <a:extLst>
              <a:ext uri="{FF2B5EF4-FFF2-40B4-BE49-F238E27FC236}">
                <a16:creationId xmlns:a16="http://schemas.microsoft.com/office/drawing/2014/main" id="{8A6124F6-639F-A9C9-E82F-C8A59D897AB9}"/>
              </a:ext>
            </a:extLst>
          </p:cNvPr>
          <p:cNvSpPr txBox="1">
            <a:spLocks noChangeArrowheads="1"/>
          </p:cNvSpPr>
          <p:nvPr/>
        </p:nvSpPr>
        <p:spPr bwMode="auto">
          <a:xfrm>
            <a:off x="1177925" y="4511675"/>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对一有限过程</a:t>
            </a:r>
          </a:p>
        </p:txBody>
      </p:sp>
      <p:graphicFrame>
        <p:nvGraphicFramePr>
          <p:cNvPr id="719898" name="Object 26">
            <a:extLst>
              <a:ext uri="{FF2B5EF4-FFF2-40B4-BE49-F238E27FC236}">
                <a16:creationId xmlns:a16="http://schemas.microsoft.com/office/drawing/2014/main" id="{C28DEBC4-1483-D925-CC7D-33D95E408F11}"/>
              </a:ext>
            </a:extLst>
          </p:cNvPr>
          <p:cNvGraphicFramePr>
            <a:graphicFrameLocks/>
          </p:cNvGraphicFramePr>
          <p:nvPr/>
        </p:nvGraphicFramePr>
        <p:xfrm>
          <a:off x="628650" y="4992688"/>
          <a:ext cx="1766888" cy="738187"/>
        </p:xfrm>
        <a:graphic>
          <a:graphicData uri="http://schemas.openxmlformats.org/presentationml/2006/ole">
            <mc:AlternateContent xmlns:mc="http://schemas.openxmlformats.org/markup-compatibility/2006">
              <mc:Choice xmlns:v="urn:schemas-microsoft-com:vml" Requires="v">
                <p:oleObj name="公式" r:id="rId18" imgW="1765080" imgH="736560" progId="Equation.3">
                  <p:embed/>
                </p:oleObj>
              </mc:Choice>
              <mc:Fallback>
                <p:oleObj name="公式" r:id="rId18" imgW="1765080" imgH="736560" progId="Equation.3">
                  <p:embed/>
                  <p:pic>
                    <p:nvPicPr>
                      <p:cNvPr id="0" name="Object 2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28650" y="4992688"/>
                        <a:ext cx="1766888" cy="73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899" name="Text Box 27">
            <a:extLst>
              <a:ext uri="{FF2B5EF4-FFF2-40B4-BE49-F238E27FC236}">
                <a16:creationId xmlns:a16="http://schemas.microsoft.com/office/drawing/2014/main" id="{9F3376D9-1298-DABC-CA5F-05599F13556D}"/>
              </a:ext>
            </a:extLst>
          </p:cNvPr>
          <p:cNvSpPr txBox="1">
            <a:spLocks noChangeArrowheads="1"/>
          </p:cNvSpPr>
          <p:nvPr/>
        </p:nvSpPr>
        <p:spPr bwMode="auto">
          <a:xfrm>
            <a:off x="4149725" y="4916488"/>
            <a:ext cx="1169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sz="2000">
                <a:latin typeface="Times New Roman" panose="02020603050405020304" pitchFamily="18" charset="0"/>
                <a:ea typeface="楷体_GB2312" pitchFamily="49" charset="-122"/>
              </a:rPr>
              <a:t>若</a:t>
            </a:r>
            <a:r>
              <a:rPr lang="zh-CN" altLang="en-US" sz="2000">
                <a:latin typeface="Times New Roman" panose="02020603050405020304" pitchFamily="18" charset="0"/>
                <a:ea typeface="宋体" panose="02010600030101010101" pitchFamily="2" charset="-122"/>
              </a:rPr>
              <a:t> </a:t>
            </a:r>
            <a:r>
              <a:rPr lang="en-US" altLang="zh-CN" sz="2000" i="1">
                <a:solidFill>
                  <a:srgbClr val="66FFFF"/>
                </a:solidFill>
                <a:latin typeface="Times New Roman" panose="02020603050405020304" pitchFamily="18" charset="0"/>
                <a:ea typeface="宋体" panose="02010600030101010101" pitchFamily="2" charset="-122"/>
              </a:rPr>
              <a:t>M = C</a:t>
            </a:r>
            <a:endParaRPr lang="en-US" altLang="zh-CN" sz="2000">
              <a:latin typeface="Times New Roman" panose="02020603050405020304" pitchFamily="18" charset="0"/>
              <a:ea typeface="宋体" panose="02010600030101010101" pitchFamily="2" charset="-122"/>
            </a:endParaRPr>
          </a:p>
        </p:txBody>
      </p:sp>
      <p:graphicFrame>
        <p:nvGraphicFramePr>
          <p:cNvPr id="719900" name="Object 28">
            <a:extLst>
              <a:ext uri="{FF2B5EF4-FFF2-40B4-BE49-F238E27FC236}">
                <a16:creationId xmlns:a16="http://schemas.microsoft.com/office/drawing/2014/main" id="{4E48BC4A-A665-17B9-82CA-58BAF1DF964C}"/>
              </a:ext>
            </a:extLst>
          </p:cNvPr>
          <p:cNvGraphicFramePr>
            <a:graphicFrameLocks/>
          </p:cNvGraphicFramePr>
          <p:nvPr/>
        </p:nvGraphicFramePr>
        <p:xfrm>
          <a:off x="5799138" y="5073650"/>
          <a:ext cx="2166937" cy="419100"/>
        </p:xfrm>
        <a:graphic>
          <a:graphicData uri="http://schemas.openxmlformats.org/presentationml/2006/ole">
            <mc:AlternateContent xmlns:mc="http://schemas.openxmlformats.org/markup-compatibility/2006">
              <mc:Choice xmlns:v="urn:schemas-microsoft-com:vml" Requires="v">
                <p:oleObj name="Equation" r:id="rId20" imgW="2171520" imgH="419040" progId="Equation.3">
                  <p:embed/>
                </p:oleObj>
              </mc:Choice>
              <mc:Fallback>
                <p:oleObj name="Equation" r:id="rId20" imgW="2171520" imgH="419040" progId="Equation.3">
                  <p:embed/>
                  <p:pic>
                    <p:nvPicPr>
                      <p:cNvPr id="0" name="Object 2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99138" y="5073650"/>
                        <a:ext cx="216693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901" name="AutoShape 29">
            <a:extLst>
              <a:ext uri="{FF2B5EF4-FFF2-40B4-BE49-F238E27FC236}">
                <a16:creationId xmlns:a16="http://schemas.microsoft.com/office/drawing/2014/main" id="{DC830FDC-2B81-F9AB-1414-9056DDEA4773}"/>
              </a:ext>
            </a:extLst>
          </p:cNvPr>
          <p:cNvSpPr>
            <a:spLocks noChangeArrowheads="1"/>
          </p:cNvSpPr>
          <p:nvPr/>
        </p:nvSpPr>
        <p:spPr bwMode="auto">
          <a:xfrm>
            <a:off x="4149725" y="5354638"/>
            <a:ext cx="1471613" cy="160337"/>
          </a:xfrm>
          <a:prstGeom prst="rightArrow">
            <a:avLst>
              <a:gd name="adj1" fmla="val 50000"/>
              <a:gd name="adj2" fmla="val 229456"/>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902" name="Text Box 30">
            <a:extLst>
              <a:ext uri="{FF2B5EF4-FFF2-40B4-BE49-F238E27FC236}">
                <a16:creationId xmlns:a16="http://schemas.microsoft.com/office/drawing/2014/main" id="{47D0C935-4CD1-C3FB-BBA1-C763DA462B42}"/>
              </a:ext>
            </a:extLst>
          </p:cNvPr>
          <p:cNvSpPr txBox="1">
            <a:spLocks noChangeArrowheads="1"/>
          </p:cNvSpPr>
          <p:nvPr/>
        </p:nvSpPr>
        <p:spPr bwMode="auto">
          <a:xfrm>
            <a:off x="2430463" y="5103813"/>
            <a:ext cx="2116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sz="2000">
                <a:solidFill>
                  <a:srgbClr val="66FFFF"/>
                </a:solidFill>
                <a:latin typeface="楷体_GB2312" pitchFamily="49" charset="-122"/>
                <a:ea typeface="楷体_GB2312" pitchFamily="49" charset="-122"/>
              </a:rPr>
              <a:t>( </a:t>
            </a:r>
            <a:r>
              <a:rPr lang="zh-CN" altLang="en-US" sz="2000">
                <a:solidFill>
                  <a:srgbClr val="66FFFF"/>
                </a:solidFill>
                <a:latin typeface="楷体_GB2312" pitchFamily="49" charset="-122"/>
                <a:ea typeface="楷体_GB2312" pitchFamily="49" charset="-122"/>
              </a:rPr>
              <a:t>积分形式 ）</a:t>
            </a:r>
          </a:p>
        </p:txBody>
      </p:sp>
      <p:graphicFrame>
        <p:nvGraphicFramePr>
          <p:cNvPr id="719903" name="Object 31">
            <a:extLst>
              <a:ext uri="{FF2B5EF4-FFF2-40B4-BE49-F238E27FC236}">
                <a16:creationId xmlns:a16="http://schemas.microsoft.com/office/drawing/2014/main" id="{71C559EB-89F5-7EFC-4D6B-51389049FB41}"/>
              </a:ext>
            </a:extLst>
          </p:cNvPr>
          <p:cNvGraphicFramePr>
            <a:graphicFrameLocks/>
          </p:cNvGraphicFramePr>
          <p:nvPr/>
        </p:nvGraphicFramePr>
        <p:xfrm>
          <a:off x="1317625" y="3303588"/>
          <a:ext cx="1025525" cy="315912"/>
        </p:xfrm>
        <a:graphic>
          <a:graphicData uri="http://schemas.openxmlformats.org/presentationml/2006/ole">
            <mc:AlternateContent xmlns:mc="http://schemas.openxmlformats.org/markup-compatibility/2006">
              <mc:Choice xmlns:v="urn:schemas-microsoft-com:vml" Requires="v">
                <p:oleObj name="公式" r:id="rId22" imgW="1028520" imgH="317160" progId="Equation.3">
                  <p:embed/>
                </p:oleObj>
              </mc:Choice>
              <mc:Fallback>
                <p:oleObj name="公式" r:id="rId22" imgW="1028520" imgH="317160" progId="Equation.3">
                  <p:embed/>
                  <p:pic>
                    <p:nvPicPr>
                      <p:cNvPr id="0" name="Object 31"/>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317625" y="3303588"/>
                        <a:ext cx="1025525"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904" name="Text Box 32">
            <a:extLst>
              <a:ext uri="{FF2B5EF4-FFF2-40B4-BE49-F238E27FC236}">
                <a16:creationId xmlns:a16="http://schemas.microsoft.com/office/drawing/2014/main" id="{ECF082A8-5E02-2C87-02DA-E5F06C2F7311}"/>
              </a:ext>
            </a:extLst>
          </p:cNvPr>
          <p:cNvSpPr txBox="1">
            <a:spLocks noChangeArrowheads="1"/>
          </p:cNvSpPr>
          <p:nvPr/>
        </p:nvSpPr>
        <p:spPr bwMode="auto">
          <a:xfrm>
            <a:off x="717550" y="908050"/>
            <a:ext cx="5976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力的累积过程</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力矩的空间累积效应</a:t>
            </a:r>
          </a:p>
        </p:txBody>
      </p:sp>
      <p:sp>
        <p:nvSpPr>
          <p:cNvPr id="719905" name="Rectangle 33">
            <a:extLst>
              <a:ext uri="{FF2B5EF4-FFF2-40B4-BE49-F238E27FC236}">
                <a16:creationId xmlns:a16="http://schemas.microsoft.com/office/drawing/2014/main" id="{8B509097-9F6B-3871-70C2-7E359C37BE59}"/>
              </a:ext>
            </a:extLst>
          </p:cNvPr>
          <p:cNvSpPr>
            <a:spLocks noChangeArrowheads="1"/>
          </p:cNvSpPr>
          <p:nvPr/>
        </p:nvSpPr>
        <p:spPr bwMode="auto">
          <a:xfrm>
            <a:off x="738188" y="1474788"/>
            <a:ext cx="361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4000">
                <a:solidFill>
                  <a:srgbClr val="FFFF66"/>
                </a:solidFill>
                <a:latin typeface="Times New Roman" panose="02020603050405020304" pitchFamily="18" charset="0"/>
                <a:ea typeface="宋体" panose="02010600030101010101" pitchFamily="2" charset="-122"/>
              </a:rPr>
              <a:t>•</a:t>
            </a:r>
          </a:p>
        </p:txBody>
      </p:sp>
      <p:sp>
        <p:nvSpPr>
          <p:cNvPr id="719906" name="Rectangle 34">
            <a:extLst>
              <a:ext uri="{FF2B5EF4-FFF2-40B4-BE49-F238E27FC236}">
                <a16:creationId xmlns:a16="http://schemas.microsoft.com/office/drawing/2014/main" id="{F28031DE-7733-C972-B7C5-4675DB362134}"/>
              </a:ext>
            </a:extLst>
          </p:cNvPr>
          <p:cNvSpPr>
            <a:spLocks noChangeArrowheads="1"/>
          </p:cNvSpPr>
          <p:nvPr/>
        </p:nvSpPr>
        <p:spPr bwMode="auto">
          <a:xfrm>
            <a:off x="787400" y="4418013"/>
            <a:ext cx="361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4000">
                <a:solidFill>
                  <a:srgbClr val="FFFF66"/>
                </a:solidFill>
                <a:latin typeface="Times New Roman" panose="02020603050405020304" pitchFamily="18" charset="0"/>
                <a:ea typeface="宋体" panose="02010600030101010101" pitchFamily="2" charset="-122"/>
              </a:rPr>
              <a:t>•</a:t>
            </a:r>
          </a:p>
        </p:txBody>
      </p:sp>
      <p:sp>
        <p:nvSpPr>
          <p:cNvPr id="719907" name="Text Box 35">
            <a:extLst>
              <a:ext uri="{FF2B5EF4-FFF2-40B4-BE49-F238E27FC236}">
                <a16:creationId xmlns:a16="http://schemas.microsoft.com/office/drawing/2014/main" id="{A3784037-1654-8915-5F80-9294F6FD8AB8}"/>
              </a:ext>
            </a:extLst>
          </p:cNvPr>
          <p:cNvSpPr txBox="1">
            <a:spLocks noChangeArrowheads="1"/>
          </p:cNvSpPr>
          <p:nvPr/>
        </p:nvSpPr>
        <p:spPr bwMode="auto">
          <a:xfrm>
            <a:off x="6770688" y="3352800"/>
            <a:ext cx="5048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sz="4000" i="1">
                <a:solidFill>
                  <a:schemeClr val="tx2"/>
                </a:solidFill>
                <a:latin typeface="Times New Roman" panose="02020603050405020304" pitchFamily="18" charset="0"/>
                <a:ea typeface="宋体" panose="02010600030101010101" pitchFamily="2" charset="-122"/>
              </a:rPr>
              <a:t>.</a:t>
            </a:r>
          </a:p>
          <a:p>
            <a:pPr algn="just">
              <a:lnSpc>
                <a:spcPct val="100000"/>
              </a:lnSpc>
              <a:buClrTx/>
              <a:buFontTx/>
              <a:buNone/>
            </a:pPr>
            <a:r>
              <a:rPr lang="en-US" altLang="zh-CN" sz="2800" b="0" i="1">
                <a:solidFill>
                  <a:srgbClr val="FFFF00"/>
                </a:solidFill>
                <a:latin typeface="Times New Roman" panose="02020603050405020304" pitchFamily="18" charset="0"/>
                <a:ea typeface="宋体" panose="02010600030101010101" pitchFamily="2" charset="-122"/>
              </a:rPr>
              <a:t>P</a:t>
            </a:r>
          </a:p>
          <a:p>
            <a:pPr algn="just">
              <a:lnSpc>
                <a:spcPct val="100000"/>
              </a:lnSpc>
              <a:buClrTx/>
              <a:buFontTx/>
              <a:buNone/>
            </a:pPr>
            <a:endParaRPr lang="en-US" altLang="zh-CN" sz="2800" i="1">
              <a:solidFill>
                <a:schemeClr val="accent2"/>
              </a:solidFill>
              <a:latin typeface="Times New Roman" panose="02020603050405020304" pitchFamily="18" charset="0"/>
              <a:ea typeface="宋体" panose="02010600030101010101" pitchFamily="2" charset="-122"/>
            </a:endParaRPr>
          </a:p>
        </p:txBody>
      </p:sp>
      <p:sp>
        <p:nvSpPr>
          <p:cNvPr id="719908" name="Arc 36">
            <a:extLst>
              <a:ext uri="{FF2B5EF4-FFF2-40B4-BE49-F238E27FC236}">
                <a16:creationId xmlns:a16="http://schemas.microsoft.com/office/drawing/2014/main" id="{EBE031E3-37A5-7F60-3AB8-3DB2737B183F}"/>
              </a:ext>
            </a:extLst>
          </p:cNvPr>
          <p:cNvSpPr>
            <a:spLocks/>
          </p:cNvSpPr>
          <p:nvPr/>
        </p:nvSpPr>
        <p:spPr bwMode="auto">
          <a:xfrm flipH="1">
            <a:off x="5580063" y="2420938"/>
            <a:ext cx="479425" cy="215900"/>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909" name="Arc 37">
            <a:extLst>
              <a:ext uri="{FF2B5EF4-FFF2-40B4-BE49-F238E27FC236}">
                <a16:creationId xmlns:a16="http://schemas.microsoft.com/office/drawing/2014/main" id="{FAC996FD-D6D6-1693-51DF-97C73D671CAA}"/>
              </a:ext>
            </a:extLst>
          </p:cNvPr>
          <p:cNvSpPr>
            <a:spLocks/>
          </p:cNvSpPr>
          <p:nvPr/>
        </p:nvSpPr>
        <p:spPr bwMode="auto">
          <a:xfrm flipH="1">
            <a:off x="5800725" y="3365500"/>
            <a:ext cx="463550" cy="200025"/>
          </a:xfrm>
          <a:custGeom>
            <a:avLst/>
            <a:gdLst>
              <a:gd name="G0" fmla="+- 21433 0 0"/>
              <a:gd name="G1" fmla="+- 0 0 0"/>
              <a:gd name="G2" fmla="+- 21600 0 0"/>
              <a:gd name="T0" fmla="*/ 2287 w 21433"/>
              <a:gd name="T1" fmla="*/ 10000 h 10000"/>
              <a:gd name="T2" fmla="*/ 0 w 21433"/>
              <a:gd name="T3" fmla="*/ 2684 h 10000"/>
              <a:gd name="T4" fmla="*/ 21433 w 21433"/>
              <a:gd name="T5" fmla="*/ 0 h 10000"/>
            </a:gdLst>
            <a:ahLst/>
            <a:cxnLst>
              <a:cxn ang="0">
                <a:pos x="T0" y="T1"/>
              </a:cxn>
              <a:cxn ang="0">
                <a:pos x="T2" y="T3"/>
              </a:cxn>
              <a:cxn ang="0">
                <a:pos x="T4" y="T5"/>
              </a:cxn>
            </a:cxnLst>
            <a:rect l="0" t="0" r="r" b="b"/>
            <a:pathLst>
              <a:path w="21433" h="10000" fill="none" extrusionOk="0">
                <a:moveTo>
                  <a:pt x="2287" y="9999"/>
                </a:moveTo>
                <a:cubicBezTo>
                  <a:pt x="1094" y="7717"/>
                  <a:pt x="320" y="5239"/>
                  <a:pt x="0" y="2683"/>
                </a:cubicBezTo>
              </a:path>
              <a:path w="21433" h="10000" stroke="0" extrusionOk="0">
                <a:moveTo>
                  <a:pt x="2287" y="9999"/>
                </a:moveTo>
                <a:cubicBezTo>
                  <a:pt x="1094" y="7717"/>
                  <a:pt x="320" y="5239"/>
                  <a:pt x="0" y="2683"/>
                </a:cubicBezTo>
                <a:lnTo>
                  <a:pt x="21433" y="0"/>
                </a:lnTo>
                <a:close/>
              </a:path>
            </a:pathLst>
          </a:custGeom>
          <a:noFill/>
          <a:ln w="28575">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910" name="Arc 38">
            <a:extLst>
              <a:ext uri="{FF2B5EF4-FFF2-40B4-BE49-F238E27FC236}">
                <a16:creationId xmlns:a16="http://schemas.microsoft.com/office/drawing/2014/main" id="{EB60AFFF-1DFF-7CCE-4FD2-18EEF7C7AE3C}"/>
              </a:ext>
            </a:extLst>
          </p:cNvPr>
          <p:cNvSpPr>
            <a:spLocks/>
          </p:cNvSpPr>
          <p:nvPr/>
        </p:nvSpPr>
        <p:spPr bwMode="auto">
          <a:xfrm rot="16634215" flipH="1">
            <a:off x="6765926" y="3765550"/>
            <a:ext cx="463550" cy="200025"/>
          </a:xfrm>
          <a:custGeom>
            <a:avLst/>
            <a:gdLst>
              <a:gd name="G0" fmla="+- 21433 0 0"/>
              <a:gd name="G1" fmla="+- 0 0 0"/>
              <a:gd name="G2" fmla="+- 21600 0 0"/>
              <a:gd name="T0" fmla="*/ 2287 w 21433"/>
              <a:gd name="T1" fmla="*/ 10000 h 10000"/>
              <a:gd name="T2" fmla="*/ 0 w 21433"/>
              <a:gd name="T3" fmla="*/ 2684 h 10000"/>
              <a:gd name="T4" fmla="*/ 21433 w 21433"/>
              <a:gd name="T5" fmla="*/ 0 h 10000"/>
            </a:gdLst>
            <a:ahLst/>
            <a:cxnLst>
              <a:cxn ang="0">
                <a:pos x="T0" y="T1"/>
              </a:cxn>
              <a:cxn ang="0">
                <a:pos x="T2" y="T3"/>
              </a:cxn>
              <a:cxn ang="0">
                <a:pos x="T4" y="T5"/>
              </a:cxn>
            </a:cxnLst>
            <a:rect l="0" t="0" r="r" b="b"/>
            <a:pathLst>
              <a:path w="21433" h="10000" fill="none" extrusionOk="0">
                <a:moveTo>
                  <a:pt x="2287" y="9999"/>
                </a:moveTo>
                <a:cubicBezTo>
                  <a:pt x="1094" y="7717"/>
                  <a:pt x="320" y="5239"/>
                  <a:pt x="0" y="2683"/>
                </a:cubicBezTo>
              </a:path>
              <a:path w="21433" h="10000" stroke="0" extrusionOk="0">
                <a:moveTo>
                  <a:pt x="2287" y="9999"/>
                </a:moveTo>
                <a:cubicBezTo>
                  <a:pt x="1094" y="7717"/>
                  <a:pt x="320" y="5239"/>
                  <a:pt x="0" y="2683"/>
                </a:cubicBezTo>
                <a:lnTo>
                  <a:pt x="21433" y="0"/>
                </a:lnTo>
                <a:close/>
              </a:path>
            </a:pathLst>
          </a:custGeom>
          <a:noFill/>
          <a:ln w="28575">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19911" name="Text Box 39">
            <a:extLst>
              <a:ext uri="{FF2B5EF4-FFF2-40B4-BE49-F238E27FC236}">
                <a16:creationId xmlns:a16="http://schemas.microsoft.com/office/drawing/2014/main" id="{9B74A895-B2EB-6341-566C-6E7B4D0C26FC}"/>
              </a:ext>
            </a:extLst>
          </p:cNvPr>
          <p:cNvSpPr txBox="1">
            <a:spLocks noChangeArrowheads="1"/>
          </p:cNvSpPr>
          <p:nvPr/>
        </p:nvSpPr>
        <p:spPr bwMode="auto">
          <a:xfrm>
            <a:off x="565150" y="5719763"/>
            <a:ext cx="7278688" cy="1066800"/>
          </a:xfrm>
          <a:prstGeom prst="rect">
            <a:avLst/>
          </a:prstGeom>
          <a:noFill/>
          <a:ln w="9525">
            <a:noFill/>
            <a:miter lim="800000"/>
            <a:headEnd/>
            <a:tailEnd/>
          </a:ln>
          <a:effectLst/>
        </p:spPr>
        <p:txBody>
          <a:bodyPr>
            <a:spAutoFit/>
          </a:bodyPr>
          <a:lstStyle/>
          <a:p>
            <a:pPr algn="l">
              <a:lnSpc>
                <a:spcPct val="100000"/>
              </a:lnSpc>
              <a:buClrTx/>
              <a:buFontTx/>
              <a:buNone/>
              <a:defRPr/>
            </a:pPr>
            <a:r>
              <a:rPr lang="en-US" altLang="zh-CN" sz="2000">
                <a:solidFill>
                  <a:srgbClr val="00CC99"/>
                </a:solidFill>
                <a:latin typeface="Times New Roman" pitchFamily="18" charset="0"/>
                <a:ea typeface="宋体" pitchFamily="2" charset="-122"/>
              </a:rPr>
              <a:t>(</a:t>
            </a:r>
            <a:r>
              <a:rPr lang="zh-CN" altLang="en-US" sz="2000">
                <a:solidFill>
                  <a:srgbClr val="00CC99"/>
                </a:solidFill>
                <a:latin typeface="Times New Roman" pitchFamily="18" charset="0"/>
                <a:ea typeface="楷体_GB2312" pitchFamily="49" charset="-122"/>
              </a:rPr>
              <a:t>力矩的功就是力的功</a:t>
            </a:r>
            <a:r>
              <a:rPr lang="en-US" altLang="zh-CN" sz="2000">
                <a:solidFill>
                  <a:srgbClr val="00CC99"/>
                </a:solidFill>
                <a:latin typeface="Times New Roman" pitchFamily="18" charset="0"/>
                <a:ea typeface="宋体" pitchFamily="2" charset="-122"/>
              </a:rPr>
              <a:t>)   </a:t>
            </a:r>
            <a:r>
              <a:rPr kumimoji="1" lang="zh-CN" altLang="en-US" sz="2000">
                <a:effectLst>
                  <a:outerShdw blurRad="38100" dist="38100" dir="2700000" algn="tl">
                    <a:srgbClr val="000000"/>
                  </a:outerShdw>
                </a:effectLst>
              </a:rPr>
              <a:t>力矩所作的功实质上就是力所作的功</a:t>
            </a:r>
          </a:p>
          <a:p>
            <a:pPr algn="l">
              <a:lnSpc>
                <a:spcPct val="100000"/>
              </a:lnSpc>
              <a:buClrTx/>
              <a:buFontTx/>
              <a:buNone/>
              <a:defRPr/>
            </a:pPr>
            <a:r>
              <a:rPr kumimoji="1" lang="zh-CN" altLang="en-US" sz="2000">
                <a:effectLst>
                  <a:outerShdw blurRad="38100" dist="38100" dir="2700000" algn="tl">
                    <a:srgbClr val="000000"/>
                  </a:outerShdw>
                </a:effectLst>
              </a:rPr>
              <a:t>在刚体转动情况下的表现形式。</a:t>
            </a:r>
            <a:endParaRPr kumimoji="1" lang="zh-CN" altLang="en-US" sz="2000"/>
          </a:p>
          <a:p>
            <a:pPr algn="l">
              <a:lnSpc>
                <a:spcPct val="100000"/>
              </a:lnSpc>
              <a:buClrTx/>
              <a:buFontTx/>
              <a:buNone/>
              <a:defRPr/>
            </a:pPr>
            <a:endParaRPr lang="en-US" altLang="zh-CN">
              <a:solidFill>
                <a:srgbClr val="00CC99"/>
              </a:solidFill>
              <a:latin typeface="Times New Roman" pitchFamily="18" charset="0"/>
              <a:ea typeface="楷体_GB2312" pitchFamily="49" charset="-122"/>
            </a:endParaRPr>
          </a:p>
        </p:txBody>
      </p:sp>
      <p:pic>
        <p:nvPicPr>
          <p:cNvPr id="719912" name="Picture 40" descr="j0293240">
            <a:extLst>
              <a:ext uri="{FF2B5EF4-FFF2-40B4-BE49-F238E27FC236}">
                <a16:creationId xmlns:a16="http://schemas.microsoft.com/office/drawing/2014/main" id="{89F633CD-C01F-32F1-E14A-853B96AF6061}"/>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9913" name="Object 41">
            <a:extLst>
              <a:ext uri="{FF2B5EF4-FFF2-40B4-BE49-F238E27FC236}">
                <a16:creationId xmlns:a16="http://schemas.microsoft.com/office/drawing/2014/main" id="{65249C48-B4BF-E6D5-1ABB-BD220E4C17F2}"/>
              </a:ext>
            </a:extLst>
          </p:cNvPr>
          <p:cNvGraphicFramePr>
            <a:graphicFrameLocks/>
          </p:cNvGraphicFramePr>
          <p:nvPr/>
        </p:nvGraphicFramePr>
        <p:xfrm>
          <a:off x="2890838" y="3886200"/>
          <a:ext cx="1493837" cy="315913"/>
        </p:xfrm>
        <a:graphic>
          <a:graphicData uri="http://schemas.openxmlformats.org/presentationml/2006/ole">
            <mc:AlternateContent xmlns:mc="http://schemas.openxmlformats.org/markup-compatibility/2006">
              <mc:Choice xmlns:v="urn:schemas-microsoft-com:vml" Requires="v">
                <p:oleObj name="公式" r:id="rId25" imgW="1498320" imgH="317160" progId="Equation.3">
                  <p:embed/>
                </p:oleObj>
              </mc:Choice>
              <mc:Fallback>
                <p:oleObj name="公式" r:id="rId25" imgW="1498320" imgH="317160" progId="Equation.3">
                  <p:embed/>
                  <p:pic>
                    <p:nvPicPr>
                      <p:cNvPr id="0" name="Object 41"/>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890838" y="3886200"/>
                        <a:ext cx="1493837" cy="315913"/>
                      </a:xfrm>
                      <a:prstGeom prst="rect">
                        <a:avLst/>
                      </a:prstGeom>
                      <a:noFill/>
                      <a:ln w="9525">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9875"/>
                                        </p:tgtEl>
                                        <p:attrNameLst>
                                          <p:attrName>style.visibility</p:attrName>
                                        </p:attrNameLst>
                                      </p:cBhvr>
                                      <p:to>
                                        <p:strVal val="visible"/>
                                      </p:to>
                                    </p:set>
                                    <p:animEffect transition="in" filter="wipe(left)">
                                      <p:cBhvr>
                                        <p:cTn id="7" dur="500"/>
                                        <p:tgtEl>
                                          <p:spTgt spid="7198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9904"/>
                                        </p:tgtEl>
                                        <p:attrNameLst>
                                          <p:attrName>style.visibility</p:attrName>
                                        </p:attrNameLst>
                                      </p:cBhvr>
                                      <p:to>
                                        <p:strVal val="visible"/>
                                      </p:to>
                                    </p:set>
                                    <p:animEffect transition="in" filter="wipe(left)">
                                      <p:cBhvr>
                                        <p:cTn id="12" dur="500"/>
                                        <p:tgtEl>
                                          <p:spTgt spid="7199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719874"/>
                                        </p:tgtEl>
                                        <p:attrNameLst>
                                          <p:attrName>style.visibility</p:attrName>
                                        </p:attrNameLst>
                                      </p:cBhvr>
                                      <p:to>
                                        <p:strVal val="visible"/>
                                      </p:to>
                                    </p:set>
                                    <p:anim calcmode="lin" valueType="num">
                                      <p:cBhvr>
                                        <p:cTn id="17" dur="500" fill="hold"/>
                                        <p:tgtEl>
                                          <p:spTgt spid="719874"/>
                                        </p:tgtEl>
                                        <p:attrNameLst>
                                          <p:attrName>ppt_w</p:attrName>
                                        </p:attrNameLst>
                                      </p:cBhvr>
                                      <p:tavLst>
                                        <p:tav tm="0">
                                          <p:val>
                                            <p:fltVal val="0"/>
                                          </p:val>
                                        </p:tav>
                                        <p:tav tm="100000">
                                          <p:val>
                                            <p:strVal val="#ppt_w"/>
                                          </p:val>
                                        </p:tav>
                                      </p:tavLst>
                                    </p:anim>
                                    <p:anim calcmode="lin" valueType="num">
                                      <p:cBhvr>
                                        <p:cTn id="18" dur="500" fill="hold"/>
                                        <p:tgtEl>
                                          <p:spTgt spid="719874"/>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719876"/>
                                        </p:tgtEl>
                                        <p:attrNameLst>
                                          <p:attrName>style.visibility</p:attrName>
                                        </p:attrNameLst>
                                      </p:cBhvr>
                                      <p:to>
                                        <p:strVal val="visible"/>
                                      </p:to>
                                    </p:set>
                                    <p:animEffect transition="in" filter="wipe(left)">
                                      <p:cBhvr>
                                        <p:cTn id="23" dur="500"/>
                                        <p:tgtEl>
                                          <p:spTgt spid="71987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719877"/>
                                        </p:tgtEl>
                                        <p:attrNameLst>
                                          <p:attrName>style.visibility</p:attrName>
                                        </p:attrNameLst>
                                      </p:cBhvr>
                                      <p:to>
                                        <p:strVal val="visible"/>
                                      </p:to>
                                    </p:set>
                                    <p:animEffect transition="in" filter="wipe(left)">
                                      <p:cBhvr>
                                        <p:cTn id="28" dur="500"/>
                                        <p:tgtEl>
                                          <p:spTgt spid="71987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719880"/>
                                        </p:tgtEl>
                                        <p:attrNameLst>
                                          <p:attrName>style.visibility</p:attrName>
                                        </p:attrNameLst>
                                      </p:cBhvr>
                                      <p:to>
                                        <p:strVal val="visible"/>
                                      </p:to>
                                    </p:set>
                                    <p:animEffect transition="in" filter="wipe(left)">
                                      <p:cBhvr>
                                        <p:cTn id="33" dur="500"/>
                                        <p:tgtEl>
                                          <p:spTgt spid="71988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719907"/>
                                        </p:tgtEl>
                                        <p:attrNameLst>
                                          <p:attrName>style.visibility</p:attrName>
                                        </p:attrNameLst>
                                      </p:cBhvr>
                                      <p:to>
                                        <p:strVal val="visible"/>
                                      </p:to>
                                    </p:set>
                                    <p:animEffect transition="in" filter="wipe(left)">
                                      <p:cBhvr>
                                        <p:cTn id="38" dur="500"/>
                                        <p:tgtEl>
                                          <p:spTgt spid="71990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19883"/>
                                        </p:tgtEl>
                                        <p:attrNameLst>
                                          <p:attrName>style.visibility</p:attrName>
                                        </p:attrNameLst>
                                      </p:cBhvr>
                                      <p:to>
                                        <p:strVal val="visible"/>
                                      </p:to>
                                    </p:set>
                                    <p:animEffect transition="in" filter="wipe(left)">
                                      <p:cBhvr>
                                        <p:cTn id="43" dur="500"/>
                                        <p:tgtEl>
                                          <p:spTgt spid="71988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19882"/>
                                        </p:tgtEl>
                                        <p:attrNameLst>
                                          <p:attrName>style.visibility</p:attrName>
                                        </p:attrNameLst>
                                      </p:cBhvr>
                                      <p:to>
                                        <p:strVal val="visible"/>
                                      </p:to>
                                    </p:set>
                                    <p:animEffect transition="in" filter="wipe(left)">
                                      <p:cBhvr>
                                        <p:cTn id="48" dur="500"/>
                                        <p:tgtEl>
                                          <p:spTgt spid="71988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19879"/>
                                        </p:tgtEl>
                                        <p:attrNameLst>
                                          <p:attrName>style.visibility</p:attrName>
                                        </p:attrNameLst>
                                      </p:cBhvr>
                                      <p:to>
                                        <p:strVal val="visible"/>
                                      </p:to>
                                    </p:set>
                                    <p:animEffect transition="in" filter="wipe(left)">
                                      <p:cBhvr>
                                        <p:cTn id="53" dur="500"/>
                                        <p:tgtEl>
                                          <p:spTgt spid="71987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719881"/>
                                        </p:tgtEl>
                                        <p:attrNameLst>
                                          <p:attrName>style.visibility</p:attrName>
                                        </p:attrNameLst>
                                      </p:cBhvr>
                                      <p:to>
                                        <p:strVal val="visible"/>
                                      </p:to>
                                    </p:set>
                                    <p:animEffect transition="in" filter="wipe(left)">
                                      <p:cBhvr>
                                        <p:cTn id="58" dur="500"/>
                                        <p:tgtEl>
                                          <p:spTgt spid="71988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719884"/>
                                        </p:tgtEl>
                                        <p:attrNameLst>
                                          <p:attrName>style.visibility</p:attrName>
                                        </p:attrNameLst>
                                      </p:cBhvr>
                                      <p:to>
                                        <p:strVal val="visible"/>
                                      </p:to>
                                    </p:set>
                                    <p:animEffect transition="in" filter="wipe(left)">
                                      <p:cBhvr>
                                        <p:cTn id="63" dur="500"/>
                                        <p:tgtEl>
                                          <p:spTgt spid="71988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nodeType="clickEffect">
                                  <p:stCondLst>
                                    <p:cond delay="0"/>
                                  </p:stCondLst>
                                  <p:childTnLst>
                                    <p:set>
                                      <p:cBhvr>
                                        <p:cTn id="67" dur="1" fill="hold">
                                          <p:stCondLst>
                                            <p:cond delay="0"/>
                                          </p:stCondLst>
                                        </p:cTn>
                                        <p:tgtEl>
                                          <p:spTgt spid="719908"/>
                                        </p:tgtEl>
                                        <p:attrNameLst>
                                          <p:attrName>style.visibility</p:attrName>
                                        </p:attrNameLst>
                                      </p:cBhvr>
                                      <p:to>
                                        <p:strVal val="visible"/>
                                      </p:to>
                                    </p:set>
                                    <p:animEffect transition="in" filter="wipe(down)">
                                      <p:cBhvr>
                                        <p:cTn id="68" dur="500"/>
                                        <p:tgtEl>
                                          <p:spTgt spid="71990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719878"/>
                                        </p:tgtEl>
                                        <p:attrNameLst>
                                          <p:attrName>style.visibility</p:attrName>
                                        </p:attrNameLst>
                                      </p:cBhvr>
                                      <p:to>
                                        <p:strVal val="visible"/>
                                      </p:to>
                                    </p:set>
                                    <p:animEffect transition="in" filter="wipe(left)">
                                      <p:cBhvr>
                                        <p:cTn id="73" dur="500"/>
                                        <p:tgtEl>
                                          <p:spTgt spid="719878"/>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719885"/>
                                        </p:tgtEl>
                                        <p:attrNameLst>
                                          <p:attrName>style.visibility</p:attrName>
                                        </p:attrNameLst>
                                      </p:cBhvr>
                                      <p:to>
                                        <p:strVal val="visible"/>
                                      </p:to>
                                    </p:set>
                                    <p:animEffect transition="in" filter="wipe(left)">
                                      <p:cBhvr>
                                        <p:cTn id="78" dur="500"/>
                                        <p:tgtEl>
                                          <p:spTgt spid="71988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719887"/>
                                        </p:tgtEl>
                                        <p:attrNameLst>
                                          <p:attrName>style.visibility</p:attrName>
                                        </p:attrNameLst>
                                      </p:cBhvr>
                                      <p:to>
                                        <p:strVal val="visible"/>
                                      </p:to>
                                    </p:set>
                                    <p:animEffect transition="in" filter="wipe(left)">
                                      <p:cBhvr>
                                        <p:cTn id="83" dur="500"/>
                                        <p:tgtEl>
                                          <p:spTgt spid="71988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719886"/>
                                        </p:tgtEl>
                                        <p:attrNameLst>
                                          <p:attrName>style.visibility</p:attrName>
                                        </p:attrNameLst>
                                      </p:cBhvr>
                                      <p:to>
                                        <p:strVal val="visible"/>
                                      </p:to>
                                    </p:set>
                                    <p:animEffect transition="in" filter="wipe(left)">
                                      <p:cBhvr>
                                        <p:cTn id="88" dur="500"/>
                                        <p:tgtEl>
                                          <p:spTgt spid="71988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719888"/>
                                        </p:tgtEl>
                                        <p:attrNameLst>
                                          <p:attrName>style.visibility</p:attrName>
                                        </p:attrNameLst>
                                      </p:cBhvr>
                                      <p:to>
                                        <p:strVal val="visible"/>
                                      </p:to>
                                    </p:set>
                                    <p:animEffect transition="in" filter="wipe(left)">
                                      <p:cBhvr>
                                        <p:cTn id="93" dur="500"/>
                                        <p:tgtEl>
                                          <p:spTgt spid="71988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4" fill="hold" nodeType="clickEffect">
                                  <p:stCondLst>
                                    <p:cond delay="0"/>
                                  </p:stCondLst>
                                  <p:childTnLst>
                                    <p:set>
                                      <p:cBhvr>
                                        <p:cTn id="97" dur="1" fill="hold">
                                          <p:stCondLst>
                                            <p:cond delay="0"/>
                                          </p:stCondLst>
                                        </p:cTn>
                                        <p:tgtEl>
                                          <p:spTgt spid="719910"/>
                                        </p:tgtEl>
                                        <p:attrNameLst>
                                          <p:attrName>style.visibility</p:attrName>
                                        </p:attrNameLst>
                                      </p:cBhvr>
                                      <p:to>
                                        <p:strVal val="visible"/>
                                      </p:to>
                                    </p:set>
                                    <p:animEffect transition="in" filter="wipe(down)">
                                      <p:cBhvr>
                                        <p:cTn id="98" dur="500"/>
                                        <p:tgtEl>
                                          <p:spTgt spid="719910"/>
                                        </p:tgtEl>
                                      </p:cBhvr>
                                    </p:animEffect>
                                  </p:childTnLst>
                                </p:cTn>
                              </p:par>
                            </p:childTnLst>
                          </p:cTn>
                        </p:par>
                        <p:par>
                          <p:cTn id="99" fill="hold" nodeType="afterGroup">
                            <p:stCondLst>
                              <p:cond delay="500"/>
                            </p:stCondLst>
                            <p:childTnLst>
                              <p:par>
                                <p:cTn id="100" presetID="22" presetClass="entr" presetSubtype="8" fill="hold" nodeType="afterEffect">
                                  <p:stCondLst>
                                    <p:cond delay="0"/>
                                  </p:stCondLst>
                                  <p:childTnLst>
                                    <p:set>
                                      <p:cBhvr>
                                        <p:cTn id="101" dur="1" fill="hold">
                                          <p:stCondLst>
                                            <p:cond delay="0"/>
                                          </p:stCondLst>
                                        </p:cTn>
                                        <p:tgtEl>
                                          <p:spTgt spid="719892"/>
                                        </p:tgtEl>
                                        <p:attrNameLst>
                                          <p:attrName>style.visibility</p:attrName>
                                        </p:attrNameLst>
                                      </p:cBhvr>
                                      <p:to>
                                        <p:strVal val="visible"/>
                                      </p:to>
                                    </p:set>
                                    <p:animEffect transition="in" filter="wipe(left)">
                                      <p:cBhvr>
                                        <p:cTn id="102" dur="500"/>
                                        <p:tgtEl>
                                          <p:spTgt spid="719892"/>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4" fill="hold" nodeType="clickEffect">
                                  <p:stCondLst>
                                    <p:cond delay="0"/>
                                  </p:stCondLst>
                                  <p:childTnLst>
                                    <p:set>
                                      <p:cBhvr>
                                        <p:cTn id="106" dur="1" fill="hold">
                                          <p:stCondLst>
                                            <p:cond delay="0"/>
                                          </p:stCondLst>
                                        </p:cTn>
                                        <p:tgtEl>
                                          <p:spTgt spid="719909"/>
                                        </p:tgtEl>
                                        <p:attrNameLst>
                                          <p:attrName>style.visibility</p:attrName>
                                        </p:attrNameLst>
                                      </p:cBhvr>
                                      <p:to>
                                        <p:strVal val="visible"/>
                                      </p:to>
                                    </p:set>
                                    <p:animEffect transition="in" filter="wipe(down)">
                                      <p:cBhvr>
                                        <p:cTn id="107" dur="500"/>
                                        <p:tgtEl>
                                          <p:spTgt spid="719909"/>
                                        </p:tgtEl>
                                      </p:cBhvr>
                                    </p:animEffect>
                                  </p:childTnLst>
                                </p:cTn>
                              </p:par>
                            </p:childTnLst>
                          </p:cTn>
                        </p:par>
                        <p:par>
                          <p:cTn id="108" fill="hold" nodeType="afterGroup">
                            <p:stCondLst>
                              <p:cond delay="500"/>
                            </p:stCondLst>
                            <p:childTnLst>
                              <p:par>
                                <p:cTn id="109" presetID="22" presetClass="entr" presetSubtype="4" fill="hold" nodeType="afterEffect">
                                  <p:stCondLst>
                                    <p:cond delay="0"/>
                                  </p:stCondLst>
                                  <p:childTnLst>
                                    <p:set>
                                      <p:cBhvr>
                                        <p:cTn id="110" dur="1" fill="hold">
                                          <p:stCondLst>
                                            <p:cond delay="0"/>
                                          </p:stCondLst>
                                        </p:cTn>
                                        <p:tgtEl>
                                          <p:spTgt spid="2"/>
                                        </p:tgtEl>
                                        <p:attrNameLst>
                                          <p:attrName>style.visibility</p:attrName>
                                        </p:attrNameLst>
                                      </p:cBhvr>
                                      <p:to>
                                        <p:strVal val="visible"/>
                                      </p:to>
                                    </p:set>
                                    <p:animEffect transition="in" filter="wipe(down)">
                                      <p:cBhvr>
                                        <p:cTn id="111" dur="500"/>
                                        <p:tgtEl>
                                          <p:spTgt spid="2"/>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719905"/>
                                        </p:tgtEl>
                                        <p:attrNameLst>
                                          <p:attrName>style.visibility</p:attrName>
                                        </p:attrNameLst>
                                      </p:cBhvr>
                                      <p:to>
                                        <p:strVal val="visible"/>
                                      </p:to>
                                    </p:set>
                                    <p:animEffect transition="in" filter="wipe(left)">
                                      <p:cBhvr>
                                        <p:cTn id="116" dur="500"/>
                                        <p:tgtEl>
                                          <p:spTgt spid="719905"/>
                                        </p:tgtEl>
                                      </p:cBhvr>
                                    </p:animEffect>
                                  </p:childTnLst>
                                </p:cTn>
                              </p:par>
                            </p:childTnLst>
                          </p:cTn>
                        </p:par>
                        <p:par>
                          <p:cTn id="117" fill="hold" nodeType="afterGroup">
                            <p:stCondLst>
                              <p:cond delay="500"/>
                            </p:stCondLst>
                            <p:childTnLst>
                              <p:par>
                                <p:cTn id="118" presetID="22" presetClass="entr" presetSubtype="8" fill="hold" nodeType="afterEffect">
                                  <p:stCondLst>
                                    <p:cond delay="0"/>
                                  </p:stCondLst>
                                  <p:childTnLst>
                                    <p:set>
                                      <p:cBhvr>
                                        <p:cTn id="119" dur="1" fill="hold">
                                          <p:stCondLst>
                                            <p:cond delay="0"/>
                                          </p:stCondLst>
                                        </p:cTn>
                                        <p:tgtEl>
                                          <p:spTgt spid="719893"/>
                                        </p:tgtEl>
                                        <p:attrNameLst>
                                          <p:attrName>style.visibility</p:attrName>
                                        </p:attrNameLst>
                                      </p:cBhvr>
                                      <p:to>
                                        <p:strVal val="visible"/>
                                      </p:to>
                                    </p:set>
                                    <p:animEffect transition="in" filter="wipe(left)">
                                      <p:cBhvr>
                                        <p:cTn id="120" dur="500"/>
                                        <p:tgtEl>
                                          <p:spTgt spid="719893"/>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719894"/>
                                        </p:tgtEl>
                                        <p:attrNameLst>
                                          <p:attrName>style.visibility</p:attrName>
                                        </p:attrNameLst>
                                      </p:cBhvr>
                                      <p:to>
                                        <p:strVal val="visible"/>
                                      </p:to>
                                    </p:set>
                                    <p:animEffect transition="in" filter="wipe(left)">
                                      <p:cBhvr>
                                        <p:cTn id="125" dur="500"/>
                                        <p:tgtEl>
                                          <p:spTgt spid="719894"/>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719895"/>
                                        </p:tgtEl>
                                        <p:attrNameLst>
                                          <p:attrName>style.visibility</p:attrName>
                                        </p:attrNameLst>
                                      </p:cBhvr>
                                      <p:to>
                                        <p:strVal val="visible"/>
                                      </p:to>
                                    </p:set>
                                    <p:animEffect transition="in" filter="wipe(left)">
                                      <p:cBhvr>
                                        <p:cTn id="130" dur="500"/>
                                        <p:tgtEl>
                                          <p:spTgt spid="719895"/>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719903"/>
                                        </p:tgtEl>
                                        <p:attrNameLst>
                                          <p:attrName>style.visibility</p:attrName>
                                        </p:attrNameLst>
                                      </p:cBhvr>
                                      <p:to>
                                        <p:strVal val="visible"/>
                                      </p:to>
                                    </p:set>
                                    <p:animEffect transition="in" filter="wipe(left)">
                                      <p:cBhvr>
                                        <p:cTn id="135" dur="500"/>
                                        <p:tgtEl>
                                          <p:spTgt spid="719903"/>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719896"/>
                                        </p:tgtEl>
                                        <p:attrNameLst>
                                          <p:attrName>style.visibility</p:attrName>
                                        </p:attrNameLst>
                                      </p:cBhvr>
                                      <p:to>
                                        <p:strVal val="visible"/>
                                      </p:to>
                                    </p:set>
                                    <p:animEffect transition="in" filter="wipe(left)">
                                      <p:cBhvr>
                                        <p:cTn id="140" dur="500"/>
                                        <p:tgtEl>
                                          <p:spTgt spid="719896"/>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719913"/>
                                        </p:tgtEl>
                                        <p:attrNameLst>
                                          <p:attrName>style.visibility</p:attrName>
                                        </p:attrNameLst>
                                      </p:cBhvr>
                                      <p:to>
                                        <p:strVal val="visible"/>
                                      </p:to>
                                    </p:set>
                                    <p:animEffect transition="in" filter="wipe(left)">
                                      <p:cBhvr>
                                        <p:cTn id="145" dur="500"/>
                                        <p:tgtEl>
                                          <p:spTgt spid="719913"/>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719906"/>
                                        </p:tgtEl>
                                        <p:attrNameLst>
                                          <p:attrName>style.visibility</p:attrName>
                                        </p:attrNameLst>
                                      </p:cBhvr>
                                      <p:to>
                                        <p:strVal val="visible"/>
                                      </p:to>
                                    </p:set>
                                    <p:animEffect transition="in" filter="wipe(left)">
                                      <p:cBhvr>
                                        <p:cTn id="150" dur="500"/>
                                        <p:tgtEl>
                                          <p:spTgt spid="719906"/>
                                        </p:tgtEl>
                                      </p:cBhvr>
                                    </p:animEffect>
                                  </p:childTnLst>
                                </p:cTn>
                              </p:par>
                            </p:childTnLst>
                          </p:cTn>
                        </p:par>
                        <p:par>
                          <p:cTn id="151" fill="hold" nodeType="afterGroup">
                            <p:stCondLst>
                              <p:cond delay="500"/>
                            </p:stCondLst>
                            <p:childTnLst>
                              <p:par>
                                <p:cTn id="152" presetID="22" presetClass="entr" presetSubtype="8" fill="hold" nodeType="afterEffect">
                                  <p:stCondLst>
                                    <p:cond delay="0"/>
                                  </p:stCondLst>
                                  <p:childTnLst>
                                    <p:set>
                                      <p:cBhvr>
                                        <p:cTn id="153" dur="1" fill="hold">
                                          <p:stCondLst>
                                            <p:cond delay="0"/>
                                          </p:stCondLst>
                                        </p:cTn>
                                        <p:tgtEl>
                                          <p:spTgt spid="719897"/>
                                        </p:tgtEl>
                                        <p:attrNameLst>
                                          <p:attrName>style.visibility</p:attrName>
                                        </p:attrNameLst>
                                      </p:cBhvr>
                                      <p:to>
                                        <p:strVal val="visible"/>
                                      </p:to>
                                    </p:set>
                                    <p:animEffect transition="in" filter="wipe(left)">
                                      <p:cBhvr>
                                        <p:cTn id="154" dur="500"/>
                                        <p:tgtEl>
                                          <p:spTgt spid="719897"/>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8" fill="hold" nodeType="clickEffect">
                                  <p:stCondLst>
                                    <p:cond delay="0"/>
                                  </p:stCondLst>
                                  <p:childTnLst>
                                    <p:set>
                                      <p:cBhvr>
                                        <p:cTn id="158" dur="1" fill="hold">
                                          <p:stCondLst>
                                            <p:cond delay="0"/>
                                          </p:stCondLst>
                                        </p:cTn>
                                        <p:tgtEl>
                                          <p:spTgt spid="719898"/>
                                        </p:tgtEl>
                                        <p:attrNameLst>
                                          <p:attrName>style.visibility</p:attrName>
                                        </p:attrNameLst>
                                      </p:cBhvr>
                                      <p:to>
                                        <p:strVal val="visible"/>
                                      </p:to>
                                    </p:set>
                                    <p:animEffect transition="in" filter="wipe(left)">
                                      <p:cBhvr>
                                        <p:cTn id="159" dur="500"/>
                                        <p:tgtEl>
                                          <p:spTgt spid="719898"/>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2" presetClass="entr" presetSubtype="8" fill="hold" nodeType="clickEffect">
                                  <p:stCondLst>
                                    <p:cond delay="0"/>
                                  </p:stCondLst>
                                  <p:childTnLst>
                                    <p:set>
                                      <p:cBhvr>
                                        <p:cTn id="163" dur="1" fill="hold">
                                          <p:stCondLst>
                                            <p:cond delay="0"/>
                                          </p:stCondLst>
                                        </p:cTn>
                                        <p:tgtEl>
                                          <p:spTgt spid="719902"/>
                                        </p:tgtEl>
                                        <p:attrNameLst>
                                          <p:attrName>style.visibility</p:attrName>
                                        </p:attrNameLst>
                                      </p:cBhvr>
                                      <p:to>
                                        <p:strVal val="visible"/>
                                      </p:to>
                                    </p:set>
                                    <p:animEffect transition="in" filter="wipe(left)">
                                      <p:cBhvr>
                                        <p:cTn id="164" dur="500"/>
                                        <p:tgtEl>
                                          <p:spTgt spid="719902"/>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8" fill="hold" nodeType="clickEffect">
                                  <p:stCondLst>
                                    <p:cond delay="0"/>
                                  </p:stCondLst>
                                  <p:childTnLst>
                                    <p:set>
                                      <p:cBhvr>
                                        <p:cTn id="168" dur="1" fill="hold">
                                          <p:stCondLst>
                                            <p:cond delay="0"/>
                                          </p:stCondLst>
                                        </p:cTn>
                                        <p:tgtEl>
                                          <p:spTgt spid="719899"/>
                                        </p:tgtEl>
                                        <p:attrNameLst>
                                          <p:attrName>style.visibility</p:attrName>
                                        </p:attrNameLst>
                                      </p:cBhvr>
                                      <p:to>
                                        <p:strVal val="visible"/>
                                      </p:to>
                                    </p:set>
                                    <p:animEffect transition="in" filter="wipe(left)">
                                      <p:cBhvr>
                                        <p:cTn id="169" dur="500"/>
                                        <p:tgtEl>
                                          <p:spTgt spid="719899"/>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8" fill="hold" nodeType="clickEffect">
                                  <p:stCondLst>
                                    <p:cond delay="0"/>
                                  </p:stCondLst>
                                  <p:childTnLst>
                                    <p:set>
                                      <p:cBhvr>
                                        <p:cTn id="173" dur="1" fill="hold">
                                          <p:stCondLst>
                                            <p:cond delay="0"/>
                                          </p:stCondLst>
                                        </p:cTn>
                                        <p:tgtEl>
                                          <p:spTgt spid="719901"/>
                                        </p:tgtEl>
                                        <p:attrNameLst>
                                          <p:attrName>style.visibility</p:attrName>
                                        </p:attrNameLst>
                                      </p:cBhvr>
                                      <p:to>
                                        <p:strVal val="visible"/>
                                      </p:to>
                                    </p:set>
                                    <p:animEffect transition="in" filter="wipe(left)">
                                      <p:cBhvr>
                                        <p:cTn id="174" dur="500"/>
                                        <p:tgtEl>
                                          <p:spTgt spid="719901"/>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22" presetClass="entr" presetSubtype="8" fill="hold" nodeType="clickEffect">
                                  <p:stCondLst>
                                    <p:cond delay="0"/>
                                  </p:stCondLst>
                                  <p:childTnLst>
                                    <p:set>
                                      <p:cBhvr>
                                        <p:cTn id="178" dur="1" fill="hold">
                                          <p:stCondLst>
                                            <p:cond delay="0"/>
                                          </p:stCondLst>
                                        </p:cTn>
                                        <p:tgtEl>
                                          <p:spTgt spid="719900"/>
                                        </p:tgtEl>
                                        <p:attrNameLst>
                                          <p:attrName>style.visibility</p:attrName>
                                        </p:attrNameLst>
                                      </p:cBhvr>
                                      <p:to>
                                        <p:strVal val="visible"/>
                                      </p:to>
                                    </p:set>
                                    <p:animEffect transition="in" filter="wipe(left)">
                                      <p:cBhvr>
                                        <p:cTn id="179" dur="500"/>
                                        <p:tgtEl>
                                          <p:spTgt spid="719900"/>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2" presetClass="entr" presetSubtype="8" fill="hold" nodeType="clickEffect">
                                  <p:stCondLst>
                                    <p:cond delay="0"/>
                                  </p:stCondLst>
                                  <p:childTnLst>
                                    <p:set>
                                      <p:cBhvr>
                                        <p:cTn id="183" dur="1" fill="hold">
                                          <p:stCondLst>
                                            <p:cond delay="0"/>
                                          </p:stCondLst>
                                        </p:cTn>
                                        <p:tgtEl>
                                          <p:spTgt spid="719911"/>
                                        </p:tgtEl>
                                        <p:attrNameLst>
                                          <p:attrName>style.visibility</p:attrName>
                                        </p:attrNameLst>
                                      </p:cBhvr>
                                      <p:to>
                                        <p:strVal val="visible"/>
                                      </p:to>
                                    </p:set>
                                    <p:animEffect transition="in" filter="wipe(left)">
                                      <p:cBhvr>
                                        <p:cTn id="184" dur="500"/>
                                        <p:tgtEl>
                                          <p:spTgt spid="719911"/>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2" presetClass="entr" presetSubtype="2" fill="hold" nodeType="clickEffect">
                                  <p:stCondLst>
                                    <p:cond delay="0"/>
                                  </p:stCondLst>
                                  <p:childTnLst>
                                    <p:set>
                                      <p:cBhvr>
                                        <p:cTn id="188" dur="1" fill="hold">
                                          <p:stCondLst>
                                            <p:cond delay="0"/>
                                          </p:stCondLst>
                                        </p:cTn>
                                        <p:tgtEl>
                                          <p:spTgt spid="719912"/>
                                        </p:tgtEl>
                                        <p:attrNameLst>
                                          <p:attrName>style.visibility</p:attrName>
                                        </p:attrNameLst>
                                      </p:cBhvr>
                                      <p:to>
                                        <p:strVal val="visible"/>
                                      </p:to>
                                    </p:set>
                                    <p:anim calcmode="lin" valueType="num">
                                      <p:cBhvr additive="base">
                                        <p:cTn id="189" dur="500" fill="hold"/>
                                        <p:tgtEl>
                                          <p:spTgt spid="719912"/>
                                        </p:tgtEl>
                                        <p:attrNameLst>
                                          <p:attrName>ppt_x</p:attrName>
                                        </p:attrNameLst>
                                      </p:cBhvr>
                                      <p:tavLst>
                                        <p:tav tm="0">
                                          <p:val>
                                            <p:strVal val="1+#ppt_w/2"/>
                                          </p:val>
                                        </p:tav>
                                        <p:tav tm="100000">
                                          <p:val>
                                            <p:strVal val="#ppt_x"/>
                                          </p:val>
                                        </p:tav>
                                      </p:tavLst>
                                    </p:anim>
                                    <p:anim calcmode="lin" valueType="num">
                                      <p:cBhvr additive="base">
                                        <p:cTn id="190" dur="500" fill="hold"/>
                                        <p:tgtEl>
                                          <p:spTgt spid="7199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875" grpId="0" autoUpdateAnimBg="0"/>
      <p:bldP spid="719878" grpId="0" autoUpdateAnimBg="0"/>
      <p:bldP spid="719880" grpId="0" autoUpdateAnimBg="0"/>
      <p:bldP spid="719893" grpId="0" autoUpdateAnimBg="0"/>
      <p:bldP spid="719896" grpId="0" autoUpdateAnimBg="0"/>
      <p:bldP spid="719897" grpId="0" autoUpdateAnimBg="0"/>
      <p:bldP spid="719899" grpId="0" autoUpdateAnimBg="0"/>
      <p:bldP spid="719901" grpId="0" animBg="1"/>
      <p:bldP spid="719902" grpId="0" autoUpdateAnimBg="0"/>
      <p:bldP spid="719904" grpId="0"/>
      <p:bldP spid="719905" grpId="0"/>
      <p:bldP spid="719906" grpId="0"/>
      <p:bldP spid="719907" grpId="0" autoUpdateAnimBg="0"/>
      <p:bldP spid="719911"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Text Box 2">
            <a:extLst>
              <a:ext uri="{FF2B5EF4-FFF2-40B4-BE49-F238E27FC236}">
                <a16:creationId xmlns:a16="http://schemas.microsoft.com/office/drawing/2014/main" id="{6F8A6E34-4E33-298B-68DA-E5E9BE5FDAD3}"/>
              </a:ext>
            </a:extLst>
          </p:cNvPr>
          <p:cNvSpPr txBox="1">
            <a:spLocks noChangeArrowheads="1"/>
          </p:cNvSpPr>
          <p:nvPr/>
        </p:nvSpPr>
        <p:spPr bwMode="auto">
          <a:xfrm>
            <a:off x="196850" y="2786063"/>
            <a:ext cx="49164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sz="2800">
                <a:solidFill>
                  <a:srgbClr val="FFFF00"/>
                </a:solidFill>
                <a:latin typeface="Times New Roman" panose="02020603050405020304" pitchFamily="18" charset="0"/>
                <a:ea typeface="宋体" panose="02010600030101010101" pitchFamily="2" charset="-122"/>
              </a:rPr>
              <a:t>三</a:t>
            </a:r>
            <a:r>
              <a:rPr lang="en-US" altLang="zh-CN" sz="2800">
                <a:solidFill>
                  <a:srgbClr val="FFFF00"/>
                </a:solidFill>
                <a:latin typeface="Times New Roman" panose="02020603050405020304" pitchFamily="18" charset="0"/>
                <a:ea typeface="宋体" panose="02010600030101010101" pitchFamily="2" charset="-122"/>
              </a:rPr>
              <a:t>.</a:t>
            </a:r>
            <a:r>
              <a:rPr lang="zh-CN" altLang="en-US" sz="2800">
                <a:solidFill>
                  <a:srgbClr val="FFFF00"/>
                </a:solidFill>
                <a:latin typeface="Times New Roman" panose="02020603050405020304" pitchFamily="18" charset="0"/>
                <a:ea typeface="宋体" panose="02010600030101010101" pitchFamily="2" charset="-122"/>
              </a:rPr>
              <a:t>刚体绕定轴转动的动能定理</a:t>
            </a:r>
          </a:p>
        </p:txBody>
      </p:sp>
      <p:sp>
        <p:nvSpPr>
          <p:cNvPr id="720899" name="Text Box 3">
            <a:extLst>
              <a:ext uri="{FF2B5EF4-FFF2-40B4-BE49-F238E27FC236}">
                <a16:creationId xmlns:a16="http://schemas.microsoft.com/office/drawing/2014/main" id="{78179ACA-5A41-D6C4-57D0-44D568986152}"/>
              </a:ext>
            </a:extLst>
          </p:cNvPr>
          <p:cNvSpPr txBox="1">
            <a:spLocks noChangeArrowheads="1"/>
          </p:cNvSpPr>
          <p:nvPr/>
        </p:nvSpPr>
        <p:spPr bwMode="auto">
          <a:xfrm>
            <a:off x="4978400" y="2806700"/>
            <a:ext cx="3484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sz="2800">
                <a:solidFill>
                  <a:srgbClr val="66FFFF"/>
                </a:solidFill>
                <a:latin typeface="Times New Roman" panose="02020603050405020304" pitchFamily="18" charset="0"/>
                <a:ea typeface="宋体" panose="02010600030101010101" pitchFamily="2" charset="-122"/>
              </a:rPr>
              <a:t>—— </a:t>
            </a:r>
            <a:r>
              <a:rPr lang="zh-CN" altLang="en-US" sz="2800">
                <a:solidFill>
                  <a:srgbClr val="66FFFF"/>
                </a:solidFill>
                <a:latin typeface="Times New Roman" panose="02020603050405020304" pitchFamily="18" charset="0"/>
                <a:ea typeface="宋体" panose="02010600030101010101" pitchFamily="2" charset="-122"/>
              </a:rPr>
              <a:t>合力矩功的效果</a:t>
            </a:r>
          </a:p>
        </p:txBody>
      </p:sp>
      <p:graphicFrame>
        <p:nvGraphicFramePr>
          <p:cNvPr id="720900" name="Object 4">
            <a:extLst>
              <a:ext uri="{FF2B5EF4-FFF2-40B4-BE49-F238E27FC236}">
                <a16:creationId xmlns:a16="http://schemas.microsoft.com/office/drawing/2014/main" id="{6CE350D7-846A-3050-EE89-DF5FADD89871}"/>
              </a:ext>
            </a:extLst>
          </p:cNvPr>
          <p:cNvGraphicFramePr>
            <a:graphicFrameLocks/>
          </p:cNvGraphicFramePr>
          <p:nvPr/>
        </p:nvGraphicFramePr>
        <p:xfrm>
          <a:off x="5319713" y="3355975"/>
          <a:ext cx="2276475" cy="762000"/>
        </p:xfrm>
        <a:graphic>
          <a:graphicData uri="http://schemas.openxmlformats.org/presentationml/2006/ole">
            <mc:AlternateContent xmlns:mc="http://schemas.openxmlformats.org/markup-compatibility/2006">
              <mc:Choice xmlns:v="urn:schemas-microsoft-com:vml" Requires="v">
                <p:oleObj name="公式" r:id="rId2" imgW="2286000" imgH="761760" progId="Equation.3">
                  <p:embed/>
                </p:oleObj>
              </mc:Choice>
              <mc:Fallback>
                <p:oleObj name="公式" r:id="rId2" imgW="2286000" imgH="761760"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9713" y="3355975"/>
                        <a:ext cx="227647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901" name="Object 5">
            <a:extLst>
              <a:ext uri="{FF2B5EF4-FFF2-40B4-BE49-F238E27FC236}">
                <a16:creationId xmlns:a16="http://schemas.microsoft.com/office/drawing/2014/main" id="{E2191CE8-D46F-5532-B813-5BB637B18F04}"/>
              </a:ext>
            </a:extLst>
          </p:cNvPr>
          <p:cNvGraphicFramePr>
            <a:graphicFrameLocks/>
          </p:cNvGraphicFramePr>
          <p:nvPr/>
        </p:nvGraphicFramePr>
        <p:xfrm>
          <a:off x="755650" y="3589338"/>
          <a:ext cx="1501775" cy="315912"/>
        </p:xfrm>
        <a:graphic>
          <a:graphicData uri="http://schemas.openxmlformats.org/presentationml/2006/ole">
            <mc:AlternateContent xmlns:mc="http://schemas.openxmlformats.org/markup-compatibility/2006">
              <mc:Choice xmlns:v="urn:schemas-microsoft-com:vml" Requires="v">
                <p:oleObj name="公式" r:id="rId4" imgW="1498320" imgH="317160" progId="Equation.3">
                  <p:embed/>
                </p:oleObj>
              </mc:Choice>
              <mc:Fallback>
                <p:oleObj name="公式" r:id="rId4" imgW="1498320" imgH="317160"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3589338"/>
                        <a:ext cx="1501775"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902" name="Object 6">
            <a:extLst>
              <a:ext uri="{FF2B5EF4-FFF2-40B4-BE49-F238E27FC236}">
                <a16:creationId xmlns:a16="http://schemas.microsoft.com/office/drawing/2014/main" id="{9CE02E4D-5C90-8E09-BFB3-CA31B9C2A703}"/>
              </a:ext>
            </a:extLst>
          </p:cNvPr>
          <p:cNvGraphicFramePr>
            <a:graphicFrameLocks/>
          </p:cNvGraphicFramePr>
          <p:nvPr/>
        </p:nvGraphicFramePr>
        <p:xfrm>
          <a:off x="2306638" y="3252788"/>
          <a:ext cx="2955925" cy="822325"/>
        </p:xfrm>
        <a:graphic>
          <a:graphicData uri="http://schemas.openxmlformats.org/presentationml/2006/ole">
            <mc:AlternateContent xmlns:mc="http://schemas.openxmlformats.org/markup-compatibility/2006">
              <mc:Choice xmlns:v="urn:schemas-microsoft-com:vml" Requires="v">
                <p:oleObj name="公式" r:id="rId6" imgW="2946240" imgH="825480" progId="Equation.3">
                  <p:embed/>
                </p:oleObj>
              </mc:Choice>
              <mc:Fallback>
                <p:oleObj name="公式" r:id="rId6" imgW="2946240" imgH="825480" progId="Equation.3">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6638" y="3252788"/>
                        <a:ext cx="2955925"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0903" name="Text Box 7">
            <a:extLst>
              <a:ext uri="{FF2B5EF4-FFF2-40B4-BE49-F238E27FC236}">
                <a16:creationId xmlns:a16="http://schemas.microsoft.com/office/drawing/2014/main" id="{265A0543-FB5E-CE5D-037F-EFEA15615A14}"/>
              </a:ext>
            </a:extLst>
          </p:cNvPr>
          <p:cNvSpPr txBox="1">
            <a:spLocks noChangeArrowheads="1"/>
          </p:cNvSpPr>
          <p:nvPr/>
        </p:nvSpPr>
        <p:spPr bwMode="auto">
          <a:xfrm>
            <a:off x="747713" y="4041775"/>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对于一有限过程</a:t>
            </a:r>
            <a:endParaRPr lang="zh-CN" altLang="en-US" b="0">
              <a:latin typeface="Times New Roman" panose="02020603050405020304" pitchFamily="18" charset="0"/>
              <a:ea typeface="宋体" panose="02010600030101010101" pitchFamily="2" charset="-122"/>
            </a:endParaRPr>
          </a:p>
        </p:txBody>
      </p:sp>
      <p:graphicFrame>
        <p:nvGraphicFramePr>
          <p:cNvPr id="720904" name="Object 8">
            <a:extLst>
              <a:ext uri="{FF2B5EF4-FFF2-40B4-BE49-F238E27FC236}">
                <a16:creationId xmlns:a16="http://schemas.microsoft.com/office/drawing/2014/main" id="{D51A6487-B223-DC6E-8CA0-79395C4AC31F}"/>
              </a:ext>
            </a:extLst>
          </p:cNvPr>
          <p:cNvGraphicFramePr>
            <a:graphicFrameLocks/>
          </p:cNvGraphicFramePr>
          <p:nvPr/>
        </p:nvGraphicFramePr>
        <p:xfrm>
          <a:off x="755650" y="4471988"/>
          <a:ext cx="3514725" cy="828675"/>
        </p:xfrm>
        <a:graphic>
          <a:graphicData uri="http://schemas.openxmlformats.org/presentationml/2006/ole">
            <mc:AlternateContent xmlns:mc="http://schemas.openxmlformats.org/markup-compatibility/2006">
              <mc:Choice xmlns:v="urn:schemas-microsoft-com:vml" Requires="v">
                <p:oleObj name="公式" r:id="rId8" imgW="3504960" imgH="825480" progId="Equation.3">
                  <p:embed/>
                </p:oleObj>
              </mc:Choice>
              <mc:Fallback>
                <p:oleObj name="公式" r:id="rId8" imgW="3504960" imgH="825480" progId="Equation.3">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650" y="4471988"/>
                        <a:ext cx="3514725"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905" name="Object 9">
            <a:extLst>
              <a:ext uri="{FF2B5EF4-FFF2-40B4-BE49-F238E27FC236}">
                <a16:creationId xmlns:a16="http://schemas.microsoft.com/office/drawing/2014/main" id="{FA1B1E81-D093-D4CD-0C80-4519DC29D42F}"/>
              </a:ext>
            </a:extLst>
          </p:cNvPr>
          <p:cNvGraphicFramePr>
            <a:graphicFrameLocks/>
          </p:cNvGraphicFramePr>
          <p:nvPr/>
        </p:nvGraphicFramePr>
        <p:xfrm>
          <a:off x="4284663" y="4454525"/>
          <a:ext cx="2443162" cy="822325"/>
        </p:xfrm>
        <a:graphic>
          <a:graphicData uri="http://schemas.openxmlformats.org/presentationml/2006/ole">
            <mc:AlternateContent xmlns:mc="http://schemas.openxmlformats.org/markup-compatibility/2006">
              <mc:Choice xmlns:v="urn:schemas-microsoft-com:vml" Requires="v">
                <p:oleObj name="Equation" r:id="rId10" imgW="2450880" imgH="825480" progId="Equation.3">
                  <p:embed/>
                </p:oleObj>
              </mc:Choice>
              <mc:Fallback>
                <p:oleObj name="Equation" r:id="rId10" imgW="2450880" imgH="825480" progId="Equation.3">
                  <p:embed/>
                  <p:pic>
                    <p:nvPicPr>
                      <p:cNvPr id="0" name="Object 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4663" y="4454525"/>
                        <a:ext cx="2443162"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906" name="Object 10">
            <a:extLst>
              <a:ext uri="{FF2B5EF4-FFF2-40B4-BE49-F238E27FC236}">
                <a16:creationId xmlns:a16="http://schemas.microsoft.com/office/drawing/2014/main" id="{8264D199-204B-E9EA-114D-282C58E3491E}"/>
              </a:ext>
            </a:extLst>
          </p:cNvPr>
          <p:cNvGraphicFramePr>
            <a:graphicFrameLocks/>
          </p:cNvGraphicFramePr>
          <p:nvPr/>
        </p:nvGraphicFramePr>
        <p:xfrm>
          <a:off x="6592888" y="4686300"/>
          <a:ext cx="874712" cy="428625"/>
        </p:xfrm>
        <a:graphic>
          <a:graphicData uri="http://schemas.openxmlformats.org/presentationml/2006/ole">
            <mc:AlternateContent xmlns:mc="http://schemas.openxmlformats.org/markup-compatibility/2006">
              <mc:Choice xmlns:v="urn:schemas-microsoft-com:vml" Requires="v">
                <p:oleObj name="Equation" r:id="rId12" imgW="876240" imgH="431640" progId="Equation.3">
                  <p:embed/>
                </p:oleObj>
              </mc:Choice>
              <mc:Fallback>
                <p:oleObj name="Equation" r:id="rId12" imgW="876240" imgH="431640" progId="Equation.3">
                  <p:embed/>
                  <p:pic>
                    <p:nvPicPr>
                      <p:cNvPr id="0" name="Object 1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92888" y="4686300"/>
                        <a:ext cx="874712"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0907" name="Text Box 11">
            <a:extLst>
              <a:ext uri="{FF2B5EF4-FFF2-40B4-BE49-F238E27FC236}">
                <a16:creationId xmlns:a16="http://schemas.microsoft.com/office/drawing/2014/main" id="{CF93FA36-2CF9-154F-72F2-D90FBBFDB881}"/>
              </a:ext>
            </a:extLst>
          </p:cNvPr>
          <p:cNvSpPr txBox="1">
            <a:spLocks noChangeArrowheads="1"/>
          </p:cNvSpPr>
          <p:nvPr/>
        </p:nvSpPr>
        <p:spPr bwMode="auto">
          <a:xfrm>
            <a:off x="890588" y="5338763"/>
            <a:ext cx="7391400" cy="1114425"/>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FF"/>
                </a:solidFill>
                <a:latin typeface="Times New Roman" panose="02020603050405020304" pitchFamily="18" charset="0"/>
                <a:ea typeface="楷体_GB2312" pitchFamily="49" charset="-122"/>
              </a:rPr>
              <a:t>绕定轴转动刚体在任一过程中动能的增量，等于在该过程中作用在刚体上所有</a:t>
            </a:r>
            <a:r>
              <a:rPr lang="zh-CN" altLang="en-US">
                <a:solidFill>
                  <a:srgbClr val="FFFF00"/>
                </a:solidFill>
                <a:latin typeface="Times New Roman" panose="02020603050405020304" pitchFamily="18" charset="0"/>
                <a:ea typeface="楷体_GB2312" pitchFamily="49" charset="-122"/>
              </a:rPr>
              <a:t>外力所作功</a:t>
            </a:r>
            <a:r>
              <a:rPr lang="zh-CN" altLang="en-US">
                <a:solidFill>
                  <a:srgbClr val="FFFFFF"/>
                </a:solidFill>
                <a:latin typeface="Times New Roman" panose="02020603050405020304" pitchFamily="18" charset="0"/>
                <a:ea typeface="楷体_GB2312" pitchFamily="49" charset="-122"/>
              </a:rPr>
              <a:t>的总和。这就是绕定轴转动刚体的</a:t>
            </a:r>
            <a:r>
              <a:rPr lang="en-US" altLang="zh-CN">
                <a:solidFill>
                  <a:srgbClr val="FFFFFF"/>
                </a:solidFill>
                <a:latin typeface="华文楷体" panose="02010600040101010101" pitchFamily="2" charset="-122"/>
                <a:ea typeface="楷体_GB2312" pitchFamily="49" charset="-122"/>
              </a:rPr>
              <a:t>——</a:t>
            </a:r>
            <a:r>
              <a:rPr lang="zh-CN" altLang="en-US">
                <a:solidFill>
                  <a:srgbClr val="66FFFF"/>
                </a:solidFill>
                <a:latin typeface="Times New Roman" panose="02020603050405020304" pitchFamily="18" charset="0"/>
                <a:ea typeface="楷体_GB2312" pitchFamily="49" charset="-122"/>
              </a:rPr>
              <a:t>动能定理</a:t>
            </a:r>
            <a:endParaRPr lang="zh-CN" altLang="en-US" b="0">
              <a:solidFill>
                <a:srgbClr val="66FFFF"/>
              </a:solidFill>
              <a:latin typeface="Times New Roman" panose="02020603050405020304" pitchFamily="18" charset="0"/>
              <a:ea typeface="楷体_GB2312" pitchFamily="49" charset="-122"/>
            </a:endParaRPr>
          </a:p>
        </p:txBody>
      </p:sp>
      <p:sp>
        <p:nvSpPr>
          <p:cNvPr id="720908" name="Text Box 12">
            <a:extLst>
              <a:ext uri="{FF2B5EF4-FFF2-40B4-BE49-F238E27FC236}">
                <a16:creationId xmlns:a16="http://schemas.microsoft.com/office/drawing/2014/main" id="{94B6D96C-2B82-5378-49E4-82156E15AC9A}"/>
              </a:ext>
            </a:extLst>
          </p:cNvPr>
          <p:cNvSpPr txBox="1">
            <a:spLocks noChangeArrowheads="1"/>
          </p:cNvSpPr>
          <p:nvPr/>
        </p:nvSpPr>
        <p:spPr bwMode="auto">
          <a:xfrm>
            <a:off x="730250" y="2108200"/>
            <a:ext cx="3679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latin typeface="Times New Roman" panose="02020603050405020304" pitchFamily="18" charset="0"/>
                <a:ea typeface="宋体" panose="02010600030101010101" pitchFamily="2" charset="-122"/>
              </a:rPr>
              <a:t>(2) </a:t>
            </a:r>
            <a:r>
              <a:rPr lang="zh-CN" altLang="en-US">
                <a:latin typeface="Times New Roman" panose="02020603050405020304" pitchFamily="18" charset="0"/>
                <a:ea typeface="楷体_GB2312" pitchFamily="49" charset="-122"/>
              </a:rPr>
              <a:t>内力矩作功之和为零。</a:t>
            </a:r>
            <a:endParaRPr lang="zh-CN" altLang="en-US" b="0">
              <a:latin typeface="Times New Roman" panose="02020603050405020304" pitchFamily="18" charset="0"/>
              <a:ea typeface="楷体_GB2312" pitchFamily="49" charset="-122"/>
            </a:endParaRPr>
          </a:p>
        </p:txBody>
      </p:sp>
      <p:sp>
        <p:nvSpPr>
          <p:cNvPr id="720909" name="Text Box 13">
            <a:extLst>
              <a:ext uri="{FF2B5EF4-FFF2-40B4-BE49-F238E27FC236}">
                <a16:creationId xmlns:a16="http://schemas.microsoft.com/office/drawing/2014/main" id="{DEB72ED1-C84B-74AB-12FD-0937036D629C}"/>
              </a:ext>
            </a:extLst>
          </p:cNvPr>
          <p:cNvSpPr txBox="1">
            <a:spLocks noChangeArrowheads="1"/>
          </p:cNvSpPr>
          <p:nvPr/>
        </p:nvSpPr>
        <p:spPr bwMode="auto">
          <a:xfrm>
            <a:off x="762000" y="341313"/>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讨论</a:t>
            </a:r>
            <a:endParaRPr lang="zh-CN" altLang="en-US" b="0">
              <a:solidFill>
                <a:srgbClr val="FFFF00"/>
              </a:solidFill>
              <a:latin typeface="Times New Roman" panose="02020603050405020304" pitchFamily="18" charset="0"/>
              <a:ea typeface="宋体" panose="02010600030101010101" pitchFamily="2" charset="-122"/>
            </a:endParaRPr>
          </a:p>
        </p:txBody>
      </p:sp>
      <p:sp>
        <p:nvSpPr>
          <p:cNvPr id="720910" name="Text Box 14">
            <a:extLst>
              <a:ext uri="{FF2B5EF4-FFF2-40B4-BE49-F238E27FC236}">
                <a16:creationId xmlns:a16="http://schemas.microsoft.com/office/drawing/2014/main" id="{B540DE42-CF64-1F46-6F83-2BC96C06F73A}"/>
              </a:ext>
            </a:extLst>
          </p:cNvPr>
          <p:cNvSpPr txBox="1">
            <a:spLocks noChangeArrowheads="1"/>
          </p:cNvSpPr>
          <p:nvPr/>
        </p:nvSpPr>
        <p:spPr bwMode="auto">
          <a:xfrm>
            <a:off x="755650" y="765175"/>
            <a:ext cx="3803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latin typeface="Times New Roman" panose="02020603050405020304" pitchFamily="18" charset="0"/>
                <a:ea typeface="宋体" panose="02010600030101010101" pitchFamily="2" charset="-122"/>
              </a:rPr>
              <a:t>(1) </a:t>
            </a:r>
            <a:r>
              <a:rPr lang="zh-CN" altLang="en-US">
                <a:latin typeface="Times New Roman" panose="02020603050405020304" pitchFamily="18" charset="0"/>
                <a:ea typeface="楷体_GB2312" pitchFamily="49" charset="-122"/>
              </a:rPr>
              <a:t>合力矩的功</a:t>
            </a:r>
            <a:endParaRPr lang="zh-CN" altLang="en-US" b="0">
              <a:latin typeface="Times New Roman" panose="02020603050405020304" pitchFamily="18" charset="0"/>
              <a:ea typeface="楷体_GB2312" pitchFamily="49" charset="-122"/>
            </a:endParaRPr>
          </a:p>
        </p:txBody>
      </p:sp>
      <p:graphicFrame>
        <p:nvGraphicFramePr>
          <p:cNvPr id="720911" name="Object 15">
            <a:extLst>
              <a:ext uri="{FF2B5EF4-FFF2-40B4-BE49-F238E27FC236}">
                <a16:creationId xmlns:a16="http://schemas.microsoft.com/office/drawing/2014/main" id="{666BD02D-2BE4-41C8-77C1-7FB2F60A6899}"/>
              </a:ext>
            </a:extLst>
          </p:cNvPr>
          <p:cNvGraphicFramePr>
            <a:graphicFrameLocks/>
          </p:cNvGraphicFramePr>
          <p:nvPr/>
        </p:nvGraphicFramePr>
        <p:xfrm>
          <a:off x="1427163" y="1257300"/>
          <a:ext cx="6640512" cy="803275"/>
        </p:xfrm>
        <a:graphic>
          <a:graphicData uri="http://schemas.openxmlformats.org/presentationml/2006/ole">
            <mc:AlternateContent xmlns:mc="http://schemas.openxmlformats.org/markup-compatibility/2006">
              <mc:Choice xmlns:v="urn:schemas-microsoft-com:vml" Requires="v">
                <p:oleObj name="公式" r:id="rId14" imgW="6616440" imgH="799920" progId="Equation.3">
                  <p:embed/>
                </p:oleObj>
              </mc:Choice>
              <mc:Fallback>
                <p:oleObj name="公式" r:id="rId14" imgW="6616440" imgH="799920" progId="Equation.3">
                  <p:embed/>
                  <p:pic>
                    <p:nvPicPr>
                      <p:cNvPr id="0" name="Object 1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27163" y="1257300"/>
                        <a:ext cx="6640512"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0912" name="AutoShape 16">
            <a:extLst>
              <a:ext uri="{FF2B5EF4-FFF2-40B4-BE49-F238E27FC236}">
                <a16:creationId xmlns:a16="http://schemas.microsoft.com/office/drawing/2014/main" id="{DCF975C6-F138-F966-50D8-A4F64432EBCB}"/>
              </a:ext>
            </a:extLst>
          </p:cNvPr>
          <p:cNvSpPr>
            <a:spLocks noChangeArrowheads="1"/>
          </p:cNvSpPr>
          <p:nvPr/>
        </p:nvSpPr>
        <p:spPr bwMode="auto">
          <a:xfrm>
            <a:off x="395288" y="260350"/>
            <a:ext cx="360362"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pic>
        <p:nvPicPr>
          <p:cNvPr id="720913" name="Picture 17" descr="j0293240">
            <a:extLst>
              <a:ext uri="{FF2B5EF4-FFF2-40B4-BE49-F238E27FC236}">
                <a16:creationId xmlns:a16="http://schemas.microsoft.com/office/drawing/2014/main" id="{CF1F29D7-A1AB-FC4A-7702-E9527B89A4C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20912"/>
                                        </p:tgtEl>
                                        <p:attrNameLst>
                                          <p:attrName>style.visibility</p:attrName>
                                        </p:attrNameLst>
                                      </p:cBhvr>
                                      <p:to>
                                        <p:strVal val="visible"/>
                                      </p:to>
                                    </p:set>
                                    <p:animEffect transition="in" filter="dissolve">
                                      <p:cBhvr>
                                        <p:cTn id="7" dur="500"/>
                                        <p:tgtEl>
                                          <p:spTgt spid="7209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20909"/>
                                        </p:tgtEl>
                                        <p:attrNameLst>
                                          <p:attrName>style.visibility</p:attrName>
                                        </p:attrNameLst>
                                      </p:cBhvr>
                                      <p:to>
                                        <p:strVal val="visible"/>
                                      </p:to>
                                    </p:set>
                                    <p:animEffect transition="in" filter="wipe(left)">
                                      <p:cBhvr>
                                        <p:cTn id="12" dur="500"/>
                                        <p:tgtEl>
                                          <p:spTgt spid="7209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0910"/>
                                        </p:tgtEl>
                                        <p:attrNameLst>
                                          <p:attrName>style.visibility</p:attrName>
                                        </p:attrNameLst>
                                      </p:cBhvr>
                                      <p:to>
                                        <p:strVal val="visible"/>
                                      </p:to>
                                    </p:set>
                                    <p:animEffect transition="in" filter="wipe(left)">
                                      <p:cBhvr>
                                        <p:cTn id="17" dur="500"/>
                                        <p:tgtEl>
                                          <p:spTgt spid="7209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20911"/>
                                        </p:tgtEl>
                                        <p:attrNameLst>
                                          <p:attrName>style.visibility</p:attrName>
                                        </p:attrNameLst>
                                      </p:cBhvr>
                                      <p:to>
                                        <p:strVal val="visible"/>
                                      </p:to>
                                    </p:set>
                                    <p:animEffect transition="in" filter="wipe(left)">
                                      <p:cBhvr>
                                        <p:cTn id="22" dur="500"/>
                                        <p:tgtEl>
                                          <p:spTgt spid="7209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20908"/>
                                        </p:tgtEl>
                                        <p:attrNameLst>
                                          <p:attrName>style.visibility</p:attrName>
                                        </p:attrNameLst>
                                      </p:cBhvr>
                                      <p:to>
                                        <p:strVal val="visible"/>
                                      </p:to>
                                    </p:set>
                                    <p:animEffect transition="in" filter="wipe(left)">
                                      <p:cBhvr>
                                        <p:cTn id="27" dur="500"/>
                                        <p:tgtEl>
                                          <p:spTgt spid="7209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20898"/>
                                        </p:tgtEl>
                                        <p:attrNameLst>
                                          <p:attrName>style.visibility</p:attrName>
                                        </p:attrNameLst>
                                      </p:cBhvr>
                                      <p:to>
                                        <p:strVal val="visible"/>
                                      </p:to>
                                    </p:set>
                                    <p:animEffect transition="in" filter="wipe(left)">
                                      <p:cBhvr>
                                        <p:cTn id="32" dur="500"/>
                                        <p:tgtEl>
                                          <p:spTgt spid="7208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20899"/>
                                        </p:tgtEl>
                                        <p:attrNameLst>
                                          <p:attrName>style.visibility</p:attrName>
                                        </p:attrNameLst>
                                      </p:cBhvr>
                                      <p:to>
                                        <p:strVal val="visible"/>
                                      </p:to>
                                    </p:set>
                                    <p:animEffect transition="in" filter="wipe(left)">
                                      <p:cBhvr>
                                        <p:cTn id="37" dur="500"/>
                                        <p:tgtEl>
                                          <p:spTgt spid="72089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20901"/>
                                        </p:tgtEl>
                                        <p:attrNameLst>
                                          <p:attrName>style.visibility</p:attrName>
                                        </p:attrNameLst>
                                      </p:cBhvr>
                                      <p:to>
                                        <p:strVal val="visible"/>
                                      </p:to>
                                    </p:set>
                                    <p:animEffect transition="in" filter="wipe(left)">
                                      <p:cBhvr>
                                        <p:cTn id="42" dur="500"/>
                                        <p:tgtEl>
                                          <p:spTgt spid="72090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20902"/>
                                        </p:tgtEl>
                                        <p:attrNameLst>
                                          <p:attrName>style.visibility</p:attrName>
                                        </p:attrNameLst>
                                      </p:cBhvr>
                                      <p:to>
                                        <p:strVal val="visible"/>
                                      </p:to>
                                    </p:set>
                                    <p:animEffect transition="in" filter="wipe(left)">
                                      <p:cBhvr>
                                        <p:cTn id="47" dur="500"/>
                                        <p:tgtEl>
                                          <p:spTgt spid="7209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20900"/>
                                        </p:tgtEl>
                                        <p:attrNameLst>
                                          <p:attrName>style.visibility</p:attrName>
                                        </p:attrNameLst>
                                      </p:cBhvr>
                                      <p:to>
                                        <p:strVal val="visible"/>
                                      </p:to>
                                    </p:set>
                                    <p:animEffect transition="in" filter="wipe(left)">
                                      <p:cBhvr>
                                        <p:cTn id="52" dur="500"/>
                                        <p:tgtEl>
                                          <p:spTgt spid="72090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20903"/>
                                        </p:tgtEl>
                                        <p:attrNameLst>
                                          <p:attrName>style.visibility</p:attrName>
                                        </p:attrNameLst>
                                      </p:cBhvr>
                                      <p:to>
                                        <p:strVal val="visible"/>
                                      </p:to>
                                    </p:set>
                                    <p:animEffect transition="in" filter="wipe(left)">
                                      <p:cBhvr>
                                        <p:cTn id="57" dur="500"/>
                                        <p:tgtEl>
                                          <p:spTgt spid="72090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20904"/>
                                        </p:tgtEl>
                                        <p:attrNameLst>
                                          <p:attrName>style.visibility</p:attrName>
                                        </p:attrNameLst>
                                      </p:cBhvr>
                                      <p:to>
                                        <p:strVal val="visible"/>
                                      </p:to>
                                    </p:set>
                                    <p:animEffect transition="in" filter="wipe(left)">
                                      <p:cBhvr>
                                        <p:cTn id="62" dur="500"/>
                                        <p:tgtEl>
                                          <p:spTgt spid="72090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720905"/>
                                        </p:tgtEl>
                                        <p:attrNameLst>
                                          <p:attrName>style.visibility</p:attrName>
                                        </p:attrNameLst>
                                      </p:cBhvr>
                                      <p:to>
                                        <p:strVal val="visible"/>
                                      </p:to>
                                    </p:set>
                                    <p:animEffect transition="in" filter="wipe(left)">
                                      <p:cBhvr>
                                        <p:cTn id="67" dur="500"/>
                                        <p:tgtEl>
                                          <p:spTgt spid="72090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720906"/>
                                        </p:tgtEl>
                                        <p:attrNameLst>
                                          <p:attrName>style.visibility</p:attrName>
                                        </p:attrNameLst>
                                      </p:cBhvr>
                                      <p:to>
                                        <p:strVal val="visible"/>
                                      </p:to>
                                    </p:set>
                                    <p:animEffect transition="in" filter="wipe(left)">
                                      <p:cBhvr>
                                        <p:cTn id="72" dur="500"/>
                                        <p:tgtEl>
                                          <p:spTgt spid="72090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720907"/>
                                        </p:tgtEl>
                                        <p:attrNameLst>
                                          <p:attrName>style.visibility</p:attrName>
                                        </p:attrNameLst>
                                      </p:cBhvr>
                                      <p:to>
                                        <p:strVal val="visible"/>
                                      </p:to>
                                    </p:set>
                                    <p:animEffect transition="in" filter="wipe(left)">
                                      <p:cBhvr>
                                        <p:cTn id="77" dur="500"/>
                                        <p:tgtEl>
                                          <p:spTgt spid="72090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2" fill="hold" nodeType="clickEffect">
                                  <p:stCondLst>
                                    <p:cond delay="0"/>
                                  </p:stCondLst>
                                  <p:childTnLst>
                                    <p:set>
                                      <p:cBhvr>
                                        <p:cTn id="81" dur="1" fill="hold">
                                          <p:stCondLst>
                                            <p:cond delay="0"/>
                                          </p:stCondLst>
                                        </p:cTn>
                                        <p:tgtEl>
                                          <p:spTgt spid="720913"/>
                                        </p:tgtEl>
                                        <p:attrNameLst>
                                          <p:attrName>style.visibility</p:attrName>
                                        </p:attrNameLst>
                                      </p:cBhvr>
                                      <p:to>
                                        <p:strVal val="visible"/>
                                      </p:to>
                                    </p:set>
                                    <p:anim calcmode="lin" valueType="num">
                                      <p:cBhvr additive="base">
                                        <p:cTn id="82" dur="500" fill="hold"/>
                                        <p:tgtEl>
                                          <p:spTgt spid="720913"/>
                                        </p:tgtEl>
                                        <p:attrNameLst>
                                          <p:attrName>ppt_x</p:attrName>
                                        </p:attrNameLst>
                                      </p:cBhvr>
                                      <p:tavLst>
                                        <p:tav tm="0">
                                          <p:val>
                                            <p:strVal val="1+#ppt_w/2"/>
                                          </p:val>
                                        </p:tav>
                                        <p:tav tm="100000">
                                          <p:val>
                                            <p:strVal val="#ppt_x"/>
                                          </p:val>
                                        </p:tav>
                                      </p:tavLst>
                                    </p:anim>
                                    <p:anim calcmode="lin" valueType="num">
                                      <p:cBhvr additive="base">
                                        <p:cTn id="83" dur="500" fill="hold"/>
                                        <p:tgtEl>
                                          <p:spTgt spid="7209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898" grpId="0" autoUpdateAnimBg="0"/>
      <p:bldP spid="720899" grpId="0" autoUpdateAnimBg="0"/>
      <p:bldP spid="720903" grpId="0" autoUpdateAnimBg="0"/>
      <p:bldP spid="720907" grpId="0" animBg="1" autoUpdateAnimBg="0"/>
      <p:bldP spid="720908" grpId="0" autoUpdateAnimBg="0"/>
      <p:bldP spid="720909" grpId="0" autoUpdateAnimBg="0"/>
      <p:bldP spid="720910" grpId="0" autoUpdateAnimBg="0"/>
      <p:bldP spid="7209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4" name="Rectangle 4">
            <a:extLst>
              <a:ext uri="{FF2B5EF4-FFF2-40B4-BE49-F238E27FC236}">
                <a16:creationId xmlns:a16="http://schemas.microsoft.com/office/drawing/2014/main" id="{60A594FF-3E92-1509-4F3E-F48E3B7174CB}"/>
              </a:ext>
            </a:extLst>
          </p:cNvPr>
          <p:cNvSpPr>
            <a:spLocks noChangeArrowheads="1"/>
          </p:cNvSpPr>
          <p:nvPr/>
        </p:nvSpPr>
        <p:spPr bwMode="auto">
          <a:xfrm>
            <a:off x="1150938" y="1312863"/>
            <a:ext cx="18383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66FFFF"/>
                </a:solidFill>
                <a:latin typeface="宋体" panose="02010600030101010101" pitchFamily="2" charset="-122"/>
                <a:ea typeface="宋体" panose="02010600030101010101" pitchFamily="2" charset="-122"/>
              </a:rPr>
              <a:t>刚体重力势能</a:t>
            </a:r>
            <a:endParaRPr lang="zh-CN" altLang="en-US">
              <a:solidFill>
                <a:srgbClr val="66FFFF"/>
              </a:solidFill>
              <a:latin typeface="Times New Roman" panose="02020603050405020304" pitchFamily="18" charset="0"/>
              <a:ea typeface="宋体" panose="02010600030101010101" pitchFamily="2" charset="-122"/>
            </a:endParaRPr>
          </a:p>
        </p:txBody>
      </p:sp>
      <p:grpSp>
        <p:nvGrpSpPr>
          <p:cNvPr id="2" name="Group 5">
            <a:extLst>
              <a:ext uri="{FF2B5EF4-FFF2-40B4-BE49-F238E27FC236}">
                <a16:creationId xmlns:a16="http://schemas.microsoft.com/office/drawing/2014/main" id="{ACD6E7DB-A484-4C43-944F-E8E3A7DE002B}"/>
              </a:ext>
            </a:extLst>
          </p:cNvPr>
          <p:cNvGrpSpPr>
            <a:grpSpLocks/>
          </p:cNvGrpSpPr>
          <p:nvPr/>
        </p:nvGrpSpPr>
        <p:grpSpPr bwMode="auto">
          <a:xfrm>
            <a:off x="1147763" y="1847850"/>
            <a:ext cx="1878012" cy="2773363"/>
            <a:chOff x="746" y="1026"/>
            <a:chExt cx="1183" cy="1747"/>
          </a:xfrm>
        </p:grpSpPr>
        <p:sp>
          <p:nvSpPr>
            <p:cNvPr id="721926" name="Freeform 6">
              <a:extLst>
                <a:ext uri="{FF2B5EF4-FFF2-40B4-BE49-F238E27FC236}">
                  <a16:creationId xmlns:a16="http://schemas.microsoft.com/office/drawing/2014/main" id="{4EE7741D-492F-CBF6-23E9-8421AD5E9CF4}"/>
                </a:ext>
              </a:extLst>
            </p:cNvPr>
            <p:cNvSpPr>
              <a:spLocks/>
            </p:cNvSpPr>
            <p:nvPr/>
          </p:nvSpPr>
          <p:spPr bwMode="auto">
            <a:xfrm rot="14896355" flipH="1">
              <a:off x="838" y="934"/>
              <a:ext cx="998" cy="1183"/>
            </a:xfrm>
            <a:custGeom>
              <a:avLst/>
              <a:gdLst/>
              <a:ahLst/>
              <a:cxnLst>
                <a:cxn ang="0">
                  <a:pos x="400" y="1380"/>
                </a:cxn>
                <a:cxn ang="0">
                  <a:pos x="25" y="735"/>
                </a:cxn>
                <a:cxn ang="0">
                  <a:pos x="550" y="210"/>
                </a:cxn>
                <a:cxn ang="0">
                  <a:pos x="1435" y="90"/>
                </a:cxn>
                <a:cxn ang="0">
                  <a:pos x="2050" y="750"/>
                </a:cxn>
                <a:cxn ang="0">
                  <a:pos x="1855" y="1410"/>
                </a:cxn>
                <a:cxn ang="0">
                  <a:pos x="1360" y="1680"/>
                </a:cxn>
                <a:cxn ang="0">
                  <a:pos x="745" y="1650"/>
                </a:cxn>
                <a:cxn ang="0">
                  <a:pos x="400" y="1380"/>
                </a:cxn>
              </a:cxnLst>
              <a:rect l="0" t="0" r="r" b="b"/>
              <a:pathLst>
                <a:path w="2120" h="1720">
                  <a:moveTo>
                    <a:pt x="400" y="1380"/>
                  </a:moveTo>
                  <a:cubicBezTo>
                    <a:pt x="280" y="1228"/>
                    <a:pt x="0" y="930"/>
                    <a:pt x="25" y="735"/>
                  </a:cubicBezTo>
                  <a:cubicBezTo>
                    <a:pt x="50" y="540"/>
                    <a:pt x="315" y="317"/>
                    <a:pt x="550" y="210"/>
                  </a:cubicBezTo>
                  <a:cubicBezTo>
                    <a:pt x="785" y="103"/>
                    <a:pt x="1185" y="0"/>
                    <a:pt x="1435" y="90"/>
                  </a:cubicBezTo>
                  <a:cubicBezTo>
                    <a:pt x="1685" y="180"/>
                    <a:pt x="1980" y="530"/>
                    <a:pt x="2050" y="750"/>
                  </a:cubicBezTo>
                  <a:cubicBezTo>
                    <a:pt x="2120" y="970"/>
                    <a:pt x="1970" y="1255"/>
                    <a:pt x="1855" y="1410"/>
                  </a:cubicBezTo>
                  <a:cubicBezTo>
                    <a:pt x="1740" y="1565"/>
                    <a:pt x="1545" y="1640"/>
                    <a:pt x="1360" y="1680"/>
                  </a:cubicBezTo>
                  <a:cubicBezTo>
                    <a:pt x="1175" y="1720"/>
                    <a:pt x="910" y="1702"/>
                    <a:pt x="745" y="1650"/>
                  </a:cubicBezTo>
                  <a:cubicBezTo>
                    <a:pt x="580" y="1598"/>
                    <a:pt x="520" y="1532"/>
                    <a:pt x="400" y="1380"/>
                  </a:cubicBezTo>
                  <a:close/>
                </a:path>
              </a:pathLst>
            </a:custGeom>
            <a:solidFill>
              <a:srgbClr val="9B9A66"/>
            </a:solidFill>
            <a:ln w="38100" cmpd="sng">
              <a:solidFill>
                <a:srgbClr val="00FF00"/>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721927" name="Line 7">
              <a:extLst>
                <a:ext uri="{FF2B5EF4-FFF2-40B4-BE49-F238E27FC236}">
                  <a16:creationId xmlns:a16="http://schemas.microsoft.com/office/drawing/2014/main" id="{1C91A8A2-517E-CFB8-1F2C-6CA00A841FE4}"/>
                </a:ext>
              </a:extLst>
            </p:cNvPr>
            <p:cNvSpPr>
              <a:spLocks noChangeShapeType="1"/>
            </p:cNvSpPr>
            <p:nvPr/>
          </p:nvSpPr>
          <p:spPr bwMode="auto">
            <a:xfrm>
              <a:off x="1242" y="1616"/>
              <a:ext cx="0" cy="1157"/>
            </a:xfrm>
            <a:prstGeom prst="line">
              <a:avLst/>
            </a:prstGeom>
            <a:noFill/>
            <a:ln w="38100">
              <a:solidFill>
                <a:srgbClr val="99FFCC"/>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721928" name="Line 8">
              <a:extLst>
                <a:ext uri="{FF2B5EF4-FFF2-40B4-BE49-F238E27FC236}">
                  <a16:creationId xmlns:a16="http://schemas.microsoft.com/office/drawing/2014/main" id="{395110AE-C967-2FFA-A696-E9F854CDD61D}"/>
                </a:ext>
              </a:extLst>
            </p:cNvPr>
            <p:cNvSpPr>
              <a:spLocks noChangeShapeType="1"/>
            </p:cNvSpPr>
            <p:nvPr/>
          </p:nvSpPr>
          <p:spPr bwMode="auto">
            <a:xfrm>
              <a:off x="1500" y="1474"/>
              <a:ext cx="0" cy="1299"/>
            </a:xfrm>
            <a:prstGeom prst="line">
              <a:avLst/>
            </a:prstGeom>
            <a:noFill/>
            <a:ln w="38100">
              <a:solidFill>
                <a:srgbClr val="99FFCC"/>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grpSp>
      <p:graphicFrame>
        <p:nvGraphicFramePr>
          <p:cNvPr id="721929" name="Object 9">
            <a:extLst>
              <a:ext uri="{FF2B5EF4-FFF2-40B4-BE49-F238E27FC236}">
                <a16:creationId xmlns:a16="http://schemas.microsoft.com/office/drawing/2014/main" id="{BE63F0D4-3441-EA96-9709-F434FCC0ABBC}"/>
              </a:ext>
            </a:extLst>
          </p:cNvPr>
          <p:cNvGraphicFramePr>
            <a:graphicFrameLocks/>
          </p:cNvGraphicFramePr>
          <p:nvPr/>
        </p:nvGraphicFramePr>
        <p:xfrm>
          <a:off x="4438650" y="5522913"/>
          <a:ext cx="2560638" cy="784225"/>
        </p:xfrm>
        <a:graphic>
          <a:graphicData uri="http://schemas.openxmlformats.org/presentationml/2006/ole">
            <mc:AlternateContent xmlns:mc="http://schemas.openxmlformats.org/markup-compatibility/2006">
              <mc:Choice xmlns:v="urn:schemas-microsoft-com:vml" Requires="v">
                <p:oleObj name="公式" r:id="rId2" imgW="2552400" imgH="787320" progId="Equation.3">
                  <p:embed/>
                </p:oleObj>
              </mc:Choice>
              <mc:Fallback>
                <p:oleObj name="公式" r:id="rId2" imgW="2552400" imgH="787320" progId="Equation.3">
                  <p:embed/>
                  <p:pic>
                    <p:nvPicPr>
                      <p:cNvPr id="0"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8650" y="5522913"/>
                        <a:ext cx="2560638" cy="78422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1930" name="Object 10">
            <a:extLst>
              <a:ext uri="{FF2B5EF4-FFF2-40B4-BE49-F238E27FC236}">
                <a16:creationId xmlns:a16="http://schemas.microsoft.com/office/drawing/2014/main" id="{72F53C92-D2E0-F1A5-AF22-CB1459FA8DF4}"/>
              </a:ext>
            </a:extLst>
          </p:cNvPr>
          <p:cNvGraphicFramePr>
            <a:graphicFrameLocks/>
          </p:cNvGraphicFramePr>
          <p:nvPr/>
        </p:nvGraphicFramePr>
        <p:xfrm>
          <a:off x="3971925" y="1639888"/>
          <a:ext cx="2212975" cy="511175"/>
        </p:xfrm>
        <a:graphic>
          <a:graphicData uri="http://schemas.openxmlformats.org/presentationml/2006/ole">
            <mc:AlternateContent xmlns:mc="http://schemas.openxmlformats.org/markup-compatibility/2006">
              <mc:Choice xmlns:v="urn:schemas-microsoft-com:vml" Requires="v">
                <p:oleObj name="Equation" r:id="rId4" imgW="2209680" imgH="507960" progId="Equation.3">
                  <p:embed/>
                </p:oleObj>
              </mc:Choice>
              <mc:Fallback>
                <p:oleObj name="Equation" r:id="rId4" imgW="2209680" imgH="507960" progId="Equation.3">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1925" y="1639888"/>
                        <a:ext cx="2212975"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1931" name="Object 11">
            <a:extLst>
              <a:ext uri="{FF2B5EF4-FFF2-40B4-BE49-F238E27FC236}">
                <a16:creationId xmlns:a16="http://schemas.microsoft.com/office/drawing/2014/main" id="{D56955CB-58D4-CDE7-B203-8FAD59E016EF}"/>
              </a:ext>
            </a:extLst>
          </p:cNvPr>
          <p:cNvGraphicFramePr>
            <a:graphicFrameLocks/>
          </p:cNvGraphicFramePr>
          <p:nvPr/>
        </p:nvGraphicFramePr>
        <p:xfrm>
          <a:off x="4456113" y="2263775"/>
          <a:ext cx="3157537" cy="850900"/>
        </p:xfrm>
        <a:graphic>
          <a:graphicData uri="http://schemas.openxmlformats.org/presentationml/2006/ole">
            <mc:AlternateContent xmlns:mc="http://schemas.openxmlformats.org/markup-compatibility/2006">
              <mc:Choice xmlns:v="urn:schemas-microsoft-com:vml" Requires="v">
                <p:oleObj name="公式" r:id="rId6" imgW="3149280" imgH="850680" progId="Equation.3">
                  <p:embed/>
                </p:oleObj>
              </mc:Choice>
              <mc:Fallback>
                <p:oleObj name="公式" r:id="rId6" imgW="3149280" imgH="850680"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56113" y="2263775"/>
                        <a:ext cx="3157537"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1932" name="Text Box 12">
            <a:extLst>
              <a:ext uri="{FF2B5EF4-FFF2-40B4-BE49-F238E27FC236}">
                <a16:creationId xmlns:a16="http://schemas.microsoft.com/office/drawing/2014/main" id="{128946C7-1D2C-DD98-7E4F-6CD1CC2C6747}"/>
              </a:ext>
            </a:extLst>
          </p:cNvPr>
          <p:cNvSpPr txBox="1">
            <a:spLocks noChangeArrowheads="1"/>
          </p:cNvSpPr>
          <p:nvPr/>
        </p:nvSpPr>
        <p:spPr bwMode="auto">
          <a:xfrm>
            <a:off x="1222375" y="5541963"/>
            <a:ext cx="2344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66FFFF"/>
                </a:solidFill>
                <a:latin typeface="Times New Roman" panose="02020603050405020304" pitchFamily="18" charset="0"/>
                <a:ea typeface="宋体" panose="02010600030101010101" pitchFamily="2" charset="-122"/>
              </a:rPr>
              <a:t>刚体的机械能</a:t>
            </a:r>
          </a:p>
        </p:txBody>
      </p:sp>
      <p:sp>
        <p:nvSpPr>
          <p:cNvPr id="721933" name="AutoShape 13">
            <a:extLst>
              <a:ext uri="{FF2B5EF4-FFF2-40B4-BE49-F238E27FC236}">
                <a16:creationId xmlns:a16="http://schemas.microsoft.com/office/drawing/2014/main" id="{09B3A8B7-5D48-EBD0-5A88-2B6907C6443F}"/>
              </a:ext>
            </a:extLst>
          </p:cNvPr>
          <p:cNvSpPr>
            <a:spLocks noChangeArrowheads="1"/>
          </p:cNvSpPr>
          <p:nvPr/>
        </p:nvSpPr>
        <p:spPr bwMode="auto">
          <a:xfrm>
            <a:off x="5359400" y="3333750"/>
            <a:ext cx="1871663" cy="415925"/>
          </a:xfrm>
          <a:prstGeom prst="wedgeRectCallout">
            <a:avLst>
              <a:gd name="adj1" fmla="val 38806"/>
              <a:gd name="adj2" fmla="val -150764"/>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sz="2000">
                <a:latin typeface="Times New Roman" panose="02020603050405020304" pitchFamily="18" charset="0"/>
                <a:ea typeface="楷体_GB2312" pitchFamily="49" charset="-122"/>
              </a:rPr>
              <a:t>质心的势能</a:t>
            </a:r>
          </a:p>
        </p:txBody>
      </p:sp>
      <p:grpSp>
        <p:nvGrpSpPr>
          <p:cNvPr id="3" name="Group 19">
            <a:extLst>
              <a:ext uri="{FF2B5EF4-FFF2-40B4-BE49-F238E27FC236}">
                <a16:creationId xmlns:a16="http://schemas.microsoft.com/office/drawing/2014/main" id="{4F7D5983-7432-72A1-D649-E35229AC2EEA}"/>
              </a:ext>
            </a:extLst>
          </p:cNvPr>
          <p:cNvGrpSpPr>
            <a:grpSpLocks/>
          </p:cNvGrpSpPr>
          <p:nvPr/>
        </p:nvGrpSpPr>
        <p:grpSpPr bwMode="auto">
          <a:xfrm>
            <a:off x="863600" y="4619625"/>
            <a:ext cx="2446338" cy="90488"/>
            <a:chOff x="567" y="2772"/>
            <a:chExt cx="1541" cy="57"/>
          </a:xfrm>
        </p:grpSpPr>
        <p:sp>
          <p:nvSpPr>
            <p:cNvPr id="721940" name="Line 20">
              <a:extLst>
                <a:ext uri="{FF2B5EF4-FFF2-40B4-BE49-F238E27FC236}">
                  <a16:creationId xmlns:a16="http://schemas.microsoft.com/office/drawing/2014/main" id="{5DC2B653-E03D-FF5E-3A4D-69C2301888F7}"/>
                </a:ext>
              </a:extLst>
            </p:cNvPr>
            <p:cNvSpPr>
              <a:spLocks noChangeShapeType="1"/>
            </p:cNvSpPr>
            <p:nvPr/>
          </p:nvSpPr>
          <p:spPr bwMode="auto">
            <a:xfrm>
              <a:off x="596" y="2772"/>
              <a:ext cx="1512" cy="0"/>
            </a:xfrm>
            <a:prstGeom prst="line">
              <a:avLst/>
            </a:prstGeom>
            <a:noFill/>
            <a:ln w="38100">
              <a:solidFill>
                <a:srgbClr val="66FF33"/>
              </a:solid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721941" name="Line 21">
              <a:extLst>
                <a:ext uri="{FF2B5EF4-FFF2-40B4-BE49-F238E27FC236}">
                  <a16:creationId xmlns:a16="http://schemas.microsoft.com/office/drawing/2014/main" id="{4D96E47E-4101-FC51-62B2-B4F738F249F1}"/>
                </a:ext>
              </a:extLst>
            </p:cNvPr>
            <p:cNvSpPr>
              <a:spLocks noChangeShapeType="1"/>
            </p:cNvSpPr>
            <p:nvPr/>
          </p:nvSpPr>
          <p:spPr bwMode="auto">
            <a:xfrm flipH="1">
              <a:off x="567"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42" name="Line 22">
              <a:extLst>
                <a:ext uri="{FF2B5EF4-FFF2-40B4-BE49-F238E27FC236}">
                  <a16:creationId xmlns:a16="http://schemas.microsoft.com/office/drawing/2014/main" id="{0D72A65F-DB46-34B5-2B00-08202D8B75F8}"/>
                </a:ext>
              </a:extLst>
            </p:cNvPr>
            <p:cNvSpPr>
              <a:spLocks noChangeShapeType="1"/>
            </p:cNvSpPr>
            <p:nvPr/>
          </p:nvSpPr>
          <p:spPr bwMode="auto">
            <a:xfrm flipH="1">
              <a:off x="714"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43" name="Line 23">
              <a:extLst>
                <a:ext uri="{FF2B5EF4-FFF2-40B4-BE49-F238E27FC236}">
                  <a16:creationId xmlns:a16="http://schemas.microsoft.com/office/drawing/2014/main" id="{EC1D79A3-13AB-F8E3-7637-161AFC5FCE89}"/>
                </a:ext>
              </a:extLst>
            </p:cNvPr>
            <p:cNvSpPr>
              <a:spLocks noChangeShapeType="1"/>
            </p:cNvSpPr>
            <p:nvPr/>
          </p:nvSpPr>
          <p:spPr bwMode="auto">
            <a:xfrm flipH="1">
              <a:off x="861"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44" name="Line 24">
              <a:extLst>
                <a:ext uri="{FF2B5EF4-FFF2-40B4-BE49-F238E27FC236}">
                  <a16:creationId xmlns:a16="http://schemas.microsoft.com/office/drawing/2014/main" id="{D57E71B5-5370-018B-7C1D-52927D1EC3A5}"/>
                </a:ext>
              </a:extLst>
            </p:cNvPr>
            <p:cNvSpPr>
              <a:spLocks noChangeShapeType="1"/>
            </p:cNvSpPr>
            <p:nvPr/>
          </p:nvSpPr>
          <p:spPr bwMode="auto">
            <a:xfrm flipH="1">
              <a:off x="1009"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45" name="Line 25">
              <a:extLst>
                <a:ext uri="{FF2B5EF4-FFF2-40B4-BE49-F238E27FC236}">
                  <a16:creationId xmlns:a16="http://schemas.microsoft.com/office/drawing/2014/main" id="{BA6DA8D9-77BE-5AF9-DA64-28BAEB0BF020}"/>
                </a:ext>
              </a:extLst>
            </p:cNvPr>
            <p:cNvSpPr>
              <a:spLocks noChangeShapeType="1"/>
            </p:cNvSpPr>
            <p:nvPr/>
          </p:nvSpPr>
          <p:spPr bwMode="auto">
            <a:xfrm flipH="1">
              <a:off x="1156"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46" name="Line 26">
              <a:extLst>
                <a:ext uri="{FF2B5EF4-FFF2-40B4-BE49-F238E27FC236}">
                  <a16:creationId xmlns:a16="http://schemas.microsoft.com/office/drawing/2014/main" id="{BB1FC1C7-0725-6181-6771-CA4CDC6B524E}"/>
                </a:ext>
              </a:extLst>
            </p:cNvPr>
            <p:cNvSpPr>
              <a:spLocks noChangeShapeType="1"/>
            </p:cNvSpPr>
            <p:nvPr/>
          </p:nvSpPr>
          <p:spPr bwMode="auto">
            <a:xfrm flipH="1">
              <a:off x="1304"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47" name="Line 27">
              <a:extLst>
                <a:ext uri="{FF2B5EF4-FFF2-40B4-BE49-F238E27FC236}">
                  <a16:creationId xmlns:a16="http://schemas.microsoft.com/office/drawing/2014/main" id="{D324BCCA-A0F5-2E0C-1E86-5B3374383D28}"/>
                </a:ext>
              </a:extLst>
            </p:cNvPr>
            <p:cNvSpPr>
              <a:spLocks noChangeShapeType="1"/>
            </p:cNvSpPr>
            <p:nvPr/>
          </p:nvSpPr>
          <p:spPr bwMode="auto">
            <a:xfrm flipH="1">
              <a:off x="1451"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48" name="Line 28">
              <a:extLst>
                <a:ext uri="{FF2B5EF4-FFF2-40B4-BE49-F238E27FC236}">
                  <a16:creationId xmlns:a16="http://schemas.microsoft.com/office/drawing/2014/main" id="{D45E57A5-A242-CFAA-4FFF-2A4E82EE9D7F}"/>
                </a:ext>
              </a:extLst>
            </p:cNvPr>
            <p:cNvSpPr>
              <a:spLocks noChangeShapeType="1"/>
            </p:cNvSpPr>
            <p:nvPr/>
          </p:nvSpPr>
          <p:spPr bwMode="auto">
            <a:xfrm flipH="1">
              <a:off x="1598"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49" name="Line 29">
              <a:extLst>
                <a:ext uri="{FF2B5EF4-FFF2-40B4-BE49-F238E27FC236}">
                  <a16:creationId xmlns:a16="http://schemas.microsoft.com/office/drawing/2014/main" id="{2625A162-8A60-EEFB-2BE1-FDB091EDE372}"/>
                </a:ext>
              </a:extLst>
            </p:cNvPr>
            <p:cNvSpPr>
              <a:spLocks noChangeShapeType="1"/>
            </p:cNvSpPr>
            <p:nvPr/>
          </p:nvSpPr>
          <p:spPr bwMode="auto">
            <a:xfrm flipH="1">
              <a:off x="1746"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50" name="Line 30">
              <a:extLst>
                <a:ext uri="{FF2B5EF4-FFF2-40B4-BE49-F238E27FC236}">
                  <a16:creationId xmlns:a16="http://schemas.microsoft.com/office/drawing/2014/main" id="{ACC385A8-0CFD-E108-B47B-E405BB144484}"/>
                </a:ext>
              </a:extLst>
            </p:cNvPr>
            <p:cNvSpPr>
              <a:spLocks noChangeShapeType="1"/>
            </p:cNvSpPr>
            <p:nvPr/>
          </p:nvSpPr>
          <p:spPr bwMode="auto">
            <a:xfrm flipH="1">
              <a:off x="1893"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1951" name="Line 31">
              <a:extLst>
                <a:ext uri="{FF2B5EF4-FFF2-40B4-BE49-F238E27FC236}">
                  <a16:creationId xmlns:a16="http://schemas.microsoft.com/office/drawing/2014/main" id="{DCF54486-CD72-587F-26A0-7E0D6C542455}"/>
                </a:ext>
              </a:extLst>
            </p:cNvPr>
            <p:cNvSpPr>
              <a:spLocks noChangeShapeType="1"/>
            </p:cNvSpPr>
            <p:nvPr/>
          </p:nvSpPr>
          <p:spPr bwMode="auto">
            <a:xfrm flipH="1">
              <a:off x="2041" y="2784"/>
              <a:ext cx="45" cy="45"/>
            </a:xfrm>
            <a:prstGeom prst="line">
              <a:avLst/>
            </a:prstGeom>
            <a:noFill/>
            <a:ln w="38100">
              <a:solidFill>
                <a:srgbClr val="66FF33"/>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aphicFrame>
        <p:nvGraphicFramePr>
          <p:cNvPr id="721952" name="Object 32">
            <a:extLst>
              <a:ext uri="{FF2B5EF4-FFF2-40B4-BE49-F238E27FC236}">
                <a16:creationId xmlns:a16="http://schemas.microsoft.com/office/drawing/2014/main" id="{FB583104-3E53-3EB2-BD0C-D247BF76026D}"/>
              </a:ext>
            </a:extLst>
          </p:cNvPr>
          <p:cNvGraphicFramePr>
            <a:graphicFrameLocks noGrp="1"/>
          </p:cNvGraphicFramePr>
          <p:nvPr>
            <p:ph sz="quarter" idx="1"/>
          </p:nvPr>
        </p:nvGraphicFramePr>
        <p:xfrm>
          <a:off x="1544638" y="3648075"/>
          <a:ext cx="292100" cy="431800"/>
        </p:xfrm>
        <a:graphic>
          <a:graphicData uri="http://schemas.openxmlformats.org/presentationml/2006/ole">
            <mc:AlternateContent xmlns:mc="http://schemas.openxmlformats.org/markup-compatibility/2006">
              <mc:Choice xmlns:v="urn:schemas-microsoft-com:vml" Requires="v">
                <p:oleObj name="公式" r:id="rId8" imgW="291960" imgH="431640" progId="Equation.3">
                  <p:embed/>
                </p:oleObj>
              </mc:Choice>
              <mc:Fallback>
                <p:oleObj name="公式" r:id="rId8" imgW="291960" imgH="431640" progId="Equation.3">
                  <p:embed/>
                  <p:pic>
                    <p:nvPicPr>
                      <p:cNvPr id="0" name="Object 32"/>
                      <p:cNvPicPr>
                        <a:picLocks noGrp="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4638" y="3648075"/>
                        <a:ext cx="2921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1953" name="Object 33">
            <a:extLst>
              <a:ext uri="{FF2B5EF4-FFF2-40B4-BE49-F238E27FC236}">
                <a16:creationId xmlns:a16="http://schemas.microsoft.com/office/drawing/2014/main" id="{506A60D6-7B86-AC1D-45B4-FE9C2135061F}"/>
              </a:ext>
            </a:extLst>
          </p:cNvPr>
          <p:cNvGraphicFramePr>
            <a:graphicFrameLocks noGrp="1"/>
          </p:cNvGraphicFramePr>
          <p:nvPr>
            <p:ph sz="quarter" idx="2"/>
          </p:nvPr>
        </p:nvGraphicFramePr>
        <p:xfrm>
          <a:off x="2471738" y="4164013"/>
          <a:ext cx="957262" cy="409575"/>
        </p:xfrm>
        <a:graphic>
          <a:graphicData uri="http://schemas.openxmlformats.org/presentationml/2006/ole">
            <mc:AlternateContent xmlns:mc="http://schemas.openxmlformats.org/markup-compatibility/2006">
              <mc:Choice xmlns:v="urn:schemas-microsoft-com:vml" Requires="v">
                <p:oleObj name="公式" r:id="rId10" imgW="977760" imgH="419040" progId="Equation.3">
                  <p:embed/>
                </p:oleObj>
              </mc:Choice>
              <mc:Fallback>
                <p:oleObj name="公式" r:id="rId10" imgW="977760" imgH="419040" progId="Equation.3">
                  <p:embed/>
                  <p:pic>
                    <p:nvPicPr>
                      <p:cNvPr id="0" name="Object 33"/>
                      <p:cNvPicPr>
                        <a:picLocks noGrp="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71738" y="4164013"/>
                        <a:ext cx="957262"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1954" name="Object 34">
            <a:extLst>
              <a:ext uri="{FF2B5EF4-FFF2-40B4-BE49-F238E27FC236}">
                <a16:creationId xmlns:a16="http://schemas.microsoft.com/office/drawing/2014/main" id="{A48BF280-453B-9B91-215A-C5D9D3A49F4C}"/>
              </a:ext>
            </a:extLst>
          </p:cNvPr>
          <p:cNvGraphicFramePr>
            <a:graphicFrameLocks noGrp="1"/>
          </p:cNvGraphicFramePr>
          <p:nvPr>
            <p:ph sz="quarter" idx="3"/>
          </p:nvPr>
        </p:nvGraphicFramePr>
        <p:xfrm>
          <a:off x="1606550" y="2632075"/>
          <a:ext cx="411163" cy="258763"/>
        </p:xfrm>
        <a:graphic>
          <a:graphicData uri="http://schemas.openxmlformats.org/presentationml/2006/ole">
            <mc:AlternateContent xmlns:mc="http://schemas.openxmlformats.org/markup-compatibility/2006">
              <mc:Choice xmlns:v="urn:schemas-microsoft-com:vml" Requires="v">
                <p:oleObj name="公式" r:id="rId12" imgW="342720" imgH="215640" progId="Equation.3">
                  <p:embed/>
                </p:oleObj>
              </mc:Choice>
              <mc:Fallback>
                <p:oleObj name="公式" r:id="rId12" imgW="342720" imgH="215640" progId="Equation.3">
                  <p:embed/>
                  <p:pic>
                    <p:nvPicPr>
                      <p:cNvPr id="0" name="Object 34"/>
                      <p:cNvPicPr>
                        <a:picLocks noGrp="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6550" y="2632075"/>
                        <a:ext cx="411163" cy="25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1955" name="Object 35">
            <a:extLst>
              <a:ext uri="{FF2B5EF4-FFF2-40B4-BE49-F238E27FC236}">
                <a16:creationId xmlns:a16="http://schemas.microsoft.com/office/drawing/2014/main" id="{59ADCA5C-A381-E5FD-CB09-648790968096}"/>
              </a:ext>
            </a:extLst>
          </p:cNvPr>
          <p:cNvGraphicFramePr>
            <a:graphicFrameLocks noGrp="1"/>
          </p:cNvGraphicFramePr>
          <p:nvPr>
            <p:ph sz="quarter" idx="4"/>
          </p:nvPr>
        </p:nvGraphicFramePr>
        <p:xfrm>
          <a:off x="2281238" y="2247900"/>
          <a:ext cx="655637" cy="517525"/>
        </p:xfrm>
        <a:graphic>
          <a:graphicData uri="http://schemas.openxmlformats.org/presentationml/2006/ole">
            <mc:AlternateContent xmlns:mc="http://schemas.openxmlformats.org/markup-compatibility/2006">
              <mc:Choice xmlns:v="urn:schemas-microsoft-com:vml" Requires="v">
                <p:oleObj name="公式" r:id="rId14" imgW="545760" imgH="431640" progId="Equation.3">
                  <p:embed/>
                </p:oleObj>
              </mc:Choice>
              <mc:Fallback>
                <p:oleObj name="公式" r:id="rId14" imgW="545760" imgH="431640" progId="Equation.3">
                  <p:embed/>
                  <p:pic>
                    <p:nvPicPr>
                      <p:cNvPr id="0" name="Object 35"/>
                      <p:cNvPicPr>
                        <a:picLocks noGrp="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81238" y="2247900"/>
                        <a:ext cx="655637"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1956" name="Object 36">
            <a:extLst>
              <a:ext uri="{FF2B5EF4-FFF2-40B4-BE49-F238E27FC236}">
                <a16:creationId xmlns:a16="http://schemas.microsoft.com/office/drawing/2014/main" id="{2149488A-7074-DD67-444B-7EBB7D207B09}"/>
              </a:ext>
            </a:extLst>
          </p:cNvPr>
          <p:cNvGraphicFramePr>
            <a:graphicFrameLocks/>
          </p:cNvGraphicFramePr>
          <p:nvPr/>
        </p:nvGraphicFramePr>
        <p:xfrm>
          <a:off x="2416175" y="3648075"/>
          <a:ext cx="265113" cy="431800"/>
        </p:xfrm>
        <a:graphic>
          <a:graphicData uri="http://schemas.openxmlformats.org/presentationml/2006/ole">
            <mc:AlternateContent xmlns:mc="http://schemas.openxmlformats.org/markup-compatibility/2006">
              <mc:Choice xmlns:v="urn:schemas-microsoft-com:vml" Requires="v">
                <p:oleObj name="公式" r:id="rId16" imgW="266400" imgH="431640" progId="Equation.3">
                  <p:embed/>
                </p:oleObj>
              </mc:Choice>
              <mc:Fallback>
                <p:oleObj name="公式" r:id="rId16" imgW="266400" imgH="431640" progId="Equation.3">
                  <p:embed/>
                  <p:pic>
                    <p:nvPicPr>
                      <p:cNvPr id="0" name="Object 3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16175" y="3648075"/>
                        <a:ext cx="2651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21957" name="Picture 37" descr="j0293240">
            <a:extLst>
              <a:ext uri="{FF2B5EF4-FFF2-40B4-BE49-F238E27FC236}">
                <a16:creationId xmlns:a16="http://schemas.microsoft.com/office/drawing/2014/main" id="{AF1E9CF5-7742-6345-DCFE-3C6AC0EB95F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32813" y="6626225"/>
            <a:ext cx="611187"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1959" name="Text Box 39">
            <a:extLst>
              <a:ext uri="{FF2B5EF4-FFF2-40B4-BE49-F238E27FC236}">
                <a16:creationId xmlns:a16="http://schemas.microsoft.com/office/drawing/2014/main" id="{2B3FC79E-493E-299D-3690-602768B31E7C}"/>
              </a:ext>
            </a:extLst>
          </p:cNvPr>
          <p:cNvSpPr txBox="1">
            <a:spLocks noChangeArrowheads="1"/>
          </p:cNvSpPr>
          <p:nvPr/>
        </p:nvSpPr>
        <p:spPr bwMode="auto">
          <a:xfrm>
            <a:off x="1001713" y="715963"/>
            <a:ext cx="2098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 </a:t>
            </a:r>
            <a:r>
              <a:rPr lang="zh-CN" altLang="en-US">
                <a:solidFill>
                  <a:srgbClr val="66FFFF"/>
                </a:solidFill>
                <a:latin typeface="Times New Roman" panose="02020603050405020304" pitchFamily="18" charset="0"/>
                <a:ea typeface="宋体" panose="02010600030101010101" pitchFamily="2" charset="-122"/>
              </a:rPr>
              <a:t>刚体的机械能</a:t>
            </a:r>
          </a:p>
        </p:txBody>
      </p:sp>
      <p:graphicFrame>
        <p:nvGraphicFramePr>
          <p:cNvPr id="721960" name="Object 40">
            <a:extLst>
              <a:ext uri="{FF2B5EF4-FFF2-40B4-BE49-F238E27FC236}">
                <a16:creationId xmlns:a16="http://schemas.microsoft.com/office/drawing/2014/main" id="{CB641E49-6F31-A1A3-E24A-B5B3EE31B272}"/>
              </a:ext>
            </a:extLst>
          </p:cNvPr>
          <p:cNvGraphicFramePr>
            <a:graphicFrameLocks/>
          </p:cNvGraphicFramePr>
          <p:nvPr/>
        </p:nvGraphicFramePr>
        <p:xfrm>
          <a:off x="4154488" y="795338"/>
          <a:ext cx="1749425" cy="292100"/>
        </p:xfrm>
        <a:graphic>
          <a:graphicData uri="http://schemas.openxmlformats.org/presentationml/2006/ole">
            <mc:AlternateContent xmlns:mc="http://schemas.openxmlformats.org/markup-compatibility/2006">
              <mc:Choice xmlns:v="urn:schemas-microsoft-com:vml" Requires="v">
                <p:oleObj name="Equation" r:id="rId19" imgW="1752480" imgH="291960" progId="Equation.3">
                  <p:embed/>
                </p:oleObj>
              </mc:Choice>
              <mc:Fallback>
                <p:oleObj name="Equation" r:id="rId19" imgW="1752480" imgH="291960" progId="Equation.3">
                  <p:embed/>
                  <p:pic>
                    <p:nvPicPr>
                      <p:cNvPr id="0" name="Object 40"/>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54488" y="795338"/>
                        <a:ext cx="1749425"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1961" name="Rectangle 41">
            <a:extLst>
              <a:ext uri="{FF2B5EF4-FFF2-40B4-BE49-F238E27FC236}">
                <a16:creationId xmlns:a16="http://schemas.microsoft.com/office/drawing/2014/main" id="{2FA9CBFA-0E32-CB27-24A6-BBCCB0BC8062}"/>
              </a:ext>
            </a:extLst>
          </p:cNvPr>
          <p:cNvSpPr>
            <a:spLocks noChangeArrowheads="1"/>
          </p:cNvSpPr>
          <p:nvPr/>
        </p:nvSpPr>
        <p:spPr bwMode="auto">
          <a:xfrm>
            <a:off x="714375" y="581025"/>
            <a:ext cx="361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4000">
                <a:solidFill>
                  <a:srgbClr val="FFFF66"/>
                </a:solidFill>
                <a:latin typeface="Times New Roman" panose="02020603050405020304" pitchFamily="18" charset="0"/>
                <a:ea typeface="宋体" panose="02010600030101010101" pitchFamily="2" charset="-122"/>
              </a:rPr>
              <a:t>•</a:t>
            </a:r>
          </a:p>
        </p:txBody>
      </p:sp>
      <p:sp>
        <p:nvSpPr>
          <p:cNvPr id="721962" name="Text Box 42">
            <a:extLst>
              <a:ext uri="{FF2B5EF4-FFF2-40B4-BE49-F238E27FC236}">
                <a16:creationId xmlns:a16="http://schemas.microsoft.com/office/drawing/2014/main" id="{610898AB-1EF6-9360-49F3-E8FBE22A946B}"/>
              </a:ext>
            </a:extLst>
          </p:cNvPr>
          <p:cNvSpPr txBox="1">
            <a:spLocks noChangeArrowheads="1"/>
          </p:cNvSpPr>
          <p:nvPr/>
        </p:nvSpPr>
        <p:spPr bwMode="auto">
          <a:xfrm>
            <a:off x="3941763" y="4459288"/>
            <a:ext cx="4478337" cy="822325"/>
          </a:xfrm>
          <a:prstGeom prst="rect">
            <a:avLst/>
          </a:prstGeom>
          <a:noFill/>
          <a:ln w="76200" cmpd="tri">
            <a:noFill/>
            <a:miter lim="800000"/>
            <a:headEnd type="none" w="sm" len="sm"/>
            <a:tailEnd type="none" w="sm" len="sm"/>
          </a:ln>
          <a:effectLst/>
        </p:spPr>
        <p:txBody>
          <a:bodyPr>
            <a:spAutoFit/>
          </a:bodyPr>
          <a:lstStyle/>
          <a:p>
            <a:pPr algn="l">
              <a:spcBef>
                <a:spcPct val="50000"/>
              </a:spcBef>
              <a:buClr>
                <a:srgbClr val="CC0000"/>
              </a:buClr>
              <a:buSzPct val="75000"/>
              <a:buFont typeface="Monotype Sorts" pitchFamily="2" charset="2"/>
              <a:buNone/>
              <a:defRPr/>
            </a:pPr>
            <a:r>
              <a:rPr kumimoji="1" lang="zh-CN" altLang="en-US" sz="2000">
                <a:effectLst>
                  <a:outerShdw blurRad="38100" dist="38100" dir="2700000" algn="tl">
                    <a:srgbClr val="000000"/>
                  </a:outerShdw>
                </a:effectLst>
                <a:latin typeface="Times New Roman" pitchFamily="18" charset="0"/>
              </a:rPr>
              <a:t>刚体重力势能与其质量全部集中在质心上的质点具有的重力势能相同。</a:t>
            </a:r>
          </a:p>
        </p:txBody>
      </p:sp>
      <p:graphicFrame>
        <p:nvGraphicFramePr>
          <p:cNvPr id="721963" name="Object 43">
            <a:extLst>
              <a:ext uri="{FF2B5EF4-FFF2-40B4-BE49-F238E27FC236}">
                <a16:creationId xmlns:a16="http://schemas.microsoft.com/office/drawing/2014/main" id="{244222F3-1DCA-C751-3367-F2E8C09EC13C}"/>
              </a:ext>
            </a:extLst>
          </p:cNvPr>
          <p:cNvGraphicFramePr>
            <a:graphicFrameLocks noChangeAspect="1"/>
          </p:cNvGraphicFramePr>
          <p:nvPr/>
        </p:nvGraphicFramePr>
        <p:xfrm>
          <a:off x="4786313" y="3825875"/>
          <a:ext cx="1320800" cy="457200"/>
        </p:xfrm>
        <a:graphic>
          <a:graphicData uri="http://schemas.openxmlformats.org/presentationml/2006/ole">
            <mc:AlternateContent xmlns:mc="http://schemas.openxmlformats.org/markup-compatibility/2006">
              <mc:Choice xmlns:v="urn:schemas-microsoft-com:vml" Requires="v">
                <p:oleObj name="公式" r:id="rId21" imgW="1320480" imgH="457200" progId="Equation.3">
                  <p:embed/>
                </p:oleObj>
              </mc:Choice>
              <mc:Fallback>
                <p:oleObj name="公式" r:id="rId21" imgW="1320480" imgH="457200" progId="Equation.3">
                  <p:embed/>
                  <p:pic>
                    <p:nvPicPr>
                      <p:cNvPr id="0" name="Object 4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786313" y="3825875"/>
                        <a:ext cx="1320800" cy="457200"/>
                      </a:xfrm>
                      <a:prstGeom prst="rect">
                        <a:avLst/>
                      </a:prstGeom>
                      <a:solidFill>
                        <a:srgbClr val="00CCFF">
                          <a:alpha val="25999"/>
                        </a:srgbClr>
                      </a:solidFill>
                      <a:ln w="9525">
                        <a:solidFill>
                          <a:srgbClr val="FFFFFF">
                            <a:alpha val="27000"/>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21961"/>
                                        </p:tgtEl>
                                        <p:attrNameLst>
                                          <p:attrName>style.visibility</p:attrName>
                                        </p:attrNameLst>
                                      </p:cBhvr>
                                      <p:to>
                                        <p:strVal val="visible"/>
                                      </p:to>
                                    </p:set>
                                    <p:animEffect transition="in" filter="wipe(left)">
                                      <p:cBhvr>
                                        <p:cTn id="7" dur="500"/>
                                        <p:tgtEl>
                                          <p:spTgt spid="72196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21959"/>
                                        </p:tgtEl>
                                        <p:attrNameLst>
                                          <p:attrName>style.visibility</p:attrName>
                                        </p:attrNameLst>
                                      </p:cBhvr>
                                      <p:to>
                                        <p:strVal val="visible"/>
                                      </p:to>
                                    </p:set>
                                    <p:animEffect transition="in" filter="wipe(left)">
                                      <p:cBhvr>
                                        <p:cTn id="11" dur="500"/>
                                        <p:tgtEl>
                                          <p:spTgt spid="72195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21960"/>
                                        </p:tgtEl>
                                        <p:attrNameLst>
                                          <p:attrName>style.visibility</p:attrName>
                                        </p:attrNameLst>
                                      </p:cBhvr>
                                      <p:to>
                                        <p:strVal val="visible"/>
                                      </p:to>
                                    </p:set>
                                    <p:animEffect transition="in" filter="wipe(left)">
                                      <p:cBhvr>
                                        <p:cTn id="16" dur="500"/>
                                        <p:tgtEl>
                                          <p:spTgt spid="72196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21924"/>
                                        </p:tgtEl>
                                        <p:attrNameLst>
                                          <p:attrName>style.visibility</p:attrName>
                                        </p:attrNameLst>
                                      </p:cBhvr>
                                      <p:to>
                                        <p:strVal val="visible"/>
                                      </p:to>
                                    </p:set>
                                    <p:animEffect transition="in" filter="wipe(left)">
                                      <p:cBhvr>
                                        <p:cTn id="21" dur="500"/>
                                        <p:tgtEl>
                                          <p:spTgt spid="7219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32"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ox(out)">
                                      <p:cBhvr>
                                        <p:cTn id="26" dur="500"/>
                                        <p:tgtEl>
                                          <p:spTgt spid="2"/>
                                        </p:tgtEl>
                                      </p:cBhvr>
                                    </p:animEffect>
                                  </p:childTnLst>
                                </p:cTn>
                              </p:par>
                            </p:childTnLst>
                          </p:cTn>
                        </p:par>
                        <p:par>
                          <p:cTn id="27" fill="hold" nodeType="afterGroup">
                            <p:stCondLst>
                              <p:cond delay="500"/>
                            </p:stCondLst>
                            <p:childTnLst>
                              <p:par>
                                <p:cTn id="28" presetID="4" presetClass="entr" presetSubtype="32"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ox(out)">
                                      <p:cBhvr>
                                        <p:cTn id="30" dur="500"/>
                                        <p:tgtEl>
                                          <p:spTgt spid="3"/>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721955"/>
                                        </p:tgtEl>
                                        <p:attrNameLst>
                                          <p:attrName>style.visibility</p:attrName>
                                        </p:attrNameLst>
                                      </p:cBhvr>
                                      <p:to>
                                        <p:strVal val="visible"/>
                                      </p:to>
                                    </p:set>
                                    <p:animEffect transition="in" filter="wipe(left)">
                                      <p:cBhvr>
                                        <p:cTn id="34" dur="500"/>
                                        <p:tgtEl>
                                          <p:spTgt spid="721955"/>
                                        </p:tgtEl>
                                      </p:cBhvr>
                                    </p:animEffect>
                                  </p:childTnLst>
                                </p:cTn>
                              </p:par>
                            </p:childTnLst>
                          </p:cTn>
                        </p:par>
                        <p:par>
                          <p:cTn id="35" fill="hold" nodeType="afterGroup">
                            <p:stCondLst>
                              <p:cond delay="1500"/>
                            </p:stCondLst>
                            <p:childTnLst>
                              <p:par>
                                <p:cTn id="36" presetID="22" presetClass="entr" presetSubtype="8" fill="hold" nodeType="afterEffect">
                                  <p:stCondLst>
                                    <p:cond delay="0"/>
                                  </p:stCondLst>
                                  <p:childTnLst>
                                    <p:set>
                                      <p:cBhvr>
                                        <p:cTn id="37" dur="1" fill="hold">
                                          <p:stCondLst>
                                            <p:cond delay="0"/>
                                          </p:stCondLst>
                                        </p:cTn>
                                        <p:tgtEl>
                                          <p:spTgt spid="721954"/>
                                        </p:tgtEl>
                                        <p:attrNameLst>
                                          <p:attrName>style.visibility</p:attrName>
                                        </p:attrNameLst>
                                      </p:cBhvr>
                                      <p:to>
                                        <p:strVal val="visible"/>
                                      </p:to>
                                    </p:set>
                                    <p:animEffect transition="in" filter="wipe(left)">
                                      <p:cBhvr>
                                        <p:cTn id="38" dur="500"/>
                                        <p:tgtEl>
                                          <p:spTgt spid="721954"/>
                                        </p:tgtEl>
                                      </p:cBhvr>
                                    </p:animEffect>
                                  </p:childTnLst>
                                </p:cTn>
                              </p:par>
                            </p:childTnLst>
                          </p:cTn>
                        </p:par>
                        <p:par>
                          <p:cTn id="39" fill="hold" nodeType="afterGroup">
                            <p:stCondLst>
                              <p:cond delay="2000"/>
                            </p:stCondLst>
                            <p:childTnLst>
                              <p:par>
                                <p:cTn id="40" presetID="22" presetClass="entr" presetSubtype="8" fill="hold" nodeType="afterEffect">
                                  <p:stCondLst>
                                    <p:cond delay="0"/>
                                  </p:stCondLst>
                                  <p:childTnLst>
                                    <p:set>
                                      <p:cBhvr>
                                        <p:cTn id="41" dur="1" fill="hold">
                                          <p:stCondLst>
                                            <p:cond delay="0"/>
                                          </p:stCondLst>
                                        </p:cTn>
                                        <p:tgtEl>
                                          <p:spTgt spid="721952"/>
                                        </p:tgtEl>
                                        <p:attrNameLst>
                                          <p:attrName>style.visibility</p:attrName>
                                        </p:attrNameLst>
                                      </p:cBhvr>
                                      <p:to>
                                        <p:strVal val="visible"/>
                                      </p:to>
                                    </p:set>
                                    <p:animEffect transition="in" filter="wipe(left)">
                                      <p:cBhvr>
                                        <p:cTn id="42" dur="500"/>
                                        <p:tgtEl>
                                          <p:spTgt spid="721952"/>
                                        </p:tgtEl>
                                      </p:cBhvr>
                                    </p:animEffect>
                                  </p:childTnLst>
                                </p:cTn>
                              </p:par>
                            </p:childTnLst>
                          </p:cTn>
                        </p:par>
                        <p:par>
                          <p:cTn id="43" fill="hold" nodeType="afterGroup">
                            <p:stCondLst>
                              <p:cond delay="2500"/>
                            </p:stCondLst>
                            <p:childTnLst>
                              <p:par>
                                <p:cTn id="44" presetID="22" presetClass="entr" presetSubtype="8" fill="hold" nodeType="afterEffect">
                                  <p:stCondLst>
                                    <p:cond delay="0"/>
                                  </p:stCondLst>
                                  <p:childTnLst>
                                    <p:set>
                                      <p:cBhvr>
                                        <p:cTn id="45" dur="1" fill="hold">
                                          <p:stCondLst>
                                            <p:cond delay="0"/>
                                          </p:stCondLst>
                                        </p:cTn>
                                        <p:tgtEl>
                                          <p:spTgt spid="721956"/>
                                        </p:tgtEl>
                                        <p:attrNameLst>
                                          <p:attrName>style.visibility</p:attrName>
                                        </p:attrNameLst>
                                      </p:cBhvr>
                                      <p:to>
                                        <p:strVal val="visible"/>
                                      </p:to>
                                    </p:set>
                                    <p:animEffect transition="in" filter="wipe(left)">
                                      <p:cBhvr>
                                        <p:cTn id="46" dur="500"/>
                                        <p:tgtEl>
                                          <p:spTgt spid="721956"/>
                                        </p:tgtEl>
                                      </p:cBhvr>
                                    </p:animEffect>
                                  </p:childTnLst>
                                </p:cTn>
                              </p:par>
                            </p:childTnLst>
                          </p:cTn>
                        </p:par>
                        <p:par>
                          <p:cTn id="47" fill="hold" nodeType="afterGroup">
                            <p:stCondLst>
                              <p:cond delay="3000"/>
                            </p:stCondLst>
                            <p:childTnLst>
                              <p:par>
                                <p:cTn id="48" presetID="22" presetClass="entr" presetSubtype="8" fill="hold" nodeType="afterEffect">
                                  <p:stCondLst>
                                    <p:cond delay="0"/>
                                  </p:stCondLst>
                                  <p:childTnLst>
                                    <p:set>
                                      <p:cBhvr>
                                        <p:cTn id="49" dur="1" fill="hold">
                                          <p:stCondLst>
                                            <p:cond delay="0"/>
                                          </p:stCondLst>
                                        </p:cTn>
                                        <p:tgtEl>
                                          <p:spTgt spid="721953"/>
                                        </p:tgtEl>
                                        <p:attrNameLst>
                                          <p:attrName>style.visibility</p:attrName>
                                        </p:attrNameLst>
                                      </p:cBhvr>
                                      <p:to>
                                        <p:strVal val="visible"/>
                                      </p:to>
                                    </p:set>
                                    <p:animEffect transition="in" filter="wipe(left)">
                                      <p:cBhvr>
                                        <p:cTn id="50" dur="500"/>
                                        <p:tgtEl>
                                          <p:spTgt spid="72195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721930"/>
                                        </p:tgtEl>
                                        <p:attrNameLst>
                                          <p:attrName>style.visibility</p:attrName>
                                        </p:attrNameLst>
                                      </p:cBhvr>
                                      <p:to>
                                        <p:strVal val="visible"/>
                                      </p:to>
                                    </p:set>
                                    <p:animEffect transition="in" filter="wipe(left)">
                                      <p:cBhvr>
                                        <p:cTn id="55" dur="500"/>
                                        <p:tgtEl>
                                          <p:spTgt spid="72193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721931"/>
                                        </p:tgtEl>
                                        <p:attrNameLst>
                                          <p:attrName>style.visibility</p:attrName>
                                        </p:attrNameLst>
                                      </p:cBhvr>
                                      <p:to>
                                        <p:strVal val="visible"/>
                                      </p:to>
                                    </p:set>
                                    <p:animEffect transition="in" filter="wipe(left)">
                                      <p:cBhvr>
                                        <p:cTn id="60" dur="500"/>
                                        <p:tgtEl>
                                          <p:spTgt spid="72193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721933"/>
                                        </p:tgtEl>
                                        <p:attrNameLst>
                                          <p:attrName>style.visibility</p:attrName>
                                        </p:attrNameLst>
                                      </p:cBhvr>
                                      <p:to>
                                        <p:strVal val="visible"/>
                                      </p:to>
                                    </p:set>
                                    <p:animEffect transition="in" filter="wipe(left)">
                                      <p:cBhvr>
                                        <p:cTn id="65" dur="500"/>
                                        <p:tgtEl>
                                          <p:spTgt spid="72193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721963"/>
                                        </p:tgtEl>
                                        <p:attrNameLst>
                                          <p:attrName>style.visibility</p:attrName>
                                        </p:attrNameLst>
                                      </p:cBhvr>
                                      <p:to>
                                        <p:strVal val="visible"/>
                                      </p:to>
                                    </p:set>
                                    <p:animEffect transition="in" filter="wipe(left)">
                                      <p:cBhvr>
                                        <p:cTn id="70" dur="500"/>
                                        <p:tgtEl>
                                          <p:spTgt spid="72196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721962"/>
                                        </p:tgtEl>
                                        <p:attrNameLst>
                                          <p:attrName>style.visibility</p:attrName>
                                        </p:attrNameLst>
                                      </p:cBhvr>
                                      <p:to>
                                        <p:strVal val="visible"/>
                                      </p:to>
                                    </p:set>
                                    <p:animEffect transition="in" filter="wipe(left)">
                                      <p:cBhvr>
                                        <p:cTn id="75" dur="500"/>
                                        <p:tgtEl>
                                          <p:spTgt spid="72196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721932"/>
                                        </p:tgtEl>
                                        <p:attrNameLst>
                                          <p:attrName>style.visibility</p:attrName>
                                        </p:attrNameLst>
                                      </p:cBhvr>
                                      <p:to>
                                        <p:strVal val="visible"/>
                                      </p:to>
                                    </p:set>
                                    <p:animEffect transition="in" filter="wipe(left)">
                                      <p:cBhvr>
                                        <p:cTn id="80" dur="500"/>
                                        <p:tgtEl>
                                          <p:spTgt spid="72193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721929"/>
                                        </p:tgtEl>
                                        <p:attrNameLst>
                                          <p:attrName>style.visibility</p:attrName>
                                        </p:attrNameLst>
                                      </p:cBhvr>
                                      <p:to>
                                        <p:strVal val="visible"/>
                                      </p:to>
                                    </p:set>
                                    <p:animEffect transition="in" filter="wipe(left)">
                                      <p:cBhvr>
                                        <p:cTn id="85" dur="500"/>
                                        <p:tgtEl>
                                          <p:spTgt spid="72192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 presetClass="entr" presetSubtype="2" fill="hold" nodeType="clickEffect">
                                  <p:stCondLst>
                                    <p:cond delay="0"/>
                                  </p:stCondLst>
                                  <p:childTnLst>
                                    <p:set>
                                      <p:cBhvr>
                                        <p:cTn id="89" dur="1" fill="hold">
                                          <p:stCondLst>
                                            <p:cond delay="0"/>
                                          </p:stCondLst>
                                        </p:cTn>
                                        <p:tgtEl>
                                          <p:spTgt spid="721957"/>
                                        </p:tgtEl>
                                        <p:attrNameLst>
                                          <p:attrName>style.visibility</p:attrName>
                                        </p:attrNameLst>
                                      </p:cBhvr>
                                      <p:to>
                                        <p:strVal val="visible"/>
                                      </p:to>
                                    </p:set>
                                    <p:anim calcmode="lin" valueType="num">
                                      <p:cBhvr additive="base">
                                        <p:cTn id="90" dur="500" fill="hold"/>
                                        <p:tgtEl>
                                          <p:spTgt spid="721957"/>
                                        </p:tgtEl>
                                        <p:attrNameLst>
                                          <p:attrName>ppt_x</p:attrName>
                                        </p:attrNameLst>
                                      </p:cBhvr>
                                      <p:tavLst>
                                        <p:tav tm="0">
                                          <p:val>
                                            <p:strVal val="1+#ppt_w/2"/>
                                          </p:val>
                                        </p:tav>
                                        <p:tav tm="100000">
                                          <p:val>
                                            <p:strVal val="#ppt_x"/>
                                          </p:val>
                                        </p:tav>
                                      </p:tavLst>
                                    </p:anim>
                                    <p:anim calcmode="lin" valueType="num">
                                      <p:cBhvr additive="base">
                                        <p:cTn id="91" dur="500" fill="hold"/>
                                        <p:tgtEl>
                                          <p:spTgt spid="7219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24" grpId="0" autoUpdateAnimBg="0"/>
      <p:bldP spid="721932" grpId="0" autoUpdateAnimBg="0"/>
      <p:bldP spid="721933" grpId="0" animBg="1" autoUpdateAnimBg="0"/>
      <p:bldP spid="721959" grpId="0" autoUpdateAnimBg="0"/>
      <p:bldP spid="721961" grpId="0"/>
      <p:bldP spid="72196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3" name="Text Box 3">
            <a:extLst>
              <a:ext uri="{FF2B5EF4-FFF2-40B4-BE49-F238E27FC236}">
                <a16:creationId xmlns:a16="http://schemas.microsoft.com/office/drawing/2014/main" id="{F8763342-6ED5-2462-42C4-4000E304A165}"/>
              </a:ext>
            </a:extLst>
          </p:cNvPr>
          <p:cNvSpPr txBox="1">
            <a:spLocks noChangeArrowheads="1"/>
          </p:cNvSpPr>
          <p:nvPr/>
        </p:nvSpPr>
        <p:spPr bwMode="auto">
          <a:xfrm>
            <a:off x="4511675" y="2128838"/>
            <a:ext cx="3389313" cy="396875"/>
          </a:xfrm>
          <a:prstGeom prst="rect">
            <a:avLst/>
          </a:prstGeom>
          <a:noFill/>
          <a:ln w="12700">
            <a:noFill/>
            <a:miter lim="800000"/>
            <a:headEnd type="none" w="sm" len="sm"/>
            <a:tailEnd type="none" w="sm" len="sm"/>
          </a:ln>
          <a:effectLst/>
        </p:spPr>
        <p:txBody>
          <a:bodyPr>
            <a:spAutoFit/>
          </a:bodyPr>
          <a:lstStyle/>
          <a:p>
            <a:pPr algn="l">
              <a:lnSpc>
                <a:spcPct val="100000"/>
              </a:lnSpc>
              <a:buClr>
                <a:srgbClr val="CCCCFF"/>
              </a:buClr>
              <a:buFont typeface="Monotype Sorts" pitchFamily="2" charset="2"/>
              <a:buNone/>
              <a:defRPr/>
            </a:pPr>
            <a:r>
              <a:rPr lang="zh-CN" altLang="en-US" sz="2000">
                <a:solidFill>
                  <a:srgbClr val="FFCC00"/>
                </a:solidFill>
                <a:effectLst>
                  <a:outerShdw blurRad="38100" dist="38100" dir="2700000" algn="tl">
                    <a:srgbClr val="000000"/>
                  </a:outerShdw>
                </a:effectLst>
                <a:latin typeface="Times New Roman" pitchFamily="18" charset="0"/>
              </a:rPr>
              <a:t>（系统的机械能守恒定律）</a:t>
            </a:r>
            <a:endParaRPr lang="zh-CN" altLang="en-US" sz="2000">
              <a:solidFill>
                <a:srgbClr val="FFCC00"/>
              </a:solidFill>
              <a:latin typeface="Times New Roman" pitchFamily="18" charset="0"/>
            </a:endParaRPr>
          </a:p>
        </p:txBody>
      </p:sp>
      <p:sp>
        <p:nvSpPr>
          <p:cNvPr id="849924" name="Rectangle 4">
            <a:extLst>
              <a:ext uri="{FF2B5EF4-FFF2-40B4-BE49-F238E27FC236}">
                <a16:creationId xmlns:a16="http://schemas.microsoft.com/office/drawing/2014/main" id="{938ED87E-958E-AC43-D8F1-82012D00EF3A}"/>
              </a:ext>
            </a:extLst>
          </p:cNvPr>
          <p:cNvSpPr>
            <a:spLocks noChangeArrowheads="1"/>
          </p:cNvSpPr>
          <p:nvPr/>
        </p:nvSpPr>
        <p:spPr bwMode="auto">
          <a:xfrm>
            <a:off x="1101725" y="2679700"/>
            <a:ext cx="7421563" cy="1196975"/>
          </a:xfrm>
          <a:prstGeom prst="rect">
            <a:avLst/>
          </a:prstGeom>
          <a:solidFill>
            <a:srgbClr val="00CCFF">
              <a:alpha val="20000"/>
            </a:srgbClr>
          </a:solidFill>
          <a:ln w="9525">
            <a:solidFill>
              <a:srgbClr val="FFFFFF">
                <a:alpha val="25000"/>
              </a:srgbClr>
            </a:solidFill>
            <a:miter lim="800000"/>
            <a:headEnd/>
            <a:tailEnd/>
          </a:ln>
          <a:effectLst/>
        </p:spPr>
        <p:txBody>
          <a:bodyPr lIns="92075" tIns="46038" rIns="92075" bIns="46038">
            <a:spAutoFit/>
          </a:bodyPr>
          <a:lstStyle/>
          <a:p>
            <a:pPr algn="l">
              <a:buClrTx/>
              <a:buFontTx/>
              <a:buNone/>
              <a:defRPr/>
            </a:pPr>
            <a:r>
              <a:rPr kumimoji="1" lang="en-US" altLang="zh-CN" sz="2000">
                <a:effectLst>
                  <a:outerShdw blurRad="38100" dist="38100" dir="2700000" algn="tl">
                    <a:srgbClr val="000000"/>
                  </a:outerShdw>
                </a:effectLst>
                <a:latin typeface="Bookman Old Style" pitchFamily="18" charset="0"/>
              </a:rPr>
              <a:t>      </a:t>
            </a:r>
            <a:r>
              <a:rPr kumimoji="1" lang="zh-CN" altLang="en-US" sz="2000">
                <a:effectLst>
                  <a:outerShdw blurRad="38100" dist="38100" dir="2700000" algn="tl">
                    <a:srgbClr val="000000"/>
                  </a:outerShdw>
                </a:effectLst>
                <a:latin typeface="Bookman Old Style" pitchFamily="18" charset="0"/>
              </a:rPr>
              <a:t>对含有刚体的力学系统，若在运动过程中，只有保守内力作功，而外力和非保守内力都不作功，或作功的总和始终为零，则该系统的机械能守恒。</a:t>
            </a:r>
          </a:p>
        </p:txBody>
      </p:sp>
      <p:graphicFrame>
        <p:nvGraphicFramePr>
          <p:cNvPr id="849925" name="Object 5">
            <a:extLst>
              <a:ext uri="{FF2B5EF4-FFF2-40B4-BE49-F238E27FC236}">
                <a16:creationId xmlns:a16="http://schemas.microsoft.com/office/drawing/2014/main" id="{1DFB5D30-91F3-2BED-19F2-1CBF95F76E83}"/>
              </a:ext>
            </a:extLst>
          </p:cNvPr>
          <p:cNvGraphicFramePr>
            <a:graphicFrameLocks noChangeAspect="1"/>
          </p:cNvGraphicFramePr>
          <p:nvPr/>
        </p:nvGraphicFramePr>
        <p:xfrm>
          <a:off x="2170113" y="2136775"/>
          <a:ext cx="2298700" cy="419100"/>
        </p:xfrm>
        <a:graphic>
          <a:graphicData uri="http://schemas.openxmlformats.org/presentationml/2006/ole">
            <mc:AlternateContent xmlns:mc="http://schemas.openxmlformats.org/markup-compatibility/2006">
              <mc:Choice xmlns:v="urn:schemas-microsoft-com:vml" Requires="v">
                <p:oleObj name="公式" r:id="rId2" imgW="2298600" imgH="419040" progId="Equation.3">
                  <p:embed/>
                </p:oleObj>
              </mc:Choice>
              <mc:Fallback>
                <p:oleObj name="公式" r:id="rId2" imgW="2298600" imgH="41904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0113" y="2136775"/>
                        <a:ext cx="2298700" cy="419100"/>
                      </a:xfrm>
                      <a:prstGeom prst="rect">
                        <a:avLst/>
                      </a:prstGeom>
                      <a:solidFill>
                        <a:srgbClr val="00CCFF">
                          <a:alpha val="25999"/>
                        </a:srgbClr>
                      </a:solidFill>
                      <a:ln w="9525">
                        <a:solidFill>
                          <a:srgbClr val="FFFFFF">
                            <a:alpha val="24001"/>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26" name="Rectangle 6">
            <a:extLst>
              <a:ext uri="{FF2B5EF4-FFF2-40B4-BE49-F238E27FC236}">
                <a16:creationId xmlns:a16="http://schemas.microsoft.com/office/drawing/2014/main" id="{1BA1A222-9F4C-A64D-7DEF-EA7E85384FC0}"/>
              </a:ext>
            </a:extLst>
          </p:cNvPr>
          <p:cNvSpPr>
            <a:spLocks noChangeArrowheads="1"/>
          </p:cNvSpPr>
          <p:nvPr/>
        </p:nvSpPr>
        <p:spPr bwMode="auto">
          <a:xfrm>
            <a:off x="750888" y="1555750"/>
            <a:ext cx="4711700" cy="457200"/>
          </a:xfrm>
          <a:prstGeom prst="rect">
            <a:avLst/>
          </a:prstGeom>
          <a:noFill/>
          <a:ln w="9525">
            <a:noFill/>
            <a:miter lim="800000"/>
            <a:headEnd/>
            <a:tailEnd/>
          </a:ln>
          <a:effectLst/>
        </p:spPr>
        <p:txBody>
          <a:bodyPr lIns="92075" tIns="46038" rIns="92075" bIns="46038">
            <a:spAutoFit/>
          </a:bodyPr>
          <a:lstStyle/>
          <a:p>
            <a:pPr algn="l">
              <a:lnSpc>
                <a:spcPct val="100000"/>
              </a:lnSpc>
              <a:buClrTx/>
              <a:buFont typeface="Monotype Sorts" pitchFamily="2" charset="2"/>
              <a:buNone/>
              <a:defRPr/>
            </a:pPr>
            <a:r>
              <a:rPr kumimoji="1" lang="zh-CN" altLang="en-US">
                <a:effectLst>
                  <a:outerShdw blurRad="38100" dist="38100" dir="2700000" algn="tl">
                    <a:srgbClr val="000000"/>
                  </a:outerShdw>
                </a:effectLst>
                <a:latin typeface="Times New Roman" pitchFamily="18" charset="0"/>
              </a:rPr>
              <a:t>当 </a:t>
            </a:r>
            <a:r>
              <a:rPr kumimoji="1" lang="en-US" altLang="zh-CN" i="1">
                <a:solidFill>
                  <a:srgbClr val="FFCC00"/>
                </a:solidFill>
                <a:effectLst>
                  <a:outerShdw blurRad="38100" dist="38100" dir="2700000" algn="tl">
                    <a:srgbClr val="000000"/>
                  </a:outerShdw>
                </a:effectLst>
                <a:latin typeface="Times New Roman" pitchFamily="18" charset="0"/>
              </a:rPr>
              <a:t>A</a:t>
            </a:r>
            <a:r>
              <a:rPr kumimoji="1" lang="zh-CN" altLang="en-US" baseline="-25000">
                <a:solidFill>
                  <a:srgbClr val="FFCC00"/>
                </a:solidFill>
                <a:effectLst>
                  <a:outerShdw blurRad="38100" dist="38100" dir="2700000" algn="tl">
                    <a:srgbClr val="000000"/>
                  </a:outerShdw>
                </a:effectLst>
                <a:latin typeface="Times New Roman" pitchFamily="18" charset="0"/>
              </a:rPr>
              <a:t>外 </a:t>
            </a:r>
            <a:r>
              <a:rPr kumimoji="1" lang="en-US" altLang="zh-CN" i="1">
                <a:solidFill>
                  <a:srgbClr val="FFCC00"/>
                </a:solidFill>
                <a:effectLst>
                  <a:outerShdw blurRad="38100" dist="38100" dir="2700000" algn="tl">
                    <a:srgbClr val="000000"/>
                  </a:outerShdw>
                </a:effectLst>
                <a:latin typeface="Times New Roman" pitchFamily="18" charset="0"/>
              </a:rPr>
              <a:t>+ A</a:t>
            </a:r>
            <a:r>
              <a:rPr kumimoji="1" lang="zh-CN" altLang="en-US" baseline="-25000">
                <a:solidFill>
                  <a:srgbClr val="FFCC00"/>
                </a:solidFill>
                <a:effectLst>
                  <a:outerShdw blurRad="38100" dist="38100" dir="2700000" algn="tl">
                    <a:srgbClr val="000000"/>
                  </a:outerShdw>
                </a:effectLst>
                <a:latin typeface="Times New Roman" pitchFamily="18" charset="0"/>
              </a:rPr>
              <a:t>非保内</a:t>
            </a:r>
            <a:r>
              <a:rPr kumimoji="1" lang="zh-CN" altLang="en-US" i="1" baseline="-25000">
                <a:solidFill>
                  <a:srgbClr val="FFCC00"/>
                </a:solidFill>
                <a:effectLst>
                  <a:outerShdw blurRad="38100" dist="38100" dir="2700000" algn="tl">
                    <a:srgbClr val="000000"/>
                  </a:outerShdw>
                </a:effectLst>
                <a:latin typeface="Times New Roman" pitchFamily="18" charset="0"/>
              </a:rPr>
              <a:t> </a:t>
            </a:r>
            <a:r>
              <a:rPr kumimoji="1" lang="zh-CN" altLang="en-US" baseline="-25000">
                <a:solidFill>
                  <a:srgbClr val="FFCC00"/>
                </a:solidFill>
                <a:effectLst>
                  <a:outerShdw blurRad="38100" dist="38100" dir="2700000" algn="tl">
                    <a:srgbClr val="000000"/>
                  </a:outerShdw>
                </a:effectLst>
                <a:latin typeface="Times New Roman" pitchFamily="18" charset="0"/>
              </a:rPr>
              <a:t> </a:t>
            </a:r>
            <a:r>
              <a:rPr kumimoji="1" lang="en-US" altLang="zh-CN">
                <a:solidFill>
                  <a:srgbClr val="FFCC00"/>
                </a:solidFill>
                <a:effectLst>
                  <a:outerShdw blurRad="38100" dist="38100" dir="2700000" algn="tl">
                    <a:srgbClr val="000000"/>
                  </a:outerShdw>
                </a:effectLst>
                <a:latin typeface="Times New Roman" pitchFamily="18" charset="0"/>
              </a:rPr>
              <a:t>=</a:t>
            </a:r>
            <a:r>
              <a:rPr kumimoji="1" lang="en-US" altLang="zh-CN" i="1">
                <a:solidFill>
                  <a:srgbClr val="FFCC00"/>
                </a:solidFill>
                <a:effectLst>
                  <a:outerShdw blurRad="38100" dist="38100" dir="2700000" algn="tl">
                    <a:srgbClr val="000000"/>
                  </a:outerShdw>
                </a:effectLst>
                <a:latin typeface="Times New Roman" pitchFamily="18" charset="0"/>
              </a:rPr>
              <a:t> </a:t>
            </a:r>
            <a:r>
              <a:rPr kumimoji="1" lang="en-US" altLang="zh-CN">
                <a:solidFill>
                  <a:srgbClr val="FFCC00"/>
                </a:solidFill>
                <a:effectLst>
                  <a:outerShdw blurRad="38100" dist="38100" dir="2700000" algn="tl">
                    <a:srgbClr val="000000"/>
                  </a:outerShdw>
                </a:effectLst>
                <a:latin typeface="Times New Roman" pitchFamily="18" charset="0"/>
              </a:rPr>
              <a:t>0</a:t>
            </a: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时，有</a:t>
            </a:r>
          </a:p>
        </p:txBody>
      </p:sp>
      <p:sp>
        <p:nvSpPr>
          <p:cNvPr id="849927" name="Rectangle 7">
            <a:extLst>
              <a:ext uri="{FF2B5EF4-FFF2-40B4-BE49-F238E27FC236}">
                <a16:creationId xmlns:a16="http://schemas.microsoft.com/office/drawing/2014/main" id="{25B73D30-55F0-0E39-22AA-6DE59B95F642}"/>
              </a:ext>
            </a:extLst>
          </p:cNvPr>
          <p:cNvSpPr>
            <a:spLocks noChangeArrowheads="1"/>
          </p:cNvSpPr>
          <p:nvPr/>
        </p:nvSpPr>
        <p:spPr bwMode="auto">
          <a:xfrm>
            <a:off x="754063" y="3956050"/>
            <a:ext cx="4572000" cy="457200"/>
          </a:xfrm>
          <a:prstGeom prst="rect">
            <a:avLst/>
          </a:prstGeom>
          <a:noFill/>
          <a:ln w="9525">
            <a:noFill/>
            <a:miter lim="800000"/>
            <a:headEnd/>
            <a:tailEnd/>
          </a:ln>
          <a:effectLst/>
        </p:spPr>
        <p:txBody>
          <a:bodyPr>
            <a:spAutoFit/>
          </a:bodyPr>
          <a:lstStyle/>
          <a:p>
            <a:pPr algn="l">
              <a:lnSpc>
                <a:spcPct val="100000"/>
              </a:lnSpc>
              <a:buClr>
                <a:srgbClr val="FFFF00"/>
              </a:buClr>
              <a:buFont typeface="Wingdings" pitchFamily="2" charset="2"/>
              <a:buNone/>
              <a:defRPr/>
            </a:pPr>
            <a:r>
              <a:rPr kumimoji="1" lang="zh-CN" altLang="en-US">
                <a:effectLst>
                  <a:outerShdw blurRad="38100" dist="38100" dir="2700000" algn="tl">
                    <a:srgbClr val="000000"/>
                  </a:outerShdw>
                </a:effectLst>
                <a:latin typeface="Times New Roman" pitchFamily="18" charset="0"/>
              </a:rPr>
              <a:t>力学系统的机械能应包括</a:t>
            </a:r>
          </a:p>
        </p:txBody>
      </p:sp>
      <p:graphicFrame>
        <p:nvGraphicFramePr>
          <p:cNvPr id="849928" name="Object 8">
            <a:extLst>
              <a:ext uri="{FF2B5EF4-FFF2-40B4-BE49-F238E27FC236}">
                <a16:creationId xmlns:a16="http://schemas.microsoft.com/office/drawing/2014/main" id="{23741B1D-9F64-71A8-FFDF-66726B63651A}"/>
              </a:ext>
            </a:extLst>
          </p:cNvPr>
          <p:cNvGraphicFramePr>
            <a:graphicFrameLocks noChangeAspect="1"/>
          </p:cNvGraphicFramePr>
          <p:nvPr/>
        </p:nvGraphicFramePr>
        <p:xfrm>
          <a:off x="2940050" y="5862638"/>
          <a:ext cx="2184400" cy="723900"/>
        </p:xfrm>
        <a:graphic>
          <a:graphicData uri="http://schemas.openxmlformats.org/presentationml/2006/ole">
            <mc:AlternateContent xmlns:mc="http://schemas.openxmlformats.org/markup-compatibility/2006">
              <mc:Choice xmlns:v="urn:schemas-microsoft-com:vml" Requires="v">
                <p:oleObj name="公式" r:id="rId4" imgW="2184120" imgH="723600" progId="Equation.3">
                  <p:embed/>
                </p:oleObj>
              </mc:Choice>
              <mc:Fallback>
                <p:oleObj name="公式" r:id="rId4" imgW="2184120" imgH="7236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0050" y="5862638"/>
                        <a:ext cx="2184400" cy="723900"/>
                      </a:xfrm>
                      <a:prstGeom prst="rect">
                        <a:avLst/>
                      </a:prstGeom>
                      <a:noFill/>
                      <a:ln>
                        <a:noFill/>
                      </a:ln>
                      <a:effectLst/>
                      <a:extLst>
                        <a:ext uri="{909E8E84-426E-40DD-AFC4-6F175D3DCCD1}">
                          <a14:hiddenFill xmlns:a14="http://schemas.microsoft.com/office/drawing/2010/main">
                            <a:solidFill>
                              <a:srgbClr val="00FFFF">
                                <a:alpha val="24001"/>
                              </a:srgb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29" name="Rectangle 9">
            <a:extLst>
              <a:ext uri="{FF2B5EF4-FFF2-40B4-BE49-F238E27FC236}">
                <a16:creationId xmlns:a16="http://schemas.microsoft.com/office/drawing/2014/main" id="{2AD36100-6172-099C-F5DE-85A3203CB860}"/>
              </a:ext>
            </a:extLst>
          </p:cNvPr>
          <p:cNvSpPr>
            <a:spLocks noChangeArrowheads="1"/>
          </p:cNvSpPr>
          <p:nvPr/>
        </p:nvSpPr>
        <p:spPr bwMode="auto">
          <a:xfrm>
            <a:off x="825500" y="4408488"/>
            <a:ext cx="5954713" cy="1552575"/>
          </a:xfrm>
          <a:prstGeom prst="rect">
            <a:avLst/>
          </a:prstGeom>
          <a:noFill/>
          <a:ln w="9525">
            <a:noFill/>
            <a:miter lim="800000"/>
            <a:headEnd/>
            <a:tailEnd/>
          </a:ln>
          <a:effectLst/>
        </p:spPr>
        <p:txBody>
          <a:bodyPr wrap="none">
            <a:spAutoFit/>
          </a:bodyPr>
          <a:lstStyle/>
          <a:p>
            <a:pPr algn="l" eaLnBrk="1" hangingPunct="1">
              <a:spcBef>
                <a:spcPct val="20000"/>
              </a:spcBef>
              <a:buClr>
                <a:srgbClr val="FFCC00"/>
              </a:buClr>
              <a:buSzPct val="80000"/>
              <a:buFont typeface="Wingdings" pitchFamily="2" charset="2"/>
              <a:buChar char="l"/>
              <a:defRPr/>
            </a:pPr>
            <a:r>
              <a:rPr kumimoji="1" lang="en-US" altLang="zh-CN">
                <a:effectLst>
                  <a:outerShdw blurRad="38100" dist="38100" dir="2700000" algn="tl">
                    <a:srgbClr val="000000"/>
                  </a:outerShdw>
                </a:effectLst>
                <a:latin typeface="Times New Roman" pitchFamily="18" charset="0"/>
              </a:rPr>
              <a:t> </a:t>
            </a:r>
            <a:r>
              <a:rPr kumimoji="1" lang="zh-CN" altLang="en-US">
                <a:effectLst>
                  <a:outerShdw blurRad="38100" dist="38100" dir="2700000" algn="tl">
                    <a:srgbClr val="000000"/>
                  </a:outerShdw>
                </a:effectLst>
                <a:latin typeface="Times New Roman" pitchFamily="18" charset="0"/>
              </a:rPr>
              <a:t>质点的动能、重力势能，弹性势能；</a:t>
            </a:r>
          </a:p>
          <a:p>
            <a:pPr algn="l" eaLnBrk="1" hangingPunct="1">
              <a:spcBef>
                <a:spcPct val="20000"/>
              </a:spcBef>
              <a:buClr>
                <a:srgbClr val="FFCC00"/>
              </a:buClr>
              <a:buSzPct val="80000"/>
              <a:buFont typeface="Wingdings" pitchFamily="2" charset="2"/>
              <a:buChar char="l"/>
              <a:defRPr/>
            </a:pPr>
            <a:r>
              <a:rPr kumimoji="1" lang="zh-CN" altLang="en-US">
                <a:effectLst>
                  <a:outerShdw blurRad="38100" dist="38100" dir="2700000" algn="tl">
                    <a:srgbClr val="000000"/>
                  </a:outerShdw>
                </a:effectLst>
                <a:latin typeface="Times New Roman" pitchFamily="18" charset="0"/>
              </a:rPr>
              <a:t> 平动刚体的平动动能、重力势能；</a:t>
            </a:r>
          </a:p>
          <a:p>
            <a:pPr algn="l" eaLnBrk="1" hangingPunct="1">
              <a:spcBef>
                <a:spcPct val="20000"/>
              </a:spcBef>
              <a:buClr>
                <a:srgbClr val="FFCC00"/>
              </a:buClr>
              <a:buSzPct val="80000"/>
              <a:buFont typeface="Wingdings" pitchFamily="2" charset="2"/>
              <a:buChar char="l"/>
              <a:defRPr/>
            </a:pPr>
            <a:r>
              <a:rPr kumimoji="1" lang="zh-CN" altLang="en-US">
                <a:effectLst>
                  <a:outerShdw blurRad="38100" dist="38100" dir="2700000" algn="tl">
                    <a:srgbClr val="000000"/>
                  </a:outerShdw>
                </a:effectLst>
                <a:latin typeface="Times New Roman" pitchFamily="18" charset="0"/>
              </a:rPr>
              <a:t> 定轴转动刚体的转动动能、重力势能，即</a:t>
            </a:r>
          </a:p>
        </p:txBody>
      </p:sp>
      <p:sp>
        <p:nvSpPr>
          <p:cNvPr id="849933" name="Text Box 13">
            <a:extLst>
              <a:ext uri="{FF2B5EF4-FFF2-40B4-BE49-F238E27FC236}">
                <a16:creationId xmlns:a16="http://schemas.microsoft.com/office/drawing/2014/main" id="{B5D6F060-4C7C-E1FD-9D35-CB2EED179EF9}"/>
              </a:ext>
            </a:extLst>
          </p:cNvPr>
          <p:cNvSpPr txBox="1">
            <a:spLocks noChangeArrowheads="1"/>
          </p:cNvSpPr>
          <p:nvPr/>
        </p:nvSpPr>
        <p:spPr bwMode="auto">
          <a:xfrm>
            <a:off x="776288" y="293688"/>
            <a:ext cx="263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66FFFF"/>
                </a:solidFill>
                <a:latin typeface="Times New Roman" panose="02020603050405020304" pitchFamily="18" charset="0"/>
                <a:ea typeface="宋体" panose="02010600030101010101" pitchFamily="2" charset="-122"/>
              </a:rPr>
              <a:t>刚体的机械能守恒</a:t>
            </a:r>
            <a:endParaRPr lang="zh-CN" altLang="en-US" b="0">
              <a:solidFill>
                <a:srgbClr val="66FFFF"/>
              </a:solidFill>
              <a:latin typeface="Times New Roman" panose="02020603050405020304" pitchFamily="18" charset="0"/>
              <a:ea typeface="宋体" panose="02010600030101010101" pitchFamily="2" charset="-122"/>
            </a:endParaRPr>
          </a:p>
        </p:txBody>
      </p:sp>
      <p:graphicFrame>
        <p:nvGraphicFramePr>
          <p:cNvPr id="849934" name="Object 14">
            <a:extLst>
              <a:ext uri="{FF2B5EF4-FFF2-40B4-BE49-F238E27FC236}">
                <a16:creationId xmlns:a16="http://schemas.microsoft.com/office/drawing/2014/main" id="{06603780-2A7E-A40F-4705-8BAF6C4515AC}"/>
              </a:ext>
            </a:extLst>
          </p:cNvPr>
          <p:cNvGraphicFramePr>
            <a:graphicFrameLocks/>
          </p:cNvGraphicFramePr>
          <p:nvPr/>
        </p:nvGraphicFramePr>
        <p:xfrm>
          <a:off x="1003300" y="871538"/>
          <a:ext cx="2320925" cy="598487"/>
        </p:xfrm>
        <a:graphic>
          <a:graphicData uri="http://schemas.openxmlformats.org/presentationml/2006/ole">
            <mc:AlternateContent xmlns:mc="http://schemas.openxmlformats.org/markup-compatibility/2006">
              <mc:Choice xmlns:v="urn:schemas-microsoft-com:vml" Requires="v">
                <p:oleObj name="公式" r:id="rId6" imgW="2590560" imgH="825480" progId="Equation.3">
                  <p:embed/>
                </p:oleObj>
              </mc:Choice>
              <mc:Fallback>
                <p:oleObj name="公式" r:id="rId6" imgW="2590560" imgH="825480" progId="Equation.3">
                  <p:embed/>
                  <p:pic>
                    <p:nvPicPr>
                      <p:cNvPr id="0" name="Object 1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3300" y="871538"/>
                        <a:ext cx="2320925" cy="598487"/>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35" name="Rectangle 15">
            <a:extLst>
              <a:ext uri="{FF2B5EF4-FFF2-40B4-BE49-F238E27FC236}">
                <a16:creationId xmlns:a16="http://schemas.microsoft.com/office/drawing/2014/main" id="{C63D11AC-51C3-1631-1CF4-196889EFD6D3}"/>
              </a:ext>
            </a:extLst>
          </p:cNvPr>
          <p:cNvSpPr>
            <a:spLocks noChangeArrowheads="1"/>
          </p:cNvSpPr>
          <p:nvPr/>
        </p:nvSpPr>
        <p:spPr bwMode="auto">
          <a:xfrm>
            <a:off x="495300" y="133350"/>
            <a:ext cx="361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4000">
                <a:solidFill>
                  <a:srgbClr val="FFFF66"/>
                </a:solidFill>
                <a:latin typeface="Times New Roman" panose="02020603050405020304" pitchFamily="18" charset="0"/>
                <a:ea typeface="宋体" panose="02010600030101010101" pitchFamily="2" charset="-122"/>
              </a:rPr>
              <a:t>•</a:t>
            </a:r>
          </a:p>
        </p:txBody>
      </p:sp>
      <p:graphicFrame>
        <p:nvGraphicFramePr>
          <p:cNvPr id="849936" name="Object 16">
            <a:extLst>
              <a:ext uri="{FF2B5EF4-FFF2-40B4-BE49-F238E27FC236}">
                <a16:creationId xmlns:a16="http://schemas.microsoft.com/office/drawing/2014/main" id="{BEE93DE5-365C-C4C6-DB6E-DFD6F2BF5710}"/>
              </a:ext>
            </a:extLst>
          </p:cNvPr>
          <p:cNvGraphicFramePr>
            <a:graphicFrameLocks/>
          </p:cNvGraphicFramePr>
          <p:nvPr/>
        </p:nvGraphicFramePr>
        <p:xfrm>
          <a:off x="4108450" y="854075"/>
          <a:ext cx="2143125" cy="636588"/>
        </p:xfrm>
        <a:graphic>
          <a:graphicData uri="http://schemas.openxmlformats.org/presentationml/2006/ole">
            <mc:AlternateContent xmlns:mc="http://schemas.openxmlformats.org/markup-compatibility/2006">
              <mc:Choice xmlns:v="urn:schemas-microsoft-com:vml" Requires="v">
                <p:oleObj name="公式" r:id="rId8" imgW="1993680" imgH="634680" progId="Equation.3">
                  <p:embed/>
                </p:oleObj>
              </mc:Choice>
              <mc:Fallback>
                <p:oleObj name="公式" r:id="rId8" imgW="1993680" imgH="634680" progId="Equation.3">
                  <p:embed/>
                  <p:pic>
                    <p:nvPicPr>
                      <p:cNvPr id="0" name="Object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8450" y="854075"/>
                        <a:ext cx="2143125" cy="636588"/>
                      </a:xfrm>
                      <a:prstGeom prst="rect">
                        <a:avLst/>
                      </a:prstGeom>
                      <a:solidFill>
                        <a:srgbClr val="00CC99">
                          <a:alpha val="39999"/>
                        </a:srgbClr>
                      </a:solidFill>
                      <a:ln>
                        <a:noFill/>
                      </a:ln>
                      <a:effectLst/>
                      <a:extLs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49935"/>
                                        </p:tgtEl>
                                        <p:attrNameLst>
                                          <p:attrName>style.visibility</p:attrName>
                                        </p:attrNameLst>
                                      </p:cBhvr>
                                      <p:to>
                                        <p:strVal val="visible"/>
                                      </p:to>
                                    </p:set>
                                    <p:animEffect transition="in" filter="wipe(left)">
                                      <p:cBhvr>
                                        <p:cTn id="7" dur="500"/>
                                        <p:tgtEl>
                                          <p:spTgt spid="84993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49933"/>
                                        </p:tgtEl>
                                        <p:attrNameLst>
                                          <p:attrName>style.visibility</p:attrName>
                                        </p:attrNameLst>
                                      </p:cBhvr>
                                      <p:to>
                                        <p:strVal val="visible"/>
                                      </p:to>
                                    </p:set>
                                    <p:animEffect transition="in" filter="wipe(left)">
                                      <p:cBhvr>
                                        <p:cTn id="11" dur="500"/>
                                        <p:tgtEl>
                                          <p:spTgt spid="84993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849934"/>
                                        </p:tgtEl>
                                        <p:attrNameLst>
                                          <p:attrName>style.visibility</p:attrName>
                                        </p:attrNameLst>
                                      </p:cBhvr>
                                      <p:to>
                                        <p:strVal val="visible"/>
                                      </p:to>
                                    </p:set>
                                    <p:animEffect transition="in" filter="wipe(left)">
                                      <p:cBhvr>
                                        <p:cTn id="16" dur="500"/>
                                        <p:tgtEl>
                                          <p:spTgt spid="84993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849936"/>
                                        </p:tgtEl>
                                        <p:attrNameLst>
                                          <p:attrName>style.visibility</p:attrName>
                                        </p:attrNameLst>
                                      </p:cBhvr>
                                      <p:to>
                                        <p:strVal val="visible"/>
                                      </p:to>
                                    </p:set>
                                    <p:animEffect transition="in" filter="wipe(left)">
                                      <p:cBhvr>
                                        <p:cTn id="21" dur="500"/>
                                        <p:tgtEl>
                                          <p:spTgt spid="84993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849926"/>
                                        </p:tgtEl>
                                        <p:attrNameLst>
                                          <p:attrName>style.visibility</p:attrName>
                                        </p:attrNameLst>
                                      </p:cBhvr>
                                      <p:to>
                                        <p:strVal val="visible"/>
                                      </p:to>
                                    </p:set>
                                    <p:animEffect transition="in" filter="wipe(left)">
                                      <p:cBhvr>
                                        <p:cTn id="26" dur="500"/>
                                        <p:tgtEl>
                                          <p:spTgt spid="84992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849925"/>
                                        </p:tgtEl>
                                        <p:attrNameLst>
                                          <p:attrName>style.visibility</p:attrName>
                                        </p:attrNameLst>
                                      </p:cBhvr>
                                      <p:to>
                                        <p:strVal val="visible"/>
                                      </p:to>
                                    </p:set>
                                    <p:animEffect transition="in" filter="wipe(left)">
                                      <p:cBhvr>
                                        <p:cTn id="31" dur="500"/>
                                        <p:tgtEl>
                                          <p:spTgt spid="849925"/>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849923"/>
                                        </p:tgtEl>
                                        <p:attrNameLst>
                                          <p:attrName>style.visibility</p:attrName>
                                        </p:attrNameLst>
                                      </p:cBhvr>
                                      <p:to>
                                        <p:strVal val="visible"/>
                                      </p:to>
                                    </p:set>
                                    <p:animEffect transition="in" filter="wipe(left)">
                                      <p:cBhvr>
                                        <p:cTn id="35" dur="500"/>
                                        <p:tgtEl>
                                          <p:spTgt spid="84992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849924"/>
                                        </p:tgtEl>
                                        <p:attrNameLst>
                                          <p:attrName>style.visibility</p:attrName>
                                        </p:attrNameLst>
                                      </p:cBhvr>
                                      <p:to>
                                        <p:strVal val="visible"/>
                                      </p:to>
                                    </p:set>
                                    <p:animEffect transition="in" filter="wipe(left)">
                                      <p:cBhvr>
                                        <p:cTn id="40" dur="500"/>
                                        <p:tgtEl>
                                          <p:spTgt spid="84992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849927"/>
                                        </p:tgtEl>
                                        <p:attrNameLst>
                                          <p:attrName>style.visibility</p:attrName>
                                        </p:attrNameLst>
                                      </p:cBhvr>
                                      <p:to>
                                        <p:strVal val="visible"/>
                                      </p:to>
                                    </p:set>
                                    <p:animEffect transition="in" filter="wipe(left)">
                                      <p:cBhvr>
                                        <p:cTn id="45" dur="500"/>
                                        <p:tgtEl>
                                          <p:spTgt spid="84992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849929">
                                            <p:txEl>
                                              <p:pRg st="0" end="0"/>
                                            </p:txEl>
                                          </p:spTgt>
                                        </p:tgtEl>
                                        <p:attrNameLst>
                                          <p:attrName>style.visibility</p:attrName>
                                        </p:attrNameLst>
                                      </p:cBhvr>
                                      <p:to>
                                        <p:strVal val="visible"/>
                                      </p:to>
                                    </p:set>
                                    <p:animEffect transition="in" filter="wipe(left)">
                                      <p:cBhvr>
                                        <p:cTn id="50" dur="500"/>
                                        <p:tgtEl>
                                          <p:spTgt spid="849929">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849929">
                                            <p:txEl>
                                              <p:pRg st="1" end="1"/>
                                            </p:txEl>
                                          </p:spTgt>
                                        </p:tgtEl>
                                        <p:attrNameLst>
                                          <p:attrName>style.visibility</p:attrName>
                                        </p:attrNameLst>
                                      </p:cBhvr>
                                      <p:to>
                                        <p:strVal val="visible"/>
                                      </p:to>
                                    </p:set>
                                    <p:animEffect transition="in" filter="wipe(left)">
                                      <p:cBhvr>
                                        <p:cTn id="55" dur="500"/>
                                        <p:tgtEl>
                                          <p:spTgt spid="849929">
                                            <p:txEl>
                                              <p:pRg st="1" end="1"/>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849929">
                                            <p:txEl>
                                              <p:pRg st="2" end="2"/>
                                            </p:txEl>
                                          </p:spTgt>
                                        </p:tgtEl>
                                        <p:attrNameLst>
                                          <p:attrName>style.visibility</p:attrName>
                                        </p:attrNameLst>
                                      </p:cBhvr>
                                      <p:to>
                                        <p:strVal val="visible"/>
                                      </p:to>
                                    </p:set>
                                    <p:animEffect transition="in" filter="wipe(left)">
                                      <p:cBhvr>
                                        <p:cTn id="60" dur="500"/>
                                        <p:tgtEl>
                                          <p:spTgt spid="849929">
                                            <p:txEl>
                                              <p:pRg st="2" end="2"/>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849928"/>
                                        </p:tgtEl>
                                        <p:attrNameLst>
                                          <p:attrName>style.visibility</p:attrName>
                                        </p:attrNameLst>
                                      </p:cBhvr>
                                      <p:to>
                                        <p:strVal val="visible"/>
                                      </p:to>
                                    </p:set>
                                    <p:animEffect transition="in" filter="wipe(left)">
                                      <p:cBhvr>
                                        <p:cTn id="65" dur="500"/>
                                        <p:tgtEl>
                                          <p:spTgt spid="849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23" grpId="0" autoUpdateAnimBg="0"/>
      <p:bldP spid="849924" grpId="0" animBg="1"/>
      <p:bldP spid="849926" grpId="0" autoUpdateAnimBg="0"/>
      <p:bldP spid="849927" grpId="0" autoUpdateAnimBg="0"/>
      <p:bldP spid="849929" grpId="0" build="p"/>
      <p:bldP spid="849933" grpId="0" autoUpdateAnimBg="0"/>
      <p:bldP spid="8499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946" name="Rectangle 2">
            <a:extLst>
              <a:ext uri="{FF2B5EF4-FFF2-40B4-BE49-F238E27FC236}">
                <a16:creationId xmlns:a16="http://schemas.microsoft.com/office/drawing/2014/main" id="{4933EFF7-677A-9335-8E34-4F65EFF039CA}"/>
              </a:ext>
            </a:extLst>
          </p:cNvPr>
          <p:cNvSpPr>
            <a:spLocks noChangeArrowheads="1"/>
          </p:cNvSpPr>
          <p:nvPr/>
        </p:nvSpPr>
        <p:spPr bwMode="auto">
          <a:xfrm>
            <a:off x="196850" y="244475"/>
            <a:ext cx="849471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例   </a:t>
            </a:r>
            <a:r>
              <a:rPr kumimoji="1" lang="zh-CN" altLang="en-US">
                <a:latin typeface="Times New Roman" panose="02020603050405020304" pitchFamily="18" charset="0"/>
                <a:ea typeface="宋体" panose="02010600030101010101" pitchFamily="2" charset="-122"/>
              </a:rPr>
              <a:t>一根长为</a:t>
            </a:r>
            <a:r>
              <a:rPr kumimoji="1" lang="zh-CN" altLang="en-US" i="1">
                <a:latin typeface="Times New Roman" panose="02020603050405020304" pitchFamily="18" charset="0"/>
                <a:ea typeface="宋体" panose="02010600030101010101" pitchFamily="2" charset="-122"/>
              </a:rPr>
              <a:t> </a:t>
            </a:r>
            <a:r>
              <a:rPr kumimoji="1" lang="en-US" altLang="zh-CN" i="1">
                <a:solidFill>
                  <a:srgbClr val="66FFFF"/>
                </a:solidFill>
                <a:latin typeface="Times New Roman" panose="02020603050405020304" pitchFamily="18" charset="0"/>
                <a:ea typeface="宋体" panose="02010600030101010101" pitchFamily="2" charset="-122"/>
              </a:rPr>
              <a:t>l</a:t>
            </a:r>
            <a:r>
              <a:rPr kumimoji="1" lang="en-US" altLang="zh-CN">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，质量为</a:t>
            </a:r>
            <a:r>
              <a:rPr kumimoji="1" lang="zh-CN" altLang="en-US">
                <a:solidFill>
                  <a:srgbClr val="66FFFF"/>
                </a:solidFill>
                <a:latin typeface="Times New Roman" panose="02020603050405020304" pitchFamily="18" charset="0"/>
                <a:ea typeface="宋体" panose="02010600030101010101" pitchFamily="2" charset="-122"/>
              </a:rPr>
              <a:t> </a:t>
            </a:r>
            <a:r>
              <a:rPr kumimoji="1" lang="en-US" altLang="zh-CN" i="1">
                <a:solidFill>
                  <a:srgbClr val="66FFFF"/>
                </a:solidFill>
                <a:latin typeface="Times New Roman" panose="02020603050405020304" pitchFamily="18" charset="0"/>
                <a:ea typeface="宋体" panose="02010600030101010101" pitchFamily="2" charset="-122"/>
              </a:rPr>
              <a:t>m</a:t>
            </a:r>
            <a:r>
              <a:rPr kumimoji="1" lang="en-US" altLang="zh-CN">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的均匀细直棒，可绕轴 </a:t>
            </a:r>
            <a:r>
              <a:rPr kumimoji="1" lang="en-US" altLang="zh-CN" i="1">
                <a:solidFill>
                  <a:srgbClr val="66FFFF"/>
                </a:solidFill>
                <a:latin typeface="Times New Roman" panose="02020603050405020304" pitchFamily="18" charset="0"/>
                <a:ea typeface="宋体" panose="02010600030101010101" pitchFamily="2" charset="-122"/>
              </a:rPr>
              <a:t>O</a:t>
            </a:r>
            <a:r>
              <a:rPr kumimoji="1" lang="en-US" altLang="zh-CN">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在竖直平</a:t>
            </a:r>
          </a:p>
          <a:p>
            <a:pPr algn="l" eaLnBrk="1" hangingPunct="1">
              <a:lnSpc>
                <a:spcPct val="125000"/>
              </a:lnSpc>
              <a:buClrTx/>
              <a:buFontTx/>
              <a:buNone/>
            </a:pPr>
            <a:r>
              <a:rPr kumimoji="1" lang="zh-CN" altLang="en-US">
                <a:latin typeface="Times New Roman" panose="02020603050405020304" pitchFamily="18" charset="0"/>
                <a:ea typeface="宋体" panose="02010600030101010101" pitchFamily="2" charset="-122"/>
              </a:rPr>
              <a:t>       面内转动，初始时它在水平位置</a:t>
            </a:r>
            <a:endParaRPr kumimoji="1" lang="zh-CN" altLang="en-US">
              <a:solidFill>
                <a:schemeClr val="hlink"/>
              </a:solidFill>
              <a:latin typeface="Times New Roman" panose="02020603050405020304" pitchFamily="18" charset="0"/>
              <a:ea typeface="宋体" panose="02010600030101010101" pitchFamily="2" charset="-122"/>
            </a:endParaRPr>
          </a:p>
        </p:txBody>
      </p:sp>
      <p:sp>
        <p:nvSpPr>
          <p:cNvPr id="722947" name="Rectangle 3">
            <a:extLst>
              <a:ext uri="{FF2B5EF4-FFF2-40B4-BE49-F238E27FC236}">
                <a16:creationId xmlns:a16="http://schemas.microsoft.com/office/drawing/2014/main" id="{4AF970C3-242E-AA5B-35E7-3D8205D7B22E}"/>
              </a:ext>
            </a:extLst>
          </p:cNvPr>
          <p:cNvSpPr>
            <a:spLocks noChangeArrowheads="1"/>
          </p:cNvSpPr>
          <p:nvPr/>
        </p:nvSpPr>
        <p:spPr bwMode="auto">
          <a:xfrm>
            <a:off x="250825" y="194468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解</a:t>
            </a:r>
            <a:endParaRPr kumimoji="1" lang="zh-CN" altLang="en-US" i="1">
              <a:solidFill>
                <a:srgbClr val="99CCFF"/>
              </a:solidFill>
              <a:latin typeface="Times New Roman" panose="02020603050405020304" pitchFamily="18" charset="0"/>
              <a:ea typeface="宋体" panose="02010600030101010101" pitchFamily="2" charset="-122"/>
            </a:endParaRPr>
          </a:p>
        </p:txBody>
      </p:sp>
      <p:graphicFrame>
        <p:nvGraphicFramePr>
          <p:cNvPr id="722948" name="Object 4">
            <a:extLst>
              <a:ext uri="{FF2B5EF4-FFF2-40B4-BE49-F238E27FC236}">
                <a16:creationId xmlns:a16="http://schemas.microsoft.com/office/drawing/2014/main" id="{75262D35-1B72-9AE2-3D88-D6A0340740E2}"/>
              </a:ext>
            </a:extLst>
          </p:cNvPr>
          <p:cNvGraphicFramePr>
            <a:graphicFrameLocks/>
          </p:cNvGraphicFramePr>
          <p:nvPr/>
        </p:nvGraphicFramePr>
        <p:xfrm>
          <a:off x="852488" y="1773238"/>
          <a:ext cx="2249487" cy="823912"/>
        </p:xfrm>
        <a:graphic>
          <a:graphicData uri="http://schemas.openxmlformats.org/presentationml/2006/ole">
            <mc:AlternateContent xmlns:mc="http://schemas.openxmlformats.org/markup-compatibility/2006">
              <mc:Choice xmlns:v="urn:schemas-microsoft-com:vml" Requires="v">
                <p:oleObj name="公式" r:id="rId2" imgW="2247840" imgH="825480" progId="Equation.3">
                  <p:embed/>
                </p:oleObj>
              </mc:Choice>
              <mc:Fallback>
                <p:oleObj name="公式" r:id="rId2" imgW="2247840" imgH="825480"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488" y="1773238"/>
                        <a:ext cx="2249487"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2949" name="Object 5">
            <a:extLst>
              <a:ext uri="{FF2B5EF4-FFF2-40B4-BE49-F238E27FC236}">
                <a16:creationId xmlns:a16="http://schemas.microsoft.com/office/drawing/2014/main" id="{93CC9351-78B4-387E-0D4B-BF8091C23955}"/>
              </a:ext>
            </a:extLst>
          </p:cNvPr>
          <p:cNvGraphicFramePr>
            <a:graphicFrameLocks/>
          </p:cNvGraphicFramePr>
          <p:nvPr/>
        </p:nvGraphicFramePr>
        <p:xfrm>
          <a:off x="812800" y="3284538"/>
          <a:ext cx="4119563" cy="823912"/>
        </p:xfrm>
        <a:graphic>
          <a:graphicData uri="http://schemas.openxmlformats.org/presentationml/2006/ole">
            <mc:AlternateContent xmlns:mc="http://schemas.openxmlformats.org/markup-compatibility/2006">
              <mc:Choice xmlns:v="urn:schemas-microsoft-com:vml" Requires="v">
                <p:oleObj name="公式" r:id="rId4" imgW="4114800" imgH="825480" progId="Equation.3">
                  <p:embed/>
                </p:oleObj>
              </mc:Choice>
              <mc:Fallback>
                <p:oleObj name="公式" r:id="rId4" imgW="4114800" imgH="825480"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800" y="3284538"/>
                        <a:ext cx="4119563"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2950" name="Text Box 6">
            <a:extLst>
              <a:ext uri="{FF2B5EF4-FFF2-40B4-BE49-F238E27FC236}">
                <a16:creationId xmlns:a16="http://schemas.microsoft.com/office/drawing/2014/main" id="{A77C1B4A-0624-B6F2-C71C-B0DE989C6C9D}"/>
              </a:ext>
            </a:extLst>
          </p:cNvPr>
          <p:cNvSpPr txBox="1">
            <a:spLocks noChangeArrowheads="1"/>
          </p:cNvSpPr>
          <p:nvPr/>
        </p:nvSpPr>
        <p:spPr bwMode="auto">
          <a:xfrm>
            <a:off x="684213" y="2708275"/>
            <a:ext cx="1717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由动能定理</a:t>
            </a:r>
            <a:endParaRPr kumimoji="1" lang="zh-CN" altLang="en-US" b="0">
              <a:latin typeface="Times New Roman" panose="02020603050405020304" pitchFamily="18" charset="0"/>
              <a:ea typeface="宋体" panose="02010600030101010101" pitchFamily="2" charset="-122"/>
            </a:endParaRPr>
          </a:p>
        </p:txBody>
      </p:sp>
      <p:graphicFrame>
        <p:nvGraphicFramePr>
          <p:cNvPr id="722951" name="Object 7">
            <a:extLst>
              <a:ext uri="{FF2B5EF4-FFF2-40B4-BE49-F238E27FC236}">
                <a16:creationId xmlns:a16="http://schemas.microsoft.com/office/drawing/2014/main" id="{1EC3FAA2-E006-1E14-FECF-0E46817BD95A}"/>
              </a:ext>
            </a:extLst>
          </p:cNvPr>
          <p:cNvGraphicFramePr>
            <a:graphicFrameLocks/>
          </p:cNvGraphicFramePr>
          <p:nvPr/>
        </p:nvGraphicFramePr>
        <p:xfrm>
          <a:off x="3165475" y="4262438"/>
          <a:ext cx="1647825" cy="823912"/>
        </p:xfrm>
        <a:graphic>
          <a:graphicData uri="http://schemas.openxmlformats.org/presentationml/2006/ole">
            <mc:AlternateContent xmlns:mc="http://schemas.openxmlformats.org/markup-compatibility/2006">
              <mc:Choice xmlns:v="urn:schemas-microsoft-com:vml" Requires="v">
                <p:oleObj name="公式" r:id="rId6" imgW="1650960" imgH="825480" progId="Equation.3">
                  <p:embed/>
                </p:oleObj>
              </mc:Choice>
              <mc:Fallback>
                <p:oleObj name="公式" r:id="rId6" imgW="1650960" imgH="825480"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5475" y="4262438"/>
                        <a:ext cx="1647825"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2952" name="Object 8">
            <a:extLst>
              <a:ext uri="{FF2B5EF4-FFF2-40B4-BE49-F238E27FC236}">
                <a16:creationId xmlns:a16="http://schemas.microsoft.com/office/drawing/2014/main" id="{2A47DFFB-5F9A-9251-FD95-59B3C414F5EC}"/>
              </a:ext>
            </a:extLst>
          </p:cNvPr>
          <p:cNvGraphicFramePr>
            <a:graphicFrameLocks/>
          </p:cNvGraphicFramePr>
          <p:nvPr/>
        </p:nvGraphicFramePr>
        <p:xfrm>
          <a:off x="1058863" y="4262438"/>
          <a:ext cx="2073275" cy="823912"/>
        </p:xfrm>
        <a:graphic>
          <a:graphicData uri="http://schemas.openxmlformats.org/presentationml/2006/ole">
            <mc:AlternateContent xmlns:mc="http://schemas.openxmlformats.org/markup-compatibility/2006">
              <mc:Choice xmlns:v="urn:schemas-microsoft-com:vml" Requires="v">
                <p:oleObj name="公式" r:id="rId8" imgW="2070000" imgH="825480" progId="Equation.3">
                  <p:embed/>
                </p:oleObj>
              </mc:Choice>
              <mc:Fallback>
                <p:oleObj name="公式" r:id="rId8" imgW="2070000" imgH="825480" progId="Equation.3">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8863" y="4262438"/>
                        <a:ext cx="2073275"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2953" name="Object 9">
            <a:extLst>
              <a:ext uri="{FF2B5EF4-FFF2-40B4-BE49-F238E27FC236}">
                <a16:creationId xmlns:a16="http://schemas.microsoft.com/office/drawing/2014/main" id="{F07B5E5F-F88B-1BA0-B5A8-ADC1071B3086}"/>
              </a:ext>
            </a:extLst>
          </p:cNvPr>
          <p:cNvGraphicFramePr>
            <a:graphicFrameLocks/>
          </p:cNvGraphicFramePr>
          <p:nvPr/>
        </p:nvGraphicFramePr>
        <p:xfrm>
          <a:off x="1914525" y="5230813"/>
          <a:ext cx="1830388" cy="827087"/>
        </p:xfrm>
        <a:graphic>
          <a:graphicData uri="http://schemas.openxmlformats.org/presentationml/2006/ole">
            <mc:AlternateContent xmlns:mc="http://schemas.openxmlformats.org/markup-compatibility/2006">
              <mc:Choice xmlns:v="urn:schemas-microsoft-com:vml" Requires="v">
                <p:oleObj name="公式" r:id="rId10" imgW="1828800" imgH="825480" progId="Equation.3">
                  <p:embed/>
                </p:oleObj>
              </mc:Choice>
              <mc:Fallback>
                <p:oleObj name="公式" r:id="rId10" imgW="1828800" imgH="825480" progId="Equation.3">
                  <p:embed/>
                  <p:pic>
                    <p:nvPicPr>
                      <p:cNvPr id="0" name="Object 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14525" y="5230813"/>
                        <a:ext cx="1830388"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2954" name="Object 10">
            <a:extLst>
              <a:ext uri="{FF2B5EF4-FFF2-40B4-BE49-F238E27FC236}">
                <a16:creationId xmlns:a16="http://schemas.microsoft.com/office/drawing/2014/main" id="{91D1548F-9320-A78F-163A-38132B5625FC}"/>
              </a:ext>
            </a:extLst>
          </p:cNvPr>
          <p:cNvGraphicFramePr>
            <a:graphicFrameLocks/>
          </p:cNvGraphicFramePr>
          <p:nvPr/>
        </p:nvGraphicFramePr>
        <p:xfrm>
          <a:off x="5292725" y="4221163"/>
          <a:ext cx="1335088" cy="823912"/>
        </p:xfrm>
        <a:graphic>
          <a:graphicData uri="http://schemas.openxmlformats.org/presentationml/2006/ole">
            <mc:AlternateContent xmlns:mc="http://schemas.openxmlformats.org/markup-compatibility/2006">
              <mc:Choice xmlns:v="urn:schemas-microsoft-com:vml" Requires="v">
                <p:oleObj name="公式" r:id="rId12" imgW="1333440" imgH="825480" progId="Equation.3">
                  <p:embed/>
                </p:oleObj>
              </mc:Choice>
              <mc:Fallback>
                <p:oleObj name="公式" r:id="rId12" imgW="1333440" imgH="825480" progId="Equation.3">
                  <p:embed/>
                  <p:pic>
                    <p:nvPicPr>
                      <p:cNvPr id="0" name="Object 1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92725" y="4221163"/>
                        <a:ext cx="1335088"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2955" name="AutoShape 11">
            <a:extLst>
              <a:ext uri="{FF2B5EF4-FFF2-40B4-BE49-F238E27FC236}">
                <a16:creationId xmlns:a16="http://schemas.microsoft.com/office/drawing/2014/main" id="{C2812BC7-047F-3B0B-933C-A696871DAD74}"/>
              </a:ext>
            </a:extLst>
          </p:cNvPr>
          <p:cNvSpPr>
            <a:spLocks noChangeArrowheads="1"/>
          </p:cNvSpPr>
          <p:nvPr/>
        </p:nvSpPr>
        <p:spPr bwMode="auto">
          <a:xfrm>
            <a:off x="971550" y="5461000"/>
            <a:ext cx="685800" cy="381000"/>
          </a:xfrm>
          <a:prstGeom prst="rightArrow">
            <a:avLst>
              <a:gd name="adj1" fmla="val 50000"/>
              <a:gd name="adj2" fmla="val 45000"/>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22956" name="Object 12">
            <a:extLst>
              <a:ext uri="{FF2B5EF4-FFF2-40B4-BE49-F238E27FC236}">
                <a16:creationId xmlns:a16="http://schemas.microsoft.com/office/drawing/2014/main" id="{E4E4567E-9A4C-CA77-E343-A7B70D5A032C}"/>
              </a:ext>
            </a:extLst>
          </p:cNvPr>
          <p:cNvGraphicFramePr>
            <a:graphicFrameLocks/>
          </p:cNvGraphicFramePr>
          <p:nvPr/>
        </p:nvGraphicFramePr>
        <p:xfrm>
          <a:off x="4629150" y="5265738"/>
          <a:ext cx="2255838" cy="827087"/>
        </p:xfrm>
        <a:graphic>
          <a:graphicData uri="http://schemas.openxmlformats.org/presentationml/2006/ole">
            <mc:AlternateContent xmlns:mc="http://schemas.openxmlformats.org/markup-compatibility/2006">
              <mc:Choice xmlns:v="urn:schemas-microsoft-com:vml" Requires="v">
                <p:oleObj name="公式" r:id="rId14" imgW="2260440" imgH="825480" progId="Equation.3">
                  <p:embed/>
                </p:oleObj>
              </mc:Choice>
              <mc:Fallback>
                <p:oleObj name="公式" r:id="rId14" imgW="2260440" imgH="825480" progId="Equation.3">
                  <p:embed/>
                  <p:pic>
                    <p:nvPicPr>
                      <p:cNvPr id="0" name="Object 12"/>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29150" y="5265738"/>
                        <a:ext cx="2255838"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2957" name="AutoShape 13">
            <a:extLst>
              <a:ext uri="{FF2B5EF4-FFF2-40B4-BE49-F238E27FC236}">
                <a16:creationId xmlns:a16="http://schemas.microsoft.com/office/drawing/2014/main" id="{FC3EBF7E-424F-D332-EA48-A9B3F0D5F2B4}"/>
              </a:ext>
            </a:extLst>
          </p:cNvPr>
          <p:cNvSpPr>
            <a:spLocks noChangeArrowheads="1"/>
          </p:cNvSpPr>
          <p:nvPr/>
        </p:nvSpPr>
        <p:spPr bwMode="auto">
          <a:xfrm>
            <a:off x="3997325" y="5553075"/>
            <a:ext cx="574675" cy="307975"/>
          </a:xfrm>
          <a:prstGeom prst="rightArrow">
            <a:avLst>
              <a:gd name="adj1" fmla="val 50000"/>
              <a:gd name="adj2" fmla="val 46649"/>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2958" name="Rectangle 14">
            <a:extLst>
              <a:ext uri="{FF2B5EF4-FFF2-40B4-BE49-F238E27FC236}">
                <a16:creationId xmlns:a16="http://schemas.microsoft.com/office/drawing/2014/main" id="{B6A7A842-238A-650B-8FF4-56DE7E236B1F}"/>
              </a:ext>
            </a:extLst>
          </p:cNvPr>
          <p:cNvSpPr>
            <a:spLocks noChangeArrowheads="1"/>
          </p:cNvSpPr>
          <p:nvPr/>
        </p:nvSpPr>
        <p:spPr bwMode="auto">
          <a:xfrm>
            <a:off x="0" y="0"/>
            <a:ext cx="8893175" cy="1557338"/>
          </a:xfrm>
          <a:prstGeom prst="rect">
            <a:avLst/>
          </a:prstGeom>
          <a:no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2959" name="Text Box 15">
            <a:extLst>
              <a:ext uri="{FF2B5EF4-FFF2-40B4-BE49-F238E27FC236}">
                <a16:creationId xmlns:a16="http://schemas.microsoft.com/office/drawing/2014/main" id="{4080B575-68F5-F115-6A7A-AE659D76FDA6}"/>
              </a:ext>
            </a:extLst>
          </p:cNvPr>
          <p:cNvSpPr txBox="1">
            <a:spLocks noChangeArrowheads="1"/>
          </p:cNvSpPr>
          <p:nvPr/>
        </p:nvSpPr>
        <p:spPr bwMode="auto">
          <a:xfrm>
            <a:off x="-19050" y="1316038"/>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kumimoji="1" lang="zh-CN" altLang="en-US">
                <a:solidFill>
                  <a:srgbClr val="FFFF00"/>
                </a:solidFill>
                <a:latin typeface="Times New Roman" panose="02020603050405020304" pitchFamily="18" charset="0"/>
                <a:ea typeface="宋体" panose="02010600030101010101" pitchFamily="2" charset="-122"/>
              </a:rPr>
              <a:t>求  </a:t>
            </a:r>
            <a:r>
              <a:rPr kumimoji="1" lang="zh-CN" altLang="en-US">
                <a:latin typeface="Times New Roman" panose="02020603050405020304" pitchFamily="18" charset="0"/>
                <a:ea typeface="宋体" panose="02010600030101010101" pitchFamily="2" charset="-122"/>
              </a:rPr>
              <a:t>它由此下摆 </a:t>
            </a:r>
            <a:r>
              <a:rPr kumimoji="1" lang="zh-CN" altLang="en-US" i="1">
                <a:solidFill>
                  <a:srgbClr val="66FFFF"/>
                </a:solidFill>
                <a:latin typeface="Times New Roman" panose="02020603050405020304" pitchFamily="18" charset="0"/>
                <a:ea typeface="宋体" panose="02010600030101010101" pitchFamily="2" charset="-122"/>
                <a:sym typeface="Symbol" panose="05050102010706020507" pitchFamily="18" charset="2"/>
              </a:rPr>
              <a:t></a:t>
            </a:r>
            <a:r>
              <a:rPr kumimoji="1" lang="zh-CN" altLang="en-US" i="1">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角时的 </a:t>
            </a:r>
            <a:r>
              <a:rPr kumimoji="1" lang="zh-CN" altLang="en-US" i="1">
                <a:solidFill>
                  <a:srgbClr val="66FFFF"/>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722960" name="Text Box 16">
            <a:extLst>
              <a:ext uri="{FF2B5EF4-FFF2-40B4-BE49-F238E27FC236}">
                <a16:creationId xmlns:a16="http://schemas.microsoft.com/office/drawing/2014/main" id="{E400EC4F-6269-1E98-A0A8-73BFD2306B40}"/>
              </a:ext>
            </a:extLst>
          </p:cNvPr>
          <p:cNvSpPr txBox="1">
            <a:spLocks noChangeArrowheads="1"/>
          </p:cNvSpPr>
          <p:nvPr/>
        </p:nvSpPr>
        <p:spPr bwMode="auto">
          <a:xfrm>
            <a:off x="755650" y="6092825"/>
            <a:ext cx="6408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sz="2000">
                <a:latin typeface="Arial" panose="020B0604020202020204" pitchFamily="34" charset="0"/>
                <a:ea typeface="楷体_GB2312" pitchFamily="49" charset="-122"/>
              </a:rPr>
              <a:t>此题也可用机械能守恒定律方便求解</a:t>
            </a:r>
          </a:p>
        </p:txBody>
      </p:sp>
      <p:grpSp>
        <p:nvGrpSpPr>
          <p:cNvPr id="2" name="Group 17">
            <a:extLst>
              <a:ext uri="{FF2B5EF4-FFF2-40B4-BE49-F238E27FC236}">
                <a16:creationId xmlns:a16="http://schemas.microsoft.com/office/drawing/2014/main" id="{9687AE93-F75C-571D-9ADA-75D564A39553}"/>
              </a:ext>
            </a:extLst>
          </p:cNvPr>
          <p:cNvGrpSpPr>
            <a:grpSpLocks/>
          </p:cNvGrpSpPr>
          <p:nvPr/>
        </p:nvGrpSpPr>
        <p:grpSpPr bwMode="auto">
          <a:xfrm>
            <a:off x="5003800" y="1363663"/>
            <a:ext cx="3302000" cy="2209800"/>
            <a:chOff x="3379" y="754"/>
            <a:chExt cx="2080" cy="1392"/>
          </a:xfrm>
        </p:grpSpPr>
        <p:sp>
          <p:nvSpPr>
            <p:cNvPr id="722962" name="Rectangle 18">
              <a:extLst>
                <a:ext uri="{FF2B5EF4-FFF2-40B4-BE49-F238E27FC236}">
                  <a16:creationId xmlns:a16="http://schemas.microsoft.com/office/drawing/2014/main" id="{A108CD3C-84A0-145B-9180-0ADEAC66B76F}"/>
                </a:ext>
              </a:extLst>
            </p:cNvPr>
            <p:cNvSpPr>
              <a:spLocks noChangeArrowheads="1"/>
            </p:cNvSpPr>
            <p:nvPr/>
          </p:nvSpPr>
          <p:spPr bwMode="auto">
            <a:xfrm rot="-3124346">
              <a:off x="4202" y="778"/>
              <a:ext cx="96" cy="1536"/>
            </a:xfrm>
            <a:prstGeom prst="rect">
              <a:avLst/>
            </a:prstGeom>
            <a:solidFill>
              <a:schemeClr val="accent1"/>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2963" name="Rectangle 19">
              <a:extLst>
                <a:ext uri="{FF2B5EF4-FFF2-40B4-BE49-F238E27FC236}">
                  <a16:creationId xmlns:a16="http://schemas.microsoft.com/office/drawing/2014/main" id="{6EF63629-C026-EEDD-C30C-FDC448378A08}"/>
                </a:ext>
              </a:extLst>
            </p:cNvPr>
            <p:cNvSpPr>
              <a:spLocks noChangeArrowheads="1"/>
            </p:cNvSpPr>
            <p:nvPr/>
          </p:nvSpPr>
          <p:spPr bwMode="auto">
            <a:xfrm>
              <a:off x="3626" y="1042"/>
              <a:ext cx="1584" cy="96"/>
            </a:xfrm>
            <a:prstGeom prst="rect">
              <a:avLst/>
            </a:prstGeom>
            <a:solidFill>
              <a:srgbClr val="00FF00">
                <a:alpha val="50000"/>
              </a:srgbClr>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2964" name="Line 20">
              <a:extLst>
                <a:ext uri="{FF2B5EF4-FFF2-40B4-BE49-F238E27FC236}">
                  <a16:creationId xmlns:a16="http://schemas.microsoft.com/office/drawing/2014/main" id="{28302BDD-BE17-3F21-75D1-71F5E3E21BBF}"/>
                </a:ext>
              </a:extLst>
            </p:cNvPr>
            <p:cNvSpPr>
              <a:spLocks noChangeShapeType="1"/>
            </p:cNvSpPr>
            <p:nvPr/>
          </p:nvSpPr>
          <p:spPr bwMode="auto">
            <a:xfrm>
              <a:off x="3626" y="1090"/>
              <a:ext cx="1824" cy="0"/>
            </a:xfrm>
            <a:prstGeom prst="line">
              <a:avLst/>
            </a:prstGeom>
            <a:noFill/>
            <a:ln w="19050">
              <a:solidFill>
                <a:schemeClr val="bg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2965" name="Line 21">
              <a:extLst>
                <a:ext uri="{FF2B5EF4-FFF2-40B4-BE49-F238E27FC236}">
                  <a16:creationId xmlns:a16="http://schemas.microsoft.com/office/drawing/2014/main" id="{63504F08-8A4F-35D0-A91B-19442B5F9BB2}"/>
                </a:ext>
              </a:extLst>
            </p:cNvPr>
            <p:cNvSpPr>
              <a:spLocks noChangeShapeType="1"/>
            </p:cNvSpPr>
            <p:nvPr/>
          </p:nvSpPr>
          <p:spPr bwMode="auto">
            <a:xfrm>
              <a:off x="4250" y="1570"/>
              <a:ext cx="0" cy="576"/>
            </a:xfrm>
            <a:prstGeom prst="line">
              <a:avLst/>
            </a:prstGeom>
            <a:noFill/>
            <a:ln w="38100">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7435" name="Rectangle 22">
              <a:extLst>
                <a:ext uri="{FF2B5EF4-FFF2-40B4-BE49-F238E27FC236}">
                  <a16:creationId xmlns:a16="http://schemas.microsoft.com/office/drawing/2014/main" id="{491928DB-B190-52DA-C856-9B2D6CE2F8BE}"/>
                </a:ext>
              </a:extLst>
            </p:cNvPr>
            <p:cNvSpPr>
              <a:spLocks noChangeArrowheads="1"/>
            </p:cNvSpPr>
            <p:nvPr/>
          </p:nvSpPr>
          <p:spPr bwMode="auto">
            <a:xfrm>
              <a:off x="3379" y="85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O</a:t>
              </a:r>
            </a:p>
          </p:txBody>
        </p:sp>
        <p:sp>
          <p:nvSpPr>
            <p:cNvPr id="17436" name="Rectangle 23">
              <a:extLst>
                <a:ext uri="{FF2B5EF4-FFF2-40B4-BE49-F238E27FC236}">
                  <a16:creationId xmlns:a16="http://schemas.microsoft.com/office/drawing/2014/main" id="{4120FDE2-F615-4C22-B586-B25B7B47E042}"/>
                </a:ext>
              </a:extLst>
            </p:cNvPr>
            <p:cNvSpPr>
              <a:spLocks noChangeArrowheads="1"/>
            </p:cNvSpPr>
            <p:nvPr/>
          </p:nvSpPr>
          <p:spPr bwMode="auto">
            <a:xfrm>
              <a:off x="4778" y="754"/>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l</a:t>
              </a:r>
            </a:p>
          </p:txBody>
        </p:sp>
        <p:sp>
          <p:nvSpPr>
            <p:cNvPr id="17437" name="Rectangle 24">
              <a:extLst>
                <a:ext uri="{FF2B5EF4-FFF2-40B4-BE49-F238E27FC236}">
                  <a16:creationId xmlns:a16="http://schemas.microsoft.com/office/drawing/2014/main" id="{59DDE661-DD8C-6D9B-1EF6-CC0F04CB9DD0}"/>
                </a:ext>
              </a:extLst>
            </p:cNvPr>
            <p:cNvSpPr>
              <a:spLocks noChangeArrowheads="1"/>
            </p:cNvSpPr>
            <p:nvPr/>
          </p:nvSpPr>
          <p:spPr bwMode="auto">
            <a:xfrm>
              <a:off x="4250" y="75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m</a:t>
              </a:r>
            </a:p>
          </p:txBody>
        </p:sp>
        <p:sp>
          <p:nvSpPr>
            <p:cNvPr id="17438" name="Rectangle 25">
              <a:extLst>
                <a:ext uri="{FF2B5EF4-FFF2-40B4-BE49-F238E27FC236}">
                  <a16:creationId xmlns:a16="http://schemas.microsoft.com/office/drawing/2014/main" id="{581EA7BF-DEB1-2CBC-0AEB-FE1782E5076E}"/>
                </a:ext>
              </a:extLst>
            </p:cNvPr>
            <p:cNvSpPr>
              <a:spLocks noChangeArrowheads="1"/>
            </p:cNvSpPr>
            <p:nvPr/>
          </p:nvSpPr>
          <p:spPr bwMode="auto">
            <a:xfrm>
              <a:off x="3979" y="1091"/>
              <a:ext cx="2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i="1">
                <a:solidFill>
                  <a:srgbClr val="FFFF00"/>
                </a:solidFill>
                <a:latin typeface="Times New Roman" panose="02020603050405020304" pitchFamily="18" charset="0"/>
                <a:ea typeface="宋体" panose="02010600030101010101" pitchFamily="2" charset="-122"/>
              </a:endParaRPr>
            </a:p>
          </p:txBody>
        </p:sp>
        <p:sp>
          <p:nvSpPr>
            <p:cNvPr id="17439" name="Rectangle 26">
              <a:extLst>
                <a:ext uri="{FF2B5EF4-FFF2-40B4-BE49-F238E27FC236}">
                  <a16:creationId xmlns:a16="http://schemas.microsoft.com/office/drawing/2014/main" id="{B27CB033-09BF-3894-80F0-B2F37B355A93}"/>
                </a:ext>
              </a:extLst>
            </p:cNvPr>
            <p:cNvSpPr>
              <a:spLocks noChangeArrowheads="1"/>
            </p:cNvSpPr>
            <p:nvPr/>
          </p:nvSpPr>
          <p:spPr bwMode="auto">
            <a:xfrm>
              <a:off x="4250" y="133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C</a:t>
              </a:r>
            </a:p>
          </p:txBody>
        </p:sp>
        <p:sp>
          <p:nvSpPr>
            <p:cNvPr id="17440" name="Rectangle 27">
              <a:extLst>
                <a:ext uri="{FF2B5EF4-FFF2-40B4-BE49-F238E27FC236}">
                  <a16:creationId xmlns:a16="http://schemas.microsoft.com/office/drawing/2014/main" id="{38D5D479-DD16-F177-CD78-530086C420BF}"/>
                </a:ext>
              </a:extLst>
            </p:cNvPr>
            <p:cNvSpPr>
              <a:spLocks noChangeArrowheads="1"/>
            </p:cNvSpPr>
            <p:nvPr/>
          </p:nvSpPr>
          <p:spPr bwMode="auto">
            <a:xfrm>
              <a:off x="5258" y="754"/>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x</a:t>
              </a:r>
            </a:p>
          </p:txBody>
        </p:sp>
        <p:graphicFrame>
          <p:nvGraphicFramePr>
            <p:cNvPr id="17417" name="Object 28">
              <a:extLst>
                <a:ext uri="{FF2B5EF4-FFF2-40B4-BE49-F238E27FC236}">
                  <a16:creationId xmlns:a16="http://schemas.microsoft.com/office/drawing/2014/main" id="{3F246BE8-E55A-7407-47E0-1363495BE16D}"/>
                </a:ext>
              </a:extLst>
            </p:cNvPr>
            <p:cNvGraphicFramePr>
              <a:graphicFrameLocks noChangeAspect="1"/>
            </p:cNvGraphicFramePr>
            <p:nvPr/>
          </p:nvGraphicFramePr>
          <p:xfrm>
            <a:off x="3850" y="1858"/>
            <a:ext cx="352" cy="260"/>
          </p:xfrm>
          <a:graphic>
            <a:graphicData uri="http://schemas.openxmlformats.org/presentationml/2006/ole">
              <mc:AlternateContent xmlns:mc="http://schemas.openxmlformats.org/markup-compatibility/2006">
                <mc:Choice xmlns:v="urn:schemas-microsoft-com:vml" Requires="v">
                  <p:oleObj name="Equation" r:id="rId16" imgW="241200" imgH="164880" progId="Equation.3">
                    <p:embed/>
                  </p:oleObj>
                </mc:Choice>
                <mc:Fallback>
                  <p:oleObj name="Equation" r:id="rId16" imgW="241200" imgH="164880" progId="Equation.3">
                    <p:embed/>
                    <p:pic>
                      <p:nvPicPr>
                        <p:cNvPr id="0" name="Object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50" y="1858"/>
                          <a:ext cx="352"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8" name="Object 29">
              <a:extLst>
                <a:ext uri="{FF2B5EF4-FFF2-40B4-BE49-F238E27FC236}">
                  <a16:creationId xmlns:a16="http://schemas.microsoft.com/office/drawing/2014/main" id="{8D057D4F-65E4-8E4A-E9A4-895022BE849B}"/>
                </a:ext>
              </a:extLst>
            </p:cNvPr>
            <p:cNvGraphicFramePr>
              <a:graphicFrameLocks/>
            </p:cNvGraphicFramePr>
            <p:nvPr/>
          </p:nvGraphicFramePr>
          <p:xfrm>
            <a:off x="3606" y="1017"/>
            <a:ext cx="118" cy="136"/>
          </p:xfrm>
          <a:graphic>
            <a:graphicData uri="http://schemas.openxmlformats.org/presentationml/2006/ole">
              <mc:AlternateContent xmlns:mc="http://schemas.openxmlformats.org/markup-compatibility/2006">
                <mc:Choice xmlns:v="urn:schemas-microsoft-com:vml" Requires="v">
                  <p:oleObj name="公式" r:id="rId18" imgW="190440" imgH="190440" progId="Equation.3">
                    <p:embed/>
                  </p:oleObj>
                </mc:Choice>
                <mc:Fallback>
                  <p:oleObj name="公式" r:id="rId18" imgW="190440" imgH="190440" progId="Equation.3">
                    <p:embed/>
                    <p:pic>
                      <p:nvPicPr>
                        <p:cNvPr id="0" name="Object 2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06" y="1017"/>
                          <a:ext cx="118"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9" name="Object 30">
              <a:extLst>
                <a:ext uri="{FF2B5EF4-FFF2-40B4-BE49-F238E27FC236}">
                  <a16:creationId xmlns:a16="http://schemas.microsoft.com/office/drawing/2014/main" id="{138E0CA9-979E-B2C2-DC79-28D01F671B52}"/>
                </a:ext>
              </a:extLst>
            </p:cNvPr>
            <p:cNvGraphicFramePr>
              <a:graphicFrameLocks/>
            </p:cNvGraphicFramePr>
            <p:nvPr/>
          </p:nvGraphicFramePr>
          <p:xfrm>
            <a:off x="4190" y="1477"/>
            <a:ext cx="118" cy="136"/>
          </p:xfrm>
          <a:graphic>
            <a:graphicData uri="http://schemas.openxmlformats.org/presentationml/2006/ole">
              <mc:AlternateContent xmlns:mc="http://schemas.openxmlformats.org/markup-compatibility/2006">
                <mc:Choice xmlns:v="urn:schemas-microsoft-com:vml" Requires="v">
                  <p:oleObj name="公式" r:id="rId18" imgW="190440" imgH="190440" progId="Equation.3">
                    <p:embed/>
                  </p:oleObj>
                </mc:Choice>
                <mc:Fallback>
                  <p:oleObj name="公式" r:id="rId18" imgW="190440" imgH="190440" progId="Equation.3">
                    <p:embed/>
                    <p:pic>
                      <p:nvPicPr>
                        <p:cNvPr id="0" name="Object 30"/>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90" y="1477"/>
                          <a:ext cx="118"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2975" name="Arc 31">
              <a:extLst>
                <a:ext uri="{FF2B5EF4-FFF2-40B4-BE49-F238E27FC236}">
                  <a16:creationId xmlns:a16="http://schemas.microsoft.com/office/drawing/2014/main" id="{8F4DAE6C-2D93-CA08-CF27-9BEFA30256A1}"/>
                </a:ext>
              </a:extLst>
            </p:cNvPr>
            <p:cNvSpPr>
              <a:spLocks/>
            </p:cNvSpPr>
            <p:nvPr/>
          </p:nvSpPr>
          <p:spPr bwMode="auto">
            <a:xfrm>
              <a:off x="3554" y="1002"/>
              <a:ext cx="479" cy="268"/>
            </a:xfrm>
            <a:custGeom>
              <a:avLst/>
              <a:gdLst>
                <a:gd name="G0" fmla="+- 0 0 0"/>
                <a:gd name="G1" fmla="+- 0 0 0"/>
                <a:gd name="G2" fmla="+- 21600 0 0"/>
                <a:gd name="T0" fmla="*/ 20759 w 20759"/>
                <a:gd name="T1" fmla="*/ 5968 h 11587"/>
                <a:gd name="T2" fmla="*/ 18229 w 20759"/>
                <a:gd name="T3" fmla="*/ 11587 h 11587"/>
                <a:gd name="T4" fmla="*/ 0 w 20759"/>
                <a:gd name="T5" fmla="*/ 0 h 11587"/>
              </a:gdLst>
              <a:ahLst/>
              <a:cxnLst>
                <a:cxn ang="0">
                  <a:pos x="T0" y="T1"/>
                </a:cxn>
                <a:cxn ang="0">
                  <a:pos x="T2" y="T3"/>
                </a:cxn>
                <a:cxn ang="0">
                  <a:pos x="T4" y="T5"/>
                </a:cxn>
              </a:cxnLst>
              <a:rect l="0" t="0" r="r" b="b"/>
              <a:pathLst>
                <a:path w="20759" h="11587" fill="none" extrusionOk="0">
                  <a:moveTo>
                    <a:pt x="20759" y="5968"/>
                  </a:moveTo>
                  <a:cubicBezTo>
                    <a:pt x="20188" y="7952"/>
                    <a:pt x="19336" y="9844"/>
                    <a:pt x="18229" y="11587"/>
                  </a:cubicBezTo>
                </a:path>
                <a:path w="20759" h="11587" stroke="0" extrusionOk="0">
                  <a:moveTo>
                    <a:pt x="20759" y="5968"/>
                  </a:moveTo>
                  <a:cubicBezTo>
                    <a:pt x="20188" y="7952"/>
                    <a:pt x="19336" y="9844"/>
                    <a:pt x="18229" y="11587"/>
                  </a:cubicBezTo>
                  <a:lnTo>
                    <a:pt x="0" y="0"/>
                  </a:lnTo>
                  <a:close/>
                </a:path>
              </a:pathLst>
            </a:custGeom>
            <a:noFill/>
            <a:ln w="19050">
              <a:solidFill>
                <a:srgbClr val="FF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pic>
        <p:nvPicPr>
          <p:cNvPr id="722976" name="Picture 32" descr="j0293240">
            <a:extLst>
              <a:ext uri="{FF2B5EF4-FFF2-40B4-BE49-F238E27FC236}">
                <a16:creationId xmlns:a16="http://schemas.microsoft.com/office/drawing/2014/main" id="{36553DF7-BB9F-8CCE-DAB7-E57AC2135E1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2977" name="Line 33">
            <a:extLst>
              <a:ext uri="{FF2B5EF4-FFF2-40B4-BE49-F238E27FC236}">
                <a16:creationId xmlns:a16="http://schemas.microsoft.com/office/drawing/2014/main" id="{6433FFE5-D773-CFA5-B845-2E063FB775D1}"/>
              </a:ext>
            </a:extLst>
          </p:cNvPr>
          <p:cNvSpPr>
            <a:spLocks noChangeShapeType="1"/>
          </p:cNvSpPr>
          <p:nvPr/>
        </p:nvSpPr>
        <p:spPr bwMode="auto">
          <a:xfrm>
            <a:off x="1331913" y="5157788"/>
            <a:ext cx="1223962" cy="0"/>
          </a:xfrm>
          <a:prstGeom prst="line">
            <a:avLst/>
          </a:prstGeom>
          <a:noFill/>
          <a:ln w="28575">
            <a:solidFill>
              <a:srgbClr val="00CC99"/>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22946">
                                            <p:txEl>
                                              <p:pRg st="0" end="0"/>
                                            </p:txEl>
                                          </p:spTgt>
                                        </p:tgtEl>
                                        <p:attrNameLst>
                                          <p:attrName>style.visibility</p:attrName>
                                        </p:attrNameLst>
                                      </p:cBhvr>
                                      <p:to>
                                        <p:strVal val="visible"/>
                                      </p:to>
                                    </p:set>
                                    <p:animEffect transition="in" filter="wipe(left)">
                                      <p:cBhvr>
                                        <p:cTn id="7" dur="500"/>
                                        <p:tgtEl>
                                          <p:spTgt spid="7229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22946">
                                            <p:txEl>
                                              <p:pRg st="1" end="1"/>
                                            </p:txEl>
                                          </p:spTgt>
                                        </p:tgtEl>
                                        <p:attrNameLst>
                                          <p:attrName>style.visibility</p:attrName>
                                        </p:attrNameLst>
                                      </p:cBhvr>
                                      <p:to>
                                        <p:strVal val="visible"/>
                                      </p:to>
                                    </p:set>
                                    <p:animEffect transition="in" filter="wipe(left)">
                                      <p:cBhvr>
                                        <p:cTn id="12" dur="500"/>
                                        <p:tgtEl>
                                          <p:spTgt spid="7229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722959"/>
                                        </p:tgtEl>
                                        <p:attrNameLst>
                                          <p:attrName>style.visibility</p:attrName>
                                        </p:attrNameLst>
                                      </p:cBhvr>
                                      <p:to>
                                        <p:strVal val="visible"/>
                                      </p:to>
                                    </p:set>
                                    <p:animEffect transition="in" filter="wipe(left)">
                                      <p:cBhvr>
                                        <p:cTn id="23" dur="500"/>
                                        <p:tgtEl>
                                          <p:spTgt spid="72295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722947">
                                            <p:txEl>
                                              <p:pRg st="0" end="0"/>
                                            </p:txEl>
                                          </p:spTgt>
                                        </p:tgtEl>
                                        <p:attrNameLst>
                                          <p:attrName>style.visibility</p:attrName>
                                        </p:attrNameLst>
                                      </p:cBhvr>
                                      <p:to>
                                        <p:strVal val="visible"/>
                                      </p:to>
                                    </p:set>
                                    <p:animEffect transition="in" filter="wipe(left)">
                                      <p:cBhvr>
                                        <p:cTn id="28" dur="500"/>
                                        <p:tgtEl>
                                          <p:spTgt spid="722947">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722948"/>
                                        </p:tgtEl>
                                        <p:attrNameLst>
                                          <p:attrName>style.visibility</p:attrName>
                                        </p:attrNameLst>
                                      </p:cBhvr>
                                      <p:to>
                                        <p:strVal val="visible"/>
                                      </p:to>
                                    </p:set>
                                    <p:animEffect transition="in" filter="wipe(left)">
                                      <p:cBhvr>
                                        <p:cTn id="33" dur="500"/>
                                        <p:tgtEl>
                                          <p:spTgt spid="72294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722950">
                                            <p:txEl>
                                              <p:pRg st="0" end="0"/>
                                            </p:txEl>
                                          </p:spTgt>
                                        </p:tgtEl>
                                        <p:attrNameLst>
                                          <p:attrName>style.visibility</p:attrName>
                                        </p:attrNameLst>
                                      </p:cBhvr>
                                      <p:to>
                                        <p:strVal val="visible"/>
                                      </p:to>
                                    </p:set>
                                    <p:animEffect transition="in" filter="wipe(left)">
                                      <p:cBhvr>
                                        <p:cTn id="38" dur="500"/>
                                        <p:tgtEl>
                                          <p:spTgt spid="722950">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22949"/>
                                        </p:tgtEl>
                                        <p:attrNameLst>
                                          <p:attrName>style.visibility</p:attrName>
                                        </p:attrNameLst>
                                      </p:cBhvr>
                                      <p:to>
                                        <p:strVal val="visible"/>
                                      </p:to>
                                    </p:set>
                                    <p:animEffect transition="in" filter="wipe(left)">
                                      <p:cBhvr>
                                        <p:cTn id="43" dur="500"/>
                                        <p:tgtEl>
                                          <p:spTgt spid="72294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22952"/>
                                        </p:tgtEl>
                                        <p:attrNameLst>
                                          <p:attrName>style.visibility</p:attrName>
                                        </p:attrNameLst>
                                      </p:cBhvr>
                                      <p:to>
                                        <p:strVal val="visible"/>
                                      </p:to>
                                    </p:set>
                                    <p:animEffect transition="in" filter="wipe(left)">
                                      <p:cBhvr>
                                        <p:cTn id="48" dur="500"/>
                                        <p:tgtEl>
                                          <p:spTgt spid="72295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22951"/>
                                        </p:tgtEl>
                                        <p:attrNameLst>
                                          <p:attrName>style.visibility</p:attrName>
                                        </p:attrNameLst>
                                      </p:cBhvr>
                                      <p:to>
                                        <p:strVal val="visible"/>
                                      </p:to>
                                    </p:set>
                                    <p:animEffect transition="in" filter="wipe(left)">
                                      <p:cBhvr>
                                        <p:cTn id="53" dur="500"/>
                                        <p:tgtEl>
                                          <p:spTgt spid="72295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722954"/>
                                        </p:tgtEl>
                                        <p:attrNameLst>
                                          <p:attrName>style.visibility</p:attrName>
                                        </p:attrNameLst>
                                      </p:cBhvr>
                                      <p:to>
                                        <p:strVal val="visible"/>
                                      </p:to>
                                    </p:set>
                                    <p:animEffect transition="in" filter="wipe(left)">
                                      <p:cBhvr>
                                        <p:cTn id="58" dur="500"/>
                                        <p:tgtEl>
                                          <p:spTgt spid="72295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722955"/>
                                        </p:tgtEl>
                                        <p:attrNameLst>
                                          <p:attrName>style.visibility</p:attrName>
                                        </p:attrNameLst>
                                      </p:cBhvr>
                                      <p:to>
                                        <p:strVal val="visible"/>
                                      </p:to>
                                    </p:set>
                                    <p:animEffect transition="in" filter="wipe(left)">
                                      <p:cBhvr>
                                        <p:cTn id="63" dur="500"/>
                                        <p:tgtEl>
                                          <p:spTgt spid="72295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722953"/>
                                        </p:tgtEl>
                                        <p:attrNameLst>
                                          <p:attrName>style.visibility</p:attrName>
                                        </p:attrNameLst>
                                      </p:cBhvr>
                                      <p:to>
                                        <p:strVal val="visible"/>
                                      </p:to>
                                    </p:set>
                                    <p:animEffect transition="in" filter="wipe(left)">
                                      <p:cBhvr>
                                        <p:cTn id="68" dur="500"/>
                                        <p:tgtEl>
                                          <p:spTgt spid="72295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722957"/>
                                        </p:tgtEl>
                                        <p:attrNameLst>
                                          <p:attrName>style.visibility</p:attrName>
                                        </p:attrNameLst>
                                      </p:cBhvr>
                                      <p:to>
                                        <p:strVal val="visible"/>
                                      </p:to>
                                    </p:set>
                                    <p:animEffect transition="in" filter="wipe(left)">
                                      <p:cBhvr>
                                        <p:cTn id="73" dur="500"/>
                                        <p:tgtEl>
                                          <p:spTgt spid="72295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722956"/>
                                        </p:tgtEl>
                                        <p:attrNameLst>
                                          <p:attrName>style.visibility</p:attrName>
                                        </p:attrNameLst>
                                      </p:cBhvr>
                                      <p:to>
                                        <p:strVal val="visible"/>
                                      </p:to>
                                    </p:set>
                                    <p:animEffect transition="in" filter="wipe(left)">
                                      <p:cBhvr>
                                        <p:cTn id="78" dur="500"/>
                                        <p:tgtEl>
                                          <p:spTgt spid="72295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722960"/>
                                        </p:tgtEl>
                                        <p:attrNameLst>
                                          <p:attrName>style.visibility</p:attrName>
                                        </p:attrNameLst>
                                      </p:cBhvr>
                                      <p:to>
                                        <p:strVal val="visible"/>
                                      </p:to>
                                    </p:set>
                                    <p:animEffect transition="in" filter="wipe(left)">
                                      <p:cBhvr>
                                        <p:cTn id="83" dur="500"/>
                                        <p:tgtEl>
                                          <p:spTgt spid="722960"/>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722977"/>
                                        </p:tgtEl>
                                        <p:attrNameLst>
                                          <p:attrName>style.visibility</p:attrName>
                                        </p:attrNameLst>
                                      </p:cBhvr>
                                      <p:to>
                                        <p:strVal val="visible"/>
                                      </p:to>
                                    </p:set>
                                    <p:animEffect transition="in" filter="wipe(left)">
                                      <p:cBhvr>
                                        <p:cTn id="88" dur="500"/>
                                        <p:tgtEl>
                                          <p:spTgt spid="72297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2" fill="hold" nodeType="clickEffect">
                                  <p:stCondLst>
                                    <p:cond delay="0"/>
                                  </p:stCondLst>
                                  <p:childTnLst>
                                    <p:set>
                                      <p:cBhvr>
                                        <p:cTn id="92" dur="1" fill="hold">
                                          <p:stCondLst>
                                            <p:cond delay="0"/>
                                          </p:stCondLst>
                                        </p:cTn>
                                        <p:tgtEl>
                                          <p:spTgt spid="722976"/>
                                        </p:tgtEl>
                                        <p:attrNameLst>
                                          <p:attrName>style.visibility</p:attrName>
                                        </p:attrNameLst>
                                      </p:cBhvr>
                                      <p:to>
                                        <p:strVal val="visible"/>
                                      </p:to>
                                    </p:set>
                                    <p:anim calcmode="lin" valueType="num">
                                      <p:cBhvr additive="base">
                                        <p:cTn id="93" dur="500" fill="hold"/>
                                        <p:tgtEl>
                                          <p:spTgt spid="722976"/>
                                        </p:tgtEl>
                                        <p:attrNameLst>
                                          <p:attrName>ppt_x</p:attrName>
                                        </p:attrNameLst>
                                      </p:cBhvr>
                                      <p:tavLst>
                                        <p:tav tm="0">
                                          <p:val>
                                            <p:strVal val="1+#ppt_w/2"/>
                                          </p:val>
                                        </p:tav>
                                        <p:tav tm="100000">
                                          <p:val>
                                            <p:strVal val="#ppt_x"/>
                                          </p:val>
                                        </p:tav>
                                      </p:tavLst>
                                    </p:anim>
                                    <p:anim calcmode="lin" valueType="num">
                                      <p:cBhvr additive="base">
                                        <p:cTn id="94" dur="500" fill="hold"/>
                                        <p:tgtEl>
                                          <p:spTgt spid="7229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946" grpId="0" build="p" autoUpdateAnimBg="0"/>
      <p:bldP spid="722947" grpId="0" build="p" autoUpdateAnimBg="0"/>
      <p:bldP spid="722950" grpId="0" build="p" autoUpdateAnimBg="0"/>
      <p:bldP spid="722955" grpId="0" animBg="1"/>
      <p:bldP spid="722957" grpId="0" animBg="1"/>
      <p:bldP spid="722959" grpId="0"/>
      <p:bldP spid="72296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a:extLst>
              <a:ext uri="{FF2B5EF4-FFF2-40B4-BE49-F238E27FC236}">
                <a16:creationId xmlns:a16="http://schemas.microsoft.com/office/drawing/2014/main" id="{109D7100-2CF3-EC7C-D12B-51AD3733B632}"/>
              </a:ext>
            </a:extLst>
          </p:cNvPr>
          <p:cNvSpPr>
            <a:spLocks noChangeArrowheads="1"/>
          </p:cNvSpPr>
          <p:nvPr/>
        </p:nvSpPr>
        <p:spPr bwMode="auto">
          <a:xfrm>
            <a:off x="827088" y="322263"/>
            <a:ext cx="78486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latin typeface="Times New Roman" panose="02020603050405020304" pitchFamily="18" charset="0"/>
                <a:ea typeface="宋体" panose="02010600030101010101" pitchFamily="2" charset="-122"/>
              </a:rPr>
              <a:t>图示装置可用来测量物体的转动惯量。待测物体</a:t>
            </a:r>
            <a:r>
              <a:rPr kumimoji="1" lang="en-US" altLang="zh-CN" i="1">
                <a:solidFill>
                  <a:srgbClr val="66FFFF"/>
                </a:solidFill>
                <a:latin typeface="Times New Roman" panose="02020603050405020304" pitchFamily="18" charset="0"/>
                <a:ea typeface="宋体" panose="02010600030101010101" pitchFamily="2" charset="-122"/>
              </a:rPr>
              <a:t>A</a:t>
            </a:r>
            <a:r>
              <a:rPr kumimoji="1" lang="zh-CN" altLang="en-US">
                <a:latin typeface="Times New Roman" panose="02020603050405020304" pitchFamily="18" charset="0"/>
                <a:ea typeface="宋体" panose="02010600030101010101" pitchFamily="2" charset="-122"/>
              </a:rPr>
              <a:t>装在转动架上，转轴</a:t>
            </a:r>
            <a:r>
              <a:rPr kumimoji="1" lang="en-US" altLang="zh-CN" i="1">
                <a:solidFill>
                  <a:srgbClr val="66FFFF"/>
                </a:solidFill>
                <a:latin typeface="Times New Roman" panose="02020603050405020304" pitchFamily="18" charset="0"/>
                <a:ea typeface="宋体" panose="02010600030101010101" pitchFamily="2" charset="-122"/>
              </a:rPr>
              <a:t>Z</a:t>
            </a:r>
            <a:r>
              <a:rPr kumimoji="1" lang="zh-CN" altLang="en-US">
                <a:latin typeface="Times New Roman" panose="02020603050405020304" pitchFamily="18" charset="0"/>
                <a:ea typeface="宋体" panose="02010600030101010101" pitchFamily="2" charset="-122"/>
              </a:rPr>
              <a:t>上装一半径为</a:t>
            </a:r>
            <a:r>
              <a:rPr kumimoji="1" lang="en-US" altLang="zh-CN" sz="2800" i="1">
                <a:solidFill>
                  <a:srgbClr val="66FFFF"/>
                </a:solidFill>
                <a:latin typeface="Times New Roman" panose="02020603050405020304" pitchFamily="18" charset="0"/>
                <a:ea typeface="宋体" panose="02010600030101010101" pitchFamily="2" charset="-122"/>
              </a:rPr>
              <a:t>r</a:t>
            </a:r>
            <a:r>
              <a:rPr kumimoji="1" lang="en-US" altLang="zh-CN" sz="2800" i="1">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的轻鼓轮，绳的一端缠绕在鼓轮上，另一端绕过定滑轮悬挂一质量为</a:t>
            </a:r>
            <a:r>
              <a:rPr kumimoji="1" lang="zh-CN" altLang="en-US">
                <a:solidFill>
                  <a:srgbClr val="66FFFF"/>
                </a:solidFill>
                <a:latin typeface="Times New Roman" panose="02020603050405020304" pitchFamily="18" charset="0"/>
                <a:ea typeface="宋体" panose="02010600030101010101" pitchFamily="2" charset="-122"/>
              </a:rPr>
              <a:t> </a:t>
            </a:r>
            <a:r>
              <a:rPr kumimoji="1" lang="en-US" altLang="zh-CN" i="1">
                <a:solidFill>
                  <a:srgbClr val="66FFFF"/>
                </a:solidFill>
                <a:latin typeface="Times New Roman" panose="02020603050405020304" pitchFamily="18" charset="0"/>
                <a:ea typeface="宋体" panose="02010600030101010101" pitchFamily="2" charset="-122"/>
              </a:rPr>
              <a:t>m </a:t>
            </a:r>
            <a:r>
              <a:rPr kumimoji="1" lang="zh-CN" altLang="en-US">
                <a:latin typeface="Times New Roman" panose="02020603050405020304" pitchFamily="18" charset="0"/>
                <a:ea typeface="宋体" panose="02010600030101010101" pitchFamily="2" charset="-122"/>
              </a:rPr>
              <a:t>的重物。重物下落时，由绳带动被测物体</a:t>
            </a:r>
            <a:r>
              <a:rPr kumimoji="1" lang="zh-CN" altLang="en-US">
                <a:solidFill>
                  <a:srgbClr val="66FFFF"/>
                </a:solidFill>
                <a:latin typeface="Times New Roman" panose="02020603050405020304" pitchFamily="18" charset="0"/>
                <a:ea typeface="宋体" panose="02010600030101010101" pitchFamily="2" charset="-122"/>
              </a:rPr>
              <a:t> </a:t>
            </a:r>
            <a:r>
              <a:rPr kumimoji="1" lang="en-US" altLang="zh-CN" i="1">
                <a:solidFill>
                  <a:srgbClr val="66FFFF"/>
                </a:solidFill>
                <a:latin typeface="Times New Roman" panose="02020603050405020304" pitchFamily="18" charset="0"/>
                <a:ea typeface="宋体" panose="02010600030101010101" pitchFamily="2" charset="-122"/>
              </a:rPr>
              <a:t>A </a:t>
            </a:r>
            <a:r>
              <a:rPr kumimoji="1" lang="zh-CN" altLang="en-US">
                <a:latin typeface="Times New Roman" panose="02020603050405020304" pitchFamily="18" charset="0"/>
                <a:ea typeface="宋体" panose="02010600030101010101" pitchFamily="2" charset="-122"/>
              </a:rPr>
              <a:t>绕 </a:t>
            </a:r>
            <a:r>
              <a:rPr kumimoji="1" lang="en-US" altLang="zh-CN" i="1">
                <a:solidFill>
                  <a:srgbClr val="66FFFF"/>
                </a:solidFill>
                <a:latin typeface="Times New Roman" panose="02020603050405020304" pitchFamily="18" charset="0"/>
                <a:ea typeface="宋体" panose="02010600030101010101" pitchFamily="2" charset="-122"/>
              </a:rPr>
              <a:t>Z </a:t>
            </a:r>
            <a:r>
              <a:rPr kumimoji="1" lang="zh-CN" altLang="en-US">
                <a:latin typeface="Times New Roman" panose="02020603050405020304" pitchFamily="18" charset="0"/>
                <a:ea typeface="宋体" panose="02010600030101010101" pitchFamily="2" charset="-122"/>
              </a:rPr>
              <a:t>轴转动。今测得重物由静止下落一段距离</a:t>
            </a:r>
            <a:r>
              <a:rPr kumimoji="1" lang="zh-CN" altLang="en-US">
                <a:solidFill>
                  <a:srgbClr val="66FFFF"/>
                </a:solidFill>
                <a:latin typeface="Times New Roman" panose="02020603050405020304" pitchFamily="18" charset="0"/>
                <a:ea typeface="宋体" panose="02010600030101010101" pitchFamily="2" charset="-122"/>
              </a:rPr>
              <a:t> </a:t>
            </a:r>
            <a:r>
              <a:rPr kumimoji="1" lang="en-US" altLang="zh-CN" sz="2800" i="1">
                <a:solidFill>
                  <a:srgbClr val="66FFFF"/>
                </a:solidFill>
                <a:latin typeface="Times New Roman" panose="02020603050405020304" pitchFamily="18" charset="0"/>
                <a:ea typeface="宋体" panose="02010600030101010101" pitchFamily="2" charset="-122"/>
              </a:rPr>
              <a:t>h</a:t>
            </a:r>
            <a:r>
              <a:rPr kumimoji="1" lang="zh-CN" altLang="en-US">
                <a:latin typeface="Times New Roman" panose="02020603050405020304" pitchFamily="18" charset="0"/>
                <a:ea typeface="宋体" panose="02010600030101010101" pitchFamily="2" charset="-122"/>
              </a:rPr>
              <a:t>，所用时间为</a:t>
            </a:r>
            <a:r>
              <a:rPr kumimoji="1" lang="en-US" altLang="zh-CN" sz="2800" i="1">
                <a:solidFill>
                  <a:srgbClr val="66FFFF"/>
                </a:solidFill>
                <a:latin typeface="Times New Roman" panose="02020603050405020304" pitchFamily="18" charset="0"/>
                <a:ea typeface="宋体" panose="02010600030101010101" pitchFamily="2" charset="-122"/>
              </a:rPr>
              <a:t>t</a:t>
            </a:r>
            <a:r>
              <a:rPr kumimoji="1" lang="zh-CN" altLang="en-US">
                <a:latin typeface="Times New Roman" panose="02020603050405020304" pitchFamily="18" charset="0"/>
                <a:ea typeface="宋体" panose="02010600030101010101" pitchFamily="2" charset="-122"/>
              </a:rPr>
              <a:t>，</a:t>
            </a:r>
          </a:p>
        </p:txBody>
      </p:sp>
      <p:sp>
        <p:nvSpPr>
          <p:cNvPr id="838659" name="Rectangle 3">
            <a:extLst>
              <a:ext uri="{FF2B5EF4-FFF2-40B4-BE49-F238E27FC236}">
                <a16:creationId xmlns:a16="http://schemas.microsoft.com/office/drawing/2014/main" id="{BA94B85D-547B-C592-A3BE-7084BCFB8BBB}"/>
              </a:ext>
            </a:extLst>
          </p:cNvPr>
          <p:cNvSpPr>
            <a:spLocks noChangeArrowheads="1"/>
          </p:cNvSpPr>
          <p:nvPr/>
        </p:nvSpPr>
        <p:spPr bwMode="auto">
          <a:xfrm>
            <a:off x="230188" y="31432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例</a:t>
            </a:r>
          </a:p>
        </p:txBody>
      </p:sp>
      <p:sp>
        <p:nvSpPr>
          <p:cNvPr id="838660" name="Rectangle 4">
            <a:extLst>
              <a:ext uri="{FF2B5EF4-FFF2-40B4-BE49-F238E27FC236}">
                <a16:creationId xmlns:a16="http://schemas.microsoft.com/office/drawing/2014/main" id="{0B2D9C8D-0E33-027B-A877-A2D82942C96C}"/>
              </a:ext>
            </a:extLst>
          </p:cNvPr>
          <p:cNvSpPr>
            <a:spLocks noChangeArrowheads="1"/>
          </p:cNvSpPr>
          <p:nvPr/>
        </p:nvSpPr>
        <p:spPr bwMode="auto">
          <a:xfrm>
            <a:off x="244475" y="4216400"/>
            <a:ext cx="568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解 </a:t>
            </a:r>
          </a:p>
        </p:txBody>
      </p:sp>
      <p:graphicFrame>
        <p:nvGraphicFramePr>
          <p:cNvPr id="838661" name="Object 5">
            <a:extLst>
              <a:ext uri="{FF2B5EF4-FFF2-40B4-BE49-F238E27FC236}">
                <a16:creationId xmlns:a16="http://schemas.microsoft.com/office/drawing/2014/main" id="{601389CF-89F6-82A8-C72E-155108E24B61}"/>
              </a:ext>
            </a:extLst>
          </p:cNvPr>
          <p:cNvGraphicFramePr>
            <a:graphicFrameLocks/>
          </p:cNvGraphicFramePr>
          <p:nvPr/>
        </p:nvGraphicFramePr>
        <p:xfrm>
          <a:off x="3124200" y="4229100"/>
          <a:ext cx="1065213" cy="419100"/>
        </p:xfrm>
        <a:graphic>
          <a:graphicData uri="http://schemas.openxmlformats.org/presentationml/2006/ole">
            <mc:AlternateContent xmlns:mc="http://schemas.openxmlformats.org/markup-compatibility/2006">
              <mc:Choice xmlns:v="urn:schemas-microsoft-com:vml" Requires="v">
                <p:oleObj name="公式" r:id="rId2" imgW="1066680" imgH="419040" progId="Equation.3">
                  <p:embed/>
                </p:oleObj>
              </mc:Choice>
              <mc:Fallback>
                <p:oleObj name="公式" r:id="rId2" imgW="1066680" imgH="419040" progId="Equation.3">
                  <p:embed/>
                  <p:pic>
                    <p:nvPicPr>
                      <p:cNvPr id="0" name="Objec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4229100"/>
                        <a:ext cx="10652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662" name="Object 6">
            <a:extLst>
              <a:ext uri="{FF2B5EF4-FFF2-40B4-BE49-F238E27FC236}">
                <a16:creationId xmlns:a16="http://schemas.microsoft.com/office/drawing/2014/main" id="{5852F371-0A43-716E-6244-B92C7174CDD0}"/>
              </a:ext>
            </a:extLst>
          </p:cNvPr>
          <p:cNvGraphicFramePr>
            <a:graphicFrameLocks/>
          </p:cNvGraphicFramePr>
          <p:nvPr/>
        </p:nvGraphicFramePr>
        <p:xfrm>
          <a:off x="4503738" y="4203700"/>
          <a:ext cx="987425" cy="431800"/>
        </p:xfrm>
        <a:graphic>
          <a:graphicData uri="http://schemas.openxmlformats.org/presentationml/2006/ole">
            <mc:AlternateContent xmlns:mc="http://schemas.openxmlformats.org/markup-compatibility/2006">
              <mc:Choice xmlns:v="urn:schemas-microsoft-com:vml" Requires="v">
                <p:oleObj name="公式" r:id="rId4" imgW="990360" imgH="431640" progId="Equation.3">
                  <p:embed/>
                </p:oleObj>
              </mc:Choice>
              <mc:Fallback>
                <p:oleObj name="公式" r:id="rId4" imgW="990360" imgH="43164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3738" y="4203700"/>
                        <a:ext cx="9874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663" name="Object 7">
            <a:extLst>
              <a:ext uri="{FF2B5EF4-FFF2-40B4-BE49-F238E27FC236}">
                <a16:creationId xmlns:a16="http://schemas.microsoft.com/office/drawing/2014/main" id="{F7FED281-E45A-C519-9E03-30E9DB6B48DE}"/>
              </a:ext>
            </a:extLst>
          </p:cNvPr>
          <p:cNvGraphicFramePr>
            <a:graphicFrameLocks/>
          </p:cNvGraphicFramePr>
          <p:nvPr/>
        </p:nvGraphicFramePr>
        <p:xfrm>
          <a:off x="712788" y="5102225"/>
          <a:ext cx="3117850" cy="482600"/>
        </p:xfrm>
        <a:graphic>
          <a:graphicData uri="http://schemas.openxmlformats.org/presentationml/2006/ole">
            <mc:AlternateContent xmlns:mc="http://schemas.openxmlformats.org/markup-compatibility/2006">
              <mc:Choice xmlns:v="urn:schemas-microsoft-com:vml" Requires="v">
                <p:oleObj name="公式" r:id="rId6" imgW="3466800" imgH="482400" progId="Equation.3">
                  <p:embed/>
                </p:oleObj>
              </mc:Choice>
              <mc:Fallback>
                <p:oleObj name="公式" r:id="rId6" imgW="3466800" imgH="482400"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2788" y="5102225"/>
                        <a:ext cx="311785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664" name="Object 8">
            <a:extLst>
              <a:ext uri="{FF2B5EF4-FFF2-40B4-BE49-F238E27FC236}">
                <a16:creationId xmlns:a16="http://schemas.microsoft.com/office/drawing/2014/main" id="{11D9A5C5-B43F-5CE0-FF88-B2201621A5A8}"/>
              </a:ext>
            </a:extLst>
          </p:cNvPr>
          <p:cNvGraphicFramePr>
            <a:graphicFrameLocks/>
          </p:cNvGraphicFramePr>
          <p:nvPr/>
        </p:nvGraphicFramePr>
        <p:xfrm>
          <a:off x="1196975" y="5516563"/>
          <a:ext cx="2835275" cy="469900"/>
        </p:xfrm>
        <a:graphic>
          <a:graphicData uri="http://schemas.openxmlformats.org/presentationml/2006/ole">
            <mc:AlternateContent xmlns:mc="http://schemas.openxmlformats.org/markup-compatibility/2006">
              <mc:Choice xmlns:v="urn:schemas-microsoft-com:vml" Requires="v">
                <p:oleObj name="公式" r:id="rId8" imgW="3149280" imgH="469800" progId="Equation.3">
                  <p:embed/>
                </p:oleObj>
              </mc:Choice>
              <mc:Fallback>
                <p:oleObj name="公式" r:id="rId8" imgW="3149280" imgH="469800" progId="Equation.3">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96975" y="5516563"/>
                        <a:ext cx="2835275"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8665" name="Rectangle 9">
            <a:extLst>
              <a:ext uri="{FF2B5EF4-FFF2-40B4-BE49-F238E27FC236}">
                <a16:creationId xmlns:a16="http://schemas.microsoft.com/office/drawing/2014/main" id="{F9774225-8C97-AEA1-6A3D-A67EBD6CAD19}"/>
              </a:ext>
            </a:extLst>
          </p:cNvPr>
          <p:cNvSpPr>
            <a:spLocks noChangeArrowheads="1"/>
          </p:cNvSpPr>
          <p:nvPr/>
        </p:nvSpPr>
        <p:spPr bwMode="auto">
          <a:xfrm>
            <a:off x="722313" y="4186238"/>
            <a:ext cx="271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分析（机械能）： </a:t>
            </a:r>
          </a:p>
        </p:txBody>
      </p:sp>
      <p:graphicFrame>
        <p:nvGraphicFramePr>
          <p:cNvPr id="838666" name="Object 10">
            <a:extLst>
              <a:ext uri="{FF2B5EF4-FFF2-40B4-BE49-F238E27FC236}">
                <a16:creationId xmlns:a16="http://schemas.microsoft.com/office/drawing/2014/main" id="{C1EF153B-F415-FC46-D9D3-492C0F40A4CF}"/>
              </a:ext>
            </a:extLst>
          </p:cNvPr>
          <p:cNvGraphicFramePr>
            <a:graphicFrameLocks/>
          </p:cNvGraphicFramePr>
          <p:nvPr/>
        </p:nvGraphicFramePr>
        <p:xfrm>
          <a:off x="773113" y="4645025"/>
          <a:ext cx="1751012" cy="419100"/>
        </p:xfrm>
        <a:graphic>
          <a:graphicData uri="http://schemas.openxmlformats.org/presentationml/2006/ole">
            <mc:AlternateContent xmlns:mc="http://schemas.openxmlformats.org/markup-compatibility/2006">
              <mc:Choice xmlns:v="urn:schemas-microsoft-com:vml" Requires="v">
                <p:oleObj name="公式" r:id="rId10" imgW="1752480" imgH="419040" progId="Equation.3">
                  <p:embed/>
                </p:oleObj>
              </mc:Choice>
              <mc:Fallback>
                <p:oleObj name="公式" r:id="rId10" imgW="1752480" imgH="419040" progId="Equation.3">
                  <p:embed/>
                  <p:pic>
                    <p:nvPicPr>
                      <p:cNvPr id="0" name="Object 1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3113" y="4645025"/>
                        <a:ext cx="17510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38667" name="Picture 11" descr="2">
            <a:extLst>
              <a:ext uri="{FF2B5EF4-FFF2-40B4-BE49-F238E27FC236}">
                <a16:creationId xmlns:a16="http://schemas.microsoft.com/office/drawing/2014/main" id="{C8C5392F-F196-5397-9B4C-984D08F692EB}"/>
              </a:ext>
            </a:extLst>
          </p:cNvPr>
          <p:cNvPicPr>
            <a:picLocks noChangeAspect="1" noChangeArrowheads="1"/>
          </p:cNvPicPr>
          <p:nvPr/>
        </p:nvPicPr>
        <p:blipFill>
          <a:blip r:embed="rId12">
            <a:clrChange>
              <a:clrFrom>
                <a:srgbClr val="FEFEFE"/>
              </a:clrFrom>
              <a:clrTo>
                <a:srgbClr val="FEFEFE">
                  <a:alpha val="0"/>
                </a:srgbClr>
              </a:clrTo>
            </a:clrChange>
            <a:lum bright="-6000"/>
            <a:extLst>
              <a:ext uri="{28A0092B-C50C-407E-A947-70E740481C1C}">
                <a14:useLocalDpi xmlns:a14="http://schemas.microsoft.com/office/drawing/2010/main" val="0"/>
              </a:ext>
            </a:extLst>
          </a:blip>
          <a:srcRect/>
          <a:stretch>
            <a:fillRect/>
          </a:stretch>
        </p:blipFill>
        <p:spPr bwMode="auto">
          <a:xfrm>
            <a:off x="5870575" y="2924175"/>
            <a:ext cx="2733675" cy="3590925"/>
          </a:xfrm>
          <a:prstGeom prst="rect">
            <a:avLst/>
          </a:prstGeom>
          <a:solidFill>
            <a:schemeClr val="bg1"/>
          </a:solidFill>
          <a:ln w="38100">
            <a:solidFill>
              <a:schemeClr val="folHlink"/>
            </a:solidFill>
            <a:miter lim="800000"/>
            <a:headEnd/>
            <a:tailEnd/>
          </a:ln>
        </p:spPr>
      </p:pic>
      <p:sp>
        <p:nvSpPr>
          <p:cNvPr id="838668" name="Text Box 12">
            <a:extLst>
              <a:ext uri="{FF2B5EF4-FFF2-40B4-BE49-F238E27FC236}">
                <a16:creationId xmlns:a16="http://schemas.microsoft.com/office/drawing/2014/main" id="{15703FA8-01AC-E5F1-704D-B8F573671E3B}"/>
              </a:ext>
            </a:extLst>
          </p:cNvPr>
          <p:cNvSpPr txBox="1">
            <a:spLocks noChangeArrowheads="1"/>
          </p:cNvSpPr>
          <p:nvPr/>
        </p:nvSpPr>
        <p:spPr bwMode="auto">
          <a:xfrm>
            <a:off x="276225" y="2724150"/>
            <a:ext cx="54356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求</a:t>
            </a:r>
            <a:r>
              <a:rPr kumimoji="1" lang="zh-CN" altLang="en-US">
                <a:latin typeface="Times New Roman" panose="02020603050405020304" pitchFamily="18" charset="0"/>
                <a:ea typeface="宋体" panose="02010600030101010101" pitchFamily="2" charset="-122"/>
              </a:rPr>
              <a:t>  物体</a:t>
            </a:r>
            <a:r>
              <a:rPr kumimoji="1" lang="en-US" altLang="zh-CN" i="1">
                <a:solidFill>
                  <a:srgbClr val="66FFFF"/>
                </a:solidFill>
                <a:latin typeface="Times New Roman" panose="02020603050405020304" pitchFamily="18" charset="0"/>
                <a:ea typeface="宋体" panose="02010600030101010101" pitchFamily="2" charset="-122"/>
              </a:rPr>
              <a:t>A</a:t>
            </a:r>
            <a:r>
              <a:rPr kumimoji="1" lang="zh-CN" altLang="en-US">
                <a:latin typeface="Times New Roman" panose="02020603050405020304" pitchFamily="18" charset="0"/>
                <a:ea typeface="宋体" panose="02010600030101010101" pitchFamily="2" charset="-122"/>
              </a:rPr>
              <a:t>对</a:t>
            </a:r>
            <a:r>
              <a:rPr kumimoji="1" lang="en-US" altLang="zh-CN" i="1">
                <a:solidFill>
                  <a:srgbClr val="66FFFF"/>
                </a:solidFill>
                <a:latin typeface="Times New Roman" panose="02020603050405020304" pitchFamily="18" charset="0"/>
                <a:ea typeface="宋体" panose="02010600030101010101" pitchFamily="2" charset="-122"/>
              </a:rPr>
              <a:t>Z</a:t>
            </a:r>
            <a:r>
              <a:rPr kumimoji="1" lang="en-US" altLang="zh-CN" i="1">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轴的转动惯量</a:t>
            </a:r>
            <a:r>
              <a:rPr kumimoji="1" lang="en-US" altLang="zh-CN" i="1">
                <a:solidFill>
                  <a:srgbClr val="66FFFF"/>
                </a:solidFill>
                <a:latin typeface="Times New Roman" panose="02020603050405020304" pitchFamily="18" charset="0"/>
                <a:ea typeface="宋体" panose="02010600030101010101" pitchFamily="2" charset="-122"/>
              </a:rPr>
              <a:t>J</a:t>
            </a:r>
            <a:r>
              <a:rPr kumimoji="1" lang="en-US" altLang="zh-CN">
                <a:solidFill>
                  <a:srgbClr val="66FFFF"/>
                </a:solidFill>
                <a:latin typeface="Times New Roman" panose="02020603050405020304" pitchFamily="18" charset="0"/>
                <a:ea typeface="宋体" panose="02010600030101010101" pitchFamily="2" charset="-122"/>
              </a:rPr>
              <a:t>z</a:t>
            </a:r>
            <a:r>
              <a:rPr kumimoji="1" lang="zh-CN" altLang="en-US">
                <a:latin typeface="Times New Roman" panose="02020603050405020304" pitchFamily="18" charset="0"/>
                <a:ea typeface="宋体" panose="02010600030101010101" pitchFamily="2" charset="-122"/>
              </a:rPr>
              <a:t>。设绳子不可伸缩，绳子、各轮质量及轮轴处的摩擦力矩忽略不计。</a:t>
            </a:r>
          </a:p>
        </p:txBody>
      </p:sp>
      <p:graphicFrame>
        <p:nvGraphicFramePr>
          <p:cNvPr id="838669" name="Object 13">
            <a:extLst>
              <a:ext uri="{FF2B5EF4-FFF2-40B4-BE49-F238E27FC236}">
                <a16:creationId xmlns:a16="http://schemas.microsoft.com/office/drawing/2014/main" id="{BB9883DA-92AE-BE92-4944-22C549BD2242}"/>
              </a:ext>
            </a:extLst>
          </p:cNvPr>
          <p:cNvGraphicFramePr>
            <a:graphicFrameLocks/>
          </p:cNvGraphicFramePr>
          <p:nvPr/>
        </p:nvGraphicFramePr>
        <p:xfrm>
          <a:off x="987425" y="6026150"/>
          <a:ext cx="3021013" cy="419100"/>
        </p:xfrm>
        <a:graphic>
          <a:graphicData uri="http://schemas.openxmlformats.org/presentationml/2006/ole">
            <mc:AlternateContent xmlns:mc="http://schemas.openxmlformats.org/markup-compatibility/2006">
              <mc:Choice xmlns:v="urn:schemas-microsoft-com:vml" Requires="v">
                <p:oleObj name="公式" r:id="rId13" imgW="3022560" imgH="419040" progId="Equation.3">
                  <p:embed/>
                </p:oleObj>
              </mc:Choice>
              <mc:Fallback>
                <p:oleObj name="公式" r:id="rId13" imgW="3022560" imgH="419040" progId="Equation.3">
                  <p:embed/>
                  <p:pic>
                    <p:nvPicPr>
                      <p:cNvPr id="0" name="Object 1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87425" y="6026150"/>
                        <a:ext cx="30210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38659"/>
                                        </p:tgtEl>
                                        <p:attrNameLst>
                                          <p:attrName>style.visibility</p:attrName>
                                        </p:attrNameLst>
                                      </p:cBhvr>
                                      <p:to>
                                        <p:strVal val="visible"/>
                                      </p:to>
                                    </p:set>
                                    <p:animEffect transition="in" filter="wipe(left)">
                                      <p:cBhvr>
                                        <p:cTn id="7" dur="500"/>
                                        <p:tgtEl>
                                          <p:spTgt spid="838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38658"/>
                                        </p:tgtEl>
                                        <p:attrNameLst>
                                          <p:attrName>style.visibility</p:attrName>
                                        </p:attrNameLst>
                                      </p:cBhvr>
                                      <p:to>
                                        <p:strVal val="visible"/>
                                      </p:to>
                                    </p:set>
                                    <p:animEffect transition="in" filter="wipe(left)">
                                      <p:cBhvr>
                                        <p:cTn id="12" dur="500"/>
                                        <p:tgtEl>
                                          <p:spTgt spid="8386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38667"/>
                                        </p:tgtEl>
                                        <p:attrNameLst>
                                          <p:attrName>style.visibility</p:attrName>
                                        </p:attrNameLst>
                                      </p:cBhvr>
                                      <p:to>
                                        <p:strVal val="visible"/>
                                      </p:to>
                                    </p:set>
                                    <p:animEffect transition="in" filter="wipe(left)">
                                      <p:cBhvr>
                                        <p:cTn id="17" dur="500"/>
                                        <p:tgtEl>
                                          <p:spTgt spid="8386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38668"/>
                                        </p:tgtEl>
                                        <p:attrNameLst>
                                          <p:attrName>style.visibility</p:attrName>
                                        </p:attrNameLst>
                                      </p:cBhvr>
                                      <p:to>
                                        <p:strVal val="visible"/>
                                      </p:to>
                                    </p:set>
                                    <p:animEffect transition="in" filter="wipe(left)">
                                      <p:cBhvr>
                                        <p:cTn id="22" dur="500"/>
                                        <p:tgtEl>
                                          <p:spTgt spid="8386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38660"/>
                                        </p:tgtEl>
                                        <p:attrNameLst>
                                          <p:attrName>style.visibility</p:attrName>
                                        </p:attrNameLst>
                                      </p:cBhvr>
                                      <p:to>
                                        <p:strVal val="visible"/>
                                      </p:to>
                                    </p:set>
                                    <p:animEffect transition="in" filter="wipe(left)">
                                      <p:cBhvr>
                                        <p:cTn id="27" dur="500"/>
                                        <p:tgtEl>
                                          <p:spTgt spid="83866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38665"/>
                                        </p:tgtEl>
                                        <p:attrNameLst>
                                          <p:attrName>style.visibility</p:attrName>
                                        </p:attrNameLst>
                                      </p:cBhvr>
                                      <p:to>
                                        <p:strVal val="visible"/>
                                      </p:to>
                                    </p:set>
                                    <p:animEffect transition="in" filter="wipe(left)">
                                      <p:cBhvr>
                                        <p:cTn id="32" dur="500"/>
                                        <p:tgtEl>
                                          <p:spTgt spid="8386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38661"/>
                                        </p:tgtEl>
                                        <p:attrNameLst>
                                          <p:attrName>style.visibility</p:attrName>
                                        </p:attrNameLst>
                                      </p:cBhvr>
                                      <p:to>
                                        <p:strVal val="visible"/>
                                      </p:to>
                                    </p:set>
                                    <p:animEffect transition="in" filter="wipe(left)">
                                      <p:cBhvr>
                                        <p:cTn id="37" dur="500"/>
                                        <p:tgtEl>
                                          <p:spTgt spid="83866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38662"/>
                                        </p:tgtEl>
                                        <p:attrNameLst>
                                          <p:attrName>style.visibility</p:attrName>
                                        </p:attrNameLst>
                                      </p:cBhvr>
                                      <p:to>
                                        <p:strVal val="visible"/>
                                      </p:to>
                                    </p:set>
                                    <p:animEffect transition="in" filter="wipe(left)">
                                      <p:cBhvr>
                                        <p:cTn id="42" dur="500"/>
                                        <p:tgtEl>
                                          <p:spTgt spid="8386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38666"/>
                                        </p:tgtEl>
                                        <p:attrNameLst>
                                          <p:attrName>style.visibility</p:attrName>
                                        </p:attrNameLst>
                                      </p:cBhvr>
                                      <p:to>
                                        <p:strVal val="visible"/>
                                      </p:to>
                                    </p:set>
                                    <p:animEffect transition="in" filter="wipe(left)">
                                      <p:cBhvr>
                                        <p:cTn id="47" dur="500"/>
                                        <p:tgtEl>
                                          <p:spTgt spid="83866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838663"/>
                                        </p:tgtEl>
                                        <p:attrNameLst>
                                          <p:attrName>style.visibility</p:attrName>
                                        </p:attrNameLst>
                                      </p:cBhvr>
                                      <p:to>
                                        <p:strVal val="visible"/>
                                      </p:to>
                                    </p:set>
                                    <p:animEffect transition="in" filter="wipe(left)">
                                      <p:cBhvr>
                                        <p:cTn id="52" dur="500"/>
                                        <p:tgtEl>
                                          <p:spTgt spid="83866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838664"/>
                                        </p:tgtEl>
                                        <p:attrNameLst>
                                          <p:attrName>style.visibility</p:attrName>
                                        </p:attrNameLst>
                                      </p:cBhvr>
                                      <p:to>
                                        <p:strVal val="visible"/>
                                      </p:to>
                                    </p:set>
                                    <p:animEffect transition="in" filter="wipe(left)">
                                      <p:cBhvr>
                                        <p:cTn id="57" dur="500"/>
                                        <p:tgtEl>
                                          <p:spTgt spid="83866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838669"/>
                                        </p:tgtEl>
                                        <p:attrNameLst>
                                          <p:attrName>style.visibility</p:attrName>
                                        </p:attrNameLst>
                                      </p:cBhvr>
                                      <p:to>
                                        <p:strVal val="visible"/>
                                      </p:to>
                                    </p:set>
                                    <p:animEffect transition="in" filter="wipe(left)">
                                      <p:cBhvr>
                                        <p:cTn id="62" dur="500"/>
                                        <p:tgtEl>
                                          <p:spTgt spid="838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8658" grpId="0"/>
      <p:bldP spid="838659" grpId="0"/>
      <p:bldP spid="838660" grpId="0"/>
      <p:bldP spid="838665" grpId="0"/>
      <p:bldP spid="83866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a:extLst>
              <a:ext uri="{FF2B5EF4-FFF2-40B4-BE49-F238E27FC236}">
                <a16:creationId xmlns:a16="http://schemas.microsoft.com/office/drawing/2014/main" id="{AD02D852-BD9F-C2E5-CEB1-26DBEECAB1B9}"/>
              </a:ext>
            </a:extLst>
          </p:cNvPr>
          <p:cNvSpPr>
            <a:spLocks noChangeArrowheads="1"/>
          </p:cNvSpPr>
          <p:nvPr/>
        </p:nvSpPr>
        <p:spPr bwMode="auto">
          <a:xfrm>
            <a:off x="0" y="3243263"/>
            <a:ext cx="9144000" cy="0"/>
          </a:xfrm>
          <a:prstGeom prst="rect">
            <a:avLst/>
          </a:prstGeom>
          <a:noFill/>
          <a:ln w="9525">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724995" name="Rectangle 3">
            <a:extLst>
              <a:ext uri="{FF2B5EF4-FFF2-40B4-BE49-F238E27FC236}">
                <a16:creationId xmlns:a16="http://schemas.microsoft.com/office/drawing/2014/main" id="{EED8F01D-6719-7E94-5F79-B6CF0FFDFFF2}"/>
              </a:ext>
            </a:extLst>
          </p:cNvPr>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724996" name="Rectangle 4">
            <a:extLst>
              <a:ext uri="{FF2B5EF4-FFF2-40B4-BE49-F238E27FC236}">
                <a16:creationId xmlns:a16="http://schemas.microsoft.com/office/drawing/2014/main" id="{868B3466-6F64-218E-3FEC-DBA65AD2466A}"/>
              </a:ext>
            </a:extLst>
          </p:cNvPr>
          <p:cNvSpPr>
            <a:spLocks noChangeArrowheads="1"/>
          </p:cNvSpPr>
          <p:nvPr/>
        </p:nvSpPr>
        <p:spPr bwMode="auto">
          <a:xfrm>
            <a:off x="0" y="3333750"/>
            <a:ext cx="9144000" cy="0"/>
          </a:xfrm>
          <a:prstGeom prst="rect">
            <a:avLst/>
          </a:prstGeom>
          <a:noFill/>
          <a:ln w="9525">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724997" name="Rectangle 5">
            <a:extLst>
              <a:ext uri="{FF2B5EF4-FFF2-40B4-BE49-F238E27FC236}">
                <a16:creationId xmlns:a16="http://schemas.microsoft.com/office/drawing/2014/main" id="{F0401795-DFCB-5054-D0FC-111565B4949C}"/>
              </a:ext>
            </a:extLst>
          </p:cNvPr>
          <p:cNvSpPr>
            <a:spLocks noChangeArrowheads="1"/>
          </p:cNvSpPr>
          <p:nvPr/>
        </p:nvSpPr>
        <p:spPr bwMode="auto">
          <a:xfrm>
            <a:off x="0" y="3328988"/>
            <a:ext cx="9144000" cy="0"/>
          </a:xfrm>
          <a:prstGeom prst="rect">
            <a:avLst/>
          </a:prstGeom>
          <a:noFill/>
          <a:ln w="9525">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724998" name="Rectangle 6">
            <a:extLst>
              <a:ext uri="{FF2B5EF4-FFF2-40B4-BE49-F238E27FC236}">
                <a16:creationId xmlns:a16="http://schemas.microsoft.com/office/drawing/2014/main" id="{F7956732-7A69-A337-772E-547335778B10}"/>
              </a:ext>
            </a:extLst>
          </p:cNvPr>
          <p:cNvSpPr>
            <a:spLocks noChangeArrowheads="1"/>
          </p:cNvSpPr>
          <p:nvPr/>
        </p:nvSpPr>
        <p:spPr bwMode="auto">
          <a:xfrm>
            <a:off x="0" y="3328988"/>
            <a:ext cx="9144000" cy="0"/>
          </a:xfrm>
          <a:prstGeom prst="rect">
            <a:avLst/>
          </a:prstGeom>
          <a:noFill/>
          <a:ln w="9525">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724999" name="Rectangle 7">
            <a:extLst>
              <a:ext uri="{FF2B5EF4-FFF2-40B4-BE49-F238E27FC236}">
                <a16:creationId xmlns:a16="http://schemas.microsoft.com/office/drawing/2014/main" id="{77E8FBAC-FED9-1763-4B68-47DE44A1C39C}"/>
              </a:ext>
            </a:extLst>
          </p:cNvPr>
          <p:cNvSpPr>
            <a:spLocks noChangeArrowheads="1"/>
          </p:cNvSpPr>
          <p:nvPr/>
        </p:nvSpPr>
        <p:spPr bwMode="auto">
          <a:xfrm>
            <a:off x="0" y="3338513"/>
            <a:ext cx="9144000" cy="0"/>
          </a:xfrm>
          <a:prstGeom prst="rect">
            <a:avLst/>
          </a:prstGeom>
          <a:noFill/>
          <a:ln w="9525">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725000" name="Rectangle 8">
            <a:extLst>
              <a:ext uri="{FF2B5EF4-FFF2-40B4-BE49-F238E27FC236}">
                <a16:creationId xmlns:a16="http://schemas.microsoft.com/office/drawing/2014/main" id="{16940782-6C93-C57C-4972-860E339E9DF7}"/>
              </a:ext>
            </a:extLst>
          </p:cNvPr>
          <p:cNvSpPr>
            <a:spLocks noChangeArrowheads="1"/>
          </p:cNvSpPr>
          <p:nvPr/>
        </p:nvSpPr>
        <p:spPr bwMode="auto">
          <a:xfrm>
            <a:off x="0" y="3328988"/>
            <a:ext cx="9144000" cy="0"/>
          </a:xfrm>
          <a:prstGeom prst="rect">
            <a:avLst/>
          </a:prstGeom>
          <a:noFill/>
          <a:ln w="9525">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725001" name="Rectangle 9">
            <a:extLst>
              <a:ext uri="{FF2B5EF4-FFF2-40B4-BE49-F238E27FC236}">
                <a16:creationId xmlns:a16="http://schemas.microsoft.com/office/drawing/2014/main" id="{090626C0-934D-8E76-BD1B-B54FEA2078B0}"/>
              </a:ext>
            </a:extLst>
          </p:cNvPr>
          <p:cNvSpPr>
            <a:spLocks noChangeArrowheads="1"/>
          </p:cNvSpPr>
          <p:nvPr/>
        </p:nvSpPr>
        <p:spPr bwMode="auto">
          <a:xfrm>
            <a:off x="0" y="3333750"/>
            <a:ext cx="9144000" cy="0"/>
          </a:xfrm>
          <a:prstGeom prst="rect">
            <a:avLst/>
          </a:prstGeom>
          <a:noFill/>
          <a:ln w="9525">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25002" name="Object 10">
            <a:extLst>
              <a:ext uri="{FF2B5EF4-FFF2-40B4-BE49-F238E27FC236}">
                <a16:creationId xmlns:a16="http://schemas.microsoft.com/office/drawing/2014/main" id="{D199DC53-56CB-ABEA-F9DE-A9DE31CC6D72}"/>
              </a:ext>
            </a:extLst>
          </p:cNvPr>
          <p:cNvGraphicFramePr>
            <a:graphicFrameLocks/>
          </p:cNvGraphicFramePr>
          <p:nvPr/>
        </p:nvGraphicFramePr>
        <p:xfrm>
          <a:off x="827088" y="1179513"/>
          <a:ext cx="3014662" cy="736600"/>
        </p:xfrm>
        <a:graphic>
          <a:graphicData uri="http://schemas.openxmlformats.org/presentationml/2006/ole">
            <mc:AlternateContent xmlns:mc="http://schemas.openxmlformats.org/markup-compatibility/2006">
              <mc:Choice xmlns:v="urn:schemas-microsoft-com:vml" Requires="v">
                <p:oleObj name="公式" r:id="rId2" imgW="3022560" imgH="736560" progId="Equation.3">
                  <p:embed/>
                </p:oleObj>
              </mc:Choice>
              <mc:Fallback>
                <p:oleObj name="公式" r:id="rId2" imgW="3022560" imgH="736560" progId="Equation.3">
                  <p:embed/>
                  <p:pic>
                    <p:nvPicPr>
                      <p:cNvPr id="0" name="Object 1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179513"/>
                        <a:ext cx="3014662"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5003" name="Object 11">
            <a:extLst>
              <a:ext uri="{FF2B5EF4-FFF2-40B4-BE49-F238E27FC236}">
                <a16:creationId xmlns:a16="http://schemas.microsoft.com/office/drawing/2014/main" id="{3DE9710B-B5B8-B85C-F876-111A69612082}"/>
              </a:ext>
            </a:extLst>
          </p:cNvPr>
          <p:cNvGraphicFramePr>
            <a:graphicFrameLocks/>
          </p:cNvGraphicFramePr>
          <p:nvPr/>
        </p:nvGraphicFramePr>
        <p:xfrm>
          <a:off x="827088" y="2133600"/>
          <a:ext cx="4141787" cy="711200"/>
        </p:xfrm>
        <a:graphic>
          <a:graphicData uri="http://schemas.openxmlformats.org/presentationml/2006/ole">
            <mc:AlternateContent xmlns:mc="http://schemas.openxmlformats.org/markup-compatibility/2006">
              <mc:Choice xmlns:v="urn:schemas-microsoft-com:vml" Requires="v">
                <p:oleObj name="公式" r:id="rId4" imgW="4152600" imgH="711000" progId="Equation.3">
                  <p:embed/>
                </p:oleObj>
              </mc:Choice>
              <mc:Fallback>
                <p:oleObj name="公式" r:id="rId4" imgW="4152600" imgH="711000" progId="Equation.3">
                  <p:embed/>
                  <p:pic>
                    <p:nvPicPr>
                      <p:cNvPr id="0" name="Object 1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2133600"/>
                        <a:ext cx="4141787"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5004" name="Object 12">
            <a:extLst>
              <a:ext uri="{FF2B5EF4-FFF2-40B4-BE49-F238E27FC236}">
                <a16:creationId xmlns:a16="http://schemas.microsoft.com/office/drawing/2014/main" id="{862242E4-2FB7-EAD1-81AF-BC7DCCFB3779}"/>
              </a:ext>
            </a:extLst>
          </p:cNvPr>
          <p:cNvGraphicFramePr>
            <a:graphicFrameLocks/>
          </p:cNvGraphicFramePr>
          <p:nvPr/>
        </p:nvGraphicFramePr>
        <p:xfrm>
          <a:off x="971550" y="3068638"/>
          <a:ext cx="3168650" cy="927100"/>
        </p:xfrm>
        <a:graphic>
          <a:graphicData uri="http://schemas.openxmlformats.org/presentationml/2006/ole">
            <mc:AlternateContent xmlns:mc="http://schemas.openxmlformats.org/markup-compatibility/2006">
              <mc:Choice xmlns:v="urn:schemas-microsoft-com:vml" Requires="v">
                <p:oleObj name="公式" r:id="rId6" imgW="1117440" imgH="393480" progId="Equation.3">
                  <p:embed/>
                </p:oleObj>
              </mc:Choice>
              <mc:Fallback>
                <p:oleObj name="公式" r:id="rId6" imgW="1117440" imgH="393480" progId="Equation.3">
                  <p:embed/>
                  <p:pic>
                    <p:nvPicPr>
                      <p:cNvPr id="0" name="Object 1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3068638"/>
                        <a:ext cx="3168650"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5005" name="Object 13">
            <a:extLst>
              <a:ext uri="{FF2B5EF4-FFF2-40B4-BE49-F238E27FC236}">
                <a16:creationId xmlns:a16="http://schemas.microsoft.com/office/drawing/2014/main" id="{BC01E74D-41F0-B645-3A19-3032B3BD23E6}"/>
              </a:ext>
            </a:extLst>
          </p:cNvPr>
          <p:cNvGraphicFramePr>
            <a:graphicFrameLocks/>
          </p:cNvGraphicFramePr>
          <p:nvPr/>
        </p:nvGraphicFramePr>
        <p:xfrm>
          <a:off x="1042988" y="4076700"/>
          <a:ext cx="1871662" cy="1004888"/>
        </p:xfrm>
        <a:graphic>
          <a:graphicData uri="http://schemas.openxmlformats.org/presentationml/2006/ole">
            <mc:AlternateContent xmlns:mc="http://schemas.openxmlformats.org/markup-compatibility/2006">
              <mc:Choice xmlns:v="urn:schemas-microsoft-com:vml" Requires="v">
                <p:oleObj name="公式" r:id="rId8" imgW="850680" imgH="457200" progId="Equation.3">
                  <p:embed/>
                </p:oleObj>
              </mc:Choice>
              <mc:Fallback>
                <p:oleObj name="公式" r:id="rId8" imgW="850680" imgH="457200" progId="Equation.3">
                  <p:embed/>
                  <p:pic>
                    <p:nvPicPr>
                      <p:cNvPr id="0" name="Object 1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988" y="4076700"/>
                        <a:ext cx="1871662"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5006" name="Rectangle 14">
            <a:extLst>
              <a:ext uri="{FF2B5EF4-FFF2-40B4-BE49-F238E27FC236}">
                <a16:creationId xmlns:a16="http://schemas.microsoft.com/office/drawing/2014/main" id="{7B5707BA-1968-2CD4-83DD-0EE712951713}"/>
              </a:ext>
            </a:extLst>
          </p:cNvPr>
          <p:cNvSpPr>
            <a:spLocks noChangeArrowheads="1"/>
          </p:cNvSpPr>
          <p:nvPr/>
        </p:nvSpPr>
        <p:spPr bwMode="auto">
          <a:xfrm>
            <a:off x="760413" y="476250"/>
            <a:ext cx="172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机械能守恒</a:t>
            </a:r>
          </a:p>
        </p:txBody>
      </p:sp>
      <p:pic>
        <p:nvPicPr>
          <p:cNvPr id="19474" name="Picture 15" descr="2">
            <a:extLst>
              <a:ext uri="{FF2B5EF4-FFF2-40B4-BE49-F238E27FC236}">
                <a16:creationId xmlns:a16="http://schemas.microsoft.com/office/drawing/2014/main" id="{AED72073-4629-E383-B7B9-4F0D3D1070EB}"/>
              </a:ext>
            </a:extLst>
          </p:cNvPr>
          <p:cNvPicPr>
            <a:picLocks noChangeAspect="1" noChangeArrowheads="1"/>
          </p:cNvPicPr>
          <p:nvPr/>
        </p:nvPicPr>
        <p:blipFill>
          <a:blip r:embed="rId10">
            <a:clrChange>
              <a:clrFrom>
                <a:srgbClr val="FEFEFE"/>
              </a:clrFrom>
              <a:clrTo>
                <a:srgbClr val="FEFEFE">
                  <a:alpha val="0"/>
                </a:srgbClr>
              </a:clrTo>
            </a:clrChange>
            <a:lum bright="-6000"/>
            <a:extLst>
              <a:ext uri="{28A0092B-C50C-407E-A947-70E740481C1C}">
                <a14:useLocalDpi xmlns:a14="http://schemas.microsoft.com/office/drawing/2010/main" val="0"/>
              </a:ext>
            </a:extLst>
          </a:blip>
          <a:srcRect/>
          <a:stretch>
            <a:fillRect/>
          </a:stretch>
        </p:blipFill>
        <p:spPr bwMode="auto">
          <a:xfrm>
            <a:off x="5651500" y="1206500"/>
            <a:ext cx="2733675" cy="3590925"/>
          </a:xfrm>
          <a:prstGeom prst="rect">
            <a:avLst/>
          </a:prstGeom>
          <a:solidFill>
            <a:schemeClr val="bg1"/>
          </a:solidFill>
          <a:ln w="38100">
            <a:solidFill>
              <a:schemeClr val="folHlink"/>
            </a:solidFill>
            <a:miter lim="800000"/>
            <a:headEnd/>
            <a:tailEnd/>
          </a:ln>
        </p:spPr>
      </p:pic>
      <p:graphicFrame>
        <p:nvGraphicFramePr>
          <p:cNvPr id="725008" name="Object 16">
            <a:extLst>
              <a:ext uri="{FF2B5EF4-FFF2-40B4-BE49-F238E27FC236}">
                <a16:creationId xmlns:a16="http://schemas.microsoft.com/office/drawing/2014/main" id="{29754FC2-F2D6-8F4B-BED0-D746E0FD3FD0}"/>
              </a:ext>
            </a:extLst>
          </p:cNvPr>
          <p:cNvGraphicFramePr>
            <a:graphicFrameLocks/>
          </p:cNvGraphicFramePr>
          <p:nvPr/>
        </p:nvGraphicFramePr>
        <p:xfrm>
          <a:off x="2890838" y="4322763"/>
          <a:ext cx="1033462" cy="474662"/>
        </p:xfrm>
        <a:graphic>
          <a:graphicData uri="http://schemas.openxmlformats.org/presentationml/2006/ole">
            <mc:AlternateContent xmlns:mc="http://schemas.openxmlformats.org/markup-compatibility/2006">
              <mc:Choice xmlns:v="urn:schemas-microsoft-com:vml" Requires="v">
                <p:oleObj name="公式" r:id="rId11" imgW="469800" imgH="215640" progId="Equation.3">
                  <p:embed/>
                </p:oleObj>
              </mc:Choice>
              <mc:Fallback>
                <p:oleObj name="公式" r:id="rId11" imgW="469800" imgH="215640" progId="Equation.3">
                  <p:embed/>
                  <p:pic>
                    <p:nvPicPr>
                      <p:cNvPr id="0" name="Object 1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90838" y="4322763"/>
                        <a:ext cx="1033462"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5009" name="Object 17">
            <a:extLst>
              <a:ext uri="{FF2B5EF4-FFF2-40B4-BE49-F238E27FC236}">
                <a16:creationId xmlns:a16="http://schemas.microsoft.com/office/drawing/2014/main" id="{54D359A4-3DC8-BABA-F072-92F9E6F0771B}"/>
              </a:ext>
            </a:extLst>
          </p:cNvPr>
          <p:cNvGraphicFramePr>
            <a:graphicFrameLocks/>
          </p:cNvGraphicFramePr>
          <p:nvPr/>
        </p:nvGraphicFramePr>
        <p:xfrm>
          <a:off x="5283200" y="5089525"/>
          <a:ext cx="2457450" cy="787400"/>
        </p:xfrm>
        <a:graphic>
          <a:graphicData uri="http://schemas.openxmlformats.org/presentationml/2006/ole">
            <mc:AlternateContent xmlns:mc="http://schemas.openxmlformats.org/markup-compatibility/2006">
              <mc:Choice xmlns:v="urn:schemas-microsoft-com:vml" Requires="v">
                <p:oleObj name="公式" r:id="rId13" imgW="2463480" imgH="787320" progId="Equation.3">
                  <p:embed/>
                </p:oleObj>
              </mc:Choice>
              <mc:Fallback>
                <p:oleObj name="公式" r:id="rId13" imgW="2463480" imgH="787320" progId="Equation.3">
                  <p:embed/>
                  <p:pic>
                    <p:nvPicPr>
                      <p:cNvPr id="0" name="Object 1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83200" y="5089525"/>
                        <a:ext cx="245745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5010" name="Object 18">
            <a:extLst>
              <a:ext uri="{FF2B5EF4-FFF2-40B4-BE49-F238E27FC236}">
                <a16:creationId xmlns:a16="http://schemas.microsoft.com/office/drawing/2014/main" id="{0E0350B1-8B62-FCA4-559B-4F7AE6637864}"/>
              </a:ext>
            </a:extLst>
          </p:cNvPr>
          <p:cNvGraphicFramePr>
            <a:graphicFrameLocks/>
          </p:cNvGraphicFramePr>
          <p:nvPr/>
        </p:nvGraphicFramePr>
        <p:xfrm>
          <a:off x="827088" y="5084763"/>
          <a:ext cx="3344862" cy="889000"/>
        </p:xfrm>
        <a:graphic>
          <a:graphicData uri="http://schemas.openxmlformats.org/presentationml/2006/ole">
            <mc:AlternateContent xmlns:mc="http://schemas.openxmlformats.org/markup-compatibility/2006">
              <mc:Choice xmlns:v="urn:schemas-microsoft-com:vml" Requires="v">
                <p:oleObj name="公式" r:id="rId15" imgW="3352680" imgH="888840" progId="Equation.3">
                  <p:embed/>
                </p:oleObj>
              </mc:Choice>
              <mc:Fallback>
                <p:oleObj name="公式" r:id="rId15" imgW="3352680" imgH="888840" progId="Equation.3">
                  <p:embed/>
                  <p:pic>
                    <p:nvPicPr>
                      <p:cNvPr id="0" name="Object 18"/>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27088" y="5084763"/>
                        <a:ext cx="334486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5012" name="AutoShape 20">
            <a:extLst>
              <a:ext uri="{FF2B5EF4-FFF2-40B4-BE49-F238E27FC236}">
                <a16:creationId xmlns:a16="http://schemas.microsoft.com/office/drawing/2014/main" id="{B9E61906-D8D5-DE6C-5D10-9F7E7FA62D96}"/>
              </a:ext>
            </a:extLst>
          </p:cNvPr>
          <p:cNvSpPr>
            <a:spLocks noChangeArrowheads="1"/>
          </p:cNvSpPr>
          <p:nvPr/>
        </p:nvSpPr>
        <p:spPr bwMode="auto">
          <a:xfrm>
            <a:off x="4427538" y="5373688"/>
            <a:ext cx="792162" cy="288925"/>
          </a:xfrm>
          <a:prstGeom prst="rightArrow">
            <a:avLst>
              <a:gd name="adj1" fmla="val 50000"/>
              <a:gd name="adj2" fmla="val 68544"/>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pic>
        <p:nvPicPr>
          <p:cNvPr id="725014" name="Picture 22" descr="j0293240">
            <a:extLst>
              <a:ext uri="{FF2B5EF4-FFF2-40B4-BE49-F238E27FC236}">
                <a16:creationId xmlns:a16="http://schemas.microsoft.com/office/drawing/2014/main" id="{4E99DBE8-F86B-B60A-2F67-70DA57EB840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25006"/>
                                        </p:tgtEl>
                                        <p:attrNameLst>
                                          <p:attrName>style.visibility</p:attrName>
                                        </p:attrNameLst>
                                      </p:cBhvr>
                                      <p:to>
                                        <p:strVal val="visible"/>
                                      </p:to>
                                    </p:set>
                                    <p:animEffect transition="in" filter="wipe(left)">
                                      <p:cBhvr>
                                        <p:cTn id="7" dur="500"/>
                                        <p:tgtEl>
                                          <p:spTgt spid="7250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25002"/>
                                        </p:tgtEl>
                                        <p:attrNameLst>
                                          <p:attrName>style.visibility</p:attrName>
                                        </p:attrNameLst>
                                      </p:cBhvr>
                                      <p:to>
                                        <p:strVal val="visible"/>
                                      </p:to>
                                    </p:set>
                                    <p:animEffect transition="in" filter="wipe(left)">
                                      <p:cBhvr>
                                        <p:cTn id="12" dur="500"/>
                                        <p:tgtEl>
                                          <p:spTgt spid="7250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5003"/>
                                        </p:tgtEl>
                                        <p:attrNameLst>
                                          <p:attrName>style.visibility</p:attrName>
                                        </p:attrNameLst>
                                      </p:cBhvr>
                                      <p:to>
                                        <p:strVal val="visible"/>
                                      </p:to>
                                    </p:set>
                                    <p:animEffect transition="in" filter="wipe(left)">
                                      <p:cBhvr>
                                        <p:cTn id="17" dur="500"/>
                                        <p:tgtEl>
                                          <p:spTgt spid="7250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25004"/>
                                        </p:tgtEl>
                                        <p:attrNameLst>
                                          <p:attrName>style.visibility</p:attrName>
                                        </p:attrNameLst>
                                      </p:cBhvr>
                                      <p:to>
                                        <p:strVal val="visible"/>
                                      </p:to>
                                    </p:set>
                                    <p:animEffect transition="in" filter="wipe(left)">
                                      <p:cBhvr>
                                        <p:cTn id="22" dur="500"/>
                                        <p:tgtEl>
                                          <p:spTgt spid="7250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25005"/>
                                        </p:tgtEl>
                                        <p:attrNameLst>
                                          <p:attrName>style.visibility</p:attrName>
                                        </p:attrNameLst>
                                      </p:cBhvr>
                                      <p:to>
                                        <p:strVal val="visible"/>
                                      </p:to>
                                    </p:set>
                                    <p:animEffect transition="in" filter="wipe(left)">
                                      <p:cBhvr>
                                        <p:cTn id="27" dur="500"/>
                                        <p:tgtEl>
                                          <p:spTgt spid="7250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25008"/>
                                        </p:tgtEl>
                                        <p:attrNameLst>
                                          <p:attrName>style.visibility</p:attrName>
                                        </p:attrNameLst>
                                      </p:cBhvr>
                                      <p:to>
                                        <p:strVal val="visible"/>
                                      </p:to>
                                    </p:set>
                                    <p:animEffect transition="in" filter="wipe(left)">
                                      <p:cBhvr>
                                        <p:cTn id="32" dur="500"/>
                                        <p:tgtEl>
                                          <p:spTgt spid="7250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25010"/>
                                        </p:tgtEl>
                                        <p:attrNameLst>
                                          <p:attrName>style.visibility</p:attrName>
                                        </p:attrNameLst>
                                      </p:cBhvr>
                                      <p:to>
                                        <p:strVal val="visible"/>
                                      </p:to>
                                    </p:set>
                                    <p:animEffect transition="in" filter="wipe(left)">
                                      <p:cBhvr>
                                        <p:cTn id="37" dur="500"/>
                                        <p:tgtEl>
                                          <p:spTgt spid="7250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25012"/>
                                        </p:tgtEl>
                                        <p:attrNameLst>
                                          <p:attrName>style.visibility</p:attrName>
                                        </p:attrNameLst>
                                      </p:cBhvr>
                                      <p:to>
                                        <p:strVal val="visible"/>
                                      </p:to>
                                    </p:set>
                                    <p:animEffect transition="in" filter="wipe(left)">
                                      <p:cBhvr>
                                        <p:cTn id="42" dur="500"/>
                                        <p:tgtEl>
                                          <p:spTgt spid="7250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25009"/>
                                        </p:tgtEl>
                                        <p:attrNameLst>
                                          <p:attrName>style.visibility</p:attrName>
                                        </p:attrNameLst>
                                      </p:cBhvr>
                                      <p:to>
                                        <p:strVal val="visible"/>
                                      </p:to>
                                    </p:set>
                                    <p:animEffect transition="in" filter="wipe(left)">
                                      <p:cBhvr>
                                        <p:cTn id="47" dur="500"/>
                                        <p:tgtEl>
                                          <p:spTgt spid="72500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2" fill="hold" nodeType="clickEffect">
                                  <p:stCondLst>
                                    <p:cond delay="0"/>
                                  </p:stCondLst>
                                  <p:childTnLst>
                                    <p:set>
                                      <p:cBhvr>
                                        <p:cTn id="51" dur="1" fill="hold">
                                          <p:stCondLst>
                                            <p:cond delay="0"/>
                                          </p:stCondLst>
                                        </p:cTn>
                                        <p:tgtEl>
                                          <p:spTgt spid="725014"/>
                                        </p:tgtEl>
                                        <p:attrNameLst>
                                          <p:attrName>style.visibility</p:attrName>
                                        </p:attrNameLst>
                                      </p:cBhvr>
                                      <p:to>
                                        <p:strVal val="visible"/>
                                      </p:to>
                                    </p:set>
                                    <p:anim calcmode="lin" valueType="num">
                                      <p:cBhvr additive="base">
                                        <p:cTn id="52" dur="500" fill="hold"/>
                                        <p:tgtEl>
                                          <p:spTgt spid="725014"/>
                                        </p:tgtEl>
                                        <p:attrNameLst>
                                          <p:attrName>ppt_x</p:attrName>
                                        </p:attrNameLst>
                                      </p:cBhvr>
                                      <p:tavLst>
                                        <p:tav tm="0">
                                          <p:val>
                                            <p:strVal val="1+#ppt_w/2"/>
                                          </p:val>
                                        </p:tav>
                                        <p:tav tm="100000">
                                          <p:val>
                                            <p:strVal val="#ppt_x"/>
                                          </p:val>
                                        </p:tav>
                                      </p:tavLst>
                                    </p:anim>
                                    <p:anim calcmode="lin" valueType="num">
                                      <p:cBhvr additive="base">
                                        <p:cTn id="53" dur="500" fill="hold"/>
                                        <p:tgtEl>
                                          <p:spTgt spid="7250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5006" grpId="0"/>
      <p:bldP spid="725012" grpId="0" animBg="1"/>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12707</TotalTime>
  <Words>1435</Words>
  <Application>Microsoft Office PowerPoint</Application>
  <PresentationFormat>全屏显示(4:3)</PresentationFormat>
  <Paragraphs>192</Paragraphs>
  <Slides>22</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22</vt:i4>
      </vt:variant>
    </vt:vector>
  </HeadingPairs>
  <TitlesOfParts>
    <vt:vector size="36" baseType="lpstr">
      <vt:lpstr>Monotype Sorts</vt:lpstr>
      <vt:lpstr>仿宋_GB2312</vt:lpstr>
      <vt:lpstr>黑体</vt:lpstr>
      <vt:lpstr>华文楷体</vt:lpstr>
      <vt:lpstr>华文新魏</vt:lpstr>
      <vt:lpstr>楷体_GB2312</vt:lpstr>
      <vt:lpstr>宋体</vt:lpstr>
      <vt:lpstr>Arial</vt:lpstr>
      <vt:lpstr>Bookman Old Style</vt:lpstr>
      <vt:lpstr>Times New Roman</vt:lpstr>
      <vt:lpstr>Wingdings</vt:lpstr>
      <vt:lpstr>1_默认设计模板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功和能</dc:title>
  <dc:subject>大学物理电子教案</dc:subject>
  <dc:creator>zhaoshumin</dc:creator>
  <cp:lastModifiedBy>davidly .</cp:lastModifiedBy>
  <cp:revision>847</cp:revision>
  <dcterms:created xsi:type="dcterms:W3CDTF">2004-11-16T23:52:09Z</dcterms:created>
  <dcterms:modified xsi:type="dcterms:W3CDTF">2025-03-26T12:18:06Z</dcterms:modified>
</cp:coreProperties>
</file>