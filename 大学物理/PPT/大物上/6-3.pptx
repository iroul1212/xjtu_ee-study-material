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24"/>
  </p:notesMasterIdLst>
  <p:sldIdLst>
    <p:sldId id="943" r:id="rId2"/>
    <p:sldId id="928" r:id="rId3"/>
    <p:sldId id="929" r:id="rId4"/>
    <p:sldId id="930" r:id="rId5"/>
    <p:sldId id="931" r:id="rId6"/>
    <p:sldId id="932" r:id="rId7"/>
    <p:sldId id="933" r:id="rId8"/>
    <p:sldId id="934" r:id="rId9"/>
    <p:sldId id="915" r:id="rId10"/>
    <p:sldId id="935" r:id="rId11"/>
    <p:sldId id="936" r:id="rId12"/>
    <p:sldId id="937" r:id="rId13"/>
    <p:sldId id="938" r:id="rId14"/>
    <p:sldId id="939" r:id="rId15"/>
    <p:sldId id="940" r:id="rId16"/>
    <p:sldId id="941" r:id="rId17"/>
    <p:sldId id="942" r:id="rId18"/>
    <p:sldId id="914" r:id="rId19"/>
    <p:sldId id="916" r:id="rId20"/>
    <p:sldId id="946" r:id="rId21"/>
    <p:sldId id="947" r:id="rId22"/>
    <p:sldId id="509" r:id="rId23"/>
  </p:sldIdLst>
  <p:sldSz cx="9144000" cy="6858000" type="screen4x3"/>
  <p:notesSz cx="6858000" cy="9144000"/>
  <p:defaultTextStyle>
    <a:defPPr>
      <a:defRPr lang="zh-CN"/>
    </a:defPPr>
    <a:lvl1pPr algn="ctr" rtl="0" eaLnBrk="0" fontAlgn="base" hangingPunct="0">
      <a:lnSpc>
        <a:spcPct val="120000"/>
      </a:lnSpc>
      <a:spcBef>
        <a:spcPct val="0"/>
      </a:spcBef>
      <a:spcAft>
        <a:spcPct val="0"/>
      </a:spcAft>
      <a:buClr>
        <a:schemeClr val="tx2"/>
      </a:buClr>
      <a:buFont typeface="Monotype Sorts" pitchFamily="2" charset="2"/>
      <a:buChar char="&amp;"/>
      <a:defRPr sz="2400" b="1" kern="1200">
        <a:solidFill>
          <a:schemeClr val="bg1"/>
        </a:solidFill>
        <a:latin typeface="仿宋_GB2312" pitchFamily="49" charset="-122"/>
        <a:ea typeface="仿宋_GB2312" pitchFamily="49" charset="-122"/>
        <a:cs typeface="+mn-cs"/>
      </a:defRPr>
    </a:lvl1pPr>
    <a:lvl2pPr marL="457200" algn="ctr" rtl="0" eaLnBrk="0" fontAlgn="base" hangingPunct="0">
      <a:lnSpc>
        <a:spcPct val="120000"/>
      </a:lnSpc>
      <a:spcBef>
        <a:spcPct val="0"/>
      </a:spcBef>
      <a:spcAft>
        <a:spcPct val="0"/>
      </a:spcAft>
      <a:buClr>
        <a:schemeClr val="tx2"/>
      </a:buClr>
      <a:buFont typeface="Monotype Sorts" pitchFamily="2" charset="2"/>
      <a:buChar char="&amp;"/>
      <a:defRPr sz="2400" b="1" kern="1200">
        <a:solidFill>
          <a:schemeClr val="bg1"/>
        </a:solidFill>
        <a:latin typeface="仿宋_GB2312" pitchFamily="49" charset="-122"/>
        <a:ea typeface="仿宋_GB2312" pitchFamily="49" charset="-122"/>
        <a:cs typeface="+mn-cs"/>
      </a:defRPr>
    </a:lvl2pPr>
    <a:lvl3pPr marL="914400" algn="ctr" rtl="0" eaLnBrk="0" fontAlgn="base" hangingPunct="0">
      <a:lnSpc>
        <a:spcPct val="120000"/>
      </a:lnSpc>
      <a:spcBef>
        <a:spcPct val="0"/>
      </a:spcBef>
      <a:spcAft>
        <a:spcPct val="0"/>
      </a:spcAft>
      <a:buClr>
        <a:schemeClr val="tx2"/>
      </a:buClr>
      <a:buFont typeface="Monotype Sorts" pitchFamily="2" charset="2"/>
      <a:buChar char="&amp;"/>
      <a:defRPr sz="2400" b="1" kern="1200">
        <a:solidFill>
          <a:schemeClr val="bg1"/>
        </a:solidFill>
        <a:latin typeface="仿宋_GB2312" pitchFamily="49" charset="-122"/>
        <a:ea typeface="仿宋_GB2312" pitchFamily="49" charset="-122"/>
        <a:cs typeface="+mn-cs"/>
      </a:defRPr>
    </a:lvl3pPr>
    <a:lvl4pPr marL="1371600" algn="ctr" rtl="0" eaLnBrk="0" fontAlgn="base" hangingPunct="0">
      <a:lnSpc>
        <a:spcPct val="120000"/>
      </a:lnSpc>
      <a:spcBef>
        <a:spcPct val="0"/>
      </a:spcBef>
      <a:spcAft>
        <a:spcPct val="0"/>
      </a:spcAft>
      <a:buClr>
        <a:schemeClr val="tx2"/>
      </a:buClr>
      <a:buFont typeface="Monotype Sorts" pitchFamily="2" charset="2"/>
      <a:buChar char="&amp;"/>
      <a:defRPr sz="2400" b="1" kern="1200">
        <a:solidFill>
          <a:schemeClr val="bg1"/>
        </a:solidFill>
        <a:latin typeface="仿宋_GB2312" pitchFamily="49" charset="-122"/>
        <a:ea typeface="仿宋_GB2312" pitchFamily="49" charset="-122"/>
        <a:cs typeface="+mn-cs"/>
      </a:defRPr>
    </a:lvl4pPr>
    <a:lvl5pPr marL="1828800" algn="ctr" rtl="0" eaLnBrk="0" fontAlgn="base" hangingPunct="0">
      <a:lnSpc>
        <a:spcPct val="120000"/>
      </a:lnSpc>
      <a:spcBef>
        <a:spcPct val="0"/>
      </a:spcBef>
      <a:spcAft>
        <a:spcPct val="0"/>
      </a:spcAft>
      <a:buClr>
        <a:schemeClr val="tx2"/>
      </a:buClr>
      <a:buFont typeface="Monotype Sorts" pitchFamily="2" charset="2"/>
      <a:buChar char="&amp;"/>
      <a:defRPr sz="2400" b="1" kern="1200">
        <a:solidFill>
          <a:schemeClr val="bg1"/>
        </a:solidFill>
        <a:latin typeface="仿宋_GB2312" pitchFamily="49" charset="-122"/>
        <a:ea typeface="仿宋_GB2312" pitchFamily="49" charset="-122"/>
        <a:cs typeface="+mn-cs"/>
      </a:defRPr>
    </a:lvl5pPr>
    <a:lvl6pPr marL="2286000" algn="l" defTabSz="914400" rtl="0" eaLnBrk="1" latinLnBrk="0" hangingPunct="1">
      <a:defRPr sz="2400" b="1" kern="1200">
        <a:solidFill>
          <a:schemeClr val="bg1"/>
        </a:solidFill>
        <a:latin typeface="仿宋_GB2312" pitchFamily="49" charset="-122"/>
        <a:ea typeface="仿宋_GB2312" pitchFamily="49" charset="-122"/>
        <a:cs typeface="+mn-cs"/>
      </a:defRPr>
    </a:lvl6pPr>
    <a:lvl7pPr marL="2743200" algn="l" defTabSz="914400" rtl="0" eaLnBrk="1" latinLnBrk="0" hangingPunct="1">
      <a:defRPr sz="2400" b="1" kern="1200">
        <a:solidFill>
          <a:schemeClr val="bg1"/>
        </a:solidFill>
        <a:latin typeface="仿宋_GB2312" pitchFamily="49" charset="-122"/>
        <a:ea typeface="仿宋_GB2312" pitchFamily="49" charset="-122"/>
        <a:cs typeface="+mn-cs"/>
      </a:defRPr>
    </a:lvl7pPr>
    <a:lvl8pPr marL="3200400" algn="l" defTabSz="914400" rtl="0" eaLnBrk="1" latinLnBrk="0" hangingPunct="1">
      <a:defRPr sz="2400" b="1" kern="1200">
        <a:solidFill>
          <a:schemeClr val="bg1"/>
        </a:solidFill>
        <a:latin typeface="仿宋_GB2312" pitchFamily="49" charset="-122"/>
        <a:ea typeface="仿宋_GB2312" pitchFamily="49" charset="-122"/>
        <a:cs typeface="+mn-cs"/>
      </a:defRPr>
    </a:lvl8pPr>
    <a:lvl9pPr marL="3657600" algn="l" defTabSz="914400" rtl="0" eaLnBrk="1" latinLnBrk="0" hangingPunct="1">
      <a:defRPr sz="2400" b="1" kern="1200">
        <a:solidFill>
          <a:schemeClr val="bg1"/>
        </a:solidFill>
        <a:latin typeface="仿宋_GB2312" pitchFamily="49" charset="-122"/>
        <a:ea typeface="仿宋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FF"/>
    <a:srgbClr val="FF66CC"/>
    <a:srgbClr val="FFCC00"/>
    <a:srgbClr val="33CCCC"/>
    <a:srgbClr val="00FFFF"/>
    <a:srgbClr val="FF9900"/>
    <a:srgbClr val="FFFF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79" autoAdjust="0"/>
    <p:restoredTop sz="94683" autoAdjust="0"/>
  </p:normalViewPr>
  <p:slideViewPr>
    <p:cSldViewPr snapToGrid="0" showGuides="1">
      <p:cViewPr varScale="1">
        <p:scale>
          <a:sx n="79" d="100"/>
          <a:sy n="79" d="100"/>
        </p:scale>
        <p:origin x="1692"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48FA18DF-2B98-F5B3-B0F7-B233A0D758EE}"/>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lnSpc>
                <a:spcPct val="100000"/>
              </a:lnSpc>
              <a:buClrTx/>
              <a:buFontTx/>
              <a:buNone/>
              <a:defRPr sz="1200" b="0">
                <a:solidFill>
                  <a:schemeClr val="tx1"/>
                </a:solidFill>
                <a:effectLst/>
                <a:latin typeface="Arial" charset="0"/>
                <a:ea typeface="宋体" pitchFamily="2" charset="-122"/>
              </a:defRPr>
            </a:lvl1pPr>
          </a:lstStyle>
          <a:p>
            <a:pPr>
              <a:defRPr/>
            </a:pPr>
            <a:endParaRPr lang="en-US" altLang="zh-CN"/>
          </a:p>
        </p:txBody>
      </p:sp>
      <p:sp>
        <p:nvSpPr>
          <p:cNvPr id="27651" name="Rectangle 3">
            <a:extLst>
              <a:ext uri="{FF2B5EF4-FFF2-40B4-BE49-F238E27FC236}">
                <a16:creationId xmlns:a16="http://schemas.microsoft.com/office/drawing/2014/main" id="{8D48B64C-2C26-7A53-B742-92FDA05DF203}"/>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buClrTx/>
              <a:buFontTx/>
              <a:buNone/>
              <a:defRPr sz="1200" b="0">
                <a:solidFill>
                  <a:schemeClr val="tx1"/>
                </a:solidFill>
                <a:effectLst/>
                <a:latin typeface="Arial" charset="0"/>
                <a:ea typeface="宋体" pitchFamily="2" charset="-122"/>
              </a:defRPr>
            </a:lvl1pPr>
          </a:lstStyle>
          <a:p>
            <a:pPr>
              <a:defRPr/>
            </a:pPr>
            <a:endParaRPr lang="en-US" altLang="zh-CN"/>
          </a:p>
        </p:txBody>
      </p:sp>
      <p:sp>
        <p:nvSpPr>
          <p:cNvPr id="30724" name="Rectangle 4">
            <a:extLst>
              <a:ext uri="{FF2B5EF4-FFF2-40B4-BE49-F238E27FC236}">
                <a16:creationId xmlns:a16="http://schemas.microsoft.com/office/drawing/2014/main" id="{23A26591-7D8A-2C2D-1DB2-159394E549C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a:extLst>
              <a:ext uri="{FF2B5EF4-FFF2-40B4-BE49-F238E27FC236}">
                <a16:creationId xmlns:a16="http://schemas.microsoft.com/office/drawing/2014/main" id="{A9F15C8A-0EB9-EACD-EA10-45FA7739199F}"/>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7654" name="Rectangle 6">
            <a:extLst>
              <a:ext uri="{FF2B5EF4-FFF2-40B4-BE49-F238E27FC236}">
                <a16:creationId xmlns:a16="http://schemas.microsoft.com/office/drawing/2014/main" id="{90003B70-C446-DC98-557D-BDC6E62B539C}"/>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lnSpc>
                <a:spcPct val="100000"/>
              </a:lnSpc>
              <a:buClrTx/>
              <a:buFontTx/>
              <a:buNone/>
              <a:defRPr sz="1200" b="0">
                <a:solidFill>
                  <a:schemeClr val="tx1"/>
                </a:solidFill>
                <a:effectLst/>
                <a:latin typeface="Arial" charset="0"/>
                <a:ea typeface="宋体" pitchFamily="2" charset="-122"/>
              </a:defRPr>
            </a:lvl1pPr>
          </a:lstStyle>
          <a:p>
            <a:pPr>
              <a:defRPr/>
            </a:pPr>
            <a:endParaRPr lang="en-US" altLang="zh-CN"/>
          </a:p>
        </p:txBody>
      </p:sp>
      <p:sp>
        <p:nvSpPr>
          <p:cNvPr id="27655" name="Rectangle 7">
            <a:extLst>
              <a:ext uri="{FF2B5EF4-FFF2-40B4-BE49-F238E27FC236}">
                <a16:creationId xmlns:a16="http://schemas.microsoft.com/office/drawing/2014/main" id="{F56A6DD1-36FA-51A5-50FD-3E5E0972C9B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buClrTx/>
              <a:buFontTx/>
              <a:buNone/>
              <a:defRPr sz="1200" b="0">
                <a:solidFill>
                  <a:schemeClr val="tx1"/>
                </a:solidFill>
                <a:latin typeface="Arial" panose="020B0604020202020204" pitchFamily="34" charset="0"/>
                <a:ea typeface="宋体" panose="02010600030101010101" pitchFamily="2" charset="-122"/>
              </a:defRPr>
            </a:lvl1pPr>
          </a:lstStyle>
          <a:p>
            <a:fld id="{F2C56409-9A2D-4157-B460-81BE38B4CEF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679557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45607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538934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90190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91232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848393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6326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4254663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098835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50336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0582288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quarter" idx="1"/>
          </p:nvPr>
        </p:nvSpPr>
        <p:spPr>
          <a:xfrm>
            <a:off x="457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57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4648200" y="3938588"/>
            <a:ext cx="4038600" cy="21875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46607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1B3B"/>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4DB9D10A-4601-3B48-A81F-B7D53C1D240B}"/>
              </a:ext>
            </a:extLst>
          </p:cNvPr>
          <p:cNvSpPr>
            <a:spLocks noChangeArrowheads="1"/>
          </p:cNvSpPr>
          <p:nvPr/>
        </p:nvSpPr>
        <p:spPr bwMode="auto">
          <a:xfrm>
            <a:off x="250825" y="265113"/>
            <a:ext cx="8626475" cy="6272212"/>
          </a:xfrm>
          <a:prstGeom prst="rect">
            <a:avLst/>
          </a:prstGeom>
          <a:noFill/>
          <a:ln w="19050">
            <a:solidFill>
              <a:srgbClr val="006699">
                <a:alpha val="35001"/>
              </a:srgbClr>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4103" name="AutoShape 7">
            <a:hlinkClick r:id="" action="ppaction://hlinkshowjump?jump=previousslide" highlightClick="1"/>
            <a:extLst>
              <a:ext uri="{FF2B5EF4-FFF2-40B4-BE49-F238E27FC236}">
                <a16:creationId xmlns:a16="http://schemas.microsoft.com/office/drawing/2014/main" id="{D866A4D8-6F0E-9ADA-3630-A16F89558776}"/>
              </a:ext>
            </a:extLst>
          </p:cNvPr>
          <p:cNvSpPr>
            <a:spLocks noChangeArrowheads="1"/>
          </p:cNvSpPr>
          <p:nvPr userDrawn="1"/>
        </p:nvSpPr>
        <p:spPr bwMode="auto">
          <a:xfrm flipH="1">
            <a:off x="7239000" y="6602413"/>
            <a:ext cx="501650" cy="168275"/>
          </a:xfrm>
          <a:prstGeom prst="actionButtonForwardNext">
            <a:avLst/>
          </a:prstGeom>
          <a:solidFill>
            <a:srgbClr val="126072"/>
          </a:solidFill>
          <a:ln w="9525">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4104" name="AutoShape 8">
            <a:hlinkClick r:id="" action="ppaction://hlinkshowjump?jump=nextslide" highlightClick="1"/>
            <a:extLst>
              <a:ext uri="{FF2B5EF4-FFF2-40B4-BE49-F238E27FC236}">
                <a16:creationId xmlns:a16="http://schemas.microsoft.com/office/drawing/2014/main" id="{D0F9D449-AE11-8979-4932-47F1505C3F78}"/>
              </a:ext>
            </a:extLst>
          </p:cNvPr>
          <p:cNvSpPr>
            <a:spLocks noChangeArrowheads="1"/>
          </p:cNvSpPr>
          <p:nvPr userDrawn="1"/>
        </p:nvSpPr>
        <p:spPr bwMode="auto">
          <a:xfrm>
            <a:off x="8391525" y="6602413"/>
            <a:ext cx="501650" cy="168275"/>
          </a:xfrm>
          <a:prstGeom prst="actionButtonForwardNext">
            <a:avLst/>
          </a:prstGeom>
          <a:solidFill>
            <a:srgbClr val="126072"/>
          </a:solidFill>
          <a:ln w="9525">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4105" name="AutoShape 9">
            <a:hlinkClick r:id="" action="ppaction://hlinkshowjump?jump=firstslide" highlightClick="1"/>
            <a:extLst>
              <a:ext uri="{FF2B5EF4-FFF2-40B4-BE49-F238E27FC236}">
                <a16:creationId xmlns:a16="http://schemas.microsoft.com/office/drawing/2014/main" id="{BEAA6E7E-3022-E97A-F707-B7CC11D9BBE2}"/>
              </a:ext>
            </a:extLst>
          </p:cNvPr>
          <p:cNvSpPr>
            <a:spLocks noChangeArrowheads="1"/>
          </p:cNvSpPr>
          <p:nvPr userDrawn="1"/>
        </p:nvSpPr>
        <p:spPr bwMode="auto">
          <a:xfrm>
            <a:off x="7812088" y="6602413"/>
            <a:ext cx="504825" cy="161925"/>
          </a:xfrm>
          <a:prstGeom prst="actionButtonHome">
            <a:avLst/>
          </a:prstGeom>
          <a:solidFill>
            <a:srgbClr val="126072"/>
          </a:solidFill>
          <a:ln w="28575">
            <a:noFill/>
            <a:miter lim="800000"/>
            <a:headEnd/>
            <a:tailEnd type="none" w="med" len="lg"/>
          </a:ln>
          <a:effectLst/>
        </p:spPr>
        <p:txBody>
          <a:bodyPr anchor="ctr">
            <a:spAutoFit/>
          </a:bodyPr>
          <a:lstStyle/>
          <a:p>
            <a:pPr>
              <a:defRPr/>
            </a:pPr>
            <a:endParaRPr lang="zh-CN" altLang="en-US">
              <a:effectLst>
                <a:outerShdw blurRad="38100" dist="38100" dir="2700000" algn="tl">
                  <a:srgbClr val="000000">
                    <a:alpha val="43137"/>
                  </a:srgbClr>
                </a:outerShdw>
              </a:effectLst>
            </a:endParaRP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sz="4400">
          <a:solidFill>
            <a:schemeClr val="tx2"/>
          </a:solidFill>
          <a:latin typeface="Times New Roman" pitchFamily="18" charset="0"/>
          <a:ea typeface="宋体" pitchFamily="2" charset="-122"/>
        </a:defRPr>
      </a:lvl5pPr>
      <a:lvl6pPr marL="457200" algn="ctr" rtl="0" fontAlgn="base">
        <a:spcBef>
          <a:spcPct val="0"/>
        </a:spcBef>
        <a:spcAft>
          <a:spcPct val="0"/>
        </a:spcAft>
        <a:defRPr sz="4400">
          <a:solidFill>
            <a:schemeClr val="tx2"/>
          </a:solidFill>
          <a:latin typeface="Times New Roman" pitchFamily="18" charset="0"/>
          <a:ea typeface="宋体" pitchFamily="2" charset="-122"/>
        </a:defRPr>
      </a:lvl6pPr>
      <a:lvl7pPr marL="914400" algn="ctr" rtl="0" fontAlgn="base">
        <a:spcBef>
          <a:spcPct val="0"/>
        </a:spcBef>
        <a:spcAft>
          <a:spcPct val="0"/>
        </a:spcAft>
        <a:defRPr sz="4400">
          <a:solidFill>
            <a:schemeClr val="tx2"/>
          </a:solidFill>
          <a:latin typeface="Times New Roman" pitchFamily="18" charset="0"/>
          <a:ea typeface="宋体" pitchFamily="2" charset="-122"/>
        </a:defRPr>
      </a:lvl7pPr>
      <a:lvl8pPr marL="1371600" algn="ctr" rtl="0" fontAlgn="base">
        <a:spcBef>
          <a:spcPct val="0"/>
        </a:spcBef>
        <a:spcAft>
          <a:spcPct val="0"/>
        </a:spcAft>
        <a:defRPr sz="4400">
          <a:solidFill>
            <a:schemeClr val="tx2"/>
          </a:solidFill>
          <a:latin typeface="Times New Roman" pitchFamily="18" charset="0"/>
          <a:ea typeface="宋体" pitchFamily="2" charset="-122"/>
        </a:defRPr>
      </a:lvl8pPr>
      <a:lvl9pPr marL="1828800" algn="ctr" rtl="0" fontAlgn="base">
        <a:spcBef>
          <a:spcPct val="0"/>
        </a:spcBef>
        <a:spcAft>
          <a:spcPct val="0"/>
        </a:spcAft>
        <a:defRPr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7.emf"/><Relationship Id="rId3" Type="http://schemas.openxmlformats.org/officeDocument/2006/relationships/image" Target="../media/image2.emf"/><Relationship Id="rId7" Type="http://schemas.openxmlformats.org/officeDocument/2006/relationships/image" Target="../media/image4.emf"/><Relationship Id="rId12" Type="http://schemas.openxmlformats.org/officeDocument/2006/relationships/oleObject" Target="../embeddings/oleObject6.bin"/><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6.emf"/><Relationship Id="rId5" Type="http://schemas.openxmlformats.org/officeDocument/2006/relationships/image" Target="../media/image3.e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5.emf"/></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13.emf"/><Relationship Id="rId3" Type="http://schemas.openxmlformats.org/officeDocument/2006/relationships/image" Target="../media/image8.emf"/><Relationship Id="rId7" Type="http://schemas.openxmlformats.org/officeDocument/2006/relationships/image" Target="../media/image10.emf"/><Relationship Id="rId12" Type="http://schemas.openxmlformats.org/officeDocument/2006/relationships/oleObject" Target="../embeddings/oleObject12.bin"/><Relationship Id="rId2" Type="http://schemas.openxmlformats.org/officeDocument/2006/relationships/oleObject" Target="../embeddings/oleObject7.bin"/><Relationship Id="rId1" Type="http://schemas.openxmlformats.org/officeDocument/2006/relationships/slideLayout" Target="../slideLayouts/slideLayout7.xml"/><Relationship Id="rId6" Type="http://schemas.openxmlformats.org/officeDocument/2006/relationships/oleObject" Target="../embeddings/oleObject9.bin"/><Relationship Id="rId11" Type="http://schemas.openxmlformats.org/officeDocument/2006/relationships/image" Target="../media/image12.emf"/><Relationship Id="rId5" Type="http://schemas.openxmlformats.org/officeDocument/2006/relationships/image" Target="../media/image9.e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1.emf"/><Relationship Id="rId14" Type="http://schemas.openxmlformats.org/officeDocument/2006/relationships/image" Target="../media/image14.e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20.emf"/><Relationship Id="rId18" Type="http://schemas.openxmlformats.org/officeDocument/2006/relationships/oleObject" Target="../embeddings/oleObject21.bin"/><Relationship Id="rId3" Type="http://schemas.openxmlformats.org/officeDocument/2006/relationships/image" Target="../media/image15.emf"/><Relationship Id="rId7" Type="http://schemas.openxmlformats.org/officeDocument/2006/relationships/image" Target="../media/image17.emf"/><Relationship Id="rId12" Type="http://schemas.openxmlformats.org/officeDocument/2006/relationships/oleObject" Target="../embeddings/oleObject18.bin"/><Relationship Id="rId17" Type="http://schemas.openxmlformats.org/officeDocument/2006/relationships/image" Target="../media/image22.emf"/><Relationship Id="rId2" Type="http://schemas.openxmlformats.org/officeDocument/2006/relationships/oleObject" Target="../embeddings/oleObject13.bin"/><Relationship Id="rId16" Type="http://schemas.openxmlformats.org/officeDocument/2006/relationships/oleObject" Target="../embeddings/oleObject20.bin"/><Relationship Id="rId20" Type="http://schemas.openxmlformats.org/officeDocument/2006/relationships/image" Target="../media/image24.emf"/><Relationship Id="rId1" Type="http://schemas.openxmlformats.org/officeDocument/2006/relationships/slideLayout" Target="../slideLayouts/slideLayout7.xml"/><Relationship Id="rId6" Type="http://schemas.openxmlformats.org/officeDocument/2006/relationships/oleObject" Target="../embeddings/oleObject15.bin"/><Relationship Id="rId11" Type="http://schemas.openxmlformats.org/officeDocument/2006/relationships/image" Target="../media/image19.emf"/><Relationship Id="rId5" Type="http://schemas.openxmlformats.org/officeDocument/2006/relationships/image" Target="../media/image16.emf"/><Relationship Id="rId15" Type="http://schemas.openxmlformats.org/officeDocument/2006/relationships/image" Target="../media/image21.emf"/><Relationship Id="rId10" Type="http://schemas.openxmlformats.org/officeDocument/2006/relationships/oleObject" Target="../embeddings/oleObject17.bin"/><Relationship Id="rId19" Type="http://schemas.openxmlformats.org/officeDocument/2006/relationships/image" Target="../media/image23.emf"/><Relationship Id="rId4" Type="http://schemas.openxmlformats.org/officeDocument/2006/relationships/oleObject" Target="../embeddings/oleObject14.bin"/><Relationship Id="rId9" Type="http://schemas.openxmlformats.org/officeDocument/2006/relationships/image" Target="../media/image18.emf"/><Relationship Id="rId14" Type="http://schemas.openxmlformats.org/officeDocument/2006/relationships/oleObject" Target="../embeddings/oleObject19.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25.bin"/><Relationship Id="rId13" Type="http://schemas.openxmlformats.org/officeDocument/2006/relationships/image" Target="../media/image30.emf"/><Relationship Id="rId3" Type="http://schemas.openxmlformats.org/officeDocument/2006/relationships/image" Target="../media/image25.emf"/><Relationship Id="rId7" Type="http://schemas.openxmlformats.org/officeDocument/2006/relationships/image" Target="../media/image27.emf"/><Relationship Id="rId12" Type="http://schemas.openxmlformats.org/officeDocument/2006/relationships/oleObject" Target="../embeddings/oleObject27.bin"/><Relationship Id="rId2" Type="http://schemas.openxmlformats.org/officeDocument/2006/relationships/oleObject" Target="../embeddings/oleObject22.bin"/><Relationship Id="rId16" Type="http://schemas.openxmlformats.org/officeDocument/2006/relationships/image" Target="../media/image32.emf"/><Relationship Id="rId1" Type="http://schemas.openxmlformats.org/officeDocument/2006/relationships/slideLayout" Target="../slideLayouts/slideLayout7.xml"/><Relationship Id="rId6" Type="http://schemas.openxmlformats.org/officeDocument/2006/relationships/oleObject" Target="../embeddings/oleObject24.bin"/><Relationship Id="rId11" Type="http://schemas.openxmlformats.org/officeDocument/2006/relationships/image" Target="../media/image29.emf"/><Relationship Id="rId5" Type="http://schemas.openxmlformats.org/officeDocument/2006/relationships/image" Target="../media/image26.emf"/><Relationship Id="rId15" Type="http://schemas.openxmlformats.org/officeDocument/2006/relationships/image" Target="../media/image31.emf"/><Relationship Id="rId10" Type="http://schemas.openxmlformats.org/officeDocument/2006/relationships/oleObject" Target="../embeddings/oleObject26.bin"/><Relationship Id="rId4" Type="http://schemas.openxmlformats.org/officeDocument/2006/relationships/oleObject" Target="../embeddings/oleObject23.bin"/><Relationship Id="rId9" Type="http://schemas.openxmlformats.org/officeDocument/2006/relationships/image" Target="../media/image28.emf"/><Relationship Id="rId14" Type="http://schemas.openxmlformats.org/officeDocument/2006/relationships/oleObject" Target="../embeddings/oleObject28.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32.bin"/><Relationship Id="rId13" Type="http://schemas.openxmlformats.org/officeDocument/2006/relationships/image" Target="../media/image38.emf"/><Relationship Id="rId18" Type="http://schemas.openxmlformats.org/officeDocument/2006/relationships/oleObject" Target="../embeddings/oleObject37.bin"/><Relationship Id="rId3" Type="http://schemas.openxmlformats.org/officeDocument/2006/relationships/image" Target="../media/image33.emf"/><Relationship Id="rId7" Type="http://schemas.openxmlformats.org/officeDocument/2006/relationships/image" Target="../media/image35.emf"/><Relationship Id="rId12" Type="http://schemas.openxmlformats.org/officeDocument/2006/relationships/oleObject" Target="../embeddings/oleObject34.bin"/><Relationship Id="rId17" Type="http://schemas.openxmlformats.org/officeDocument/2006/relationships/image" Target="../media/image40.emf"/><Relationship Id="rId2" Type="http://schemas.openxmlformats.org/officeDocument/2006/relationships/oleObject" Target="../embeddings/oleObject29.bin"/><Relationship Id="rId16" Type="http://schemas.openxmlformats.org/officeDocument/2006/relationships/oleObject" Target="../embeddings/oleObject36.bin"/><Relationship Id="rId20" Type="http://schemas.openxmlformats.org/officeDocument/2006/relationships/image" Target="../media/image42.emf"/><Relationship Id="rId1" Type="http://schemas.openxmlformats.org/officeDocument/2006/relationships/slideLayout" Target="../slideLayouts/slideLayout7.xml"/><Relationship Id="rId6" Type="http://schemas.openxmlformats.org/officeDocument/2006/relationships/oleObject" Target="../embeddings/oleObject31.bin"/><Relationship Id="rId11" Type="http://schemas.openxmlformats.org/officeDocument/2006/relationships/image" Target="../media/image37.emf"/><Relationship Id="rId5" Type="http://schemas.openxmlformats.org/officeDocument/2006/relationships/image" Target="../media/image34.emf"/><Relationship Id="rId15" Type="http://schemas.openxmlformats.org/officeDocument/2006/relationships/image" Target="../media/image39.emf"/><Relationship Id="rId10" Type="http://schemas.openxmlformats.org/officeDocument/2006/relationships/oleObject" Target="../embeddings/oleObject33.bin"/><Relationship Id="rId19" Type="http://schemas.openxmlformats.org/officeDocument/2006/relationships/image" Target="../media/image41.emf"/><Relationship Id="rId4" Type="http://schemas.openxmlformats.org/officeDocument/2006/relationships/oleObject" Target="../embeddings/oleObject30.bin"/><Relationship Id="rId9" Type="http://schemas.openxmlformats.org/officeDocument/2006/relationships/image" Target="../media/image36.emf"/><Relationship Id="rId14" Type="http://schemas.openxmlformats.org/officeDocument/2006/relationships/oleObject" Target="../embeddings/oleObject35.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41.bin"/><Relationship Id="rId13" Type="http://schemas.openxmlformats.org/officeDocument/2006/relationships/image" Target="../media/image48.emf"/><Relationship Id="rId18" Type="http://schemas.openxmlformats.org/officeDocument/2006/relationships/oleObject" Target="../embeddings/oleObject46.bin"/><Relationship Id="rId26" Type="http://schemas.openxmlformats.org/officeDocument/2006/relationships/oleObject" Target="../embeddings/oleObject50.bin"/><Relationship Id="rId3" Type="http://schemas.openxmlformats.org/officeDocument/2006/relationships/image" Target="../media/image43.emf"/><Relationship Id="rId21" Type="http://schemas.openxmlformats.org/officeDocument/2006/relationships/image" Target="../media/image52.emf"/><Relationship Id="rId7" Type="http://schemas.openxmlformats.org/officeDocument/2006/relationships/image" Target="../media/image45.emf"/><Relationship Id="rId12" Type="http://schemas.openxmlformats.org/officeDocument/2006/relationships/oleObject" Target="../embeddings/oleObject43.bin"/><Relationship Id="rId17" Type="http://schemas.openxmlformats.org/officeDocument/2006/relationships/image" Target="../media/image50.emf"/><Relationship Id="rId25" Type="http://schemas.openxmlformats.org/officeDocument/2006/relationships/image" Target="../media/image54.emf"/><Relationship Id="rId2" Type="http://schemas.openxmlformats.org/officeDocument/2006/relationships/oleObject" Target="../embeddings/oleObject38.bin"/><Relationship Id="rId16" Type="http://schemas.openxmlformats.org/officeDocument/2006/relationships/oleObject" Target="../embeddings/oleObject45.bin"/><Relationship Id="rId20" Type="http://schemas.openxmlformats.org/officeDocument/2006/relationships/oleObject" Target="../embeddings/oleObject47.bin"/><Relationship Id="rId1" Type="http://schemas.openxmlformats.org/officeDocument/2006/relationships/slideLayout" Target="../slideLayouts/slideLayout7.xml"/><Relationship Id="rId6" Type="http://schemas.openxmlformats.org/officeDocument/2006/relationships/oleObject" Target="../embeddings/oleObject40.bin"/><Relationship Id="rId11" Type="http://schemas.openxmlformats.org/officeDocument/2006/relationships/image" Target="../media/image47.emf"/><Relationship Id="rId24" Type="http://schemas.openxmlformats.org/officeDocument/2006/relationships/oleObject" Target="../embeddings/oleObject49.bin"/><Relationship Id="rId5" Type="http://schemas.openxmlformats.org/officeDocument/2006/relationships/image" Target="../media/image44.emf"/><Relationship Id="rId15" Type="http://schemas.openxmlformats.org/officeDocument/2006/relationships/image" Target="../media/image49.emf"/><Relationship Id="rId23" Type="http://schemas.openxmlformats.org/officeDocument/2006/relationships/image" Target="../media/image53.emf"/><Relationship Id="rId28" Type="http://schemas.openxmlformats.org/officeDocument/2006/relationships/image" Target="../media/image56.emf"/><Relationship Id="rId10" Type="http://schemas.openxmlformats.org/officeDocument/2006/relationships/oleObject" Target="../embeddings/oleObject42.bin"/><Relationship Id="rId19" Type="http://schemas.openxmlformats.org/officeDocument/2006/relationships/image" Target="../media/image51.emf"/><Relationship Id="rId4" Type="http://schemas.openxmlformats.org/officeDocument/2006/relationships/oleObject" Target="../embeddings/oleObject39.bin"/><Relationship Id="rId9" Type="http://schemas.openxmlformats.org/officeDocument/2006/relationships/image" Target="../media/image46.emf"/><Relationship Id="rId14" Type="http://schemas.openxmlformats.org/officeDocument/2006/relationships/oleObject" Target="../embeddings/oleObject44.bin"/><Relationship Id="rId22" Type="http://schemas.openxmlformats.org/officeDocument/2006/relationships/oleObject" Target="../embeddings/oleObject48.bin"/><Relationship Id="rId27" Type="http://schemas.openxmlformats.org/officeDocument/2006/relationships/image" Target="../media/image55.emf"/></Relationships>
</file>

<file path=ppt/slides/_rels/slide8.xml.rels><?xml version="1.0" encoding="UTF-8" standalone="yes"?>
<Relationships xmlns="http://schemas.openxmlformats.org/package/2006/relationships"><Relationship Id="rId8" Type="http://schemas.openxmlformats.org/officeDocument/2006/relationships/image" Target="../media/image60.emf"/><Relationship Id="rId13" Type="http://schemas.openxmlformats.org/officeDocument/2006/relationships/oleObject" Target="../embeddings/oleObject56.bin"/><Relationship Id="rId3" Type="http://schemas.openxmlformats.org/officeDocument/2006/relationships/image" Target="../media/image57.emf"/><Relationship Id="rId7" Type="http://schemas.openxmlformats.org/officeDocument/2006/relationships/oleObject" Target="../embeddings/oleObject53.bin"/><Relationship Id="rId12" Type="http://schemas.openxmlformats.org/officeDocument/2006/relationships/image" Target="../media/image62.emf"/><Relationship Id="rId2" Type="http://schemas.openxmlformats.org/officeDocument/2006/relationships/oleObject" Target="../embeddings/oleObject51.bin"/><Relationship Id="rId1" Type="http://schemas.openxmlformats.org/officeDocument/2006/relationships/slideLayout" Target="../slideLayouts/slideLayout7.xml"/><Relationship Id="rId6" Type="http://schemas.openxmlformats.org/officeDocument/2006/relationships/image" Target="../media/image59.emf"/><Relationship Id="rId11" Type="http://schemas.openxmlformats.org/officeDocument/2006/relationships/oleObject" Target="../embeddings/oleObject55.bin"/><Relationship Id="rId5" Type="http://schemas.openxmlformats.org/officeDocument/2006/relationships/oleObject" Target="../embeddings/oleObject52.bin"/><Relationship Id="rId10" Type="http://schemas.openxmlformats.org/officeDocument/2006/relationships/image" Target="../media/image61.emf"/><Relationship Id="rId4" Type="http://schemas.openxmlformats.org/officeDocument/2006/relationships/image" Target="../media/image58.emf"/><Relationship Id="rId9" Type="http://schemas.openxmlformats.org/officeDocument/2006/relationships/oleObject" Target="../embeddings/oleObject54.bin"/><Relationship Id="rId14" Type="http://schemas.openxmlformats.org/officeDocument/2006/relationships/image" Target="../media/image63.emf"/></Relationships>
</file>

<file path=ppt/slides/_rels/slide9.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image" Target="../media/image64.jpeg"/><Relationship Id="rId1" Type="http://schemas.openxmlformats.org/officeDocument/2006/relationships/slideLayout" Target="../slideLayouts/slideLayout7.xml"/><Relationship Id="rId4" Type="http://schemas.openxmlformats.org/officeDocument/2006/relationships/image" Target="../media/image66.e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60.bin"/><Relationship Id="rId13" Type="http://schemas.openxmlformats.org/officeDocument/2006/relationships/image" Target="../media/image72.emf"/><Relationship Id="rId18" Type="http://schemas.openxmlformats.org/officeDocument/2006/relationships/oleObject" Target="../embeddings/oleObject65.bin"/><Relationship Id="rId26" Type="http://schemas.openxmlformats.org/officeDocument/2006/relationships/oleObject" Target="../embeddings/oleObject69.bin"/><Relationship Id="rId39" Type="http://schemas.openxmlformats.org/officeDocument/2006/relationships/image" Target="../media/image85.emf"/><Relationship Id="rId3" Type="http://schemas.openxmlformats.org/officeDocument/2006/relationships/image" Target="../media/image67.emf"/><Relationship Id="rId21" Type="http://schemas.openxmlformats.org/officeDocument/2006/relationships/image" Target="../media/image76.emf"/><Relationship Id="rId34" Type="http://schemas.openxmlformats.org/officeDocument/2006/relationships/oleObject" Target="../embeddings/oleObject73.bin"/><Relationship Id="rId42" Type="http://schemas.openxmlformats.org/officeDocument/2006/relationships/oleObject" Target="../embeddings/oleObject77.bin"/><Relationship Id="rId7" Type="http://schemas.openxmlformats.org/officeDocument/2006/relationships/image" Target="../media/image69.emf"/><Relationship Id="rId12" Type="http://schemas.openxmlformats.org/officeDocument/2006/relationships/oleObject" Target="../embeddings/oleObject62.bin"/><Relationship Id="rId17" Type="http://schemas.openxmlformats.org/officeDocument/2006/relationships/image" Target="../media/image74.emf"/><Relationship Id="rId25" Type="http://schemas.openxmlformats.org/officeDocument/2006/relationships/image" Target="../media/image78.emf"/><Relationship Id="rId33" Type="http://schemas.openxmlformats.org/officeDocument/2006/relationships/image" Target="../media/image82.emf"/><Relationship Id="rId38" Type="http://schemas.openxmlformats.org/officeDocument/2006/relationships/oleObject" Target="../embeddings/oleObject75.bin"/><Relationship Id="rId2" Type="http://schemas.openxmlformats.org/officeDocument/2006/relationships/oleObject" Target="../embeddings/oleObject57.bin"/><Relationship Id="rId16" Type="http://schemas.openxmlformats.org/officeDocument/2006/relationships/oleObject" Target="../embeddings/oleObject64.bin"/><Relationship Id="rId20" Type="http://schemas.openxmlformats.org/officeDocument/2006/relationships/oleObject" Target="../embeddings/oleObject66.bin"/><Relationship Id="rId29" Type="http://schemas.openxmlformats.org/officeDocument/2006/relationships/image" Target="../media/image80.emf"/><Relationship Id="rId41" Type="http://schemas.openxmlformats.org/officeDocument/2006/relationships/image" Target="../media/image86.emf"/><Relationship Id="rId1" Type="http://schemas.openxmlformats.org/officeDocument/2006/relationships/slideLayout" Target="../slideLayouts/slideLayout7.xml"/><Relationship Id="rId6" Type="http://schemas.openxmlformats.org/officeDocument/2006/relationships/oleObject" Target="../embeddings/oleObject59.bin"/><Relationship Id="rId11" Type="http://schemas.openxmlformats.org/officeDocument/2006/relationships/image" Target="../media/image71.emf"/><Relationship Id="rId24" Type="http://schemas.openxmlformats.org/officeDocument/2006/relationships/oleObject" Target="../embeddings/oleObject68.bin"/><Relationship Id="rId32" Type="http://schemas.openxmlformats.org/officeDocument/2006/relationships/oleObject" Target="../embeddings/oleObject72.bin"/><Relationship Id="rId37" Type="http://schemas.openxmlformats.org/officeDocument/2006/relationships/image" Target="../media/image84.emf"/><Relationship Id="rId40" Type="http://schemas.openxmlformats.org/officeDocument/2006/relationships/oleObject" Target="../embeddings/oleObject76.bin"/><Relationship Id="rId5" Type="http://schemas.openxmlformats.org/officeDocument/2006/relationships/image" Target="../media/image68.emf"/><Relationship Id="rId15" Type="http://schemas.openxmlformats.org/officeDocument/2006/relationships/image" Target="../media/image73.emf"/><Relationship Id="rId23" Type="http://schemas.openxmlformats.org/officeDocument/2006/relationships/image" Target="../media/image77.wmf"/><Relationship Id="rId28" Type="http://schemas.openxmlformats.org/officeDocument/2006/relationships/oleObject" Target="../embeddings/oleObject70.bin"/><Relationship Id="rId36" Type="http://schemas.openxmlformats.org/officeDocument/2006/relationships/oleObject" Target="../embeddings/oleObject74.bin"/><Relationship Id="rId10" Type="http://schemas.openxmlformats.org/officeDocument/2006/relationships/oleObject" Target="../embeddings/oleObject61.bin"/><Relationship Id="rId19" Type="http://schemas.openxmlformats.org/officeDocument/2006/relationships/image" Target="../media/image75.emf"/><Relationship Id="rId31" Type="http://schemas.openxmlformats.org/officeDocument/2006/relationships/image" Target="../media/image81.wmf"/><Relationship Id="rId44" Type="http://schemas.openxmlformats.org/officeDocument/2006/relationships/image" Target="../media/image88.emf"/><Relationship Id="rId4" Type="http://schemas.openxmlformats.org/officeDocument/2006/relationships/oleObject" Target="../embeddings/oleObject58.bin"/><Relationship Id="rId9" Type="http://schemas.openxmlformats.org/officeDocument/2006/relationships/image" Target="../media/image70.emf"/><Relationship Id="rId14" Type="http://schemas.openxmlformats.org/officeDocument/2006/relationships/oleObject" Target="../embeddings/oleObject63.bin"/><Relationship Id="rId22" Type="http://schemas.openxmlformats.org/officeDocument/2006/relationships/oleObject" Target="../embeddings/oleObject67.bin"/><Relationship Id="rId27" Type="http://schemas.openxmlformats.org/officeDocument/2006/relationships/image" Target="../media/image79.wmf"/><Relationship Id="rId30" Type="http://schemas.openxmlformats.org/officeDocument/2006/relationships/oleObject" Target="../embeddings/oleObject71.bin"/><Relationship Id="rId35" Type="http://schemas.openxmlformats.org/officeDocument/2006/relationships/image" Target="../media/image83.wmf"/><Relationship Id="rId43" Type="http://schemas.openxmlformats.org/officeDocument/2006/relationships/image" Target="../media/image87.e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81.bin"/><Relationship Id="rId13" Type="http://schemas.openxmlformats.org/officeDocument/2006/relationships/image" Target="../media/image94.emf"/><Relationship Id="rId18" Type="http://schemas.openxmlformats.org/officeDocument/2006/relationships/oleObject" Target="../embeddings/oleObject86.bin"/><Relationship Id="rId26" Type="http://schemas.openxmlformats.org/officeDocument/2006/relationships/image" Target="../media/image101.emf"/><Relationship Id="rId3" Type="http://schemas.openxmlformats.org/officeDocument/2006/relationships/image" Target="../media/image89.emf"/><Relationship Id="rId21" Type="http://schemas.openxmlformats.org/officeDocument/2006/relationships/image" Target="../media/image98.emf"/><Relationship Id="rId7" Type="http://schemas.openxmlformats.org/officeDocument/2006/relationships/image" Target="../media/image91.emf"/><Relationship Id="rId12" Type="http://schemas.openxmlformats.org/officeDocument/2006/relationships/oleObject" Target="../embeddings/oleObject83.bin"/><Relationship Id="rId17" Type="http://schemas.openxmlformats.org/officeDocument/2006/relationships/image" Target="../media/image96.emf"/><Relationship Id="rId25" Type="http://schemas.openxmlformats.org/officeDocument/2006/relationships/image" Target="../media/image100.emf"/><Relationship Id="rId2" Type="http://schemas.openxmlformats.org/officeDocument/2006/relationships/oleObject" Target="../embeddings/oleObject78.bin"/><Relationship Id="rId16" Type="http://schemas.openxmlformats.org/officeDocument/2006/relationships/oleObject" Target="../embeddings/oleObject85.bin"/><Relationship Id="rId20" Type="http://schemas.openxmlformats.org/officeDocument/2006/relationships/oleObject" Target="../embeddings/oleObject87.bin"/><Relationship Id="rId1" Type="http://schemas.openxmlformats.org/officeDocument/2006/relationships/slideLayout" Target="../slideLayouts/slideLayout7.xml"/><Relationship Id="rId6" Type="http://schemas.openxmlformats.org/officeDocument/2006/relationships/oleObject" Target="../embeddings/oleObject80.bin"/><Relationship Id="rId11" Type="http://schemas.openxmlformats.org/officeDocument/2006/relationships/image" Target="../media/image93.emf"/><Relationship Id="rId24" Type="http://schemas.openxmlformats.org/officeDocument/2006/relationships/oleObject" Target="../embeddings/oleObject89.bin"/><Relationship Id="rId5" Type="http://schemas.openxmlformats.org/officeDocument/2006/relationships/image" Target="../media/image90.emf"/><Relationship Id="rId15" Type="http://schemas.openxmlformats.org/officeDocument/2006/relationships/image" Target="../media/image95.emf"/><Relationship Id="rId23" Type="http://schemas.openxmlformats.org/officeDocument/2006/relationships/image" Target="../media/image99.emf"/><Relationship Id="rId10" Type="http://schemas.openxmlformats.org/officeDocument/2006/relationships/oleObject" Target="../embeddings/oleObject82.bin"/><Relationship Id="rId19" Type="http://schemas.openxmlformats.org/officeDocument/2006/relationships/image" Target="../media/image97.emf"/><Relationship Id="rId4" Type="http://schemas.openxmlformats.org/officeDocument/2006/relationships/oleObject" Target="../embeddings/oleObject79.bin"/><Relationship Id="rId9" Type="http://schemas.openxmlformats.org/officeDocument/2006/relationships/image" Target="../media/image92.emf"/><Relationship Id="rId14" Type="http://schemas.openxmlformats.org/officeDocument/2006/relationships/oleObject" Target="../embeddings/oleObject84.bin"/><Relationship Id="rId22" Type="http://schemas.openxmlformats.org/officeDocument/2006/relationships/oleObject" Target="../embeddings/oleObject88.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93.bin"/><Relationship Id="rId13" Type="http://schemas.openxmlformats.org/officeDocument/2006/relationships/image" Target="../media/image107.emf"/><Relationship Id="rId3" Type="http://schemas.openxmlformats.org/officeDocument/2006/relationships/image" Target="../media/image102.emf"/><Relationship Id="rId7" Type="http://schemas.openxmlformats.org/officeDocument/2006/relationships/image" Target="../media/image104.emf"/><Relationship Id="rId12" Type="http://schemas.openxmlformats.org/officeDocument/2006/relationships/oleObject" Target="../embeddings/oleObject95.bin"/><Relationship Id="rId2" Type="http://schemas.openxmlformats.org/officeDocument/2006/relationships/oleObject" Target="../embeddings/oleObject90.bin"/><Relationship Id="rId1" Type="http://schemas.openxmlformats.org/officeDocument/2006/relationships/slideLayout" Target="../slideLayouts/slideLayout7.xml"/><Relationship Id="rId6" Type="http://schemas.openxmlformats.org/officeDocument/2006/relationships/oleObject" Target="../embeddings/oleObject92.bin"/><Relationship Id="rId11" Type="http://schemas.openxmlformats.org/officeDocument/2006/relationships/image" Target="../media/image106.emf"/><Relationship Id="rId5" Type="http://schemas.openxmlformats.org/officeDocument/2006/relationships/image" Target="../media/image103.emf"/><Relationship Id="rId10" Type="http://schemas.openxmlformats.org/officeDocument/2006/relationships/oleObject" Target="../embeddings/oleObject94.bin"/><Relationship Id="rId4" Type="http://schemas.openxmlformats.org/officeDocument/2006/relationships/oleObject" Target="../embeddings/oleObject91.bin"/><Relationship Id="rId9" Type="http://schemas.openxmlformats.org/officeDocument/2006/relationships/image" Target="../media/image105.emf"/><Relationship Id="rId14" Type="http://schemas.openxmlformats.org/officeDocument/2006/relationships/image" Target="../media/image108.e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99.bin"/><Relationship Id="rId13" Type="http://schemas.openxmlformats.org/officeDocument/2006/relationships/image" Target="../media/image114.emf"/><Relationship Id="rId18" Type="http://schemas.openxmlformats.org/officeDocument/2006/relationships/image" Target="../media/image117.emf"/><Relationship Id="rId26" Type="http://schemas.openxmlformats.org/officeDocument/2006/relationships/image" Target="../media/image121.emf"/><Relationship Id="rId3" Type="http://schemas.openxmlformats.org/officeDocument/2006/relationships/image" Target="../media/image109.emf"/><Relationship Id="rId21" Type="http://schemas.openxmlformats.org/officeDocument/2006/relationships/oleObject" Target="../embeddings/oleObject105.bin"/><Relationship Id="rId7" Type="http://schemas.openxmlformats.org/officeDocument/2006/relationships/image" Target="../media/image111.emf"/><Relationship Id="rId12" Type="http://schemas.openxmlformats.org/officeDocument/2006/relationships/oleObject" Target="../embeddings/oleObject101.bin"/><Relationship Id="rId17" Type="http://schemas.openxmlformats.org/officeDocument/2006/relationships/oleObject" Target="../embeddings/oleObject103.bin"/><Relationship Id="rId25" Type="http://schemas.openxmlformats.org/officeDocument/2006/relationships/oleObject" Target="../embeddings/oleObject107.bin"/><Relationship Id="rId2" Type="http://schemas.openxmlformats.org/officeDocument/2006/relationships/oleObject" Target="../embeddings/oleObject96.bin"/><Relationship Id="rId16" Type="http://schemas.openxmlformats.org/officeDocument/2006/relationships/image" Target="../media/image116.emf"/><Relationship Id="rId20" Type="http://schemas.openxmlformats.org/officeDocument/2006/relationships/image" Target="../media/image118.emf"/><Relationship Id="rId1" Type="http://schemas.openxmlformats.org/officeDocument/2006/relationships/slideLayout" Target="../slideLayouts/slideLayout7.xml"/><Relationship Id="rId6" Type="http://schemas.openxmlformats.org/officeDocument/2006/relationships/oleObject" Target="../embeddings/oleObject98.bin"/><Relationship Id="rId11" Type="http://schemas.openxmlformats.org/officeDocument/2006/relationships/image" Target="../media/image113.emf"/><Relationship Id="rId24" Type="http://schemas.openxmlformats.org/officeDocument/2006/relationships/image" Target="../media/image120.emf"/><Relationship Id="rId5" Type="http://schemas.openxmlformats.org/officeDocument/2006/relationships/image" Target="../media/image110.emf"/><Relationship Id="rId15" Type="http://schemas.openxmlformats.org/officeDocument/2006/relationships/image" Target="../media/image115.emf"/><Relationship Id="rId23" Type="http://schemas.openxmlformats.org/officeDocument/2006/relationships/oleObject" Target="../embeddings/oleObject106.bin"/><Relationship Id="rId28" Type="http://schemas.openxmlformats.org/officeDocument/2006/relationships/image" Target="../media/image122.emf"/><Relationship Id="rId10" Type="http://schemas.openxmlformats.org/officeDocument/2006/relationships/oleObject" Target="../embeddings/oleObject100.bin"/><Relationship Id="rId19" Type="http://schemas.openxmlformats.org/officeDocument/2006/relationships/oleObject" Target="../embeddings/oleObject104.bin"/><Relationship Id="rId4" Type="http://schemas.openxmlformats.org/officeDocument/2006/relationships/oleObject" Target="../embeddings/oleObject97.bin"/><Relationship Id="rId9" Type="http://schemas.openxmlformats.org/officeDocument/2006/relationships/image" Target="../media/image112.emf"/><Relationship Id="rId14" Type="http://schemas.openxmlformats.org/officeDocument/2006/relationships/oleObject" Target="../embeddings/oleObject102.bin"/><Relationship Id="rId22" Type="http://schemas.openxmlformats.org/officeDocument/2006/relationships/image" Target="../media/image119.emf"/><Relationship Id="rId27" Type="http://schemas.openxmlformats.org/officeDocument/2006/relationships/oleObject" Target="../embeddings/oleObject108.bin"/></Relationships>
</file>

<file path=ppt/slides/_rels/slide14.xml.rels><?xml version="1.0" encoding="UTF-8" standalone="yes"?>
<Relationships xmlns="http://schemas.openxmlformats.org/package/2006/relationships"><Relationship Id="rId3" Type="http://schemas.openxmlformats.org/officeDocument/2006/relationships/image" Target="../media/image123.emf"/><Relationship Id="rId7" Type="http://schemas.openxmlformats.org/officeDocument/2006/relationships/image" Target="../media/image125.emf"/><Relationship Id="rId2" Type="http://schemas.openxmlformats.org/officeDocument/2006/relationships/oleObject" Target="../embeddings/oleObject109.bin"/><Relationship Id="rId1" Type="http://schemas.openxmlformats.org/officeDocument/2006/relationships/slideLayout" Target="../slideLayouts/slideLayout7.xml"/><Relationship Id="rId6" Type="http://schemas.openxmlformats.org/officeDocument/2006/relationships/oleObject" Target="../embeddings/oleObject111.bin"/><Relationship Id="rId5" Type="http://schemas.openxmlformats.org/officeDocument/2006/relationships/image" Target="../media/image124.emf"/><Relationship Id="rId4" Type="http://schemas.openxmlformats.org/officeDocument/2006/relationships/oleObject" Target="../embeddings/oleObject110.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15.bin"/><Relationship Id="rId13" Type="http://schemas.openxmlformats.org/officeDocument/2006/relationships/image" Target="../media/image131.emf"/><Relationship Id="rId3" Type="http://schemas.openxmlformats.org/officeDocument/2006/relationships/image" Target="../media/image126.emf"/><Relationship Id="rId7" Type="http://schemas.openxmlformats.org/officeDocument/2006/relationships/image" Target="../media/image128.emf"/><Relationship Id="rId12" Type="http://schemas.openxmlformats.org/officeDocument/2006/relationships/oleObject" Target="../embeddings/oleObject117.bin"/><Relationship Id="rId2" Type="http://schemas.openxmlformats.org/officeDocument/2006/relationships/oleObject" Target="../embeddings/oleObject112.bin"/><Relationship Id="rId16" Type="http://schemas.openxmlformats.org/officeDocument/2006/relationships/image" Target="../media/image133.emf"/><Relationship Id="rId1" Type="http://schemas.openxmlformats.org/officeDocument/2006/relationships/slideLayout" Target="../slideLayouts/slideLayout7.xml"/><Relationship Id="rId6" Type="http://schemas.openxmlformats.org/officeDocument/2006/relationships/oleObject" Target="../embeddings/oleObject114.bin"/><Relationship Id="rId11" Type="http://schemas.openxmlformats.org/officeDocument/2006/relationships/image" Target="../media/image130.emf"/><Relationship Id="rId5" Type="http://schemas.openxmlformats.org/officeDocument/2006/relationships/image" Target="../media/image127.emf"/><Relationship Id="rId15" Type="http://schemas.openxmlformats.org/officeDocument/2006/relationships/image" Target="../media/image132.emf"/><Relationship Id="rId10" Type="http://schemas.openxmlformats.org/officeDocument/2006/relationships/oleObject" Target="../embeddings/oleObject116.bin"/><Relationship Id="rId4" Type="http://schemas.openxmlformats.org/officeDocument/2006/relationships/oleObject" Target="../embeddings/oleObject113.bin"/><Relationship Id="rId9" Type="http://schemas.openxmlformats.org/officeDocument/2006/relationships/image" Target="../media/image129.emf"/><Relationship Id="rId14" Type="http://schemas.openxmlformats.org/officeDocument/2006/relationships/oleObject" Target="../embeddings/oleObject118.bin"/></Relationships>
</file>

<file path=ppt/slides/_rels/slide16.xml.rels><?xml version="1.0" encoding="UTF-8" standalone="yes"?>
<Relationships xmlns="http://schemas.openxmlformats.org/package/2006/relationships"><Relationship Id="rId8" Type="http://schemas.openxmlformats.org/officeDocument/2006/relationships/image" Target="../media/image137.emf"/><Relationship Id="rId3" Type="http://schemas.openxmlformats.org/officeDocument/2006/relationships/image" Target="../media/image134.emf"/><Relationship Id="rId7" Type="http://schemas.openxmlformats.org/officeDocument/2006/relationships/image" Target="../media/image136.emf"/><Relationship Id="rId2" Type="http://schemas.openxmlformats.org/officeDocument/2006/relationships/oleObject" Target="../embeddings/oleObject119.bin"/><Relationship Id="rId1" Type="http://schemas.openxmlformats.org/officeDocument/2006/relationships/slideLayout" Target="../slideLayouts/slideLayout7.xml"/><Relationship Id="rId6" Type="http://schemas.openxmlformats.org/officeDocument/2006/relationships/oleObject" Target="../embeddings/oleObject121.bin"/><Relationship Id="rId5" Type="http://schemas.openxmlformats.org/officeDocument/2006/relationships/image" Target="../media/image135.emf"/><Relationship Id="rId4" Type="http://schemas.openxmlformats.org/officeDocument/2006/relationships/oleObject" Target="../embeddings/oleObject120.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25.bin"/><Relationship Id="rId13" Type="http://schemas.openxmlformats.org/officeDocument/2006/relationships/image" Target="../media/image144.jpeg"/><Relationship Id="rId3" Type="http://schemas.openxmlformats.org/officeDocument/2006/relationships/image" Target="../media/image138.emf"/><Relationship Id="rId7" Type="http://schemas.openxmlformats.org/officeDocument/2006/relationships/image" Target="../media/image140.emf"/><Relationship Id="rId12" Type="http://schemas.openxmlformats.org/officeDocument/2006/relationships/image" Target="../media/image143.jpeg"/><Relationship Id="rId2" Type="http://schemas.openxmlformats.org/officeDocument/2006/relationships/oleObject" Target="../embeddings/oleObject122.bin"/><Relationship Id="rId1" Type="http://schemas.openxmlformats.org/officeDocument/2006/relationships/slideLayout" Target="../slideLayouts/slideLayout7.xml"/><Relationship Id="rId6" Type="http://schemas.openxmlformats.org/officeDocument/2006/relationships/oleObject" Target="../embeddings/oleObject124.bin"/><Relationship Id="rId11" Type="http://schemas.openxmlformats.org/officeDocument/2006/relationships/image" Target="../media/image142.emf"/><Relationship Id="rId5" Type="http://schemas.openxmlformats.org/officeDocument/2006/relationships/image" Target="../media/image139.emf"/><Relationship Id="rId10" Type="http://schemas.openxmlformats.org/officeDocument/2006/relationships/oleObject" Target="../embeddings/oleObject126.bin"/><Relationship Id="rId4" Type="http://schemas.openxmlformats.org/officeDocument/2006/relationships/oleObject" Target="../embeddings/oleObject123.bin"/><Relationship Id="rId9" Type="http://schemas.openxmlformats.org/officeDocument/2006/relationships/image" Target="../media/image141.emf"/><Relationship Id="rId14" Type="http://schemas.openxmlformats.org/officeDocument/2006/relationships/image" Target="../media/image145.e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30.bin"/><Relationship Id="rId13" Type="http://schemas.openxmlformats.org/officeDocument/2006/relationships/image" Target="../media/image151.emf"/><Relationship Id="rId18" Type="http://schemas.openxmlformats.org/officeDocument/2006/relationships/oleObject" Target="../embeddings/oleObject135.bin"/><Relationship Id="rId3" Type="http://schemas.openxmlformats.org/officeDocument/2006/relationships/image" Target="../media/image146.emf"/><Relationship Id="rId7" Type="http://schemas.openxmlformats.org/officeDocument/2006/relationships/image" Target="../media/image148.emf"/><Relationship Id="rId12" Type="http://schemas.openxmlformats.org/officeDocument/2006/relationships/oleObject" Target="../embeddings/oleObject132.bin"/><Relationship Id="rId17" Type="http://schemas.openxmlformats.org/officeDocument/2006/relationships/image" Target="../media/image153.emf"/><Relationship Id="rId2" Type="http://schemas.openxmlformats.org/officeDocument/2006/relationships/oleObject" Target="../embeddings/oleObject127.bin"/><Relationship Id="rId16" Type="http://schemas.openxmlformats.org/officeDocument/2006/relationships/oleObject" Target="../embeddings/oleObject134.bin"/><Relationship Id="rId20" Type="http://schemas.openxmlformats.org/officeDocument/2006/relationships/image" Target="../media/image155.emf"/><Relationship Id="rId1" Type="http://schemas.openxmlformats.org/officeDocument/2006/relationships/slideLayout" Target="../slideLayouts/slideLayout7.xml"/><Relationship Id="rId6" Type="http://schemas.openxmlformats.org/officeDocument/2006/relationships/oleObject" Target="../embeddings/oleObject129.bin"/><Relationship Id="rId11" Type="http://schemas.openxmlformats.org/officeDocument/2006/relationships/image" Target="../media/image150.png"/><Relationship Id="rId5" Type="http://schemas.openxmlformats.org/officeDocument/2006/relationships/image" Target="../media/image147.emf"/><Relationship Id="rId15" Type="http://schemas.openxmlformats.org/officeDocument/2006/relationships/image" Target="../media/image152.emf"/><Relationship Id="rId10" Type="http://schemas.openxmlformats.org/officeDocument/2006/relationships/oleObject" Target="../embeddings/oleObject131.bin"/><Relationship Id="rId19" Type="http://schemas.openxmlformats.org/officeDocument/2006/relationships/image" Target="../media/image154.emf"/><Relationship Id="rId4" Type="http://schemas.openxmlformats.org/officeDocument/2006/relationships/oleObject" Target="../embeddings/oleObject128.bin"/><Relationship Id="rId9" Type="http://schemas.openxmlformats.org/officeDocument/2006/relationships/image" Target="../media/image149.emf"/><Relationship Id="rId14" Type="http://schemas.openxmlformats.org/officeDocument/2006/relationships/oleObject" Target="../embeddings/oleObject133.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39.bin"/><Relationship Id="rId13" Type="http://schemas.openxmlformats.org/officeDocument/2006/relationships/image" Target="../media/image161.emf"/><Relationship Id="rId3" Type="http://schemas.openxmlformats.org/officeDocument/2006/relationships/image" Target="../media/image156.emf"/><Relationship Id="rId7" Type="http://schemas.openxmlformats.org/officeDocument/2006/relationships/image" Target="../media/image158.emf"/><Relationship Id="rId12" Type="http://schemas.openxmlformats.org/officeDocument/2006/relationships/oleObject" Target="../embeddings/oleObject141.bin"/><Relationship Id="rId2" Type="http://schemas.openxmlformats.org/officeDocument/2006/relationships/oleObject" Target="../embeddings/oleObject136.bin"/><Relationship Id="rId1" Type="http://schemas.openxmlformats.org/officeDocument/2006/relationships/slideLayout" Target="../slideLayouts/slideLayout7.xml"/><Relationship Id="rId6" Type="http://schemas.openxmlformats.org/officeDocument/2006/relationships/oleObject" Target="../embeddings/oleObject138.bin"/><Relationship Id="rId11" Type="http://schemas.openxmlformats.org/officeDocument/2006/relationships/image" Target="../media/image160.emf"/><Relationship Id="rId5" Type="http://schemas.openxmlformats.org/officeDocument/2006/relationships/image" Target="../media/image157.emf"/><Relationship Id="rId10" Type="http://schemas.openxmlformats.org/officeDocument/2006/relationships/oleObject" Target="../embeddings/oleObject140.bin"/><Relationship Id="rId4" Type="http://schemas.openxmlformats.org/officeDocument/2006/relationships/oleObject" Target="../embeddings/oleObject137.bin"/><Relationship Id="rId9" Type="http://schemas.openxmlformats.org/officeDocument/2006/relationships/image" Target="../media/image159.emf"/><Relationship Id="rId14" Type="http://schemas.openxmlformats.org/officeDocument/2006/relationships/image" Target="../media/image162.emf"/></Relationships>
</file>

<file path=ppt/slides/_rels/slide20.xml.rels><?xml version="1.0" encoding="UTF-8" standalone="yes"?>
<Relationships xmlns="http://schemas.openxmlformats.org/package/2006/relationships"><Relationship Id="rId8" Type="http://schemas.openxmlformats.org/officeDocument/2006/relationships/image" Target="../media/image166.emf"/><Relationship Id="rId13" Type="http://schemas.openxmlformats.org/officeDocument/2006/relationships/oleObject" Target="../embeddings/oleObject147.bin"/><Relationship Id="rId18" Type="http://schemas.openxmlformats.org/officeDocument/2006/relationships/image" Target="../media/image171.emf"/><Relationship Id="rId3" Type="http://schemas.openxmlformats.org/officeDocument/2006/relationships/oleObject" Target="../embeddings/oleObject142.bin"/><Relationship Id="rId7" Type="http://schemas.openxmlformats.org/officeDocument/2006/relationships/oleObject" Target="../embeddings/oleObject144.bin"/><Relationship Id="rId12" Type="http://schemas.openxmlformats.org/officeDocument/2006/relationships/image" Target="../media/image168.emf"/><Relationship Id="rId17" Type="http://schemas.openxmlformats.org/officeDocument/2006/relationships/oleObject" Target="../embeddings/oleObject149.bin"/><Relationship Id="rId2" Type="http://schemas.openxmlformats.org/officeDocument/2006/relationships/image" Target="../media/image163.jpeg"/><Relationship Id="rId16" Type="http://schemas.openxmlformats.org/officeDocument/2006/relationships/image" Target="../media/image170.emf"/><Relationship Id="rId1" Type="http://schemas.openxmlformats.org/officeDocument/2006/relationships/slideLayout" Target="../slideLayouts/slideLayout7.xml"/><Relationship Id="rId6" Type="http://schemas.openxmlformats.org/officeDocument/2006/relationships/image" Target="../media/image165.emf"/><Relationship Id="rId11" Type="http://schemas.openxmlformats.org/officeDocument/2006/relationships/oleObject" Target="../embeddings/oleObject146.bin"/><Relationship Id="rId5" Type="http://schemas.openxmlformats.org/officeDocument/2006/relationships/oleObject" Target="../embeddings/oleObject143.bin"/><Relationship Id="rId15" Type="http://schemas.openxmlformats.org/officeDocument/2006/relationships/oleObject" Target="../embeddings/oleObject148.bin"/><Relationship Id="rId10" Type="http://schemas.openxmlformats.org/officeDocument/2006/relationships/image" Target="../media/image167.emf"/><Relationship Id="rId4" Type="http://schemas.openxmlformats.org/officeDocument/2006/relationships/image" Target="../media/image164.emf"/><Relationship Id="rId9" Type="http://schemas.openxmlformats.org/officeDocument/2006/relationships/oleObject" Target="../embeddings/oleObject145.bin"/><Relationship Id="rId14" Type="http://schemas.openxmlformats.org/officeDocument/2006/relationships/image" Target="../media/image169.e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53.bin"/><Relationship Id="rId13" Type="http://schemas.openxmlformats.org/officeDocument/2006/relationships/image" Target="../media/image177.emf"/><Relationship Id="rId3" Type="http://schemas.openxmlformats.org/officeDocument/2006/relationships/image" Target="../media/image172.emf"/><Relationship Id="rId7" Type="http://schemas.openxmlformats.org/officeDocument/2006/relationships/image" Target="../media/image174.emf"/><Relationship Id="rId12" Type="http://schemas.openxmlformats.org/officeDocument/2006/relationships/oleObject" Target="../embeddings/oleObject155.bin"/><Relationship Id="rId2" Type="http://schemas.openxmlformats.org/officeDocument/2006/relationships/oleObject" Target="../embeddings/oleObject150.bin"/><Relationship Id="rId1" Type="http://schemas.openxmlformats.org/officeDocument/2006/relationships/slideLayout" Target="../slideLayouts/slideLayout7.xml"/><Relationship Id="rId6" Type="http://schemas.openxmlformats.org/officeDocument/2006/relationships/oleObject" Target="../embeddings/oleObject152.bin"/><Relationship Id="rId11" Type="http://schemas.openxmlformats.org/officeDocument/2006/relationships/image" Target="../media/image176.emf"/><Relationship Id="rId5" Type="http://schemas.openxmlformats.org/officeDocument/2006/relationships/image" Target="../media/image173.emf"/><Relationship Id="rId15" Type="http://schemas.openxmlformats.org/officeDocument/2006/relationships/image" Target="../media/image178.emf"/><Relationship Id="rId10" Type="http://schemas.openxmlformats.org/officeDocument/2006/relationships/oleObject" Target="../embeddings/oleObject154.bin"/><Relationship Id="rId4" Type="http://schemas.openxmlformats.org/officeDocument/2006/relationships/oleObject" Target="../embeddings/oleObject151.bin"/><Relationship Id="rId9" Type="http://schemas.openxmlformats.org/officeDocument/2006/relationships/image" Target="../media/image175.emf"/><Relationship Id="rId14" Type="http://schemas.openxmlformats.org/officeDocument/2006/relationships/oleObject" Target="../embeddings/oleObject156.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60.bin"/><Relationship Id="rId3" Type="http://schemas.openxmlformats.org/officeDocument/2006/relationships/image" Target="../media/image179.emf"/><Relationship Id="rId7" Type="http://schemas.openxmlformats.org/officeDocument/2006/relationships/image" Target="../media/image181.emf"/><Relationship Id="rId2" Type="http://schemas.openxmlformats.org/officeDocument/2006/relationships/oleObject" Target="../embeddings/oleObject157.bin"/><Relationship Id="rId1" Type="http://schemas.openxmlformats.org/officeDocument/2006/relationships/slideLayout" Target="../slideLayouts/slideLayout7.xml"/><Relationship Id="rId6" Type="http://schemas.openxmlformats.org/officeDocument/2006/relationships/oleObject" Target="../embeddings/oleObject159.bin"/><Relationship Id="rId11" Type="http://schemas.openxmlformats.org/officeDocument/2006/relationships/image" Target="../media/image183.emf"/><Relationship Id="rId5" Type="http://schemas.openxmlformats.org/officeDocument/2006/relationships/image" Target="../media/image180.emf"/><Relationship Id="rId10" Type="http://schemas.openxmlformats.org/officeDocument/2006/relationships/oleObject" Target="../embeddings/oleObject161.bin"/><Relationship Id="rId4" Type="http://schemas.openxmlformats.org/officeDocument/2006/relationships/oleObject" Target="../embeddings/oleObject158.bin"/><Relationship Id="rId9" Type="http://schemas.openxmlformats.org/officeDocument/2006/relationships/image" Target="../media/image18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91">
            <a:extLst>
              <a:ext uri="{FF2B5EF4-FFF2-40B4-BE49-F238E27FC236}">
                <a16:creationId xmlns:a16="http://schemas.microsoft.com/office/drawing/2014/main" id="{37EEE1FA-3EDC-5719-2DDF-790D5481C6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285288" cy="692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23557" name="Text Box 293">
            <a:extLst>
              <a:ext uri="{FF2B5EF4-FFF2-40B4-BE49-F238E27FC236}">
                <a16:creationId xmlns:a16="http://schemas.microsoft.com/office/drawing/2014/main" id="{7AE3681B-1623-1EC7-905F-24DCDA637802}"/>
              </a:ext>
            </a:extLst>
          </p:cNvPr>
          <p:cNvSpPr txBox="1">
            <a:spLocks noChangeArrowheads="1"/>
          </p:cNvSpPr>
          <p:nvPr/>
        </p:nvSpPr>
        <p:spPr bwMode="auto">
          <a:xfrm>
            <a:off x="228600" y="1176338"/>
            <a:ext cx="8686800" cy="914400"/>
          </a:xfrm>
          <a:prstGeom prst="rect">
            <a:avLst/>
          </a:prstGeom>
          <a:noFill/>
          <a:ln w="9525">
            <a:noFill/>
            <a:miter lim="800000"/>
            <a:headEnd/>
            <a:tailEnd/>
          </a:ln>
          <a:effectLst/>
        </p:spPr>
        <p:txBody>
          <a:bodyPr>
            <a:spAutoFit/>
          </a:bodyPr>
          <a:lstStyle/>
          <a:p>
            <a:pPr eaLnBrk="1" hangingPunct="1">
              <a:lnSpc>
                <a:spcPct val="75000"/>
              </a:lnSpc>
              <a:buClrTx/>
              <a:buFontTx/>
              <a:buNone/>
              <a:defRPr/>
            </a:pPr>
            <a:r>
              <a:rPr kumimoji="1" lang="en-US" altLang="zh-CN" sz="7200">
                <a:solidFill>
                  <a:srgbClr val="FF66CC"/>
                </a:solidFill>
                <a:effectLst>
                  <a:outerShdw blurRad="38100" dist="38100" dir="2700000" algn="tl">
                    <a:srgbClr val="000000"/>
                  </a:outerShdw>
                </a:effectLst>
                <a:latin typeface="华文新魏" pitchFamily="2" charset="-122"/>
                <a:ea typeface="华文新魏" pitchFamily="2" charset="-122"/>
              </a:rPr>
              <a:t>University Physics</a:t>
            </a:r>
          </a:p>
        </p:txBody>
      </p:sp>
      <p:sp>
        <p:nvSpPr>
          <p:cNvPr id="5" name="Text Box 276">
            <a:extLst>
              <a:ext uri="{FF2B5EF4-FFF2-40B4-BE49-F238E27FC236}">
                <a16:creationId xmlns:a16="http://schemas.microsoft.com/office/drawing/2014/main" id="{2CE53A0A-FF19-88BF-2809-48B8CB8C3230}"/>
              </a:ext>
            </a:extLst>
          </p:cNvPr>
          <p:cNvSpPr txBox="1">
            <a:spLocks noChangeArrowheads="1"/>
          </p:cNvSpPr>
          <p:nvPr/>
        </p:nvSpPr>
        <p:spPr bwMode="auto">
          <a:xfrm>
            <a:off x="1295400" y="3549650"/>
            <a:ext cx="6705600" cy="2378075"/>
          </a:xfrm>
          <a:prstGeom prst="rect">
            <a:avLst/>
          </a:prstGeom>
          <a:noFill/>
          <a:ln w="9525">
            <a:noFill/>
            <a:miter lim="800000"/>
            <a:headEnd/>
            <a:tailEnd/>
          </a:ln>
          <a:effectLst/>
        </p:spPr>
        <p:txBody>
          <a:bodyPr>
            <a:spAutoFit/>
          </a:bodyPr>
          <a:lstStyle/>
          <a:p>
            <a:pPr eaLnBrk="1" hangingPunct="1">
              <a:lnSpc>
                <a:spcPct val="75000"/>
              </a:lnSpc>
              <a:buClrTx/>
              <a:buFontTx/>
              <a:buNone/>
              <a:defRPr/>
            </a:pPr>
            <a:r>
              <a:rPr kumimoji="1" lang="en-US" altLang="zh-CN" sz="3800" dirty="0">
                <a:solidFill>
                  <a:srgbClr val="FFFF00"/>
                </a:solidFill>
                <a:effectLst>
                  <a:outerShdw blurRad="38100" dist="38100" dir="2700000" algn="tl">
                    <a:srgbClr val="000000"/>
                  </a:outerShdw>
                </a:effectLst>
                <a:latin typeface="Arial" pitchFamily="34" charset="0"/>
                <a:ea typeface="宋体" pitchFamily="2" charset="-122"/>
              </a:rPr>
              <a:t>Xi’an  </a:t>
            </a:r>
            <a:r>
              <a:rPr kumimoji="1" lang="en-US" altLang="zh-CN" sz="3800" dirty="0" err="1">
                <a:solidFill>
                  <a:srgbClr val="FFFF00"/>
                </a:solidFill>
                <a:effectLst>
                  <a:outerShdw blurRad="38100" dist="38100" dir="2700000" algn="tl">
                    <a:srgbClr val="000000"/>
                  </a:outerShdw>
                </a:effectLst>
                <a:latin typeface="Arial" pitchFamily="34" charset="0"/>
                <a:ea typeface="宋体" pitchFamily="2" charset="-122"/>
              </a:rPr>
              <a:t>Jiaotong</a:t>
            </a:r>
            <a:r>
              <a:rPr kumimoji="1" lang="en-US" altLang="zh-CN" sz="3800" dirty="0">
                <a:solidFill>
                  <a:srgbClr val="FFFF00"/>
                </a:solidFill>
                <a:effectLst>
                  <a:outerShdw blurRad="38100" dist="38100" dir="2700000" algn="tl">
                    <a:srgbClr val="000000"/>
                  </a:outerShdw>
                </a:effectLst>
                <a:latin typeface="Arial" pitchFamily="34" charset="0"/>
                <a:ea typeface="宋体" pitchFamily="2" charset="-122"/>
              </a:rPr>
              <a:t>  University</a:t>
            </a:r>
          </a:p>
          <a:p>
            <a:pPr eaLnBrk="1" hangingPunct="1">
              <a:lnSpc>
                <a:spcPct val="75000"/>
              </a:lnSpc>
              <a:buClrTx/>
              <a:buFontTx/>
              <a:buNone/>
              <a:defRPr/>
            </a:pPr>
            <a:endParaRPr kumimoji="1" lang="en-US" altLang="zh-CN" sz="2800" dirty="0">
              <a:solidFill>
                <a:srgbClr val="FFFF00"/>
              </a:solidFill>
              <a:effectLst>
                <a:outerShdw blurRad="38100" dist="38100" dir="2700000" algn="tl">
                  <a:srgbClr val="000000"/>
                </a:outerShdw>
              </a:effectLst>
              <a:latin typeface="Times New Roman" pitchFamily="18" charset="0"/>
              <a:ea typeface="华文仿宋" pitchFamily="2" charset="-122"/>
            </a:endParaRPr>
          </a:p>
          <a:p>
            <a:pPr eaLnBrk="1" hangingPunct="1">
              <a:lnSpc>
                <a:spcPct val="130000"/>
              </a:lnSpc>
              <a:buClrTx/>
              <a:buFontTx/>
              <a:buNone/>
              <a:defRPr/>
            </a:pPr>
            <a:r>
              <a:rPr kumimoji="1" lang="en-US" altLang="zh-CN" sz="3000" dirty="0">
                <a:solidFill>
                  <a:srgbClr val="FFFF00"/>
                </a:solidFill>
                <a:effectLst>
                  <a:outerShdw blurRad="38100" dist="38100" dir="2700000" algn="tl">
                    <a:srgbClr val="000000"/>
                  </a:outerShdw>
                </a:effectLst>
                <a:latin typeface="Arial" pitchFamily="34" charset="0"/>
                <a:ea typeface="楷体_GB2312" pitchFamily="49" charset="-122"/>
              </a:rPr>
              <a:t>Zhao </a:t>
            </a:r>
            <a:r>
              <a:rPr kumimoji="1" lang="en-US" altLang="zh-CN" sz="3000" dirty="0" err="1">
                <a:solidFill>
                  <a:srgbClr val="FFFF00"/>
                </a:solidFill>
                <a:effectLst>
                  <a:outerShdw blurRad="38100" dist="38100" dir="2700000" algn="tl">
                    <a:srgbClr val="000000"/>
                  </a:outerShdw>
                </a:effectLst>
                <a:latin typeface="Arial" pitchFamily="34" charset="0"/>
                <a:ea typeface="楷体_GB2312" pitchFamily="49" charset="-122"/>
              </a:rPr>
              <a:t>ShuMin</a:t>
            </a:r>
            <a:endParaRPr kumimoji="1" lang="en-US" altLang="zh-CN" sz="3000" dirty="0">
              <a:solidFill>
                <a:srgbClr val="FFFF00"/>
              </a:solidFill>
              <a:effectLst>
                <a:outerShdw blurRad="38100" dist="38100" dir="2700000" algn="tl">
                  <a:srgbClr val="000000"/>
                </a:outerShdw>
              </a:effectLst>
              <a:latin typeface="Arial" pitchFamily="34" charset="0"/>
              <a:ea typeface="楷体_GB2312" pitchFamily="49" charset="-122"/>
            </a:endParaRPr>
          </a:p>
          <a:p>
            <a:pPr eaLnBrk="1" hangingPunct="1">
              <a:lnSpc>
                <a:spcPct val="130000"/>
              </a:lnSpc>
              <a:buClrTx/>
              <a:buFontTx/>
              <a:buNone/>
              <a:defRPr/>
            </a:pPr>
            <a:endParaRPr kumimoji="1" lang="en-US" altLang="zh-CN" sz="3000" dirty="0">
              <a:solidFill>
                <a:srgbClr val="FFFF00"/>
              </a:solidFill>
              <a:effectLst>
                <a:outerShdw blurRad="38100" dist="38100" dir="2700000" algn="tl">
                  <a:srgbClr val="000000"/>
                </a:outerShdw>
              </a:effectLst>
              <a:latin typeface="Arial" pitchFamily="34" charset="0"/>
              <a:ea typeface="楷体_GB2312" pitchFamily="49" charset="-122"/>
            </a:endParaRPr>
          </a:p>
          <a:p>
            <a:pPr eaLnBrk="1" hangingPunct="1">
              <a:lnSpc>
                <a:spcPct val="75000"/>
              </a:lnSpc>
              <a:buClrTx/>
              <a:buFontTx/>
              <a:buNone/>
              <a:defRPr/>
            </a:pPr>
            <a:endParaRPr kumimoji="1" lang="en-US" altLang="zh-CN" sz="2800" dirty="0">
              <a:solidFill>
                <a:srgbClr val="FFFF00"/>
              </a:solidFill>
              <a:effectLst>
                <a:outerShdw blurRad="38100" dist="38100" dir="2700000" algn="tl">
                  <a:srgbClr val="000000"/>
                </a:outerShdw>
              </a:effectLst>
              <a:latin typeface="Arial" pitchFamily="34" charset="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42" fill="hold" nodeType="afterEffect">
                                  <p:stCondLst>
                                    <p:cond delay="20000"/>
                                  </p:stCondLst>
                                  <p:iterate type="lt">
                                    <p:tmPct val="100000"/>
                                  </p:iterate>
                                  <p:childTnLst>
                                    <p:set>
                                      <p:cBhvr>
                                        <p:cTn id="6" dur="1" fill="hold">
                                          <p:stCondLst>
                                            <p:cond delay="0"/>
                                          </p:stCondLst>
                                        </p:cTn>
                                        <p:tgtEl>
                                          <p:spTgt spid="523557"/>
                                        </p:tgtEl>
                                        <p:attrNameLst>
                                          <p:attrName>style.visibility</p:attrName>
                                        </p:attrNameLst>
                                      </p:cBhvr>
                                      <p:to>
                                        <p:strVal val="visible"/>
                                      </p:to>
                                    </p:set>
                                    <p:animEffect transition="in" filter="barn(outHorizontal)">
                                      <p:cBhvr>
                                        <p:cTn id="7" dur="75"/>
                                        <p:tgtEl>
                                          <p:spTgt spid="523557"/>
                                        </p:tgtEl>
                                      </p:cBhvr>
                                    </p:animEffect>
                                  </p:childTnLst>
                                </p:cTn>
                              </p:par>
                            </p:childTnLst>
                          </p:cTn>
                        </p:par>
                        <p:par>
                          <p:cTn id="8" fill="hold" nodeType="afterGroup">
                            <p:stCondLst>
                              <p:cond delay="21275"/>
                            </p:stCondLst>
                            <p:childTnLst>
                              <p:par>
                                <p:cTn id="9" presetID="16" presetClass="entr" presetSubtype="42" fill="hold" nodeType="afterEffect">
                                  <p:stCondLst>
                                    <p:cond delay="20000"/>
                                  </p:stCondLst>
                                  <p:iterate type="lt">
                                    <p:tmPct val="100000"/>
                                  </p:iterate>
                                  <p:childTnLst>
                                    <p:set>
                                      <p:cBhvr>
                                        <p:cTn id="10" dur="1" fill="hold">
                                          <p:stCondLst>
                                            <p:cond delay="0"/>
                                          </p:stCondLst>
                                        </p:cTn>
                                        <p:tgtEl>
                                          <p:spTgt spid="5"/>
                                        </p:tgtEl>
                                        <p:attrNameLst>
                                          <p:attrName>style.visibility</p:attrName>
                                        </p:attrNameLst>
                                      </p:cBhvr>
                                      <p:to>
                                        <p:strVal val="visible"/>
                                      </p:to>
                                    </p:set>
                                    <p:animEffect transition="in" filter="barn(outHorizontal)">
                                      <p:cBhvr>
                                        <p:cTn id="11" dur="75"/>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557" grpId="0" autoUpdateAnimBg="0"/>
      <p:bldP spid="5"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5291" name="Text Box 11">
            <a:extLst>
              <a:ext uri="{FF2B5EF4-FFF2-40B4-BE49-F238E27FC236}">
                <a16:creationId xmlns:a16="http://schemas.microsoft.com/office/drawing/2014/main" id="{C9E3EC4F-33B3-E4C5-C57E-D5E6EAD7DDF6}"/>
              </a:ext>
            </a:extLst>
          </p:cNvPr>
          <p:cNvSpPr txBox="1">
            <a:spLocks noChangeArrowheads="1"/>
          </p:cNvSpPr>
          <p:nvPr/>
        </p:nvSpPr>
        <p:spPr bwMode="auto">
          <a:xfrm>
            <a:off x="228600" y="655638"/>
            <a:ext cx="4292600" cy="493148"/>
          </a:xfrm>
          <a:prstGeom prst="rect">
            <a:avLst/>
          </a:prstGeom>
          <a:noFill/>
          <a:ln w="9525" algn="ctr">
            <a:noFill/>
            <a:miter lim="800000"/>
            <a:headEnd/>
            <a:tailEnd/>
          </a:ln>
          <a:effectLst/>
        </p:spPr>
        <p:txBody>
          <a:bodyPr>
            <a:spAutoFit/>
          </a:bodyPr>
          <a:lstStyle/>
          <a:p>
            <a:pPr marL="457200" indent="-457200" algn="l">
              <a:spcBef>
                <a:spcPct val="50000"/>
              </a:spcBef>
              <a:buFont typeface="Monotype Sorts" pitchFamily="2" charset="2"/>
              <a:buNone/>
              <a:defRPr/>
            </a:pPr>
            <a:r>
              <a:rPr lang="zh-CN" altLang="en-US" dirty="0">
                <a:solidFill>
                  <a:srgbClr val="66FFFF"/>
                </a:solidFill>
                <a:effectLst>
                  <a:outerShdw blurRad="38100" dist="38100" dir="2700000" algn="tl">
                    <a:srgbClr val="000000"/>
                  </a:outerShdw>
                </a:effectLst>
                <a:latin typeface="Times New Roman" pitchFamily="18" charset="0"/>
                <a:ea typeface="宋体" pitchFamily="2" charset="-122"/>
              </a:rPr>
              <a:t>刚体绕定轴转动的功和能</a:t>
            </a:r>
          </a:p>
        </p:txBody>
      </p:sp>
      <p:sp>
        <p:nvSpPr>
          <p:cNvPr id="865292" name="Text Box 12">
            <a:extLst>
              <a:ext uri="{FF2B5EF4-FFF2-40B4-BE49-F238E27FC236}">
                <a16:creationId xmlns:a16="http://schemas.microsoft.com/office/drawing/2014/main" id="{60BDB839-FB7C-AFF6-1BBD-319D96CE2BA6}"/>
              </a:ext>
            </a:extLst>
          </p:cNvPr>
          <p:cNvSpPr txBox="1">
            <a:spLocks noChangeArrowheads="1"/>
          </p:cNvSpPr>
          <p:nvPr/>
        </p:nvSpPr>
        <p:spPr bwMode="auto">
          <a:xfrm>
            <a:off x="546100" y="1290638"/>
            <a:ext cx="3213100" cy="483915"/>
          </a:xfrm>
          <a:prstGeom prst="rect">
            <a:avLst/>
          </a:prstGeom>
          <a:noFill/>
          <a:ln w="9525" algn="ctr">
            <a:noFill/>
            <a:miter lim="800000"/>
            <a:headEnd/>
            <a:tailEnd/>
          </a:ln>
          <a:effectLst/>
        </p:spPr>
        <p:txBody>
          <a:bodyPr>
            <a:spAutoFit/>
          </a:bodyPr>
          <a:lstStyle/>
          <a:p>
            <a:pPr marL="457200" indent="-457200" algn="l">
              <a:lnSpc>
                <a:spcPct val="115000"/>
              </a:lnSpc>
              <a:buFont typeface="Monotype Sorts" pitchFamily="2" charset="2"/>
              <a:buNone/>
              <a:defRPr/>
            </a:pPr>
            <a:r>
              <a:rPr lang="en-US" altLang="zh-CN" dirty="0">
                <a:effectLst>
                  <a:outerShdw blurRad="38100" dist="38100" dir="2700000" algn="tl">
                    <a:srgbClr val="000000"/>
                  </a:outerShdw>
                </a:effectLst>
                <a:latin typeface="Times New Roman" pitchFamily="18" charset="0"/>
              </a:rPr>
              <a:t>(1) </a:t>
            </a:r>
            <a:r>
              <a:rPr lang="zh-CN" altLang="en-US" dirty="0">
                <a:effectLst>
                  <a:outerShdw blurRad="38100" dist="38100" dir="2700000" algn="tl">
                    <a:srgbClr val="000000"/>
                  </a:outerShdw>
                </a:effectLst>
                <a:latin typeface="Times New Roman" pitchFamily="18" charset="0"/>
              </a:rPr>
              <a:t>刚体转动动能</a:t>
            </a:r>
          </a:p>
        </p:txBody>
      </p:sp>
      <p:graphicFrame>
        <p:nvGraphicFramePr>
          <p:cNvPr id="865293" name="Object 13">
            <a:extLst>
              <a:ext uri="{FF2B5EF4-FFF2-40B4-BE49-F238E27FC236}">
                <a16:creationId xmlns:a16="http://schemas.microsoft.com/office/drawing/2014/main" id="{60FF078C-E311-05D2-8783-F732948C40F1}"/>
              </a:ext>
            </a:extLst>
          </p:cNvPr>
          <p:cNvGraphicFramePr>
            <a:graphicFrameLocks noChangeAspect="1"/>
          </p:cNvGraphicFramePr>
          <p:nvPr>
            <p:extLst>
              <p:ext uri="{D42A27DB-BD31-4B8C-83A1-F6EECF244321}">
                <p14:modId xmlns:p14="http://schemas.microsoft.com/office/powerpoint/2010/main" val="3097304223"/>
              </p:ext>
            </p:extLst>
          </p:nvPr>
        </p:nvGraphicFramePr>
        <p:xfrm>
          <a:off x="3563938" y="1171575"/>
          <a:ext cx="1371600" cy="723900"/>
        </p:xfrm>
        <a:graphic>
          <a:graphicData uri="http://schemas.openxmlformats.org/presentationml/2006/ole">
            <mc:AlternateContent xmlns:mc="http://schemas.openxmlformats.org/markup-compatibility/2006">
              <mc:Choice xmlns:v="urn:schemas-microsoft-com:vml" Requires="v">
                <p:oleObj name="公式" r:id="rId2" imgW="1371600" imgH="723600" progId="Equation.3">
                  <p:embed/>
                </p:oleObj>
              </mc:Choice>
              <mc:Fallback>
                <p:oleObj name="公式" r:id="rId2" imgW="1371600" imgH="723600" progId="Equation.3">
                  <p:embed/>
                  <p:pic>
                    <p:nvPicPr>
                      <p:cNvPr id="0"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3938" y="1171575"/>
                        <a:ext cx="1371600" cy="72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65294" name="Text Box 14">
            <a:extLst>
              <a:ext uri="{FF2B5EF4-FFF2-40B4-BE49-F238E27FC236}">
                <a16:creationId xmlns:a16="http://schemas.microsoft.com/office/drawing/2014/main" id="{DA0D7C78-F98F-59C4-55B9-8AC2605654D4}"/>
              </a:ext>
            </a:extLst>
          </p:cNvPr>
          <p:cNvSpPr txBox="1">
            <a:spLocks noChangeArrowheads="1"/>
          </p:cNvSpPr>
          <p:nvPr/>
        </p:nvSpPr>
        <p:spPr bwMode="auto">
          <a:xfrm>
            <a:off x="635000" y="1862138"/>
            <a:ext cx="2362200" cy="497765"/>
          </a:xfrm>
          <a:prstGeom prst="rect">
            <a:avLst/>
          </a:prstGeom>
          <a:noFill/>
          <a:ln w="9525" algn="ctr">
            <a:noFill/>
            <a:miter lim="800000"/>
            <a:headEnd/>
            <a:tailEnd/>
          </a:ln>
          <a:effectLst/>
        </p:spPr>
        <p:txBody>
          <a:bodyPr>
            <a:spAutoFit/>
          </a:bodyPr>
          <a:lstStyle/>
          <a:p>
            <a:pPr marL="457200" indent="-457200" algn="l">
              <a:spcBef>
                <a:spcPct val="50000"/>
              </a:spcBef>
              <a:buFont typeface="Monotype Sorts" pitchFamily="2" charset="2"/>
              <a:buNone/>
              <a:defRPr/>
            </a:pPr>
            <a:r>
              <a:rPr lang="en-US" altLang="zh-CN" dirty="0">
                <a:effectLst>
                  <a:outerShdw blurRad="38100" dist="38100" dir="2700000" algn="tl">
                    <a:srgbClr val="000000"/>
                  </a:outerShdw>
                </a:effectLst>
                <a:latin typeface="Times New Roman" pitchFamily="18" charset="0"/>
              </a:rPr>
              <a:t>(2) </a:t>
            </a:r>
            <a:r>
              <a:rPr lang="zh-CN" altLang="en-US" dirty="0">
                <a:effectLst>
                  <a:outerShdw blurRad="38100" dist="38100" dir="2700000" algn="tl">
                    <a:srgbClr val="000000"/>
                  </a:outerShdw>
                </a:effectLst>
                <a:latin typeface="Times New Roman" pitchFamily="18" charset="0"/>
              </a:rPr>
              <a:t>力矩的功</a:t>
            </a:r>
          </a:p>
        </p:txBody>
      </p:sp>
      <p:graphicFrame>
        <p:nvGraphicFramePr>
          <p:cNvPr id="865295" name="Object 15">
            <a:extLst>
              <a:ext uri="{FF2B5EF4-FFF2-40B4-BE49-F238E27FC236}">
                <a16:creationId xmlns:a16="http://schemas.microsoft.com/office/drawing/2014/main" id="{10A69BC9-4B7A-58EA-5B2A-7BAABC6E9EA9}"/>
              </a:ext>
            </a:extLst>
          </p:cNvPr>
          <p:cNvGraphicFramePr>
            <a:graphicFrameLocks noChangeAspect="1"/>
          </p:cNvGraphicFramePr>
          <p:nvPr>
            <p:extLst>
              <p:ext uri="{D42A27DB-BD31-4B8C-83A1-F6EECF244321}">
                <p14:modId xmlns:p14="http://schemas.microsoft.com/office/powerpoint/2010/main" val="2535480583"/>
              </p:ext>
            </p:extLst>
          </p:nvPr>
        </p:nvGraphicFramePr>
        <p:xfrm>
          <a:off x="3525838" y="1887538"/>
          <a:ext cx="1511300" cy="635000"/>
        </p:xfrm>
        <a:graphic>
          <a:graphicData uri="http://schemas.openxmlformats.org/presentationml/2006/ole">
            <mc:AlternateContent xmlns:mc="http://schemas.openxmlformats.org/markup-compatibility/2006">
              <mc:Choice xmlns:v="urn:schemas-microsoft-com:vml" Requires="v">
                <p:oleObj name="公式" r:id="rId4" imgW="1511280" imgH="634680" progId="Equation.3">
                  <p:embed/>
                </p:oleObj>
              </mc:Choice>
              <mc:Fallback>
                <p:oleObj name="公式" r:id="rId4" imgW="1511280" imgH="634680" progId="Equation.3">
                  <p:embed/>
                  <p:pic>
                    <p:nvPicPr>
                      <p:cNvPr id="0" name="Object 1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25838" y="1887538"/>
                        <a:ext cx="1511300" cy="63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65296" name="Text Box 16">
            <a:extLst>
              <a:ext uri="{FF2B5EF4-FFF2-40B4-BE49-F238E27FC236}">
                <a16:creationId xmlns:a16="http://schemas.microsoft.com/office/drawing/2014/main" id="{2058E2CC-E166-1D9B-DEB2-84C19807E22D}"/>
              </a:ext>
            </a:extLst>
          </p:cNvPr>
          <p:cNvSpPr txBox="1">
            <a:spLocks noChangeArrowheads="1"/>
          </p:cNvSpPr>
          <p:nvPr/>
        </p:nvSpPr>
        <p:spPr bwMode="auto">
          <a:xfrm>
            <a:off x="519113" y="2490788"/>
            <a:ext cx="4876800" cy="483915"/>
          </a:xfrm>
          <a:prstGeom prst="rect">
            <a:avLst/>
          </a:prstGeom>
          <a:noFill/>
          <a:ln w="9525" algn="ctr">
            <a:noFill/>
            <a:miter lim="800000"/>
            <a:headEnd/>
            <a:tailEnd/>
          </a:ln>
          <a:effectLst/>
        </p:spPr>
        <p:txBody>
          <a:bodyPr>
            <a:spAutoFit/>
          </a:bodyPr>
          <a:lstStyle/>
          <a:p>
            <a:pPr marL="457200" indent="-457200" algn="l">
              <a:lnSpc>
                <a:spcPct val="115000"/>
              </a:lnSpc>
              <a:buFont typeface="Monotype Sorts" pitchFamily="2" charset="2"/>
              <a:buNone/>
              <a:defRPr/>
            </a:pPr>
            <a:r>
              <a:rPr lang="en-US" altLang="zh-CN" dirty="0">
                <a:effectLst>
                  <a:outerShdw blurRad="38100" dist="38100" dir="2700000" algn="tl">
                    <a:srgbClr val="000000"/>
                  </a:outerShdw>
                </a:effectLst>
                <a:latin typeface="Times New Roman" pitchFamily="18" charset="0"/>
              </a:rPr>
              <a:t>(3) </a:t>
            </a:r>
            <a:r>
              <a:rPr lang="zh-CN" altLang="en-US" dirty="0">
                <a:effectLst>
                  <a:outerShdw blurRad="38100" dist="38100" dir="2700000" algn="tl">
                    <a:srgbClr val="000000"/>
                  </a:outerShdw>
                </a:effectLst>
                <a:latin typeface="Times New Roman" pitchFamily="18" charset="0"/>
              </a:rPr>
              <a:t>刚体绕定轴转动的动能定理</a:t>
            </a:r>
          </a:p>
        </p:txBody>
      </p:sp>
      <p:graphicFrame>
        <p:nvGraphicFramePr>
          <p:cNvPr id="865297" name="Object 17">
            <a:extLst>
              <a:ext uri="{FF2B5EF4-FFF2-40B4-BE49-F238E27FC236}">
                <a16:creationId xmlns:a16="http://schemas.microsoft.com/office/drawing/2014/main" id="{D78D8EA9-ECE8-BC38-5907-D44892470EC8}"/>
              </a:ext>
            </a:extLst>
          </p:cNvPr>
          <p:cNvGraphicFramePr>
            <a:graphicFrameLocks noChangeAspect="1"/>
          </p:cNvGraphicFramePr>
          <p:nvPr>
            <p:extLst>
              <p:ext uri="{D42A27DB-BD31-4B8C-83A1-F6EECF244321}">
                <p14:modId xmlns:p14="http://schemas.microsoft.com/office/powerpoint/2010/main" val="895317329"/>
              </p:ext>
            </p:extLst>
          </p:nvPr>
        </p:nvGraphicFramePr>
        <p:xfrm>
          <a:off x="5095875" y="2387600"/>
          <a:ext cx="3041650" cy="723900"/>
        </p:xfrm>
        <a:graphic>
          <a:graphicData uri="http://schemas.openxmlformats.org/presentationml/2006/ole">
            <mc:AlternateContent xmlns:mc="http://schemas.openxmlformats.org/markup-compatibility/2006">
              <mc:Choice xmlns:v="urn:schemas-microsoft-com:vml" Requires="v">
                <p:oleObj name="公式" r:id="rId6" imgW="3009600" imgH="723600" progId="Equation.3">
                  <p:embed/>
                </p:oleObj>
              </mc:Choice>
              <mc:Fallback>
                <p:oleObj name="公式" r:id="rId6" imgW="3009600" imgH="723600" progId="Equation.3">
                  <p:embed/>
                  <p:pic>
                    <p:nvPicPr>
                      <p:cNvPr id="0" name="Object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95875" y="2387600"/>
                        <a:ext cx="3041650" cy="72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 Box 2">
            <a:extLst>
              <a:ext uri="{FF2B5EF4-FFF2-40B4-BE49-F238E27FC236}">
                <a16:creationId xmlns:a16="http://schemas.microsoft.com/office/drawing/2014/main" id="{E17C72A7-D48C-D27D-3428-F4962D044946}"/>
              </a:ext>
            </a:extLst>
          </p:cNvPr>
          <p:cNvSpPr txBox="1">
            <a:spLocks noChangeArrowheads="1"/>
          </p:cNvSpPr>
          <p:nvPr/>
        </p:nvSpPr>
        <p:spPr bwMode="auto">
          <a:xfrm>
            <a:off x="622300" y="3094038"/>
            <a:ext cx="3365500" cy="497765"/>
          </a:xfrm>
          <a:prstGeom prst="rect">
            <a:avLst/>
          </a:prstGeom>
          <a:noFill/>
          <a:ln w="9525" algn="ctr">
            <a:noFill/>
            <a:miter lim="800000"/>
            <a:headEnd/>
            <a:tailEnd/>
          </a:ln>
          <a:effectLst/>
        </p:spPr>
        <p:txBody>
          <a:bodyPr>
            <a:spAutoFit/>
          </a:bodyPr>
          <a:lstStyle/>
          <a:p>
            <a:pPr marL="457200" indent="-457200" algn="l">
              <a:spcBef>
                <a:spcPct val="50000"/>
              </a:spcBef>
              <a:buFont typeface="Monotype Sorts" pitchFamily="2" charset="2"/>
              <a:buNone/>
              <a:defRPr/>
            </a:pPr>
            <a:r>
              <a:rPr lang="en-US" altLang="zh-CN" dirty="0">
                <a:effectLst>
                  <a:outerShdw blurRad="38100" dist="38100" dir="2700000" algn="tl">
                    <a:srgbClr val="000000"/>
                  </a:outerShdw>
                </a:effectLst>
                <a:latin typeface="Times New Roman" pitchFamily="18" charset="0"/>
              </a:rPr>
              <a:t>(4) </a:t>
            </a:r>
            <a:r>
              <a:rPr lang="zh-CN" altLang="en-US" dirty="0">
                <a:effectLst>
                  <a:outerShdw blurRad="38100" dist="38100" dir="2700000" algn="tl">
                    <a:srgbClr val="000000"/>
                  </a:outerShdw>
                </a:effectLst>
                <a:latin typeface="Times New Roman" pitchFamily="18" charset="0"/>
              </a:rPr>
              <a:t>刚体的重力势能</a:t>
            </a:r>
          </a:p>
        </p:txBody>
      </p:sp>
      <p:graphicFrame>
        <p:nvGraphicFramePr>
          <p:cNvPr id="19" name="Object 3">
            <a:extLst>
              <a:ext uri="{FF2B5EF4-FFF2-40B4-BE49-F238E27FC236}">
                <a16:creationId xmlns:a16="http://schemas.microsoft.com/office/drawing/2014/main" id="{83EC1458-910A-B9A8-0D6C-C3F65E5A8E6C}"/>
              </a:ext>
            </a:extLst>
          </p:cNvPr>
          <p:cNvGraphicFramePr>
            <a:graphicFrameLocks noChangeAspect="1"/>
          </p:cNvGraphicFramePr>
          <p:nvPr>
            <p:extLst>
              <p:ext uri="{D42A27DB-BD31-4B8C-83A1-F6EECF244321}">
                <p14:modId xmlns:p14="http://schemas.microsoft.com/office/powerpoint/2010/main" val="1458796240"/>
              </p:ext>
            </p:extLst>
          </p:nvPr>
        </p:nvGraphicFramePr>
        <p:xfrm>
          <a:off x="3576638" y="3130550"/>
          <a:ext cx="1308100" cy="419100"/>
        </p:xfrm>
        <a:graphic>
          <a:graphicData uri="http://schemas.openxmlformats.org/presentationml/2006/ole">
            <mc:AlternateContent xmlns:mc="http://schemas.openxmlformats.org/markup-compatibility/2006">
              <mc:Choice xmlns:v="urn:schemas-microsoft-com:vml" Requires="v">
                <p:oleObj name="公式" r:id="rId8" imgW="1307880" imgH="419040" progId="Equation.3">
                  <p:embed/>
                </p:oleObj>
              </mc:Choice>
              <mc:Fallback>
                <p:oleObj name="公式" r:id="rId8" imgW="1307880" imgH="419040"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76638" y="3130550"/>
                        <a:ext cx="1308100"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ext Box 4">
            <a:extLst>
              <a:ext uri="{FF2B5EF4-FFF2-40B4-BE49-F238E27FC236}">
                <a16:creationId xmlns:a16="http://schemas.microsoft.com/office/drawing/2014/main" id="{17FBDBB5-2E63-5428-F7A9-E63589E9934D}"/>
              </a:ext>
            </a:extLst>
          </p:cNvPr>
          <p:cNvSpPr txBox="1">
            <a:spLocks noChangeArrowheads="1"/>
          </p:cNvSpPr>
          <p:nvPr/>
        </p:nvSpPr>
        <p:spPr bwMode="auto">
          <a:xfrm>
            <a:off x="533400" y="3716338"/>
            <a:ext cx="3162300" cy="483915"/>
          </a:xfrm>
          <a:prstGeom prst="rect">
            <a:avLst/>
          </a:prstGeom>
          <a:noFill/>
          <a:ln w="9525" algn="ctr">
            <a:noFill/>
            <a:miter lim="800000"/>
            <a:headEnd/>
            <a:tailEnd/>
          </a:ln>
          <a:effectLst/>
        </p:spPr>
        <p:txBody>
          <a:bodyPr>
            <a:spAutoFit/>
          </a:bodyPr>
          <a:lstStyle/>
          <a:p>
            <a:pPr marL="457200" indent="-457200" algn="l">
              <a:lnSpc>
                <a:spcPct val="115000"/>
              </a:lnSpc>
              <a:buFont typeface="Monotype Sorts" pitchFamily="2" charset="2"/>
              <a:buNone/>
              <a:defRPr/>
            </a:pPr>
            <a:r>
              <a:rPr lang="en-US" altLang="zh-CN" dirty="0">
                <a:effectLst>
                  <a:outerShdw blurRad="38100" dist="38100" dir="2700000" algn="tl">
                    <a:srgbClr val="000000"/>
                  </a:outerShdw>
                </a:effectLst>
                <a:latin typeface="Times New Roman" pitchFamily="18" charset="0"/>
              </a:rPr>
              <a:t>(5) </a:t>
            </a:r>
            <a:r>
              <a:rPr lang="zh-CN" altLang="en-US" dirty="0">
                <a:effectLst>
                  <a:outerShdw blurRad="38100" dist="38100" dir="2700000" algn="tl">
                    <a:srgbClr val="000000"/>
                  </a:outerShdw>
                </a:effectLst>
                <a:latin typeface="Times New Roman" pitchFamily="18" charset="0"/>
              </a:rPr>
              <a:t>机械能守恒定律</a:t>
            </a:r>
          </a:p>
        </p:txBody>
      </p:sp>
      <p:sp>
        <p:nvSpPr>
          <p:cNvPr id="21" name="Text Box 5">
            <a:extLst>
              <a:ext uri="{FF2B5EF4-FFF2-40B4-BE49-F238E27FC236}">
                <a16:creationId xmlns:a16="http://schemas.microsoft.com/office/drawing/2014/main" id="{BACCE8FB-CC9E-90DE-3546-115AD53F1592}"/>
              </a:ext>
            </a:extLst>
          </p:cNvPr>
          <p:cNvSpPr txBox="1">
            <a:spLocks noChangeArrowheads="1"/>
          </p:cNvSpPr>
          <p:nvPr/>
        </p:nvSpPr>
        <p:spPr bwMode="auto">
          <a:xfrm>
            <a:off x="3352800" y="3754438"/>
            <a:ext cx="3848100" cy="497957"/>
          </a:xfrm>
          <a:prstGeom prst="rect">
            <a:avLst/>
          </a:prstGeom>
          <a:noFill/>
          <a:ln w="9525" algn="ctr">
            <a:noFill/>
            <a:miter lim="800000"/>
            <a:headEnd/>
            <a:tailEnd/>
          </a:ln>
          <a:effectLst/>
        </p:spPr>
        <p:txBody>
          <a:bodyPr>
            <a:spAutoFit/>
          </a:bodyPr>
          <a:lstStyle/>
          <a:p>
            <a:pPr marL="457200" indent="-457200" algn="l">
              <a:spcBef>
                <a:spcPct val="50000"/>
              </a:spcBef>
              <a:buFont typeface="Monotype Sorts" pitchFamily="2" charset="2"/>
              <a:buNone/>
              <a:defRPr/>
            </a:pPr>
            <a:r>
              <a:rPr lang="zh-CN" altLang="en-US" dirty="0">
                <a:effectLst>
                  <a:outerShdw blurRad="38100" dist="38100" dir="2700000" algn="tl">
                    <a:srgbClr val="000000"/>
                  </a:outerShdw>
                </a:effectLst>
              </a:rPr>
              <a:t>当                        时， </a:t>
            </a:r>
          </a:p>
        </p:txBody>
      </p:sp>
      <p:graphicFrame>
        <p:nvGraphicFramePr>
          <p:cNvPr id="22" name="Object 6">
            <a:extLst>
              <a:ext uri="{FF2B5EF4-FFF2-40B4-BE49-F238E27FC236}">
                <a16:creationId xmlns:a16="http://schemas.microsoft.com/office/drawing/2014/main" id="{D1742D92-1D99-338C-1633-F7AE41187924}"/>
              </a:ext>
            </a:extLst>
          </p:cNvPr>
          <p:cNvGraphicFramePr>
            <a:graphicFrameLocks noChangeAspect="1"/>
          </p:cNvGraphicFramePr>
          <p:nvPr>
            <p:extLst>
              <p:ext uri="{D42A27DB-BD31-4B8C-83A1-F6EECF244321}">
                <p14:modId xmlns:p14="http://schemas.microsoft.com/office/powerpoint/2010/main" val="2582416619"/>
              </p:ext>
            </p:extLst>
          </p:nvPr>
        </p:nvGraphicFramePr>
        <p:xfrm>
          <a:off x="3902075" y="3844925"/>
          <a:ext cx="1903413" cy="406400"/>
        </p:xfrm>
        <a:graphic>
          <a:graphicData uri="http://schemas.openxmlformats.org/presentationml/2006/ole">
            <mc:AlternateContent xmlns:mc="http://schemas.openxmlformats.org/markup-compatibility/2006">
              <mc:Choice xmlns:v="urn:schemas-microsoft-com:vml" Requires="v">
                <p:oleObj name="公式" r:id="rId10" imgW="1904760" imgH="406080" progId="Equation.3">
                  <p:embed/>
                </p:oleObj>
              </mc:Choice>
              <mc:Fallback>
                <p:oleObj name="公式" r:id="rId10" imgW="1904760" imgH="40608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02075" y="3844925"/>
                        <a:ext cx="1903413"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7">
            <a:extLst>
              <a:ext uri="{FF2B5EF4-FFF2-40B4-BE49-F238E27FC236}">
                <a16:creationId xmlns:a16="http://schemas.microsoft.com/office/drawing/2014/main" id="{22861D47-791F-696F-C2EA-631A40964A9A}"/>
              </a:ext>
            </a:extLst>
          </p:cNvPr>
          <p:cNvGraphicFramePr>
            <a:graphicFrameLocks noChangeAspect="1"/>
          </p:cNvGraphicFramePr>
          <p:nvPr>
            <p:extLst>
              <p:ext uri="{D42A27DB-BD31-4B8C-83A1-F6EECF244321}">
                <p14:modId xmlns:p14="http://schemas.microsoft.com/office/powerpoint/2010/main" val="1699658188"/>
              </p:ext>
            </p:extLst>
          </p:nvPr>
        </p:nvGraphicFramePr>
        <p:xfrm>
          <a:off x="6443663" y="3821113"/>
          <a:ext cx="1725612" cy="419100"/>
        </p:xfrm>
        <a:graphic>
          <a:graphicData uri="http://schemas.openxmlformats.org/presentationml/2006/ole">
            <mc:AlternateContent xmlns:mc="http://schemas.openxmlformats.org/markup-compatibility/2006">
              <mc:Choice xmlns:v="urn:schemas-microsoft-com:vml" Requires="v">
                <p:oleObj name="公式" r:id="rId12" imgW="1726920" imgH="419040" progId="Equation.3">
                  <p:embed/>
                </p:oleObj>
              </mc:Choice>
              <mc:Fallback>
                <p:oleObj name="公式" r:id="rId12" imgW="1726920" imgH="419040"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443663" y="3821113"/>
                        <a:ext cx="1725612"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Text Box 8">
            <a:extLst>
              <a:ext uri="{FF2B5EF4-FFF2-40B4-BE49-F238E27FC236}">
                <a16:creationId xmlns:a16="http://schemas.microsoft.com/office/drawing/2014/main" id="{7EF163AE-0A95-D881-0011-8421D1C73213}"/>
              </a:ext>
            </a:extLst>
          </p:cNvPr>
          <p:cNvSpPr txBox="1">
            <a:spLocks noChangeArrowheads="1"/>
          </p:cNvSpPr>
          <p:nvPr/>
        </p:nvSpPr>
        <p:spPr bwMode="auto">
          <a:xfrm>
            <a:off x="8242300" y="3703638"/>
            <a:ext cx="901700" cy="497957"/>
          </a:xfrm>
          <a:prstGeom prst="rect">
            <a:avLst/>
          </a:prstGeom>
          <a:noFill/>
          <a:ln w="9525" algn="ctr">
            <a:noFill/>
            <a:miter lim="800000"/>
            <a:headEnd/>
            <a:tailEnd/>
          </a:ln>
          <a:effectLst/>
        </p:spPr>
        <p:txBody>
          <a:bodyPr>
            <a:spAutoFit/>
          </a:bodyPr>
          <a:lstStyle/>
          <a:p>
            <a:pPr marL="457200" indent="-457200" algn="l">
              <a:spcBef>
                <a:spcPct val="50000"/>
              </a:spcBef>
              <a:buFont typeface="Monotype Sorts" pitchFamily="2" charset="2"/>
              <a:buNone/>
              <a:defRPr/>
            </a:pPr>
            <a:r>
              <a:rPr lang="zh-CN" altLang="en-US" dirty="0">
                <a:effectLst>
                  <a:outerShdw blurRad="38100" dist="38100" dir="2700000" algn="tl">
                    <a:srgbClr val="000000"/>
                  </a:outerShdw>
                </a:effectLst>
              </a:rPr>
              <a:t>常量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65291"/>
                                        </p:tgtEl>
                                        <p:attrNameLst>
                                          <p:attrName>style.visibility</p:attrName>
                                        </p:attrNameLst>
                                      </p:cBhvr>
                                      <p:to>
                                        <p:strVal val="visible"/>
                                      </p:to>
                                    </p:set>
                                    <p:animEffect transition="in" filter="wipe(left)">
                                      <p:cBhvr>
                                        <p:cTn id="7" dur="500"/>
                                        <p:tgtEl>
                                          <p:spTgt spid="8652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65292"/>
                                        </p:tgtEl>
                                        <p:attrNameLst>
                                          <p:attrName>style.visibility</p:attrName>
                                        </p:attrNameLst>
                                      </p:cBhvr>
                                      <p:to>
                                        <p:strVal val="visible"/>
                                      </p:to>
                                    </p:set>
                                    <p:animEffect transition="in" filter="wipe(left)">
                                      <p:cBhvr>
                                        <p:cTn id="12" dur="500"/>
                                        <p:tgtEl>
                                          <p:spTgt spid="8652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65293"/>
                                        </p:tgtEl>
                                        <p:attrNameLst>
                                          <p:attrName>style.visibility</p:attrName>
                                        </p:attrNameLst>
                                      </p:cBhvr>
                                      <p:to>
                                        <p:strVal val="visible"/>
                                      </p:to>
                                    </p:set>
                                    <p:animEffect transition="in" filter="wipe(left)">
                                      <p:cBhvr>
                                        <p:cTn id="17" dur="500"/>
                                        <p:tgtEl>
                                          <p:spTgt spid="8652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65294"/>
                                        </p:tgtEl>
                                        <p:attrNameLst>
                                          <p:attrName>style.visibility</p:attrName>
                                        </p:attrNameLst>
                                      </p:cBhvr>
                                      <p:to>
                                        <p:strVal val="visible"/>
                                      </p:to>
                                    </p:set>
                                    <p:animEffect transition="in" filter="wipe(left)">
                                      <p:cBhvr>
                                        <p:cTn id="22" dur="500"/>
                                        <p:tgtEl>
                                          <p:spTgt spid="86529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65295"/>
                                        </p:tgtEl>
                                        <p:attrNameLst>
                                          <p:attrName>style.visibility</p:attrName>
                                        </p:attrNameLst>
                                      </p:cBhvr>
                                      <p:to>
                                        <p:strVal val="visible"/>
                                      </p:to>
                                    </p:set>
                                    <p:animEffect transition="in" filter="wipe(left)">
                                      <p:cBhvr>
                                        <p:cTn id="27" dur="500"/>
                                        <p:tgtEl>
                                          <p:spTgt spid="86529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65296"/>
                                        </p:tgtEl>
                                        <p:attrNameLst>
                                          <p:attrName>style.visibility</p:attrName>
                                        </p:attrNameLst>
                                      </p:cBhvr>
                                      <p:to>
                                        <p:strVal val="visible"/>
                                      </p:to>
                                    </p:set>
                                    <p:animEffect transition="in" filter="wipe(left)">
                                      <p:cBhvr>
                                        <p:cTn id="32" dur="500"/>
                                        <p:tgtEl>
                                          <p:spTgt spid="86529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865297"/>
                                        </p:tgtEl>
                                        <p:attrNameLst>
                                          <p:attrName>style.visibility</p:attrName>
                                        </p:attrNameLst>
                                      </p:cBhvr>
                                      <p:to>
                                        <p:strVal val="visible"/>
                                      </p:to>
                                    </p:set>
                                    <p:animEffect transition="in" filter="wipe(left)">
                                      <p:cBhvr>
                                        <p:cTn id="37" dur="500"/>
                                        <p:tgtEl>
                                          <p:spTgt spid="86529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500"/>
                                        <p:tgtEl>
                                          <p:spTgt spid="1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left)">
                                      <p:cBhvr>
                                        <p:cTn id="47" dur="500"/>
                                        <p:tgtEl>
                                          <p:spTgt spid="1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left)">
                                      <p:cBhvr>
                                        <p:cTn id="52" dur="500"/>
                                        <p:tgtEl>
                                          <p:spTgt spid="2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wipe(left)">
                                      <p:cBhvr>
                                        <p:cTn id="57" dur="500"/>
                                        <p:tgtEl>
                                          <p:spTgt spid="21"/>
                                        </p:tgtEl>
                                      </p:cBhvr>
                                    </p:animEffect>
                                  </p:childTnLst>
                                </p:cTn>
                              </p:par>
                              <p:par>
                                <p:cTn id="58" presetID="22" presetClass="entr" presetSubtype="8" fill="hold"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wipe(left)">
                                      <p:cBhvr>
                                        <p:cTn id="60" dur="500"/>
                                        <p:tgtEl>
                                          <p:spTgt spid="22"/>
                                        </p:tgtEl>
                                      </p:cBhvr>
                                    </p:animEffect>
                                  </p:childTnLst>
                                </p:cTn>
                              </p:par>
                            </p:childTnLst>
                          </p:cTn>
                        </p:par>
                        <p:par>
                          <p:cTn id="61" fill="hold" nodeType="afterGroup">
                            <p:stCondLst>
                              <p:cond delay="500"/>
                            </p:stCondLst>
                            <p:childTnLst>
                              <p:par>
                                <p:cTn id="62" presetID="22" presetClass="entr" presetSubtype="8" fill="hold" nodeType="after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wipe(left)">
                                      <p:cBhvr>
                                        <p:cTn id="64" dur="500"/>
                                        <p:tgtEl>
                                          <p:spTgt spid="23"/>
                                        </p:tgtEl>
                                      </p:cBhvr>
                                    </p:animEffect>
                                  </p:childTnLst>
                                </p:cTn>
                              </p:par>
                            </p:childTnLst>
                          </p:cTn>
                        </p:par>
                        <p:par>
                          <p:cTn id="65" fill="hold" nodeType="afterGroup">
                            <p:stCondLst>
                              <p:cond delay="1000"/>
                            </p:stCondLst>
                            <p:childTnLst>
                              <p:par>
                                <p:cTn id="66" presetID="22" presetClass="entr" presetSubtype="8" fill="hold" nodeType="after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wipe(left)">
                                      <p:cBhvr>
                                        <p:cTn id="6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5291" grpId="0"/>
      <p:bldP spid="865292" grpId="0"/>
      <p:bldP spid="865294" grpId="0"/>
      <p:bldP spid="865296" grpId="0"/>
      <p:bldP spid="18" grpId="0"/>
      <p:bldP spid="20" grpId="0"/>
      <p:bldP spid="21"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018" name="Text Box 2">
            <a:extLst>
              <a:ext uri="{FF2B5EF4-FFF2-40B4-BE49-F238E27FC236}">
                <a16:creationId xmlns:a16="http://schemas.microsoft.com/office/drawing/2014/main" id="{87C7988A-D272-2E32-328F-035C2AD70F3B}"/>
              </a:ext>
            </a:extLst>
          </p:cNvPr>
          <p:cNvSpPr txBox="1">
            <a:spLocks noChangeArrowheads="1"/>
          </p:cNvSpPr>
          <p:nvPr/>
        </p:nvSpPr>
        <p:spPr bwMode="auto">
          <a:xfrm>
            <a:off x="244475" y="1062038"/>
            <a:ext cx="82883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sz="2800">
                <a:solidFill>
                  <a:srgbClr val="FFFF00"/>
                </a:solidFill>
                <a:latin typeface="Times New Roman" panose="02020603050405020304" pitchFamily="18" charset="0"/>
                <a:ea typeface="宋体" panose="02010600030101010101" pitchFamily="2" charset="-122"/>
              </a:rPr>
              <a:t>一</a:t>
            </a:r>
            <a:r>
              <a:rPr lang="en-US" altLang="zh-CN" sz="2800">
                <a:solidFill>
                  <a:srgbClr val="FFFF00"/>
                </a:solidFill>
                <a:latin typeface="Times New Roman" panose="02020603050405020304" pitchFamily="18" charset="0"/>
                <a:ea typeface="宋体" panose="02010600030101010101" pitchFamily="2" charset="-122"/>
              </a:rPr>
              <a:t>. </a:t>
            </a:r>
            <a:r>
              <a:rPr lang="zh-CN" altLang="en-US" sz="2800">
                <a:solidFill>
                  <a:srgbClr val="FFFF00"/>
                </a:solidFill>
                <a:latin typeface="Times New Roman" panose="02020603050405020304" pitchFamily="18" charset="0"/>
                <a:ea typeface="宋体" panose="02010600030101010101" pitchFamily="2" charset="-122"/>
              </a:rPr>
              <a:t>质点动量矩 </a:t>
            </a:r>
            <a:r>
              <a:rPr lang="en-US" altLang="zh-CN" sz="2800">
                <a:solidFill>
                  <a:srgbClr val="FF9900"/>
                </a:solidFill>
                <a:latin typeface="Times New Roman" panose="02020603050405020304" pitchFamily="18" charset="0"/>
                <a:ea typeface="宋体" panose="02010600030101010101" pitchFamily="2" charset="-122"/>
              </a:rPr>
              <a:t>(</a:t>
            </a:r>
            <a:r>
              <a:rPr lang="zh-CN" altLang="en-US" sz="2800">
                <a:solidFill>
                  <a:srgbClr val="FF9900"/>
                </a:solidFill>
                <a:latin typeface="Times New Roman" panose="02020603050405020304" pitchFamily="18" charset="0"/>
                <a:ea typeface="宋体" panose="02010600030101010101" pitchFamily="2" charset="-122"/>
              </a:rPr>
              <a:t>角动量</a:t>
            </a:r>
            <a:r>
              <a:rPr lang="en-US" altLang="zh-CN" sz="2800">
                <a:solidFill>
                  <a:srgbClr val="FF9900"/>
                </a:solidFill>
                <a:latin typeface="Times New Roman" panose="02020603050405020304" pitchFamily="18" charset="0"/>
                <a:ea typeface="宋体" panose="02010600030101010101" pitchFamily="2" charset="-122"/>
              </a:rPr>
              <a:t>)</a:t>
            </a:r>
            <a:r>
              <a:rPr lang="zh-CN" altLang="en-US" sz="2800">
                <a:solidFill>
                  <a:srgbClr val="FFFF00"/>
                </a:solidFill>
                <a:latin typeface="Times New Roman" panose="02020603050405020304" pitchFamily="18" charset="0"/>
                <a:ea typeface="宋体" panose="02010600030101010101" pitchFamily="2" charset="-122"/>
              </a:rPr>
              <a:t>定理和动量矩守恒定律</a:t>
            </a:r>
            <a:endParaRPr lang="zh-CN" altLang="en-US" sz="2800" b="0">
              <a:solidFill>
                <a:srgbClr val="FFFF00"/>
              </a:solidFill>
              <a:latin typeface="Times New Roman" panose="02020603050405020304" pitchFamily="18" charset="0"/>
              <a:ea typeface="宋体" panose="02010600030101010101" pitchFamily="2" charset="-122"/>
            </a:endParaRPr>
          </a:p>
        </p:txBody>
      </p:sp>
      <p:sp>
        <p:nvSpPr>
          <p:cNvPr id="726019" name="Text Box 3">
            <a:extLst>
              <a:ext uri="{FF2B5EF4-FFF2-40B4-BE49-F238E27FC236}">
                <a16:creationId xmlns:a16="http://schemas.microsoft.com/office/drawing/2014/main" id="{80E852EA-D8E8-A39C-A27B-FFE1F90899C7}"/>
              </a:ext>
            </a:extLst>
          </p:cNvPr>
          <p:cNvSpPr txBox="1">
            <a:spLocks noChangeArrowheads="1"/>
          </p:cNvSpPr>
          <p:nvPr/>
        </p:nvSpPr>
        <p:spPr bwMode="auto">
          <a:xfrm>
            <a:off x="273050" y="1735138"/>
            <a:ext cx="3681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r>
              <a:rPr lang="en-US" altLang="zh-CN">
                <a:solidFill>
                  <a:srgbClr val="66FFFF"/>
                </a:solidFill>
                <a:latin typeface="Times New Roman" panose="02020603050405020304" pitchFamily="18" charset="0"/>
                <a:ea typeface="宋体" panose="02010600030101010101" pitchFamily="2" charset="-122"/>
              </a:rPr>
              <a:t>1. </a:t>
            </a:r>
            <a:r>
              <a:rPr lang="zh-CN" altLang="en-US">
                <a:solidFill>
                  <a:srgbClr val="66FFFF"/>
                </a:solidFill>
                <a:latin typeface="Times New Roman" panose="02020603050405020304" pitchFamily="18" charset="0"/>
                <a:ea typeface="宋体" panose="02010600030101010101" pitchFamily="2" charset="-122"/>
              </a:rPr>
              <a:t>质点的动量矩</a:t>
            </a:r>
            <a:r>
              <a:rPr lang="en-US" altLang="zh-CN">
                <a:solidFill>
                  <a:srgbClr val="66FFFF"/>
                </a:solidFill>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对</a:t>
            </a:r>
            <a:r>
              <a:rPr lang="en-US" altLang="zh-CN" i="1">
                <a:latin typeface="Times New Roman" panose="02020603050405020304" pitchFamily="18" charset="0"/>
                <a:ea typeface="宋体" panose="02010600030101010101" pitchFamily="2" charset="-122"/>
              </a:rPr>
              <a:t>O</a:t>
            </a:r>
            <a:r>
              <a:rPr lang="zh-CN" altLang="en-US">
                <a:latin typeface="Times New Roman" panose="02020603050405020304" pitchFamily="18" charset="0"/>
                <a:ea typeface="宋体" panose="02010600030101010101" pitchFamily="2" charset="-122"/>
              </a:rPr>
              <a:t>点</a:t>
            </a:r>
            <a:r>
              <a:rPr lang="en-US" altLang="zh-CN">
                <a:solidFill>
                  <a:srgbClr val="66FFFF"/>
                </a:solidFill>
                <a:latin typeface="Times New Roman" panose="02020603050405020304" pitchFamily="18" charset="0"/>
                <a:ea typeface="宋体" panose="02010600030101010101" pitchFamily="2" charset="-122"/>
              </a:rPr>
              <a:t>)</a:t>
            </a:r>
            <a:endParaRPr lang="en-US" altLang="zh-CN" b="0">
              <a:solidFill>
                <a:srgbClr val="66FFFF"/>
              </a:solidFill>
              <a:latin typeface="Times New Roman" panose="02020603050405020304" pitchFamily="18" charset="0"/>
              <a:ea typeface="宋体" panose="02010600030101010101" pitchFamily="2" charset="-122"/>
            </a:endParaRPr>
          </a:p>
        </p:txBody>
      </p:sp>
      <p:graphicFrame>
        <p:nvGraphicFramePr>
          <p:cNvPr id="726020" name="Object 4">
            <a:extLst>
              <a:ext uri="{FF2B5EF4-FFF2-40B4-BE49-F238E27FC236}">
                <a16:creationId xmlns:a16="http://schemas.microsoft.com/office/drawing/2014/main" id="{F32D3FC2-E85F-4093-A7A5-5EF487852D97}"/>
              </a:ext>
            </a:extLst>
          </p:cNvPr>
          <p:cNvGraphicFramePr>
            <a:graphicFrameLocks/>
          </p:cNvGraphicFramePr>
          <p:nvPr/>
        </p:nvGraphicFramePr>
        <p:xfrm>
          <a:off x="1274763" y="2447925"/>
          <a:ext cx="2798762" cy="469900"/>
        </p:xfrm>
        <a:graphic>
          <a:graphicData uri="http://schemas.openxmlformats.org/presentationml/2006/ole">
            <mc:AlternateContent xmlns:mc="http://schemas.openxmlformats.org/markup-compatibility/2006">
              <mc:Choice xmlns:v="urn:schemas-microsoft-com:vml" Requires="v">
                <p:oleObj name="公式" r:id="rId2" imgW="2793960" imgH="469800" progId="Equation.3">
                  <p:embed/>
                </p:oleObj>
              </mc:Choice>
              <mc:Fallback>
                <p:oleObj name="公式" r:id="rId2" imgW="2793960" imgH="469800" progId="Equation.3">
                  <p:embed/>
                  <p:pic>
                    <p:nvPicPr>
                      <p:cNvPr id="0"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4763" y="2447925"/>
                        <a:ext cx="2798762" cy="469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6021" name="Text Box 5">
            <a:extLst>
              <a:ext uri="{FF2B5EF4-FFF2-40B4-BE49-F238E27FC236}">
                <a16:creationId xmlns:a16="http://schemas.microsoft.com/office/drawing/2014/main" id="{CCB63F41-298A-CAA3-CA67-AB6ECAEA56AC}"/>
              </a:ext>
            </a:extLst>
          </p:cNvPr>
          <p:cNvSpPr txBox="1">
            <a:spLocks noChangeArrowheads="1"/>
          </p:cNvSpPr>
          <p:nvPr/>
        </p:nvSpPr>
        <p:spPr bwMode="auto">
          <a:xfrm>
            <a:off x="630238" y="3068638"/>
            <a:ext cx="1346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r>
              <a:rPr lang="zh-CN" altLang="en-US">
                <a:latin typeface="Times New Roman" panose="02020603050405020304" pitchFamily="18" charset="0"/>
                <a:ea typeface="宋体" panose="02010600030101010101" pitchFamily="2" charset="-122"/>
              </a:rPr>
              <a:t>其大小</a:t>
            </a:r>
            <a:endParaRPr lang="zh-CN" altLang="en-US" b="0">
              <a:latin typeface="Times New Roman" panose="02020603050405020304" pitchFamily="18" charset="0"/>
              <a:ea typeface="宋体" panose="02010600030101010101" pitchFamily="2" charset="-122"/>
            </a:endParaRPr>
          </a:p>
        </p:txBody>
      </p:sp>
      <p:graphicFrame>
        <p:nvGraphicFramePr>
          <p:cNvPr id="726022" name="Object 6">
            <a:extLst>
              <a:ext uri="{FF2B5EF4-FFF2-40B4-BE49-F238E27FC236}">
                <a16:creationId xmlns:a16="http://schemas.microsoft.com/office/drawing/2014/main" id="{3E63EF80-1C1A-D143-A80F-5AC4AB504017}"/>
              </a:ext>
            </a:extLst>
          </p:cNvPr>
          <p:cNvGraphicFramePr>
            <a:graphicFrameLocks/>
          </p:cNvGraphicFramePr>
          <p:nvPr/>
        </p:nvGraphicFramePr>
        <p:xfrm>
          <a:off x="1262063" y="3770313"/>
          <a:ext cx="3360737" cy="431800"/>
        </p:xfrm>
        <a:graphic>
          <a:graphicData uri="http://schemas.openxmlformats.org/presentationml/2006/ole">
            <mc:AlternateContent xmlns:mc="http://schemas.openxmlformats.org/markup-compatibility/2006">
              <mc:Choice xmlns:v="urn:schemas-microsoft-com:vml" Requires="v">
                <p:oleObj name="公式" r:id="rId4" imgW="3365280" imgH="431640" progId="Equation.3">
                  <p:embed/>
                </p:oleObj>
              </mc:Choice>
              <mc:Fallback>
                <p:oleObj name="公式" r:id="rId4" imgW="3365280" imgH="431640" progId="Equation.3">
                  <p:embed/>
                  <p:pic>
                    <p:nvPicPr>
                      <p:cNvPr id="0"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62063" y="3770313"/>
                        <a:ext cx="336073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6023" name="Text Box 7">
            <a:extLst>
              <a:ext uri="{FF2B5EF4-FFF2-40B4-BE49-F238E27FC236}">
                <a16:creationId xmlns:a16="http://schemas.microsoft.com/office/drawing/2014/main" id="{581905D1-B8C5-011E-6678-4719232F884B}"/>
              </a:ext>
            </a:extLst>
          </p:cNvPr>
          <p:cNvSpPr txBox="1">
            <a:spLocks noChangeArrowheads="1"/>
          </p:cNvSpPr>
          <p:nvPr/>
        </p:nvSpPr>
        <p:spPr bwMode="auto">
          <a:xfrm>
            <a:off x="735013" y="5446713"/>
            <a:ext cx="792003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44500" indent="-444500">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Tx/>
              <a:buFontTx/>
              <a:buNone/>
            </a:pPr>
            <a:r>
              <a:rPr lang="en-US" altLang="zh-CN">
                <a:latin typeface="Times New Roman" panose="02020603050405020304" pitchFamily="18" charset="0"/>
                <a:ea typeface="楷体_GB2312" pitchFamily="49" charset="-122"/>
              </a:rPr>
              <a:t>(1)  </a:t>
            </a:r>
            <a:r>
              <a:rPr lang="zh-CN" altLang="en-US">
                <a:latin typeface="Times New Roman" panose="02020603050405020304" pitchFamily="18" charset="0"/>
                <a:ea typeface="楷体_GB2312" pitchFamily="49" charset="-122"/>
              </a:rPr>
              <a:t>质点的动量矩与质点的动量及</a:t>
            </a:r>
            <a:r>
              <a:rPr lang="zh-CN" altLang="en-US">
                <a:latin typeface="楷体_GB2312" pitchFamily="49" charset="-122"/>
                <a:ea typeface="楷体_GB2312" pitchFamily="49" charset="-122"/>
              </a:rPr>
              <a:t>位矢</a:t>
            </a:r>
            <a:r>
              <a:rPr lang="en-US" altLang="zh-CN">
                <a:latin typeface="楷体_GB2312" pitchFamily="49" charset="-122"/>
                <a:ea typeface="楷体_GB2312" pitchFamily="49" charset="-122"/>
              </a:rPr>
              <a:t>(</a:t>
            </a:r>
            <a:r>
              <a:rPr lang="zh-CN" altLang="en-US">
                <a:solidFill>
                  <a:srgbClr val="FF9900"/>
                </a:solidFill>
                <a:latin typeface="楷体_GB2312" pitchFamily="49" charset="-122"/>
                <a:ea typeface="楷体_GB2312" pitchFamily="49" charset="-122"/>
              </a:rPr>
              <a:t>取决于固定点的选择</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有关</a:t>
            </a:r>
          </a:p>
        </p:txBody>
      </p:sp>
      <p:sp>
        <p:nvSpPr>
          <p:cNvPr id="726024" name="Text Box 8">
            <a:extLst>
              <a:ext uri="{FF2B5EF4-FFF2-40B4-BE49-F238E27FC236}">
                <a16:creationId xmlns:a16="http://schemas.microsoft.com/office/drawing/2014/main" id="{A160034A-7C86-30F0-3230-623916F53A21}"/>
              </a:ext>
            </a:extLst>
          </p:cNvPr>
          <p:cNvSpPr txBox="1">
            <a:spLocks noChangeArrowheads="1"/>
          </p:cNvSpPr>
          <p:nvPr/>
        </p:nvSpPr>
        <p:spPr bwMode="auto">
          <a:xfrm>
            <a:off x="765175" y="4437063"/>
            <a:ext cx="3244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r>
              <a:rPr lang="zh-CN" altLang="en-US">
                <a:solidFill>
                  <a:srgbClr val="66FFFF"/>
                </a:solidFill>
                <a:latin typeface="Times New Roman" panose="02020603050405020304" pitchFamily="18" charset="0"/>
                <a:ea typeface="宋体" panose="02010600030101010101" pitchFamily="2" charset="-122"/>
              </a:rPr>
              <a:t>特例：</a:t>
            </a:r>
            <a:r>
              <a:rPr lang="zh-CN" altLang="en-US">
                <a:latin typeface="Times New Roman" panose="02020603050405020304" pitchFamily="18" charset="0"/>
                <a:ea typeface="宋体" panose="02010600030101010101" pitchFamily="2" charset="-122"/>
              </a:rPr>
              <a:t>质点作圆周运动</a:t>
            </a:r>
            <a:endParaRPr lang="zh-CN" altLang="en-US" b="0">
              <a:latin typeface="Times New Roman" panose="02020603050405020304" pitchFamily="18" charset="0"/>
              <a:ea typeface="宋体" panose="02010600030101010101" pitchFamily="2" charset="-122"/>
            </a:endParaRPr>
          </a:p>
        </p:txBody>
      </p:sp>
      <p:graphicFrame>
        <p:nvGraphicFramePr>
          <p:cNvPr id="726025" name="Object 9">
            <a:extLst>
              <a:ext uri="{FF2B5EF4-FFF2-40B4-BE49-F238E27FC236}">
                <a16:creationId xmlns:a16="http://schemas.microsoft.com/office/drawing/2014/main" id="{E1E4DF38-EC5A-D4D1-E7C0-50C138255EB6}"/>
              </a:ext>
            </a:extLst>
          </p:cNvPr>
          <p:cNvGraphicFramePr>
            <a:graphicFrameLocks/>
          </p:cNvGraphicFramePr>
          <p:nvPr/>
        </p:nvGraphicFramePr>
        <p:xfrm>
          <a:off x="4427538" y="4506913"/>
          <a:ext cx="1928812" cy="381000"/>
        </p:xfrm>
        <a:graphic>
          <a:graphicData uri="http://schemas.openxmlformats.org/presentationml/2006/ole">
            <mc:AlternateContent xmlns:mc="http://schemas.openxmlformats.org/markup-compatibility/2006">
              <mc:Choice xmlns:v="urn:schemas-microsoft-com:vml" Requires="v">
                <p:oleObj name="公式" r:id="rId6" imgW="1930320" imgH="380880" progId="Equation.3">
                  <p:embed/>
                </p:oleObj>
              </mc:Choice>
              <mc:Fallback>
                <p:oleObj name="公式" r:id="rId6" imgW="1930320" imgH="380880" progId="Equation.3">
                  <p:embed/>
                  <p:pic>
                    <p:nvPicPr>
                      <p:cNvPr id="0" name="Object 9"/>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27538" y="4506913"/>
                        <a:ext cx="1928812" cy="38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66FF3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6026" name="Rectangle 10">
            <a:extLst>
              <a:ext uri="{FF2B5EF4-FFF2-40B4-BE49-F238E27FC236}">
                <a16:creationId xmlns:a16="http://schemas.microsoft.com/office/drawing/2014/main" id="{7C256B68-82B0-7FB7-4234-52EB7FCB30E7}"/>
              </a:ext>
            </a:extLst>
          </p:cNvPr>
          <p:cNvSpPr>
            <a:spLocks noChangeArrowheads="1"/>
          </p:cNvSpPr>
          <p:nvPr/>
        </p:nvSpPr>
        <p:spPr bwMode="auto">
          <a:xfrm>
            <a:off x="1552575" y="334963"/>
            <a:ext cx="5892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kumimoji="1" lang="en-US" altLang="zh-CN" sz="3200">
                <a:solidFill>
                  <a:srgbClr val="66FF33"/>
                </a:solidFill>
                <a:latin typeface="Times New Roman" panose="02020603050405020304" pitchFamily="18" charset="0"/>
                <a:ea typeface="黑体" panose="02010609060101010101" pitchFamily="49" charset="-122"/>
              </a:rPr>
              <a:t>§6.3</a:t>
            </a:r>
            <a:r>
              <a:rPr kumimoji="1" lang="en-US" altLang="zh-CN" sz="3200">
                <a:solidFill>
                  <a:srgbClr val="66FF33"/>
                </a:solidFill>
                <a:latin typeface="黑体" panose="02010609060101010101" pitchFamily="49" charset="-122"/>
                <a:ea typeface="黑体" panose="02010609060101010101" pitchFamily="49" charset="-122"/>
              </a:rPr>
              <a:t>  </a:t>
            </a:r>
            <a:r>
              <a:rPr lang="zh-CN" altLang="en-US" sz="3200">
                <a:solidFill>
                  <a:srgbClr val="66FF33"/>
                </a:solidFill>
                <a:latin typeface="黑体" panose="02010609060101010101" pitchFamily="49" charset="-122"/>
                <a:ea typeface="黑体" panose="02010609060101010101" pitchFamily="49" charset="-122"/>
              </a:rPr>
              <a:t>动量矩和动量矩守恒定律</a:t>
            </a:r>
          </a:p>
        </p:txBody>
      </p:sp>
      <p:sp>
        <p:nvSpPr>
          <p:cNvPr id="726027" name="Text Box 11">
            <a:extLst>
              <a:ext uri="{FF2B5EF4-FFF2-40B4-BE49-F238E27FC236}">
                <a16:creationId xmlns:a16="http://schemas.microsoft.com/office/drawing/2014/main" id="{C8F8C15F-C81F-9F14-8D54-D36F1030176B}"/>
              </a:ext>
            </a:extLst>
          </p:cNvPr>
          <p:cNvSpPr txBox="1">
            <a:spLocks noChangeArrowheads="1"/>
          </p:cNvSpPr>
          <p:nvPr/>
        </p:nvSpPr>
        <p:spPr bwMode="auto">
          <a:xfrm>
            <a:off x="322263" y="5029200"/>
            <a:ext cx="165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FFFF00"/>
                </a:solidFill>
                <a:latin typeface="宋体" panose="02010600030101010101" pitchFamily="2" charset="-122"/>
                <a:ea typeface="宋体" panose="02010600030101010101" pitchFamily="2" charset="-122"/>
              </a:rPr>
              <a:t>说明</a:t>
            </a:r>
          </a:p>
        </p:txBody>
      </p:sp>
      <p:sp>
        <p:nvSpPr>
          <p:cNvPr id="726028" name="AutoShape 12">
            <a:extLst>
              <a:ext uri="{FF2B5EF4-FFF2-40B4-BE49-F238E27FC236}">
                <a16:creationId xmlns:a16="http://schemas.microsoft.com/office/drawing/2014/main" id="{3FA659E7-AC42-59F4-84ED-1ADBD42A4518}"/>
              </a:ext>
            </a:extLst>
          </p:cNvPr>
          <p:cNvSpPr>
            <a:spLocks noChangeArrowheads="1"/>
          </p:cNvSpPr>
          <p:nvPr/>
        </p:nvSpPr>
        <p:spPr bwMode="auto">
          <a:xfrm>
            <a:off x="395288" y="4941888"/>
            <a:ext cx="360362" cy="576262"/>
          </a:xfrm>
          <a:prstGeom prst="star4">
            <a:avLst>
              <a:gd name="adj" fmla="val 18519"/>
            </a:avLst>
          </a:prstGeom>
          <a:gradFill rotWithShape="0">
            <a:gsLst>
              <a:gs pos="0">
                <a:srgbClr val="99FF99"/>
              </a:gs>
              <a:gs pos="100000">
                <a:srgbClr val="99FF99">
                  <a:gamma/>
                  <a:shade val="46275"/>
                  <a:invGamma/>
                </a:srgbClr>
              </a:gs>
            </a:gsLst>
            <a:path path="shape">
              <a:fillToRect l="50000" t="50000" r="50000" b="50000"/>
            </a:path>
          </a:gradFill>
          <a:ln w="9525">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26029" name="Object 13">
            <a:extLst>
              <a:ext uri="{FF2B5EF4-FFF2-40B4-BE49-F238E27FC236}">
                <a16:creationId xmlns:a16="http://schemas.microsoft.com/office/drawing/2014/main" id="{51147248-6A72-B83D-F669-5D9D2EA68C43}"/>
              </a:ext>
            </a:extLst>
          </p:cNvPr>
          <p:cNvGraphicFramePr>
            <a:graphicFrameLocks/>
          </p:cNvGraphicFramePr>
          <p:nvPr/>
        </p:nvGraphicFramePr>
        <p:xfrm>
          <a:off x="7308850" y="1735138"/>
          <a:ext cx="393700" cy="469900"/>
        </p:xfrm>
        <a:graphic>
          <a:graphicData uri="http://schemas.openxmlformats.org/presentationml/2006/ole">
            <mc:AlternateContent xmlns:mc="http://schemas.openxmlformats.org/markup-compatibility/2006">
              <mc:Choice xmlns:v="urn:schemas-microsoft-com:vml" Requires="v">
                <p:oleObj name="公式" r:id="rId8" imgW="393480" imgH="469800" progId="Equation.3">
                  <p:embed/>
                </p:oleObj>
              </mc:Choice>
              <mc:Fallback>
                <p:oleObj name="公式" r:id="rId8" imgW="393480" imgH="469800" progId="Equation.3">
                  <p:embed/>
                  <p:pic>
                    <p:nvPicPr>
                      <p:cNvPr id="0" name="Object 13"/>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08850" y="1735138"/>
                        <a:ext cx="3937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6030" name="AutoShape 14">
            <a:extLst>
              <a:ext uri="{FF2B5EF4-FFF2-40B4-BE49-F238E27FC236}">
                <a16:creationId xmlns:a16="http://schemas.microsoft.com/office/drawing/2014/main" id="{48F589D2-18A7-2650-9546-E2F30AD3D630}"/>
              </a:ext>
            </a:extLst>
          </p:cNvPr>
          <p:cNvSpPr>
            <a:spLocks noChangeArrowheads="1"/>
          </p:cNvSpPr>
          <p:nvPr/>
        </p:nvSpPr>
        <p:spPr bwMode="auto">
          <a:xfrm>
            <a:off x="4413250" y="2520950"/>
            <a:ext cx="4191000" cy="1066800"/>
          </a:xfrm>
          <a:prstGeom prst="parallelogram">
            <a:avLst>
              <a:gd name="adj" fmla="val 92267"/>
            </a:avLst>
          </a:prstGeom>
          <a:solidFill>
            <a:srgbClr val="99FFCC">
              <a:alpha val="25999"/>
            </a:srgbClr>
          </a:solidFill>
          <a:ln w="9525">
            <a:solidFill>
              <a:srgbClr val="000000">
                <a:alpha val="17999"/>
              </a:srgbClr>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6031" name="Line 15">
            <a:extLst>
              <a:ext uri="{FF2B5EF4-FFF2-40B4-BE49-F238E27FC236}">
                <a16:creationId xmlns:a16="http://schemas.microsoft.com/office/drawing/2014/main" id="{F1A0ECAE-B4B5-212B-DA83-D39BBF2260C6}"/>
              </a:ext>
            </a:extLst>
          </p:cNvPr>
          <p:cNvSpPr>
            <a:spLocks noChangeShapeType="1"/>
          </p:cNvSpPr>
          <p:nvPr/>
        </p:nvSpPr>
        <p:spPr bwMode="auto">
          <a:xfrm flipH="1">
            <a:off x="5099050" y="3054350"/>
            <a:ext cx="838200" cy="0"/>
          </a:xfrm>
          <a:prstGeom prst="line">
            <a:avLst/>
          </a:prstGeom>
          <a:noFill/>
          <a:ln w="22225">
            <a:solidFill>
              <a:schemeClr val="bg1"/>
            </a:solidFill>
            <a:prstDash val="dash"/>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6032" name="Text Box 16">
            <a:extLst>
              <a:ext uri="{FF2B5EF4-FFF2-40B4-BE49-F238E27FC236}">
                <a16:creationId xmlns:a16="http://schemas.microsoft.com/office/drawing/2014/main" id="{C0770276-4C7F-78D1-39CD-D3F37A499A65}"/>
              </a:ext>
            </a:extLst>
          </p:cNvPr>
          <p:cNvSpPr txBox="1">
            <a:spLocks noChangeArrowheads="1"/>
          </p:cNvSpPr>
          <p:nvPr/>
        </p:nvSpPr>
        <p:spPr bwMode="auto">
          <a:xfrm>
            <a:off x="7308850" y="2825750"/>
            <a:ext cx="4413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r>
              <a:rPr lang="en-US" altLang="zh-CN" sz="2800" i="1">
                <a:solidFill>
                  <a:srgbClr val="CC0000"/>
                </a:solidFill>
                <a:latin typeface="Times New Roman" panose="02020603050405020304" pitchFamily="18" charset="0"/>
                <a:ea typeface="宋体" panose="02010600030101010101" pitchFamily="2" charset="-122"/>
              </a:rPr>
              <a:t>O</a:t>
            </a:r>
          </a:p>
        </p:txBody>
      </p:sp>
      <p:sp>
        <p:nvSpPr>
          <p:cNvPr id="726033" name="Text Box 17">
            <a:extLst>
              <a:ext uri="{FF2B5EF4-FFF2-40B4-BE49-F238E27FC236}">
                <a16:creationId xmlns:a16="http://schemas.microsoft.com/office/drawing/2014/main" id="{E0E2F9FE-E8FE-8376-038B-2E4F199153FF}"/>
              </a:ext>
            </a:extLst>
          </p:cNvPr>
          <p:cNvSpPr txBox="1">
            <a:spLocks noChangeArrowheads="1"/>
          </p:cNvSpPr>
          <p:nvPr/>
        </p:nvSpPr>
        <p:spPr bwMode="auto">
          <a:xfrm>
            <a:off x="5326063" y="2960688"/>
            <a:ext cx="5318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r>
              <a:rPr lang="en-US" altLang="zh-CN" sz="2000" i="1">
                <a:solidFill>
                  <a:srgbClr val="FF99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000" i="1">
              <a:solidFill>
                <a:srgbClr val="FF9900"/>
              </a:solidFill>
              <a:latin typeface="Times New Roman" panose="02020603050405020304" pitchFamily="18" charset="0"/>
              <a:ea typeface="宋体" panose="02010600030101010101" pitchFamily="2" charset="-122"/>
            </a:endParaRPr>
          </a:p>
        </p:txBody>
      </p:sp>
      <p:graphicFrame>
        <p:nvGraphicFramePr>
          <p:cNvPr id="726034" name="Object 18">
            <a:extLst>
              <a:ext uri="{FF2B5EF4-FFF2-40B4-BE49-F238E27FC236}">
                <a16:creationId xmlns:a16="http://schemas.microsoft.com/office/drawing/2014/main" id="{12F553B5-495C-9808-B785-1A02AE4EBCBE}"/>
              </a:ext>
            </a:extLst>
          </p:cNvPr>
          <p:cNvGraphicFramePr>
            <a:graphicFrameLocks noChangeAspect="1"/>
          </p:cNvGraphicFramePr>
          <p:nvPr/>
        </p:nvGraphicFramePr>
        <p:xfrm>
          <a:off x="6807200" y="2641600"/>
          <a:ext cx="285750" cy="385763"/>
        </p:xfrm>
        <a:graphic>
          <a:graphicData uri="http://schemas.openxmlformats.org/presentationml/2006/ole">
            <mc:AlternateContent xmlns:mc="http://schemas.openxmlformats.org/markup-compatibility/2006">
              <mc:Choice xmlns:v="urn:schemas-microsoft-com:vml" Requires="v">
                <p:oleObj name="公式" r:id="rId10" imgW="215640" imgH="291960" progId="Equation.3">
                  <p:embed/>
                </p:oleObj>
              </mc:Choice>
              <mc:Fallback>
                <p:oleObj name="公式" r:id="rId10" imgW="215640" imgH="291960" progId="Equation.3">
                  <p:embed/>
                  <p:pic>
                    <p:nvPicPr>
                      <p:cNvPr id="0"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07200" y="2641600"/>
                        <a:ext cx="285750"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6035" name="Line 19">
            <a:extLst>
              <a:ext uri="{FF2B5EF4-FFF2-40B4-BE49-F238E27FC236}">
                <a16:creationId xmlns:a16="http://schemas.microsoft.com/office/drawing/2014/main" id="{2B8A491A-651C-201B-F38A-3132ADC08767}"/>
              </a:ext>
            </a:extLst>
          </p:cNvPr>
          <p:cNvSpPr>
            <a:spLocks noChangeShapeType="1"/>
          </p:cNvSpPr>
          <p:nvPr/>
        </p:nvSpPr>
        <p:spPr bwMode="auto">
          <a:xfrm flipH="1">
            <a:off x="5937250" y="3054350"/>
            <a:ext cx="1371600" cy="0"/>
          </a:xfrm>
          <a:prstGeom prst="line">
            <a:avLst/>
          </a:prstGeom>
          <a:noFill/>
          <a:ln w="38100">
            <a:solidFill>
              <a:srgbClr val="FFFF00"/>
            </a:solidFill>
            <a:round/>
            <a:headEnd/>
            <a:tailEnd type="triangle" w="med" len="lg"/>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6036" name="Line 20">
            <a:extLst>
              <a:ext uri="{FF2B5EF4-FFF2-40B4-BE49-F238E27FC236}">
                <a16:creationId xmlns:a16="http://schemas.microsoft.com/office/drawing/2014/main" id="{4507F18C-8BAA-9946-3E15-1B871D2CD82E}"/>
              </a:ext>
            </a:extLst>
          </p:cNvPr>
          <p:cNvSpPr>
            <a:spLocks noChangeShapeType="1"/>
          </p:cNvSpPr>
          <p:nvPr/>
        </p:nvSpPr>
        <p:spPr bwMode="auto">
          <a:xfrm flipH="1">
            <a:off x="5651500" y="3054350"/>
            <a:ext cx="285750" cy="466725"/>
          </a:xfrm>
          <a:prstGeom prst="line">
            <a:avLst/>
          </a:prstGeom>
          <a:noFill/>
          <a:ln w="38100">
            <a:solidFill>
              <a:srgbClr val="00CCFF"/>
            </a:solidFill>
            <a:round/>
            <a:headEnd/>
            <a:tailEnd type="triangle" w="med" len="lg"/>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6037" name="Arc 21">
            <a:extLst>
              <a:ext uri="{FF2B5EF4-FFF2-40B4-BE49-F238E27FC236}">
                <a16:creationId xmlns:a16="http://schemas.microsoft.com/office/drawing/2014/main" id="{B45BB77E-B87E-7321-E86A-AFBA3E6C78A2}"/>
              </a:ext>
            </a:extLst>
          </p:cNvPr>
          <p:cNvSpPr>
            <a:spLocks/>
          </p:cNvSpPr>
          <p:nvPr/>
        </p:nvSpPr>
        <p:spPr bwMode="auto">
          <a:xfrm rot="10800000">
            <a:off x="5715000" y="3054350"/>
            <a:ext cx="144463" cy="206375"/>
          </a:xfrm>
          <a:custGeom>
            <a:avLst/>
            <a:gdLst>
              <a:gd name="G0" fmla="+- 0 0 0"/>
              <a:gd name="G1" fmla="+- 20612 0 0"/>
              <a:gd name="G2" fmla="+- 21600 0 0"/>
              <a:gd name="T0" fmla="*/ 6458 w 21600"/>
              <a:gd name="T1" fmla="*/ 0 h 20612"/>
              <a:gd name="T2" fmla="*/ 21600 w 21600"/>
              <a:gd name="T3" fmla="*/ 20612 h 20612"/>
              <a:gd name="T4" fmla="*/ 0 w 21600"/>
              <a:gd name="T5" fmla="*/ 20612 h 20612"/>
            </a:gdLst>
            <a:ahLst/>
            <a:cxnLst>
              <a:cxn ang="0">
                <a:pos x="T0" y="T1"/>
              </a:cxn>
              <a:cxn ang="0">
                <a:pos x="T2" y="T3"/>
              </a:cxn>
              <a:cxn ang="0">
                <a:pos x="T4" y="T5"/>
              </a:cxn>
            </a:cxnLst>
            <a:rect l="0" t="0" r="r" b="b"/>
            <a:pathLst>
              <a:path w="21600" h="20612" fill="none" extrusionOk="0">
                <a:moveTo>
                  <a:pt x="6457" y="0"/>
                </a:moveTo>
                <a:cubicBezTo>
                  <a:pt x="15467" y="2822"/>
                  <a:pt x="21600" y="11170"/>
                  <a:pt x="21600" y="20612"/>
                </a:cubicBezTo>
              </a:path>
              <a:path w="21600" h="20612" stroke="0" extrusionOk="0">
                <a:moveTo>
                  <a:pt x="6457" y="0"/>
                </a:moveTo>
                <a:cubicBezTo>
                  <a:pt x="15467" y="2822"/>
                  <a:pt x="21600" y="11170"/>
                  <a:pt x="21600" y="20612"/>
                </a:cubicBezTo>
                <a:lnTo>
                  <a:pt x="0" y="20612"/>
                </a:lnTo>
                <a:close/>
              </a:path>
            </a:pathLst>
          </a:custGeom>
          <a:noFill/>
          <a:ln w="28575">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26038" name="Object 22">
            <a:extLst>
              <a:ext uri="{FF2B5EF4-FFF2-40B4-BE49-F238E27FC236}">
                <a16:creationId xmlns:a16="http://schemas.microsoft.com/office/drawing/2014/main" id="{3273A30F-45BF-0783-CB78-BBE4C934949F}"/>
              </a:ext>
            </a:extLst>
          </p:cNvPr>
          <p:cNvGraphicFramePr>
            <a:graphicFrameLocks/>
          </p:cNvGraphicFramePr>
          <p:nvPr/>
        </p:nvGraphicFramePr>
        <p:xfrm>
          <a:off x="5803900" y="3213100"/>
          <a:ext cx="280988" cy="366713"/>
        </p:xfrm>
        <a:graphic>
          <a:graphicData uri="http://schemas.openxmlformats.org/presentationml/2006/ole">
            <mc:AlternateContent xmlns:mc="http://schemas.openxmlformats.org/markup-compatibility/2006">
              <mc:Choice xmlns:v="urn:schemas-microsoft-com:vml" Requires="v">
                <p:oleObj name="公式" r:id="rId12" imgW="279360" imgH="368280" progId="Equation.3">
                  <p:embed/>
                </p:oleObj>
              </mc:Choice>
              <mc:Fallback>
                <p:oleObj name="公式" r:id="rId12" imgW="279360" imgH="368280" progId="Equation.3">
                  <p:embed/>
                  <p:pic>
                    <p:nvPicPr>
                      <p:cNvPr id="0" name="Object 22"/>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03900" y="3213100"/>
                        <a:ext cx="2809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6039" name="Text Box 23">
            <a:extLst>
              <a:ext uri="{FF2B5EF4-FFF2-40B4-BE49-F238E27FC236}">
                <a16:creationId xmlns:a16="http://schemas.microsoft.com/office/drawing/2014/main" id="{8D023B5E-2983-3B56-0480-3C51A8FBCBA4}"/>
              </a:ext>
            </a:extLst>
          </p:cNvPr>
          <p:cNvSpPr txBox="1">
            <a:spLocks noChangeArrowheads="1"/>
          </p:cNvSpPr>
          <p:nvPr/>
        </p:nvSpPr>
        <p:spPr bwMode="auto">
          <a:xfrm>
            <a:off x="4643438" y="3176588"/>
            <a:ext cx="354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i="1">
                <a:solidFill>
                  <a:srgbClr val="FF0000"/>
                </a:solidFill>
                <a:latin typeface="Times New Roman" panose="02020603050405020304" pitchFamily="18" charset="0"/>
                <a:ea typeface="宋体" panose="02010600030101010101" pitchFamily="2" charset="-122"/>
                <a:sym typeface="Symbol" panose="05050102010706020507" pitchFamily="18" charset="2"/>
              </a:rPr>
              <a:t>S</a:t>
            </a:r>
          </a:p>
        </p:txBody>
      </p:sp>
      <p:sp>
        <p:nvSpPr>
          <p:cNvPr id="726040" name="Line 24">
            <a:extLst>
              <a:ext uri="{FF2B5EF4-FFF2-40B4-BE49-F238E27FC236}">
                <a16:creationId xmlns:a16="http://schemas.microsoft.com/office/drawing/2014/main" id="{A47EE47F-DD24-1C46-835E-639CAEDBF6C3}"/>
              </a:ext>
            </a:extLst>
          </p:cNvPr>
          <p:cNvSpPr>
            <a:spLocks noChangeShapeType="1"/>
          </p:cNvSpPr>
          <p:nvPr/>
        </p:nvSpPr>
        <p:spPr bwMode="auto">
          <a:xfrm flipV="1">
            <a:off x="7294563" y="2060575"/>
            <a:ext cx="0" cy="1000125"/>
          </a:xfrm>
          <a:prstGeom prst="line">
            <a:avLst/>
          </a:prstGeom>
          <a:noFill/>
          <a:ln w="50800">
            <a:solidFill>
              <a:srgbClr val="FFCC00"/>
            </a:solidFill>
            <a:round/>
            <a:headEnd/>
            <a:tailEnd type="triangle" w="med" len="lg"/>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6041" name="Oval 25">
            <a:extLst>
              <a:ext uri="{FF2B5EF4-FFF2-40B4-BE49-F238E27FC236}">
                <a16:creationId xmlns:a16="http://schemas.microsoft.com/office/drawing/2014/main" id="{F280D38A-1D40-0549-AAAE-47B9EF3196C6}"/>
              </a:ext>
            </a:extLst>
          </p:cNvPr>
          <p:cNvSpPr>
            <a:spLocks noChangeArrowheads="1"/>
          </p:cNvSpPr>
          <p:nvPr/>
        </p:nvSpPr>
        <p:spPr bwMode="auto">
          <a:xfrm>
            <a:off x="5856288" y="2984500"/>
            <a:ext cx="136525" cy="136525"/>
          </a:xfrm>
          <a:prstGeom prst="ellipse">
            <a:avLst/>
          </a:prstGeom>
          <a:solidFill>
            <a:srgbClr val="FF0000"/>
          </a:solidFill>
          <a:ln w="9525">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6042" name="Oval 26">
            <a:extLst>
              <a:ext uri="{FF2B5EF4-FFF2-40B4-BE49-F238E27FC236}">
                <a16:creationId xmlns:a16="http://schemas.microsoft.com/office/drawing/2014/main" id="{9EA38858-2A7D-2A2D-6BC8-C6C4B7C39FFF}"/>
              </a:ext>
            </a:extLst>
          </p:cNvPr>
          <p:cNvSpPr>
            <a:spLocks noChangeAspect="1" noChangeArrowheads="1"/>
          </p:cNvSpPr>
          <p:nvPr/>
        </p:nvSpPr>
        <p:spPr bwMode="auto">
          <a:xfrm>
            <a:off x="7253288" y="3019425"/>
            <a:ext cx="71437" cy="71438"/>
          </a:xfrm>
          <a:prstGeom prst="ellipse">
            <a:avLst/>
          </a:prstGeom>
          <a:solidFill>
            <a:srgbClr val="FFFF00"/>
          </a:solidFill>
          <a:ln w="9525">
            <a:solidFill>
              <a:srgbClr val="FFFF00"/>
            </a:solidFill>
            <a:round/>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endParaRPr lang="zh-CN" altLang="zh-CN" b="0">
              <a:solidFill>
                <a:srgbClr val="FFFF99"/>
              </a:solidFill>
              <a:latin typeface="Times New Roman" panose="02020603050405020304" pitchFamily="18" charset="0"/>
              <a:ea typeface="宋体" panose="02010600030101010101" pitchFamily="2" charset="-122"/>
            </a:endParaRPr>
          </a:p>
        </p:txBody>
      </p:sp>
      <p:pic>
        <p:nvPicPr>
          <p:cNvPr id="726043" name="Picture 27" descr="j0293240">
            <a:extLst>
              <a:ext uri="{FF2B5EF4-FFF2-40B4-BE49-F238E27FC236}">
                <a16:creationId xmlns:a16="http://schemas.microsoft.com/office/drawing/2014/main" id="{E733FF29-0E46-3871-1D61-8A1CBD62372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26026"/>
                                        </p:tgtEl>
                                        <p:attrNameLst>
                                          <p:attrName>style.visibility</p:attrName>
                                        </p:attrNameLst>
                                      </p:cBhvr>
                                      <p:to>
                                        <p:strVal val="visible"/>
                                      </p:to>
                                    </p:set>
                                    <p:animEffect transition="in" filter="wipe(left)">
                                      <p:cBhvr>
                                        <p:cTn id="7" dur="500"/>
                                        <p:tgtEl>
                                          <p:spTgt spid="7260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26018"/>
                                        </p:tgtEl>
                                        <p:attrNameLst>
                                          <p:attrName>style.visibility</p:attrName>
                                        </p:attrNameLst>
                                      </p:cBhvr>
                                      <p:to>
                                        <p:strVal val="visible"/>
                                      </p:to>
                                    </p:set>
                                    <p:animEffect transition="in" filter="wipe(left)">
                                      <p:cBhvr>
                                        <p:cTn id="12" dur="500"/>
                                        <p:tgtEl>
                                          <p:spTgt spid="7260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26019"/>
                                        </p:tgtEl>
                                        <p:attrNameLst>
                                          <p:attrName>style.visibility</p:attrName>
                                        </p:attrNameLst>
                                      </p:cBhvr>
                                      <p:to>
                                        <p:strVal val="visible"/>
                                      </p:to>
                                    </p:set>
                                    <p:animEffect transition="in" filter="wipe(left)">
                                      <p:cBhvr>
                                        <p:cTn id="17" dur="500"/>
                                        <p:tgtEl>
                                          <p:spTgt spid="7260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16" fill="hold" nodeType="clickEffect">
                                  <p:stCondLst>
                                    <p:cond delay="0"/>
                                  </p:stCondLst>
                                  <p:childTnLst>
                                    <p:set>
                                      <p:cBhvr>
                                        <p:cTn id="21" dur="1" fill="hold">
                                          <p:stCondLst>
                                            <p:cond delay="0"/>
                                          </p:stCondLst>
                                        </p:cTn>
                                        <p:tgtEl>
                                          <p:spTgt spid="726030"/>
                                        </p:tgtEl>
                                        <p:attrNameLst>
                                          <p:attrName>style.visibility</p:attrName>
                                        </p:attrNameLst>
                                      </p:cBhvr>
                                      <p:to>
                                        <p:strVal val="visible"/>
                                      </p:to>
                                    </p:set>
                                    <p:anim calcmode="lin" valueType="num">
                                      <p:cBhvr>
                                        <p:cTn id="22" dur="500" fill="hold"/>
                                        <p:tgtEl>
                                          <p:spTgt spid="726030"/>
                                        </p:tgtEl>
                                        <p:attrNameLst>
                                          <p:attrName>ppt_w</p:attrName>
                                        </p:attrNameLst>
                                      </p:cBhvr>
                                      <p:tavLst>
                                        <p:tav tm="0">
                                          <p:val>
                                            <p:fltVal val="0"/>
                                          </p:val>
                                        </p:tav>
                                        <p:tav tm="100000">
                                          <p:val>
                                            <p:strVal val="#ppt_w"/>
                                          </p:val>
                                        </p:tav>
                                      </p:tavLst>
                                    </p:anim>
                                    <p:anim calcmode="lin" valueType="num">
                                      <p:cBhvr>
                                        <p:cTn id="23" dur="500" fill="hold"/>
                                        <p:tgtEl>
                                          <p:spTgt spid="726030"/>
                                        </p:tgtEl>
                                        <p:attrNameLst>
                                          <p:attrName>ppt_h</p:attrName>
                                        </p:attrNameLst>
                                      </p:cBhvr>
                                      <p:tavLst>
                                        <p:tav tm="0">
                                          <p:val>
                                            <p:fltVal val="0"/>
                                          </p:val>
                                        </p:tav>
                                        <p:tav tm="100000">
                                          <p:val>
                                            <p:strVal val="#ppt_h"/>
                                          </p:val>
                                        </p:tav>
                                      </p:tavLst>
                                    </p:anim>
                                  </p:childTnLst>
                                </p:cTn>
                              </p:par>
                            </p:childTnLst>
                          </p:cTn>
                        </p:par>
                        <p:par>
                          <p:cTn id="24" fill="hold" nodeType="afterGroup">
                            <p:stCondLst>
                              <p:cond delay="500"/>
                            </p:stCondLst>
                            <p:childTnLst>
                              <p:par>
                                <p:cTn id="25" presetID="22" presetClass="entr" presetSubtype="8" fill="hold" nodeType="afterEffect">
                                  <p:stCondLst>
                                    <p:cond delay="0"/>
                                  </p:stCondLst>
                                  <p:childTnLst>
                                    <p:set>
                                      <p:cBhvr>
                                        <p:cTn id="26" dur="1" fill="hold">
                                          <p:stCondLst>
                                            <p:cond delay="0"/>
                                          </p:stCondLst>
                                        </p:cTn>
                                        <p:tgtEl>
                                          <p:spTgt spid="726039"/>
                                        </p:tgtEl>
                                        <p:attrNameLst>
                                          <p:attrName>style.visibility</p:attrName>
                                        </p:attrNameLst>
                                      </p:cBhvr>
                                      <p:to>
                                        <p:strVal val="visible"/>
                                      </p:to>
                                    </p:set>
                                    <p:animEffect transition="in" filter="wipe(left)">
                                      <p:cBhvr>
                                        <p:cTn id="27" dur="500"/>
                                        <p:tgtEl>
                                          <p:spTgt spid="72603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726042"/>
                                        </p:tgtEl>
                                        <p:attrNameLst>
                                          <p:attrName>style.visibility</p:attrName>
                                        </p:attrNameLst>
                                      </p:cBhvr>
                                      <p:to>
                                        <p:strVal val="visible"/>
                                      </p:to>
                                    </p:set>
                                    <p:animEffect transition="in" filter="wipe(down)">
                                      <p:cBhvr>
                                        <p:cTn id="32" dur="500"/>
                                        <p:tgtEl>
                                          <p:spTgt spid="726042"/>
                                        </p:tgtEl>
                                      </p:cBhvr>
                                    </p:animEffect>
                                  </p:childTnLst>
                                </p:cTn>
                              </p:par>
                            </p:childTnLst>
                          </p:cTn>
                        </p:par>
                        <p:par>
                          <p:cTn id="33" fill="hold" nodeType="afterGroup">
                            <p:stCondLst>
                              <p:cond delay="500"/>
                            </p:stCondLst>
                            <p:childTnLst>
                              <p:par>
                                <p:cTn id="34" presetID="22" presetClass="entr" presetSubtype="4" fill="hold" nodeType="afterEffect">
                                  <p:stCondLst>
                                    <p:cond delay="0"/>
                                  </p:stCondLst>
                                  <p:childTnLst>
                                    <p:set>
                                      <p:cBhvr>
                                        <p:cTn id="35" dur="1" fill="hold">
                                          <p:stCondLst>
                                            <p:cond delay="0"/>
                                          </p:stCondLst>
                                        </p:cTn>
                                        <p:tgtEl>
                                          <p:spTgt spid="726032"/>
                                        </p:tgtEl>
                                        <p:attrNameLst>
                                          <p:attrName>style.visibility</p:attrName>
                                        </p:attrNameLst>
                                      </p:cBhvr>
                                      <p:to>
                                        <p:strVal val="visible"/>
                                      </p:to>
                                    </p:set>
                                    <p:animEffect transition="in" filter="wipe(down)">
                                      <p:cBhvr>
                                        <p:cTn id="36" dur="500"/>
                                        <p:tgtEl>
                                          <p:spTgt spid="72603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16" fill="hold" nodeType="clickEffect">
                                  <p:stCondLst>
                                    <p:cond delay="0"/>
                                  </p:stCondLst>
                                  <p:childTnLst>
                                    <p:set>
                                      <p:cBhvr>
                                        <p:cTn id="40" dur="1" fill="hold">
                                          <p:stCondLst>
                                            <p:cond delay="0"/>
                                          </p:stCondLst>
                                        </p:cTn>
                                        <p:tgtEl>
                                          <p:spTgt spid="726041"/>
                                        </p:tgtEl>
                                        <p:attrNameLst>
                                          <p:attrName>style.visibility</p:attrName>
                                        </p:attrNameLst>
                                      </p:cBhvr>
                                      <p:to>
                                        <p:strVal val="visible"/>
                                      </p:to>
                                    </p:set>
                                    <p:anim calcmode="lin" valueType="num">
                                      <p:cBhvr>
                                        <p:cTn id="41" dur="500" fill="hold"/>
                                        <p:tgtEl>
                                          <p:spTgt spid="726041"/>
                                        </p:tgtEl>
                                        <p:attrNameLst>
                                          <p:attrName>ppt_w</p:attrName>
                                        </p:attrNameLst>
                                      </p:cBhvr>
                                      <p:tavLst>
                                        <p:tav tm="0">
                                          <p:val>
                                            <p:fltVal val="0"/>
                                          </p:val>
                                        </p:tav>
                                        <p:tav tm="100000">
                                          <p:val>
                                            <p:strVal val="#ppt_w"/>
                                          </p:val>
                                        </p:tav>
                                      </p:tavLst>
                                    </p:anim>
                                    <p:anim calcmode="lin" valueType="num">
                                      <p:cBhvr>
                                        <p:cTn id="42" dur="500" fill="hold"/>
                                        <p:tgtEl>
                                          <p:spTgt spid="726041"/>
                                        </p:tgtEl>
                                        <p:attrNameLst>
                                          <p:attrName>ppt_h</p:attrName>
                                        </p:attrNameLst>
                                      </p:cBhvr>
                                      <p:tavLst>
                                        <p:tav tm="0">
                                          <p:val>
                                            <p:fltVal val="0"/>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nodeType="clickEffect">
                                  <p:stCondLst>
                                    <p:cond delay="0"/>
                                  </p:stCondLst>
                                  <p:childTnLst>
                                    <p:set>
                                      <p:cBhvr>
                                        <p:cTn id="46" dur="1" fill="hold">
                                          <p:stCondLst>
                                            <p:cond delay="0"/>
                                          </p:stCondLst>
                                        </p:cTn>
                                        <p:tgtEl>
                                          <p:spTgt spid="726036"/>
                                        </p:tgtEl>
                                        <p:attrNameLst>
                                          <p:attrName>style.visibility</p:attrName>
                                        </p:attrNameLst>
                                      </p:cBhvr>
                                      <p:to>
                                        <p:strVal val="visible"/>
                                      </p:to>
                                    </p:set>
                                    <p:animEffect transition="in" filter="wipe(up)">
                                      <p:cBhvr>
                                        <p:cTn id="47" dur="500"/>
                                        <p:tgtEl>
                                          <p:spTgt spid="726036"/>
                                        </p:tgtEl>
                                      </p:cBhvr>
                                    </p:animEffect>
                                  </p:childTnLst>
                                </p:cTn>
                              </p:par>
                            </p:childTnLst>
                          </p:cTn>
                        </p:par>
                        <p:par>
                          <p:cTn id="48" fill="hold" nodeType="afterGroup">
                            <p:stCondLst>
                              <p:cond delay="500"/>
                            </p:stCondLst>
                            <p:childTnLst>
                              <p:par>
                                <p:cTn id="49" presetID="22" presetClass="entr" presetSubtype="8" fill="hold" nodeType="afterEffect">
                                  <p:stCondLst>
                                    <p:cond delay="0"/>
                                  </p:stCondLst>
                                  <p:childTnLst>
                                    <p:set>
                                      <p:cBhvr>
                                        <p:cTn id="50" dur="1" fill="hold">
                                          <p:stCondLst>
                                            <p:cond delay="0"/>
                                          </p:stCondLst>
                                        </p:cTn>
                                        <p:tgtEl>
                                          <p:spTgt spid="726038"/>
                                        </p:tgtEl>
                                        <p:attrNameLst>
                                          <p:attrName>style.visibility</p:attrName>
                                        </p:attrNameLst>
                                      </p:cBhvr>
                                      <p:to>
                                        <p:strVal val="visible"/>
                                      </p:to>
                                    </p:set>
                                    <p:animEffect transition="in" filter="wipe(left)">
                                      <p:cBhvr>
                                        <p:cTn id="51" dur="500"/>
                                        <p:tgtEl>
                                          <p:spTgt spid="72603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2" fill="hold" nodeType="clickEffect">
                                  <p:stCondLst>
                                    <p:cond delay="0"/>
                                  </p:stCondLst>
                                  <p:childTnLst>
                                    <p:set>
                                      <p:cBhvr>
                                        <p:cTn id="55" dur="1" fill="hold">
                                          <p:stCondLst>
                                            <p:cond delay="0"/>
                                          </p:stCondLst>
                                        </p:cTn>
                                        <p:tgtEl>
                                          <p:spTgt spid="726035"/>
                                        </p:tgtEl>
                                        <p:attrNameLst>
                                          <p:attrName>style.visibility</p:attrName>
                                        </p:attrNameLst>
                                      </p:cBhvr>
                                      <p:to>
                                        <p:strVal val="visible"/>
                                      </p:to>
                                    </p:set>
                                    <p:animEffect transition="in" filter="wipe(right)">
                                      <p:cBhvr>
                                        <p:cTn id="56" dur="500"/>
                                        <p:tgtEl>
                                          <p:spTgt spid="726035"/>
                                        </p:tgtEl>
                                      </p:cBhvr>
                                    </p:animEffect>
                                  </p:childTnLst>
                                </p:cTn>
                              </p:par>
                            </p:childTnLst>
                          </p:cTn>
                        </p:par>
                        <p:par>
                          <p:cTn id="57" fill="hold" nodeType="afterGroup">
                            <p:stCondLst>
                              <p:cond delay="500"/>
                            </p:stCondLst>
                            <p:childTnLst>
                              <p:par>
                                <p:cTn id="58" presetID="22" presetClass="entr" presetSubtype="4" fill="hold" nodeType="afterEffect">
                                  <p:stCondLst>
                                    <p:cond delay="0"/>
                                  </p:stCondLst>
                                  <p:childTnLst>
                                    <p:set>
                                      <p:cBhvr>
                                        <p:cTn id="59" dur="1" fill="hold">
                                          <p:stCondLst>
                                            <p:cond delay="0"/>
                                          </p:stCondLst>
                                        </p:cTn>
                                        <p:tgtEl>
                                          <p:spTgt spid="726034"/>
                                        </p:tgtEl>
                                        <p:attrNameLst>
                                          <p:attrName>style.visibility</p:attrName>
                                        </p:attrNameLst>
                                      </p:cBhvr>
                                      <p:to>
                                        <p:strVal val="visible"/>
                                      </p:to>
                                    </p:set>
                                    <p:animEffect transition="in" filter="wipe(down)">
                                      <p:cBhvr>
                                        <p:cTn id="60" dur="500"/>
                                        <p:tgtEl>
                                          <p:spTgt spid="72603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2" fill="hold" nodeType="clickEffect">
                                  <p:stCondLst>
                                    <p:cond delay="0"/>
                                  </p:stCondLst>
                                  <p:childTnLst>
                                    <p:set>
                                      <p:cBhvr>
                                        <p:cTn id="64" dur="1" fill="hold">
                                          <p:stCondLst>
                                            <p:cond delay="0"/>
                                          </p:stCondLst>
                                        </p:cTn>
                                        <p:tgtEl>
                                          <p:spTgt spid="726031"/>
                                        </p:tgtEl>
                                        <p:attrNameLst>
                                          <p:attrName>style.visibility</p:attrName>
                                        </p:attrNameLst>
                                      </p:cBhvr>
                                      <p:to>
                                        <p:strVal val="visible"/>
                                      </p:to>
                                    </p:set>
                                    <p:animEffect transition="in" filter="wipe(right)">
                                      <p:cBhvr>
                                        <p:cTn id="65" dur="500"/>
                                        <p:tgtEl>
                                          <p:spTgt spid="726031"/>
                                        </p:tgtEl>
                                      </p:cBhvr>
                                    </p:animEffect>
                                  </p:childTnLst>
                                </p:cTn>
                              </p:par>
                            </p:childTnLst>
                          </p:cTn>
                        </p:par>
                        <p:par>
                          <p:cTn id="66" fill="hold" nodeType="afterGroup">
                            <p:stCondLst>
                              <p:cond delay="500"/>
                            </p:stCondLst>
                            <p:childTnLst>
                              <p:par>
                                <p:cTn id="67" presetID="22" presetClass="entr" presetSubtype="4" fill="hold" nodeType="afterEffect">
                                  <p:stCondLst>
                                    <p:cond delay="0"/>
                                  </p:stCondLst>
                                  <p:childTnLst>
                                    <p:set>
                                      <p:cBhvr>
                                        <p:cTn id="68" dur="1" fill="hold">
                                          <p:stCondLst>
                                            <p:cond delay="0"/>
                                          </p:stCondLst>
                                        </p:cTn>
                                        <p:tgtEl>
                                          <p:spTgt spid="726037"/>
                                        </p:tgtEl>
                                        <p:attrNameLst>
                                          <p:attrName>style.visibility</p:attrName>
                                        </p:attrNameLst>
                                      </p:cBhvr>
                                      <p:to>
                                        <p:strVal val="visible"/>
                                      </p:to>
                                    </p:set>
                                    <p:animEffect transition="in" filter="wipe(down)">
                                      <p:cBhvr>
                                        <p:cTn id="69" dur="500"/>
                                        <p:tgtEl>
                                          <p:spTgt spid="726037"/>
                                        </p:tgtEl>
                                      </p:cBhvr>
                                    </p:animEffect>
                                  </p:childTnLst>
                                </p:cTn>
                              </p:par>
                            </p:childTnLst>
                          </p:cTn>
                        </p:par>
                        <p:par>
                          <p:cTn id="70" fill="hold" nodeType="afterGroup">
                            <p:stCondLst>
                              <p:cond delay="1000"/>
                            </p:stCondLst>
                            <p:childTnLst>
                              <p:par>
                                <p:cTn id="71" presetID="22" presetClass="entr" presetSubtype="8" fill="hold" nodeType="afterEffect">
                                  <p:stCondLst>
                                    <p:cond delay="0"/>
                                  </p:stCondLst>
                                  <p:childTnLst>
                                    <p:set>
                                      <p:cBhvr>
                                        <p:cTn id="72" dur="1" fill="hold">
                                          <p:stCondLst>
                                            <p:cond delay="0"/>
                                          </p:stCondLst>
                                        </p:cTn>
                                        <p:tgtEl>
                                          <p:spTgt spid="726033"/>
                                        </p:tgtEl>
                                        <p:attrNameLst>
                                          <p:attrName>style.visibility</p:attrName>
                                        </p:attrNameLst>
                                      </p:cBhvr>
                                      <p:to>
                                        <p:strVal val="visible"/>
                                      </p:to>
                                    </p:set>
                                    <p:animEffect transition="in" filter="wipe(left)">
                                      <p:cBhvr>
                                        <p:cTn id="73" dur="500"/>
                                        <p:tgtEl>
                                          <p:spTgt spid="726033"/>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726020"/>
                                        </p:tgtEl>
                                        <p:attrNameLst>
                                          <p:attrName>style.visibility</p:attrName>
                                        </p:attrNameLst>
                                      </p:cBhvr>
                                      <p:to>
                                        <p:strVal val="visible"/>
                                      </p:to>
                                    </p:set>
                                    <p:animEffect transition="in" filter="wipe(left)">
                                      <p:cBhvr>
                                        <p:cTn id="78" dur="500"/>
                                        <p:tgtEl>
                                          <p:spTgt spid="726020"/>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4" fill="hold" nodeType="clickEffect">
                                  <p:stCondLst>
                                    <p:cond delay="0"/>
                                  </p:stCondLst>
                                  <p:childTnLst>
                                    <p:set>
                                      <p:cBhvr>
                                        <p:cTn id="82" dur="1" fill="hold">
                                          <p:stCondLst>
                                            <p:cond delay="0"/>
                                          </p:stCondLst>
                                        </p:cTn>
                                        <p:tgtEl>
                                          <p:spTgt spid="726040"/>
                                        </p:tgtEl>
                                        <p:attrNameLst>
                                          <p:attrName>style.visibility</p:attrName>
                                        </p:attrNameLst>
                                      </p:cBhvr>
                                      <p:to>
                                        <p:strVal val="visible"/>
                                      </p:to>
                                    </p:set>
                                    <p:animEffect transition="in" filter="wipe(down)">
                                      <p:cBhvr>
                                        <p:cTn id="83" dur="500"/>
                                        <p:tgtEl>
                                          <p:spTgt spid="726040"/>
                                        </p:tgtEl>
                                      </p:cBhvr>
                                    </p:animEffect>
                                  </p:childTnLst>
                                </p:cTn>
                              </p:par>
                            </p:childTnLst>
                          </p:cTn>
                        </p:par>
                        <p:par>
                          <p:cTn id="84" fill="hold" nodeType="afterGroup">
                            <p:stCondLst>
                              <p:cond delay="500"/>
                            </p:stCondLst>
                            <p:childTnLst>
                              <p:par>
                                <p:cTn id="85" presetID="22" presetClass="entr" presetSubtype="4" fill="hold" nodeType="afterEffect">
                                  <p:stCondLst>
                                    <p:cond delay="0"/>
                                  </p:stCondLst>
                                  <p:childTnLst>
                                    <p:set>
                                      <p:cBhvr>
                                        <p:cTn id="86" dur="1" fill="hold">
                                          <p:stCondLst>
                                            <p:cond delay="0"/>
                                          </p:stCondLst>
                                        </p:cTn>
                                        <p:tgtEl>
                                          <p:spTgt spid="726029"/>
                                        </p:tgtEl>
                                        <p:attrNameLst>
                                          <p:attrName>style.visibility</p:attrName>
                                        </p:attrNameLst>
                                      </p:cBhvr>
                                      <p:to>
                                        <p:strVal val="visible"/>
                                      </p:to>
                                    </p:set>
                                    <p:animEffect transition="in" filter="wipe(down)">
                                      <p:cBhvr>
                                        <p:cTn id="87" dur="500"/>
                                        <p:tgtEl>
                                          <p:spTgt spid="726029"/>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726021"/>
                                        </p:tgtEl>
                                        <p:attrNameLst>
                                          <p:attrName>style.visibility</p:attrName>
                                        </p:attrNameLst>
                                      </p:cBhvr>
                                      <p:to>
                                        <p:strVal val="visible"/>
                                      </p:to>
                                    </p:set>
                                    <p:animEffect transition="in" filter="wipe(left)">
                                      <p:cBhvr>
                                        <p:cTn id="92" dur="500"/>
                                        <p:tgtEl>
                                          <p:spTgt spid="726021"/>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726022"/>
                                        </p:tgtEl>
                                        <p:attrNameLst>
                                          <p:attrName>style.visibility</p:attrName>
                                        </p:attrNameLst>
                                      </p:cBhvr>
                                      <p:to>
                                        <p:strVal val="visible"/>
                                      </p:to>
                                    </p:set>
                                    <p:animEffect transition="in" filter="wipe(left)">
                                      <p:cBhvr>
                                        <p:cTn id="97" dur="500"/>
                                        <p:tgtEl>
                                          <p:spTgt spid="726022"/>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726024"/>
                                        </p:tgtEl>
                                        <p:attrNameLst>
                                          <p:attrName>style.visibility</p:attrName>
                                        </p:attrNameLst>
                                      </p:cBhvr>
                                      <p:to>
                                        <p:strVal val="visible"/>
                                      </p:to>
                                    </p:set>
                                    <p:animEffect transition="in" filter="wipe(left)">
                                      <p:cBhvr>
                                        <p:cTn id="102" dur="500"/>
                                        <p:tgtEl>
                                          <p:spTgt spid="726024"/>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726025"/>
                                        </p:tgtEl>
                                        <p:attrNameLst>
                                          <p:attrName>style.visibility</p:attrName>
                                        </p:attrNameLst>
                                      </p:cBhvr>
                                      <p:to>
                                        <p:strVal val="visible"/>
                                      </p:to>
                                    </p:set>
                                    <p:animEffect transition="in" filter="wipe(left)">
                                      <p:cBhvr>
                                        <p:cTn id="107" dur="500"/>
                                        <p:tgtEl>
                                          <p:spTgt spid="726025"/>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50" presetClass="entr" presetSubtype="0" decel="100000" fill="hold" nodeType="clickEffect">
                                  <p:stCondLst>
                                    <p:cond delay="0"/>
                                  </p:stCondLst>
                                  <p:childTnLst>
                                    <p:set>
                                      <p:cBhvr>
                                        <p:cTn id="111" dur="1" fill="hold">
                                          <p:stCondLst>
                                            <p:cond delay="0"/>
                                          </p:stCondLst>
                                        </p:cTn>
                                        <p:tgtEl>
                                          <p:spTgt spid="726028"/>
                                        </p:tgtEl>
                                        <p:attrNameLst>
                                          <p:attrName>style.visibility</p:attrName>
                                        </p:attrNameLst>
                                      </p:cBhvr>
                                      <p:to>
                                        <p:strVal val="visible"/>
                                      </p:to>
                                    </p:set>
                                    <p:anim calcmode="lin" valueType="num">
                                      <p:cBhvr>
                                        <p:cTn id="112" dur="1000" fill="hold"/>
                                        <p:tgtEl>
                                          <p:spTgt spid="726028"/>
                                        </p:tgtEl>
                                        <p:attrNameLst>
                                          <p:attrName>ppt_w</p:attrName>
                                        </p:attrNameLst>
                                      </p:cBhvr>
                                      <p:tavLst>
                                        <p:tav tm="0">
                                          <p:val>
                                            <p:strVal val="#ppt_w+.3"/>
                                          </p:val>
                                        </p:tav>
                                        <p:tav tm="100000">
                                          <p:val>
                                            <p:strVal val="#ppt_w"/>
                                          </p:val>
                                        </p:tav>
                                      </p:tavLst>
                                    </p:anim>
                                    <p:anim calcmode="lin" valueType="num">
                                      <p:cBhvr>
                                        <p:cTn id="113" dur="1000" fill="hold"/>
                                        <p:tgtEl>
                                          <p:spTgt spid="726028"/>
                                        </p:tgtEl>
                                        <p:attrNameLst>
                                          <p:attrName>ppt_h</p:attrName>
                                        </p:attrNameLst>
                                      </p:cBhvr>
                                      <p:tavLst>
                                        <p:tav tm="0">
                                          <p:val>
                                            <p:strVal val="#ppt_h"/>
                                          </p:val>
                                        </p:tav>
                                        <p:tav tm="100000">
                                          <p:val>
                                            <p:strVal val="#ppt_h"/>
                                          </p:val>
                                        </p:tav>
                                      </p:tavLst>
                                    </p:anim>
                                    <p:animEffect transition="in" filter="fade">
                                      <p:cBhvr>
                                        <p:cTn id="114" dur="1000"/>
                                        <p:tgtEl>
                                          <p:spTgt spid="726028"/>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2" presetClass="entr" presetSubtype="8" fill="hold" nodeType="clickEffect">
                                  <p:stCondLst>
                                    <p:cond delay="0"/>
                                  </p:stCondLst>
                                  <p:childTnLst>
                                    <p:set>
                                      <p:cBhvr>
                                        <p:cTn id="118" dur="1" fill="hold">
                                          <p:stCondLst>
                                            <p:cond delay="0"/>
                                          </p:stCondLst>
                                        </p:cTn>
                                        <p:tgtEl>
                                          <p:spTgt spid="726027"/>
                                        </p:tgtEl>
                                        <p:attrNameLst>
                                          <p:attrName>style.visibility</p:attrName>
                                        </p:attrNameLst>
                                      </p:cBhvr>
                                      <p:to>
                                        <p:strVal val="visible"/>
                                      </p:to>
                                    </p:set>
                                    <p:animEffect transition="in" filter="wipe(left)">
                                      <p:cBhvr>
                                        <p:cTn id="119" dur="500"/>
                                        <p:tgtEl>
                                          <p:spTgt spid="726027"/>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22" presetClass="entr" presetSubtype="8" fill="hold" nodeType="clickEffect">
                                  <p:stCondLst>
                                    <p:cond delay="0"/>
                                  </p:stCondLst>
                                  <p:childTnLst>
                                    <p:set>
                                      <p:cBhvr>
                                        <p:cTn id="123" dur="1" fill="hold">
                                          <p:stCondLst>
                                            <p:cond delay="0"/>
                                          </p:stCondLst>
                                        </p:cTn>
                                        <p:tgtEl>
                                          <p:spTgt spid="726023"/>
                                        </p:tgtEl>
                                        <p:attrNameLst>
                                          <p:attrName>style.visibility</p:attrName>
                                        </p:attrNameLst>
                                      </p:cBhvr>
                                      <p:to>
                                        <p:strVal val="visible"/>
                                      </p:to>
                                    </p:set>
                                    <p:animEffect transition="in" filter="wipe(left)">
                                      <p:cBhvr>
                                        <p:cTn id="124" dur="500"/>
                                        <p:tgtEl>
                                          <p:spTgt spid="726023"/>
                                        </p:tgtEl>
                                      </p:cBhvr>
                                    </p:animEffec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 presetClass="entr" presetSubtype="2" fill="hold" nodeType="clickEffect">
                                  <p:stCondLst>
                                    <p:cond delay="0"/>
                                  </p:stCondLst>
                                  <p:childTnLst>
                                    <p:set>
                                      <p:cBhvr>
                                        <p:cTn id="128" dur="1" fill="hold">
                                          <p:stCondLst>
                                            <p:cond delay="0"/>
                                          </p:stCondLst>
                                        </p:cTn>
                                        <p:tgtEl>
                                          <p:spTgt spid="726043"/>
                                        </p:tgtEl>
                                        <p:attrNameLst>
                                          <p:attrName>style.visibility</p:attrName>
                                        </p:attrNameLst>
                                      </p:cBhvr>
                                      <p:to>
                                        <p:strVal val="visible"/>
                                      </p:to>
                                    </p:set>
                                    <p:anim calcmode="lin" valueType="num">
                                      <p:cBhvr additive="base">
                                        <p:cTn id="129" dur="500" fill="hold"/>
                                        <p:tgtEl>
                                          <p:spTgt spid="726043"/>
                                        </p:tgtEl>
                                        <p:attrNameLst>
                                          <p:attrName>ppt_x</p:attrName>
                                        </p:attrNameLst>
                                      </p:cBhvr>
                                      <p:tavLst>
                                        <p:tav tm="0">
                                          <p:val>
                                            <p:strVal val="1+#ppt_w/2"/>
                                          </p:val>
                                        </p:tav>
                                        <p:tav tm="100000">
                                          <p:val>
                                            <p:strVal val="#ppt_x"/>
                                          </p:val>
                                        </p:tav>
                                      </p:tavLst>
                                    </p:anim>
                                    <p:anim calcmode="lin" valueType="num">
                                      <p:cBhvr additive="base">
                                        <p:cTn id="130" dur="500" fill="hold"/>
                                        <p:tgtEl>
                                          <p:spTgt spid="72604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6018" grpId="0" autoUpdateAnimBg="0"/>
      <p:bldP spid="726019" grpId="0" autoUpdateAnimBg="0"/>
      <p:bldP spid="726021" grpId="0" autoUpdateAnimBg="0"/>
      <p:bldP spid="726023" grpId="0" autoUpdateAnimBg="0"/>
      <p:bldP spid="726024" grpId="0" autoUpdateAnimBg="0"/>
      <p:bldP spid="726026" grpId="0" autoUpdateAnimBg="0"/>
      <p:bldP spid="726027" grpId="0"/>
      <p:bldP spid="726028" grpId="0" animBg="1"/>
      <p:bldP spid="726030" grpId="0" animBg="1"/>
      <p:bldP spid="726032" grpId="0"/>
      <p:bldP spid="726033" grpId="0"/>
      <p:bldP spid="726039" grpId="0"/>
      <p:bldP spid="726041" grpId="0" animBg="1"/>
      <p:bldP spid="72604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42" name="Text Box 2">
            <a:extLst>
              <a:ext uri="{FF2B5EF4-FFF2-40B4-BE49-F238E27FC236}">
                <a16:creationId xmlns:a16="http://schemas.microsoft.com/office/drawing/2014/main" id="{11EDB12F-A2AE-97CD-1027-9B4A5692CA03}"/>
              </a:ext>
            </a:extLst>
          </p:cNvPr>
          <p:cNvSpPr txBox="1">
            <a:spLocks noChangeArrowheads="1"/>
          </p:cNvSpPr>
          <p:nvPr/>
        </p:nvSpPr>
        <p:spPr bwMode="auto">
          <a:xfrm>
            <a:off x="755650" y="188913"/>
            <a:ext cx="8208963"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34988" indent="-534988">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
                <a:srgbClr val="FFFF00"/>
              </a:buClr>
              <a:buFont typeface="Wingdings" panose="05000000000000000000" pitchFamily="2" charset="2"/>
              <a:buNone/>
            </a:pPr>
            <a:r>
              <a:rPr lang="en-US" altLang="zh-CN">
                <a:latin typeface="Times New Roman" panose="02020603050405020304" pitchFamily="18" charset="0"/>
                <a:ea typeface="楷体_GB2312" pitchFamily="49" charset="-122"/>
              </a:rPr>
              <a:t>(2)  </a:t>
            </a:r>
            <a:r>
              <a:rPr lang="zh-CN" altLang="en-US">
                <a:latin typeface="Times New Roman" panose="02020603050405020304" pitchFamily="18" charset="0"/>
                <a:ea typeface="楷体_GB2312" pitchFamily="49" charset="-122"/>
              </a:rPr>
              <a:t>质点对轴的动量矩：当质点作平面运动时，质点对运动平面内某参考点</a:t>
            </a:r>
            <a:r>
              <a:rPr lang="en-US" altLang="zh-CN" i="1">
                <a:solidFill>
                  <a:srgbClr val="FFFF00"/>
                </a:solidFill>
                <a:latin typeface="Times New Roman" panose="02020603050405020304" pitchFamily="18" charset="0"/>
                <a:ea typeface="楷体_GB2312" pitchFamily="49" charset="-122"/>
              </a:rPr>
              <a:t>O </a:t>
            </a:r>
            <a:r>
              <a:rPr lang="zh-CN" altLang="en-US">
                <a:latin typeface="Times New Roman" panose="02020603050405020304" pitchFamily="18" charset="0"/>
                <a:ea typeface="楷体_GB2312" pitchFamily="49" charset="-122"/>
              </a:rPr>
              <a:t>的动量矩也称为质点对过</a:t>
            </a:r>
            <a:r>
              <a:rPr lang="en-US" altLang="zh-CN" i="1">
                <a:solidFill>
                  <a:srgbClr val="FFFF00"/>
                </a:solidFill>
                <a:latin typeface="Times New Roman" panose="02020603050405020304" pitchFamily="18" charset="0"/>
                <a:ea typeface="楷体_GB2312" pitchFamily="49" charset="-122"/>
              </a:rPr>
              <a:t>O </a:t>
            </a:r>
            <a:r>
              <a:rPr lang="zh-CN" altLang="en-US">
                <a:latin typeface="Times New Roman" panose="02020603050405020304" pitchFamily="18" charset="0"/>
                <a:ea typeface="楷体_GB2312" pitchFamily="49" charset="-122"/>
              </a:rPr>
              <a:t>垂直于运动平面的轴的动量</a:t>
            </a:r>
            <a:r>
              <a:rPr lang="zh-CN" altLang="en-US">
                <a:latin typeface="Arial" panose="020B0604020202020204" pitchFamily="34" charset="0"/>
                <a:ea typeface="楷体_GB2312" pitchFamily="49" charset="-122"/>
              </a:rPr>
              <a:t>矩</a:t>
            </a:r>
          </a:p>
        </p:txBody>
      </p:sp>
      <p:sp>
        <p:nvSpPr>
          <p:cNvPr id="727043" name="Line 3">
            <a:extLst>
              <a:ext uri="{FF2B5EF4-FFF2-40B4-BE49-F238E27FC236}">
                <a16:creationId xmlns:a16="http://schemas.microsoft.com/office/drawing/2014/main" id="{6F6706C5-F695-1D09-D31F-E21DE63574C2}"/>
              </a:ext>
            </a:extLst>
          </p:cNvPr>
          <p:cNvSpPr>
            <a:spLocks noChangeShapeType="1"/>
          </p:cNvSpPr>
          <p:nvPr/>
        </p:nvSpPr>
        <p:spPr bwMode="auto">
          <a:xfrm>
            <a:off x="7445375" y="3109913"/>
            <a:ext cx="6350" cy="823912"/>
          </a:xfrm>
          <a:prstGeom prst="line">
            <a:avLst/>
          </a:prstGeom>
          <a:noFill/>
          <a:ln w="28575">
            <a:solidFill>
              <a:srgbClr val="FFFF00"/>
            </a:solidFill>
            <a:prstDash val="dashDot"/>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44" name="Line 4">
            <a:extLst>
              <a:ext uri="{FF2B5EF4-FFF2-40B4-BE49-F238E27FC236}">
                <a16:creationId xmlns:a16="http://schemas.microsoft.com/office/drawing/2014/main" id="{27C32144-3213-37BF-CF23-6068F471D815}"/>
              </a:ext>
            </a:extLst>
          </p:cNvPr>
          <p:cNvSpPr>
            <a:spLocks noChangeShapeType="1"/>
          </p:cNvSpPr>
          <p:nvPr/>
        </p:nvSpPr>
        <p:spPr bwMode="auto">
          <a:xfrm rot="10800000" flipH="1">
            <a:off x="7445375" y="1484313"/>
            <a:ext cx="6350" cy="1676400"/>
          </a:xfrm>
          <a:prstGeom prst="line">
            <a:avLst/>
          </a:prstGeom>
          <a:noFill/>
          <a:ln w="28575">
            <a:solidFill>
              <a:srgbClr val="FFFF00"/>
            </a:solidFill>
            <a:prstDash val="dashDot"/>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nvGrpSpPr>
          <p:cNvPr id="2" name="Group 5">
            <a:extLst>
              <a:ext uri="{FF2B5EF4-FFF2-40B4-BE49-F238E27FC236}">
                <a16:creationId xmlns:a16="http://schemas.microsoft.com/office/drawing/2014/main" id="{FAD945DD-B0CE-B076-1AC3-A04431923E94}"/>
              </a:ext>
            </a:extLst>
          </p:cNvPr>
          <p:cNvGrpSpPr>
            <a:grpSpLocks/>
          </p:cNvGrpSpPr>
          <p:nvPr/>
        </p:nvGrpSpPr>
        <p:grpSpPr bwMode="auto">
          <a:xfrm>
            <a:off x="5803900" y="3155950"/>
            <a:ext cx="1657350" cy="461963"/>
            <a:chOff x="3343" y="1790"/>
            <a:chExt cx="1044" cy="291"/>
          </a:xfrm>
        </p:grpSpPr>
        <p:sp>
          <p:nvSpPr>
            <p:cNvPr id="727046" name="Line 6">
              <a:extLst>
                <a:ext uri="{FF2B5EF4-FFF2-40B4-BE49-F238E27FC236}">
                  <a16:creationId xmlns:a16="http://schemas.microsoft.com/office/drawing/2014/main" id="{9E1E9754-4ACC-2E8F-8A78-6EE472BC1433}"/>
                </a:ext>
              </a:extLst>
            </p:cNvPr>
            <p:cNvSpPr>
              <a:spLocks noChangeShapeType="1"/>
            </p:cNvSpPr>
            <p:nvPr/>
          </p:nvSpPr>
          <p:spPr bwMode="auto">
            <a:xfrm>
              <a:off x="3539" y="1807"/>
              <a:ext cx="389" cy="104"/>
            </a:xfrm>
            <a:prstGeom prst="line">
              <a:avLst/>
            </a:prstGeom>
            <a:noFill/>
            <a:ln w="12700">
              <a:solidFill>
                <a:srgbClr val="FFCC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47" name="Line 7">
              <a:extLst>
                <a:ext uri="{FF2B5EF4-FFF2-40B4-BE49-F238E27FC236}">
                  <a16:creationId xmlns:a16="http://schemas.microsoft.com/office/drawing/2014/main" id="{682181D9-82F5-0505-5E6C-9F4FD79E0E83}"/>
                </a:ext>
              </a:extLst>
            </p:cNvPr>
            <p:cNvSpPr>
              <a:spLocks noChangeShapeType="1"/>
            </p:cNvSpPr>
            <p:nvPr/>
          </p:nvSpPr>
          <p:spPr bwMode="auto">
            <a:xfrm>
              <a:off x="3462" y="1911"/>
              <a:ext cx="252" cy="59"/>
            </a:xfrm>
            <a:prstGeom prst="line">
              <a:avLst/>
            </a:prstGeom>
            <a:noFill/>
            <a:ln w="12700">
              <a:solidFill>
                <a:srgbClr val="FFCC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48" name="Line 8">
              <a:extLst>
                <a:ext uri="{FF2B5EF4-FFF2-40B4-BE49-F238E27FC236}">
                  <a16:creationId xmlns:a16="http://schemas.microsoft.com/office/drawing/2014/main" id="{E8800A5F-70D2-A884-CA06-F56A95C04A11}"/>
                </a:ext>
              </a:extLst>
            </p:cNvPr>
            <p:cNvSpPr>
              <a:spLocks noChangeShapeType="1"/>
            </p:cNvSpPr>
            <p:nvPr/>
          </p:nvSpPr>
          <p:spPr bwMode="auto">
            <a:xfrm>
              <a:off x="3443" y="1943"/>
              <a:ext cx="198" cy="50"/>
            </a:xfrm>
            <a:prstGeom prst="line">
              <a:avLst/>
            </a:prstGeom>
            <a:noFill/>
            <a:ln w="12700">
              <a:solidFill>
                <a:srgbClr val="FFCC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49" name="Line 9">
              <a:extLst>
                <a:ext uri="{FF2B5EF4-FFF2-40B4-BE49-F238E27FC236}">
                  <a16:creationId xmlns:a16="http://schemas.microsoft.com/office/drawing/2014/main" id="{EFE23F7C-5A89-1846-EDBF-F2B8440F63DF}"/>
                </a:ext>
              </a:extLst>
            </p:cNvPr>
            <p:cNvSpPr>
              <a:spLocks noChangeShapeType="1"/>
            </p:cNvSpPr>
            <p:nvPr/>
          </p:nvSpPr>
          <p:spPr bwMode="auto">
            <a:xfrm>
              <a:off x="3509" y="1843"/>
              <a:ext cx="348" cy="86"/>
            </a:xfrm>
            <a:prstGeom prst="line">
              <a:avLst/>
            </a:prstGeom>
            <a:noFill/>
            <a:ln w="12700">
              <a:solidFill>
                <a:srgbClr val="FFCC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50" name="Line 10">
              <a:extLst>
                <a:ext uri="{FF2B5EF4-FFF2-40B4-BE49-F238E27FC236}">
                  <a16:creationId xmlns:a16="http://schemas.microsoft.com/office/drawing/2014/main" id="{6A2FBB07-FF6C-7CE4-2C52-9A169BFC5C1C}"/>
                </a:ext>
              </a:extLst>
            </p:cNvPr>
            <p:cNvSpPr>
              <a:spLocks noChangeShapeType="1"/>
            </p:cNvSpPr>
            <p:nvPr/>
          </p:nvSpPr>
          <p:spPr bwMode="auto">
            <a:xfrm>
              <a:off x="3420" y="1978"/>
              <a:ext cx="148" cy="32"/>
            </a:xfrm>
            <a:prstGeom prst="line">
              <a:avLst/>
            </a:prstGeom>
            <a:noFill/>
            <a:ln w="12700">
              <a:solidFill>
                <a:srgbClr val="FFCC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51" name="Line 11">
              <a:extLst>
                <a:ext uri="{FF2B5EF4-FFF2-40B4-BE49-F238E27FC236}">
                  <a16:creationId xmlns:a16="http://schemas.microsoft.com/office/drawing/2014/main" id="{AB05EDC8-9E47-9433-E968-8613FF832538}"/>
                </a:ext>
              </a:extLst>
            </p:cNvPr>
            <p:cNvSpPr>
              <a:spLocks noChangeShapeType="1"/>
            </p:cNvSpPr>
            <p:nvPr/>
          </p:nvSpPr>
          <p:spPr bwMode="auto">
            <a:xfrm>
              <a:off x="3383" y="2044"/>
              <a:ext cx="49" cy="12"/>
            </a:xfrm>
            <a:prstGeom prst="line">
              <a:avLst/>
            </a:prstGeom>
            <a:noFill/>
            <a:ln w="12700">
              <a:solidFill>
                <a:srgbClr val="FFCC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52" name="Line 12">
              <a:extLst>
                <a:ext uri="{FF2B5EF4-FFF2-40B4-BE49-F238E27FC236}">
                  <a16:creationId xmlns:a16="http://schemas.microsoft.com/office/drawing/2014/main" id="{0654E0A2-7A97-9340-60BA-4A93279EEF2F}"/>
                </a:ext>
              </a:extLst>
            </p:cNvPr>
            <p:cNvSpPr>
              <a:spLocks noChangeShapeType="1"/>
            </p:cNvSpPr>
            <p:nvPr/>
          </p:nvSpPr>
          <p:spPr bwMode="auto">
            <a:xfrm>
              <a:off x="3811" y="1802"/>
              <a:ext cx="267" cy="69"/>
            </a:xfrm>
            <a:prstGeom prst="line">
              <a:avLst/>
            </a:prstGeom>
            <a:noFill/>
            <a:ln w="12700">
              <a:solidFill>
                <a:srgbClr val="FFCC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53" name="Line 13">
              <a:extLst>
                <a:ext uri="{FF2B5EF4-FFF2-40B4-BE49-F238E27FC236}">
                  <a16:creationId xmlns:a16="http://schemas.microsoft.com/office/drawing/2014/main" id="{0CA8A141-6098-4F20-7A83-9EA42F800F8C}"/>
                </a:ext>
              </a:extLst>
            </p:cNvPr>
            <p:cNvSpPr>
              <a:spLocks noChangeShapeType="1"/>
            </p:cNvSpPr>
            <p:nvPr/>
          </p:nvSpPr>
          <p:spPr bwMode="auto">
            <a:xfrm>
              <a:off x="3661" y="1801"/>
              <a:ext cx="344" cy="88"/>
            </a:xfrm>
            <a:prstGeom prst="line">
              <a:avLst/>
            </a:prstGeom>
            <a:noFill/>
            <a:ln w="12700">
              <a:solidFill>
                <a:srgbClr val="FFCC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54" name="Line 14">
              <a:extLst>
                <a:ext uri="{FF2B5EF4-FFF2-40B4-BE49-F238E27FC236}">
                  <a16:creationId xmlns:a16="http://schemas.microsoft.com/office/drawing/2014/main" id="{FD0FA029-13EA-7027-C970-6CF5C7A391F4}"/>
                </a:ext>
              </a:extLst>
            </p:cNvPr>
            <p:cNvSpPr>
              <a:spLocks noChangeShapeType="1"/>
            </p:cNvSpPr>
            <p:nvPr/>
          </p:nvSpPr>
          <p:spPr bwMode="auto">
            <a:xfrm>
              <a:off x="3922" y="1800"/>
              <a:ext cx="218" cy="53"/>
            </a:xfrm>
            <a:prstGeom prst="line">
              <a:avLst/>
            </a:prstGeom>
            <a:noFill/>
            <a:ln w="12700">
              <a:solidFill>
                <a:srgbClr val="FFCC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55" name="Line 15">
              <a:extLst>
                <a:ext uri="{FF2B5EF4-FFF2-40B4-BE49-F238E27FC236}">
                  <a16:creationId xmlns:a16="http://schemas.microsoft.com/office/drawing/2014/main" id="{6D83756C-C53E-E4E4-BA3A-19964237CF0E}"/>
                </a:ext>
              </a:extLst>
            </p:cNvPr>
            <p:cNvSpPr>
              <a:spLocks noChangeShapeType="1"/>
            </p:cNvSpPr>
            <p:nvPr/>
          </p:nvSpPr>
          <p:spPr bwMode="auto">
            <a:xfrm>
              <a:off x="4146" y="1800"/>
              <a:ext cx="112" cy="24"/>
            </a:xfrm>
            <a:prstGeom prst="line">
              <a:avLst/>
            </a:prstGeom>
            <a:noFill/>
            <a:ln w="12700">
              <a:solidFill>
                <a:srgbClr val="FFCC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56" name="Line 16">
              <a:extLst>
                <a:ext uri="{FF2B5EF4-FFF2-40B4-BE49-F238E27FC236}">
                  <a16:creationId xmlns:a16="http://schemas.microsoft.com/office/drawing/2014/main" id="{C3D02CB2-B80D-8191-EAD8-0A033C79AF6A}"/>
                </a:ext>
              </a:extLst>
            </p:cNvPr>
            <p:cNvSpPr>
              <a:spLocks noChangeShapeType="1"/>
            </p:cNvSpPr>
            <p:nvPr/>
          </p:nvSpPr>
          <p:spPr bwMode="auto">
            <a:xfrm>
              <a:off x="3409" y="2016"/>
              <a:ext cx="78" cy="18"/>
            </a:xfrm>
            <a:prstGeom prst="line">
              <a:avLst/>
            </a:prstGeom>
            <a:noFill/>
            <a:ln w="12700">
              <a:solidFill>
                <a:srgbClr val="FFCC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57" name="Line 17">
              <a:extLst>
                <a:ext uri="{FF2B5EF4-FFF2-40B4-BE49-F238E27FC236}">
                  <a16:creationId xmlns:a16="http://schemas.microsoft.com/office/drawing/2014/main" id="{DB324781-C5EA-0F35-F407-1200376F118D}"/>
                </a:ext>
              </a:extLst>
            </p:cNvPr>
            <p:cNvSpPr>
              <a:spLocks noChangeShapeType="1"/>
            </p:cNvSpPr>
            <p:nvPr/>
          </p:nvSpPr>
          <p:spPr bwMode="auto">
            <a:xfrm>
              <a:off x="4244" y="1799"/>
              <a:ext cx="56" cy="11"/>
            </a:xfrm>
            <a:prstGeom prst="line">
              <a:avLst/>
            </a:prstGeom>
            <a:noFill/>
            <a:ln w="12700">
              <a:solidFill>
                <a:srgbClr val="FFCC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58" name="Line 18">
              <a:extLst>
                <a:ext uri="{FF2B5EF4-FFF2-40B4-BE49-F238E27FC236}">
                  <a16:creationId xmlns:a16="http://schemas.microsoft.com/office/drawing/2014/main" id="{65BD960E-27F8-DB10-CA89-CCF1F0DAB8B1}"/>
                </a:ext>
              </a:extLst>
            </p:cNvPr>
            <p:cNvSpPr>
              <a:spLocks noChangeShapeType="1"/>
            </p:cNvSpPr>
            <p:nvPr/>
          </p:nvSpPr>
          <p:spPr bwMode="auto">
            <a:xfrm>
              <a:off x="4031" y="1800"/>
              <a:ext cx="163" cy="39"/>
            </a:xfrm>
            <a:prstGeom prst="line">
              <a:avLst/>
            </a:prstGeom>
            <a:noFill/>
            <a:ln w="12700">
              <a:solidFill>
                <a:srgbClr val="FFCC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59" name="Line 19">
              <a:extLst>
                <a:ext uri="{FF2B5EF4-FFF2-40B4-BE49-F238E27FC236}">
                  <a16:creationId xmlns:a16="http://schemas.microsoft.com/office/drawing/2014/main" id="{75AAD1B3-5ACF-F460-8A2C-6CE8C80860C8}"/>
                </a:ext>
              </a:extLst>
            </p:cNvPr>
            <p:cNvSpPr>
              <a:spLocks noChangeShapeType="1"/>
            </p:cNvSpPr>
            <p:nvPr/>
          </p:nvSpPr>
          <p:spPr bwMode="auto">
            <a:xfrm flipV="1">
              <a:off x="3343" y="1790"/>
              <a:ext cx="1044" cy="291"/>
            </a:xfrm>
            <a:prstGeom prst="line">
              <a:avLst/>
            </a:prstGeom>
            <a:noFill/>
            <a:ln w="28575">
              <a:solidFill>
                <a:srgbClr val="FFCC00"/>
              </a:solidFill>
              <a:prstDash val="dash"/>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60" name="Line 20">
              <a:extLst>
                <a:ext uri="{FF2B5EF4-FFF2-40B4-BE49-F238E27FC236}">
                  <a16:creationId xmlns:a16="http://schemas.microsoft.com/office/drawing/2014/main" id="{A95A21DB-6E65-779A-C058-5DC8CF6DC190}"/>
                </a:ext>
              </a:extLst>
            </p:cNvPr>
            <p:cNvSpPr>
              <a:spLocks noChangeShapeType="1"/>
            </p:cNvSpPr>
            <p:nvPr/>
          </p:nvSpPr>
          <p:spPr bwMode="auto">
            <a:xfrm>
              <a:off x="3483" y="1880"/>
              <a:ext cx="303" cy="71"/>
            </a:xfrm>
            <a:prstGeom prst="line">
              <a:avLst/>
            </a:prstGeom>
            <a:noFill/>
            <a:ln w="12700">
              <a:solidFill>
                <a:srgbClr val="FFCC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727061" name="Line 21">
            <a:extLst>
              <a:ext uri="{FF2B5EF4-FFF2-40B4-BE49-F238E27FC236}">
                <a16:creationId xmlns:a16="http://schemas.microsoft.com/office/drawing/2014/main" id="{9DE86035-48C3-25AB-8B35-D2DB738FA9B6}"/>
              </a:ext>
            </a:extLst>
          </p:cNvPr>
          <p:cNvSpPr>
            <a:spLocks noChangeShapeType="1"/>
          </p:cNvSpPr>
          <p:nvPr/>
        </p:nvSpPr>
        <p:spPr bwMode="auto">
          <a:xfrm flipH="1">
            <a:off x="6091238" y="2492375"/>
            <a:ext cx="1360487" cy="669925"/>
          </a:xfrm>
          <a:prstGeom prst="line">
            <a:avLst/>
          </a:prstGeom>
          <a:noFill/>
          <a:ln w="38100">
            <a:solidFill>
              <a:schemeClr val="bg1"/>
            </a:solidFill>
            <a:round/>
            <a:headEnd/>
            <a:tailEnd type="triangle" w="med" len="lg"/>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nvGrpSpPr>
          <p:cNvPr id="3" name="Group 22">
            <a:extLst>
              <a:ext uri="{FF2B5EF4-FFF2-40B4-BE49-F238E27FC236}">
                <a16:creationId xmlns:a16="http://schemas.microsoft.com/office/drawing/2014/main" id="{D23C8C71-1735-A8BC-EEE6-B8F64F34B4CF}"/>
              </a:ext>
            </a:extLst>
          </p:cNvPr>
          <p:cNvGrpSpPr>
            <a:grpSpLocks/>
          </p:cNvGrpSpPr>
          <p:nvPr/>
        </p:nvGrpSpPr>
        <p:grpSpPr bwMode="auto">
          <a:xfrm>
            <a:off x="5824538" y="2495550"/>
            <a:ext cx="1625600" cy="1095375"/>
            <a:chOff x="3356" y="1374"/>
            <a:chExt cx="1024" cy="690"/>
          </a:xfrm>
        </p:grpSpPr>
        <p:sp>
          <p:nvSpPr>
            <p:cNvPr id="727063" name="Line 23">
              <a:extLst>
                <a:ext uri="{FF2B5EF4-FFF2-40B4-BE49-F238E27FC236}">
                  <a16:creationId xmlns:a16="http://schemas.microsoft.com/office/drawing/2014/main" id="{5C7AB186-8C0E-E2C9-D22F-F8D7355B88B8}"/>
                </a:ext>
              </a:extLst>
            </p:cNvPr>
            <p:cNvSpPr>
              <a:spLocks noChangeShapeType="1"/>
            </p:cNvSpPr>
            <p:nvPr/>
          </p:nvSpPr>
          <p:spPr bwMode="auto">
            <a:xfrm flipH="1">
              <a:off x="3356" y="1374"/>
              <a:ext cx="1024" cy="690"/>
            </a:xfrm>
            <a:prstGeom prst="line">
              <a:avLst/>
            </a:prstGeom>
            <a:noFill/>
            <a:ln w="19050">
              <a:solidFill>
                <a:schemeClr val="bg1"/>
              </a:solidFill>
              <a:prstDash val="sysDot"/>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nvGrpSpPr>
            <p:cNvPr id="3132" name="Group 24">
              <a:extLst>
                <a:ext uri="{FF2B5EF4-FFF2-40B4-BE49-F238E27FC236}">
                  <a16:creationId xmlns:a16="http://schemas.microsoft.com/office/drawing/2014/main" id="{C2AB8542-8997-C2D9-43D0-E5D53D7A7531}"/>
                </a:ext>
              </a:extLst>
            </p:cNvPr>
            <p:cNvGrpSpPr>
              <a:grpSpLocks/>
            </p:cNvGrpSpPr>
            <p:nvPr/>
          </p:nvGrpSpPr>
          <p:grpSpPr bwMode="auto">
            <a:xfrm>
              <a:off x="3419" y="1477"/>
              <a:ext cx="800" cy="513"/>
              <a:chOff x="3419" y="1477"/>
              <a:chExt cx="800" cy="513"/>
            </a:xfrm>
          </p:grpSpPr>
          <p:sp>
            <p:nvSpPr>
              <p:cNvPr id="727065" name="Line 25">
                <a:extLst>
                  <a:ext uri="{FF2B5EF4-FFF2-40B4-BE49-F238E27FC236}">
                    <a16:creationId xmlns:a16="http://schemas.microsoft.com/office/drawing/2014/main" id="{7DB0C7BA-F0C6-5EDF-32B7-4B9692D81988}"/>
                  </a:ext>
                </a:extLst>
              </p:cNvPr>
              <p:cNvSpPr>
                <a:spLocks noChangeShapeType="1"/>
              </p:cNvSpPr>
              <p:nvPr/>
            </p:nvSpPr>
            <p:spPr bwMode="auto">
              <a:xfrm>
                <a:off x="3584" y="1781"/>
                <a:ext cx="142" cy="34"/>
              </a:xfrm>
              <a:prstGeom prst="line">
                <a:avLst/>
              </a:prstGeom>
              <a:noFill/>
              <a:ln w="127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66" name="Line 26">
                <a:extLst>
                  <a:ext uri="{FF2B5EF4-FFF2-40B4-BE49-F238E27FC236}">
                    <a16:creationId xmlns:a16="http://schemas.microsoft.com/office/drawing/2014/main" id="{407116AB-9E9A-713C-CDDB-DDE7DA0ABA1E}"/>
                  </a:ext>
                </a:extLst>
              </p:cNvPr>
              <p:cNvSpPr>
                <a:spLocks noChangeShapeType="1"/>
              </p:cNvSpPr>
              <p:nvPr/>
            </p:nvSpPr>
            <p:spPr bwMode="auto">
              <a:xfrm>
                <a:off x="3504" y="1842"/>
                <a:ext cx="133" cy="34"/>
              </a:xfrm>
              <a:prstGeom prst="line">
                <a:avLst/>
              </a:prstGeom>
              <a:noFill/>
              <a:ln w="127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67" name="Line 27">
                <a:extLst>
                  <a:ext uri="{FF2B5EF4-FFF2-40B4-BE49-F238E27FC236}">
                    <a16:creationId xmlns:a16="http://schemas.microsoft.com/office/drawing/2014/main" id="{531818EB-BD52-584F-470E-38A8BE082FEF}"/>
                  </a:ext>
                </a:extLst>
              </p:cNvPr>
              <p:cNvSpPr>
                <a:spLocks noChangeShapeType="1"/>
              </p:cNvSpPr>
              <p:nvPr/>
            </p:nvSpPr>
            <p:spPr bwMode="auto">
              <a:xfrm>
                <a:off x="3480" y="1879"/>
                <a:ext cx="108" cy="25"/>
              </a:xfrm>
              <a:prstGeom prst="line">
                <a:avLst/>
              </a:prstGeom>
              <a:noFill/>
              <a:ln w="127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68" name="Line 28">
                <a:extLst>
                  <a:ext uri="{FF2B5EF4-FFF2-40B4-BE49-F238E27FC236}">
                    <a16:creationId xmlns:a16="http://schemas.microsoft.com/office/drawing/2014/main" id="{D250D024-7302-4B5C-4971-4A3CE397873B}"/>
                  </a:ext>
                </a:extLst>
              </p:cNvPr>
              <p:cNvSpPr>
                <a:spLocks noChangeShapeType="1"/>
              </p:cNvSpPr>
              <p:nvPr/>
            </p:nvSpPr>
            <p:spPr bwMode="auto">
              <a:xfrm>
                <a:off x="3526" y="1804"/>
                <a:ext cx="149" cy="39"/>
              </a:xfrm>
              <a:prstGeom prst="line">
                <a:avLst/>
              </a:prstGeom>
              <a:noFill/>
              <a:ln w="127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69" name="Line 29">
                <a:extLst>
                  <a:ext uri="{FF2B5EF4-FFF2-40B4-BE49-F238E27FC236}">
                    <a16:creationId xmlns:a16="http://schemas.microsoft.com/office/drawing/2014/main" id="{6CE0E98B-D529-4BCE-51CD-F88784EEFB08}"/>
                  </a:ext>
                </a:extLst>
              </p:cNvPr>
              <p:cNvSpPr>
                <a:spLocks noChangeShapeType="1"/>
              </p:cNvSpPr>
              <p:nvPr/>
            </p:nvSpPr>
            <p:spPr bwMode="auto">
              <a:xfrm>
                <a:off x="3460" y="1910"/>
                <a:ext cx="88" cy="20"/>
              </a:xfrm>
              <a:prstGeom prst="line">
                <a:avLst/>
              </a:prstGeom>
              <a:noFill/>
              <a:ln w="127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70" name="Line 30">
                <a:extLst>
                  <a:ext uri="{FF2B5EF4-FFF2-40B4-BE49-F238E27FC236}">
                    <a16:creationId xmlns:a16="http://schemas.microsoft.com/office/drawing/2014/main" id="{5FC14997-4D1A-C441-9E64-DE4EC8DBC488}"/>
                  </a:ext>
                </a:extLst>
              </p:cNvPr>
              <p:cNvSpPr>
                <a:spLocks noChangeShapeType="1"/>
              </p:cNvSpPr>
              <p:nvPr/>
            </p:nvSpPr>
            <p:spPr bwMode="auto">
              <a:xfrm>
                <a:off x="3419" y="1978"/>
                <a:ext cx="49" cy="12"/>
              </a:xfrm>
              <a:prstGeom prst="line">
                <a:avLst/>
              </a:prstGeom>
              <a:noFill/>
              <a:ln w="127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71" name="Line 31">
                <a:extLst>
                  <a:ext uri="{FF2B5EF4-FFF2-40B4-BE49-F238E27FC236}">
                    <a16:creationId xmlns:a16="http://schemas.microsoft.com/office/drawing/2014/main" id="{376B4EEE-38B2-9833-B3A3-F06D1F09073E}"/>
                  </a:ext>
                </a:extLst>
              </p:cNvPr>
              <p:cNvSpPr>
                <a:spLocks noChangeShapeType="1"/>
              </p:cNvSpPr>
              <p:nvPr/>
            </p:nvSpPr>
            <p:spPr bwMode="auto">
              <a:xfrm>
                <a:off x="3676" y="1726"/>
                <a:ext cx="124" cy="32"/>
              </a:xfrm>
              <a:prstGeom prst="line">
                <a:avLst/>
              </a:prstGeom>
              <a:noFill/>
              <a:ln w="127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72" name="Line 32">
                <a:extLst>
                  <a:ext uri="{FF2B5EF4-FFF2-40B4-BE49-F238E27FC236}">
                    <a16:creationId xmlns:a16="http://schemas.microsoft.com/office/drawing/2014/main" id="{5DA161F2-7E97-E85B-3688-42DA70EFF040}"/>
                  </a:ext>
                </a:extLst>
              </p:cNvPr>
              <p:cNvSpPr>
                <a:spLocks noChangeShapeType="1"/>
              </p:cNvSpPr>
              <p:nvPr/>
            </p:nvSpPr>
            <p:spPr bwMode="auto">
              <a:xfrm>
                <a:off x="3626" y="1755"/>
                <a:ext cx="134" cy="34"/>
              </a:xfrm>
              <a:prstGeom prst="line">
                <a:avLst/>
              </a:prstGeom>
              <a:noFill/>
              <a:ln w="127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73" name="Line 33">
                <a:extLst>
                  <a:ext uri="{FF2B5EF4-FFF2-40B4-BE49-F238E27FC236}">
                    <a16:creationId xmlns:a16="http://schemas.microsoft.com/office/drawing/2014/main" id="{FB63A477-77D3-DC8A-2625-E89B6F09E4E8}"/>
                  </a:ext>
                </a:extLst>
              </p:cNvPr>
              <p:cNvSpPr>
                <a:spLocks noChangeShapeType="1"/>
              </p:cNvSpPr>
              <p:nvPr/>
            </p:nvSpPr>
            <p:spPr bwMode="auto">
              <a:xfrm>
                <a:off x="3739" y="1696"/>
                <a:ext cx="117" cy="29"/>
              </a:xfrm>
              <a:prstGeom prst="line">
                <a:avLst/>
              </a:prstGeom>
              <a:noFill/>
              <a:ln w="127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74" name="Line 34">
                <a:extLst>
                  <a:ext uri="{FF2B5EF4-FFF2-40B4-BE49-F238E27FC236}">
                    <a16:creationId xmlns:a16="http://schemas.microsoft.com/office/drawing/2014/main" id="{038E7A77-47E8-85BD-52E5-07B95A73A567}"/>
                  </a:ext>
                </a:extLst>
              </p:cNvPr>
              <p:cNvSpPr>
                <a:spLocks noChangeShapeType="1"/>
              </p:cNvSpPr>
              <p:nvPr/>
            </p:nvSpPr>
            <p:spPr bwMode="auto">
              <a:xfrm>
                <a:off x="3850" y="1646"/>
                <a:ext cx="86" cy="20"/>
              </a:xfrm>
              <a:prstGeom prst="line">
                <a:avLst/>
              </a:prstGeom>
              <a:noFill/>
              <a:ln w="127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75" name="Line 35">
                <a:extLst>
                  <a:ext uri="{FF2B5EF4-FFF2-40B4-BE49-F238E27FC236}">
                    <a16:creationId xmlns:a16="http://schemas.microsoft.com/office/drawing/2014/main" id="{CFE16D47-2410-FD97-A329-E7AEB0D2F633}"/>
                  </a:ext>
                </a:extLst>
              </p:cNvPr>
              <p:cNvSpPr>
                <a:spLocks noChangeShapeType="1"/>
              </p:cNvSpPr>
              <p:nvPr/>
            </p:nvSpPr>
            <p:spPr bwMode="auto">
              <a:xfrm>
                <a:off x="3440" y="1941"/>
                <a:ext cx="78" cy="18"/>
              </a:xfrm>
              <a:prstGeom prst="line">
                <a:avLst/>
              </a:prstGeom>
              <a:noFill/>
              <a:ln w="127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76" name="Line 36">
                <a:extLst>
                  <a:ext uri="{FF2B5EF4-FFF2-40B4-BE49-F238E27FC236}">
                    <a16:creationId xmlns:a16="http://schemas.microsoft.com/office/drawing/2014/main" id="{7685E583-CC31-9447-37DD-AC24746AEADE}"/>
                  </a:ext>
                </a:extLst>
              </p:cNvPr>
              <p:cNvSpPr>
                <a:spLocks noChangeShapeType="1"/>
              </p:cNvSpPr>
              <p:nvPr/>
            </p:nvSpPr>
            <p:spPr bwMode="auto">
              <a:xfrm>
                <a:off x="3898" y="1623"/>
                <a:ext cx="77" cy="19"/>
              </a:xfrm>
              <a:prstGeom prst="line">
                <a:avLst/>
              </a:prstGeom>
              <a:noFill/>
              <a:ln w="127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77" name="Line 37">
                <a:extLst>
                  <a:ext uri="{FF2B5EF4-FFF2-40B4-BE49-F238E27FC236}">
                    <a16:creationId xmlns:a16="http://schemas.microsoft.com/office/drawing/2014/main" id="{8724BEF9-ACE1-5339-6F28-BB5141CE7B2D}"/>
                  </a:ext>
                </a:extLst>
              </p:cNvPr>
              <p:cNvSpPr>
                <a:spLocks noChangeShapeType="1"/>
              </p:cNvSpPr>
              <p:nvPr/>
            </p:nvSpPr>
            <p:spPr bwMode="auto">
              <a:xfrm>
                <a:off x="3801" y="1673"/>
                <a:ext cx="99" cy="25"/>
              </a:xfrm>
              <a:prstGeom prst="line">
                <a:avLst/>
              </a:prstGeom>
              <a:noFill/>
              <a:ln w="127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78" name="Line 38">
                <a:extLst>
                  <a:ext uri="{FF2B5EF4-FFF2-40B4-BE49-F238E27FC236}">
                    <a16:creationId xmlns:a16="http://schemas.microsoft.com/office/drawing/2014/main" id="{F6F3B860-8245-BE96-3620-4FC10D041C3B}"/>
                  </a:ext>
                </a:extLst>
              </p:cNvPr>
              <p:cNvSpPr>
                <a:spLocks noChangeShapeType="1"/>
              </p:cNvSpPr>
              <p:nvPr/>
            </p:nvSpPr>
            <p:spPr bwMode="auto">
              <a:xfrm>
                <a:off x="4002" y="1572"/>
                <a:ext cx="58" cy="14"/>
              </a:xfrm>
              <a:prstGeom prst="line">
                <a:avLst/>
              </a:prstGeom>
              <a:noFill/>
              <a:ln w="127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79" name="Line 39">
                <a:extLst>
                  <a:ext uri="{FF2B5EF4-FFF2-40B4-BE49-F238E27FC236}">
                    <a16:creationId xmlns:a16="http://schemas.microsoft.com/office/drawing/2014/main" id="{B791D418-9236-736A-90CD-F0068E6A2E95}"/>
                  </a:ext>
                </a:extLst>
              </p:cNvPr>
              <p:cNvSpPr>
                <a:spLocks noChangeShapeType="1"/>
              </p:cNvSpPr>
              <p:nvPr/>
            </p:nvSpPr>
            <p:spPr bwMode="auto">
              <a:xfrm>
                <a:off x="4050" y="1549"/>
                <a:ext cx="43" cy="9"/>
              </a:xfrm>
              <a:prstGeom prst="line">
                <a:avLst/>
              </a:prstGeom>
              <a:noFill/>
              <a:ln w="127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80" name="Line 40">
                <a:extLst>
                  <a:ext uri="{FF2B5EF4-FFF2-40B4-BE49-F238E27FC236}">
                    <a16:creationId xmlns:a16="http://schemas.microsoft.com/office/drawing/2014/main" id="{B9700F63-7393-09CB-B91F-3CEE14096CA2}"/>
                  </a:ext>
                </a:extLst>
              </p:cNvPr>
              <p:cNvSpPr>
                <a:spLocks noChangeShapeType="1"/>
              </p:cNvSpPr>
              <p:nvPr/>
            </p:nvSpPr>
            <p:spPr bwMode="auto">
              <a:xfrm>
                <a:off x="3953" y="1599"/>
                <a:ext cx="69" cy="15"/>
              </a:xfrm>
              <a:prstGeom prst="line">
                <a:avLst/>
              </a:prstGeom>
              <a:noFill/>
              <a:ln w="127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81" name="Line 41">
                <a:extLst>
                  <a:ext uri="{FF2B5EF4-FFF2-40B4-BE49-F238E27FC236}">
                    <a16:creationId xmlns:a16="http://schemas.microsoft.com/office/drawing/2014/main" id="{432F5E0E-F574-2094-7947-F93855FDB2D8}"/>
                  </a:ext>
                </a:extLst>
              </p:cNvPr>
              <p:cNvSpPr>
                <a:spLocks noChangeShapeType="1"/>
              </p:cNvSpPr>
              <p:nvPr/>
            </p:nvSpPr>
            <p:spPr bwMode="auto">
              <a:xfrm>
                <a:off x="4142" y="1500"/>
                <a:ext cx="36" cy="8"/>
              </a:xfrm>
              <a:prstGeom prst="line">
                <a:avLst/>
              </a:prstGeom>
              <a:noFill/>
              <a:ln w="127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82" name="Line 42">
                <a:extLst>
                  <a:ext uri="{FF2B5EF4-FFF2-40B4-BE49-F238E27FC236}">
                    <a16:creationId xmlns:a16="http://schemas.microsoft.com/office/drawing/2014/main" id="{511615F7-C836-2244-EDD5-630C151DE3FF}"/>
                  </a:ext>
                </a:extLst>
              </p:cNvPr>
              <p:cNvSpPr>
                <a:spLocks noChangeShapeType="1"/>
              </p:cNvSpPr>
              <p:nvPr/>
            </p:nvSpPr>
            <p:spPr bwMode="auto">
              <a:xfrm>
                <a:off x="4190" y="1477"/>
                <a:ext cx="29" cy="7"/>
              </a:xfrm>
              <a:prstGeom prst="line">
                <a:avLst/>
              </a:prstGeom>
              <a:noFill/>
              <a:ln w="127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83" name="Line 43">
                <a:extLst>
                  <a:ext uri="{FF2B5EF4-FFF2-40B4-BE49-F238E27FC236}">
                    <a16:creationId xmlns:a16="http://schemas.microsoft.com/office/drawing/2014/main" id="{BC58877C-65C5-7145-4C87-F237F88874E2}"/>
                  </a:ext>
                </a:extLst>
              </p:cNvPr>
              <p:cNvSpPr>
                <a:spLocks noChangeShapeType="1"/>
              </p:cNvSpPr>
              <p:nvPr/>
            </p:nvSpPr>
            <p:spPr bwMode="auto">
              <a:xfrm>
                <a:off x="4093" y="1527"/>
                <a:ext cx="41" cy="7"/>
              </a:xfrm>
              <a:prstGeom prst="line">
                <a:avLst/>
              </a:prstGeom>
              <a:noFill/>
              <a:ln w="127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grpSp>
      <p:sp>
        <p:nvSpPr>
          <p:cNvPr id="727084" name="Line 44">
            <a:extLst>
              <a:ext uri="{FF2B5EF4-FFF2-40B4-BE49-F238E27FC236}">
                <a16:creationId xmlns:a16="http://schemas.microsoft.com/office/drawing/2014/main" id="{F0357866-2F91-9F7F-6B97-2F6ACFEA4443}"/>
              </a:ext>
            </a:extLst>
          </p:cNvPr>
          <p:cNvSpPr>
            <a:spLocks noChangeShapeType="1"/>
          </p:cNvSpPr>
          <p:nvPr/>
        </p:nvSpPr>
        <p:spPr bwMode="auto">
          <a:xfrm flipH="1" flipV="1">
            <a:off x="6943725" y="1525588"/>
            <a:ext cx="501650" cy="984250"/>
          </a:xfrm>
          <a:prstGeom prst="line">
            <a:avLst/>
          </a:prstGeom>
          <a:noFill/>
          <a:ln w="38100">
            <a:solidFill>
              <a:schemeClr val="bg1"/>
            </a:solidFill>
            <a:round/>
            <a:headEnd/>
            <a:tailEnd type="triangle" w="med" len="lg"/>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85" name="Line 45">
            <a:extLst>
              <a:ext uri="{FF2B5EF4-FFF2-40B4-BE49-F238E27FC236}">
                <a16:creationId xmlns:a16="http://schemas.microsoft.com/office/drawing/2014/main" id="{30C556DC-5675-212D-722A-576405A7BE16}"/>
              </a:ext>
            </a:extLst>
          </p:cNvPr>
          <p:cNvSpPr>
            <a:spLocks noChangeShapeType="1"/>
          </p:cNvSpPr>
          <p:nvPr/>
        </p:nvSpPr>
        <p:spPr bwMode="auto">
          <a:xfrm>
            <a:off x="6956425" y="1543050"/>
            <a:ext cx="501650" cy="4763"/>
          </a:xfrm>
          <a:prstGeom prst="line">
            <a:avLst/>
          </a:prstGeom>
          <a:noFill/>
          <a:ln w="28575" cap="rnd">
            <a:solidFill>
              <a:schemeClr val="bg1"/>
            </a:solidFill>
            <a:prstDash val="sysDot"/>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27086" name="Object 46">
            <a:extLst>
              <a:ext uri="{FF2B5EF4-FFF2-40B4-BE49-F238E27FC236}">
                <a16:creationId xmlns:a16="http://schemas.microsoft.com/office/drawing/2014/main" id="{A917ABB8-CAFE-3C12-7665-DB759911AEE3}"/>
              </a:ext>
            </a:extLst>
          </p:cNvPr>
          <p:cNvGraphicFramePr>
            <a:graphicFrameLocks/>
          </p:cNvGraphicFramePr>
          <p:nvPr/>
        </p:nvGraphicFramePr>
        <p:xfrm>
          <a:off x="6496050" y="1544638"/>
          <a:ext cx="444500" cy="469900"/>
        </p:xfrm>
        <a:graphic>
          <a:graphicData uri="http://schemas.openxmlformats.org/presentationml/2006/ole">
            <mc:AlternateContent xmlns:mc="http://schemas.openxmlformats.org/markup-compatibility/2006">
              <mc:Choice xmlns:v="urn:schemas-microsoft-com:vml" Requires="v">
                <p:oleObj name="公式" r:id="rId2" imgW="444240" imgH="469800" progId="Equation.3">
                  <p:embed/>
                </p:oleObj>
              </mc:Choice>
              <mc:Fallback>
                <p:oleObj name="公式" r:id="rId2" imgW="444240" imgH="469800" progId="Equation.3">
                  <p:embed/>
                  <p:pic>
                    <p:nvPicPr>
                      <p:cNvPr id="0" name="Object 4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96050" y="1544638"/>
                        <a:ext cx="444500"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27087" name="Object 47">
            <a:extLst>
              <a:ext uri="{FF2B5EF4-FFF2-40B4-BE49-F238E27FC236}">
                <a16:creationId xmlns:a16="http://schemas.microsoft.com/office/drawing/2014/main" id="{E0D18963-4080-D52E-EB9C-3A2C4D2AA955}"/>
              </a:ext>
            </a:extLst>
          </p:cNvPr>
          <p:cNvGraphicFramePr>
            <a:graphicFrameLocks/>
          </p:cNvGraphicFramePr>
          <p:nvPr/>
        </p:nvGraphicFramePr>
        <p:xfrm>
          <a:off x="7531100" y="2374900"/>
          <a:ext cx="368300" cy="330200"/>
        </p:xfrm>
        <a:graphic>
          <a:graphicData uri="http://schemas.openxmlformats.org/presentationml/2006/ole">
            <mc:AlternateContent xmlns:mc="http://schemas.openxmlformats.org/markup-compatibility/2006">
              <mc:Choice xmlns:v="urn:schemas-microsoft-com:vml" Requires="v">
                <p:oleObj name="公式" r:id="rId4" imgW="368280" imgH="330120" progId="Equation.3">
                  <p:embed/>
                </p:oleObj>
              </mc:Choice>
              <mc:Fallback>
                <p:oleObj name="公式" r:id="rId4" imgW="368280" imgH="330120" progId="Equation.3">
                  <p:embed/>
                  <p:pic>
                    <p:nvPicPr>
                      <p:cNvPr id="0" name="Object 4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31100" y="2374900"/>
                        <a:ext cx="368300" cy="33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7088" name="Text Box 48">
            <a:extLst>
              <a:ext uri="{FF2B5EF4-FFF2-40B4-BE49-F238E27FC236}">
                <a16:creationId xmlns:a16="http://schemas.microsoft.com/office/drawing/2014/main" id="{536605D7-0B93-07FD-2704-12BEBF555270}"/>
              </a:ext>
            </a:extLst>
          </p:cNvPr>
          <p:cNvSpPr txBox="1">
            <a:spLocks noChangeArrowheads="1"/>
          </p:cNvSpPr>
          <p:nvPr/>
        </p:nvSpPr>
        <p:spPr bwMode="auto">
          <a:xfrm>
            <a:off x="738188" y="1557338"/>
            <a:ext cx="4752975"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534988" indent="-534988">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25000"/>
              </a:lnSpc>
              <a:spcBef>
                <a:spcPct val="50000"/>
              </a:spcBef>
              <a:buClrTx/>
              <a:buFontTx/>
              <a:buNone/>
            </a:pPr>
            <a:r>
              <a:rPr lang="en-US" altLang="zh-CN">
                <a:latin typeface="Times New Roman" panose="02020603050405020304" pitchFamily="18" charset="0"/>
                <a:ea typeface="楷体_GB2312" pitchFamily="49" charset="-122"/>
              </a:rPr>
              <a:t>(3)  </a:t>
            </a:r>
            <a:r>
              <a:rPr lang="zh-CN" altLang="en-US">
                <a:latin typeface="Times New Roman" panose="02020603050405020304" pitchFamily="18" charset="0"/>
                <a:ea typeface="楷体_GB2312" pitchFamily="49" charset="-122"/>
              </a:rPr>
              <a:t>质点对某点的动量矩</a:t>
            </a:r>
            <a:r>
              <a:rPr lang="en-US" altLang="zh-CN">
                <a:latin typeface="Times New Roman" panose="02020603050405020304" pitchFamily="18" charset="0"/>
                <a:ea typeface="楷体_GB2312" pitchFamily="49" charset="-122"/>
              </a:rPr>
              <a:t>,</a:t>
            </a:r>
            <a:r>
              <a:rPr lang="zh-CN" altLang="en-US">
                <a:latin typeface="Times New Roman" panose="02020603050405020304" pitchFamily="18" charset="0"/>
                <a:ea typeface="楷体_GB2312" pitchFamily="49" charset="-122"/>
              </a:rPr>
              <a:t>在通过该点的任意轴上的投影就等于质点对该轴的动量矩</a:t>
            </a:r>
          </a:p>
        </p:txBody>
      </p:sp>
      <p:sp>
        <p:nvSpPr>
          <p:cNvPr id="727089" name="Text Box 49">
            <a:extLst>
              <a:ext uri="{FF2B5EF4-FFF2-40B4-BE49-F238E27FC236}">
                <a16:creationId xmlns:a16="http://schemas.microsoft.com/office/drawing/2014/main" id="{13F0FE32-FA7E-2553-855A-01CFEED6C2F8}"/>
              </a:ext>
            </a:extLst>
          </p:cNvPr>
          <p:cNvSpPr txBox="1">
            <a:spLocks noChangeArrowheads="1"/>
          </p:cNvSpPr>
          <p:nvPr/>
        </p:nvSpPr>
        <p:spPr bwMode="auto">
          <a:xfrm>
            <a:off x="250825" y="328295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例</a:t>
            </a:r>
            <a:endParaRPr lang="zh-CN" altLang="en-US">
              <a:solidFill>
                <a:schemeClr val="tx1"/>
              </a:solidFill>
              <a:latin typeface="Times New Roman" panose="02020603050405020304" pitchFamily="18" charset="0"/>
              <a:ea typeface="宋体" panose="02010600030101010101" pitchFamily="2" charset="-122"/>
            </a:endParaRPr>
          </a:p>
        </p:txBody>
      </p:sp>
      <p:sp>
        <p:nvSpPr>
          <p:cNvPr id="727090" name="Text Box 50">
            <a:extLst>
              <a:ext uri="{FF2B5EF4-FFF2-40B4-BE49-F238E27FC236}">
                <a16:creationId xmlns:a16="http://schemas.microsoft.com/office/drawing/2014/main" id="{D31D9016-2C9A-1323-F18C-701D7F14F502}"/>
              </a:ext>
            </a:extLst>
          </p:cNvPr>
          <p:cNvSpPr txBox="1">
            <a:spLocks noChangeArrowheads="1"/>
          </p:cNvSpPr>
          <p:nvPr/>
        </p:nvSpPr>
        <p:spPr bwMode="auto">
          <a:xfrm>
            <a:off x="755650" y="3236913"/>
            <a:ext cx="3816350"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Tx/>
              <a:buFontTx/>
              <a:buNone/>
            </a:pPr>
            <a:r>
              <a:rPr lang="zh-CN" altLang="en-US">
                <a:latin typeface="Times New Roman" panose="02020603050405020304" pitchFamily="18" charset="0"/>
                <a:ea typeface="宋体" panose="02010600030101010101" pitchFamily="2" charset="-122"/>
              </a:rPr>
              <a:t>一质点</a:t>
            </a:r>
            <a:r>
              <a:rPr lang="en-US" altLang="zh-CN" i="1">
                <a:solidFill>
                  <a:srgbClr val="66FFFF"/>
                </a:solidFill>
                <a:latin typeface="Times New Roman" panose="02020603050405020304" pitchFamily="18" charset="0"/>
                <a:ea typeface="宋体" panose="02010600030101010101" pitchFamily="2" charset="-122"/>
              </a:rPr>
              <a:t>m</a:t>
            </a:r>
            <a:r>
              <a:rPr lang="zh-CN" altLang="en-US">
                <a:latin typeface="Times New Roman" panose="02020603050405020304" pitchFamily="18" charset="0"/>
                <a:ea typeface="宋体" panose="02010600030101010101" pitchFamily="2" charset="-122"/>
              </a:rPr>
              <a:t>，速度为</a:t>
            </a:r>
            <a:r>
              <a:rPr lang="en-US" altLang="zh-CN" b="0" i="1">
                <a:solidFill>
                  <a:srgbClr val="66FFFF"/>
                </a:solidFill>
                <a:latin typeface="Bookman Old Style" panose="02050604050505020204" pitchFamily="18" charset="0"/>
                <a:ea typeface="宋体" panose="02010600030101010101" pitchFamily="2" charset="-122"/>
              </a:rPr>
              <a:t>v</a:t>
            </a:r>
            <a:r>
              <a:rPr lang="zh-CN" altLang="en-US">
                <a:latin typeface="Times New Roman" panose="02020603050405020304" pitchFamily="18" charset="0"/>
                <a:ea typeface="宋体" panose="02010600030101010101" pitchFamily="2" charset="-122"/>
              </a:rPr>
              <a:t>，如图所示，</a:t>
            </a:r>
            <a:r>
              <a:rPr lang="en-US" altLang="zh-CN" i="1">
                <a:solidFill>
                  <a:srgbClr val="66FFFF"/>
                </a:solidFill>
                <a:latin typeface="Times New Roman" panose="02020603050405020304" pitchFamily="18" charset="0"/>
                <a:ea typeface="宋体" panose="02010600030101010101" pitchFamily="2" charset="-122"/>
              </a:rPr>
              <a:t>A</a:t>
            </a:r>
            <a:r>
              <a:rPr lang="zh-CN" altLang="en-US" i="1">
                <a:latin typeface="Times New Roman" panose="02020603050405020304" pitchFamily="18" charset="0"/>
                <a:ea typeface="宋体" panose="02010600030101010101" pitchFamily="2" charset="-122"/>
              </a:rPr>
              <a:t>、</a:t>
            </a:r>
            <a:r>
              <a:rPr lang="en-US" altLang="zh-CN" i="1">
                <a:solidFill>
                  <a:srgbClr val="66FFFF"/>
                </a:solidFill>
                <a:latin typeface="Times New Roman" panose="02020603050405020304" pitchFamily="18" charset="0"/>
                <a:ea typeface="宋体" panose="02010600030101010101" pitchFamily="2" charset="-122"/>
              </a:rPr>
              <a:t>B</a:t>
            </a:r>
            <a:r>
              <a:rPr lang="zh-CN" altLang="en-US" i="1">
                <a:latin typeface="Times New Roman" panose="02020603050405020304" pitchFamily="18" charset="0"/>
                <a:ea typeface="宋体" panose="02010600030101010101" pitchFamily="2" charset="-122"/>
              </a:rPr>
              <a:t>、</a:t>
            </a:r>
            <a:r>
              <a:rPr lang="en-US" altLang="zh-CN" i="1">
                <a:solidFill>
                  <a:srgbClr val="66FFFF"/>
                </a:solidFill>
                <a:latin typeface="Times New Roman" panose="02020603050405020304" pitchFamily="18" charset="0"/>
                <a:ea typeface="宋体" panose="02010600030101010101" pitchFamily="2" charset="-122"/>
              </a:rPr>
              <a:t>C </a:t>
            </a:r>
            <a:r>
              <a:rPr lang="zh-CN" altLang="en-US">
                <a:latin typeface="Times New Roman" panose="02020603050405020304" pitchFamily="18" charset="0"/>
                <a:ea typeface="宋体" panose="02010600030101010101" pitchFamily="2" charset="-122"/>
              </a:rPr>
              <a:t>分别为三个参考点</a:t>
            </a:r>
            <a:r>
              <a:rPr lang="en-US" altLang="zh-CN">
                <a:latin typeface="Times New Roman" panose="02020603050405020304" pitchFamily="18" charset="0"/>
                <a:ea typeface="宋体" panose="02010600030101010101" pitchFamily="2" charset="-122"/>
              </a:rPr>
              <a:t>,</a:t>
            </a:r>
            <a:r>
              <a:rPr lang="zh-CN" altLang="en-US">
                <a:latin typeface="Times New Roman" panose="02020603050405020304" pitchFamily="18" charset="0"/>
                <a:ea typeface="宋体" panose="02010600030101010101" pitchFamily="2" charset="-122"/>
              </a:rPr>
              <a:t>此时</a:t>
            </a:r>
            <a:r>
              <a:rPr lang="en-US" altLang="zh-CN" i="1">
                <a:solidFill>
                  <a:srgbClr val="66FFFF"/>
                </a:solidFill>
                <a:latin typeface="Times New Roman" panose="02020603050405020304" pitchFamily="18" charset="0"/>
                <a:ea typeface="宋体" panose="02010600030101010101" pitchFamily="2" charset="-122"/>
              </a:rPr>
              <a:t>m </a:t>
            </a:r>
            <a:r>
              <a:rPr lang="zh-CN" altLang="en-US">
                <a:latin typeface="Times New Roman" panose="02020603050405020304" pitchFamily="18" charset="0"/>
                <a:ea typeface="宋体" panose="02010600030101010101" pitchFamily="2" charset="-122"/>
              </a:rPr>
              <a:t>相对三个点的距离分别为</a:t>
            </a:r>
            <a:r>
              <a:rPr lang="en-US" altLang="zh-CN" i="1">
                <a:solidFill>
                  <a:srgbClr val="66FFFF"/>
                </a:solidFill>
                <a:latin typeface="Times New Roman" panose="02020603050405020304" pitchFamily="18" charset="0"/>
                <a:ea typeface="宋体" panose="02010600030101010101" pitchFamily="2" charset="-122"/>
              </a:rPr>
              <a:t>d</a:t>
            </a:r>
            <a:r>
              <a:rPr lang="en-US" altLang="zh-CN" baseline="-25000">
                <a:solidFill>
                  <a:srgbClr val="66FFFF"/>
                </a:solidFill>
                <a:latin typeface="Times New Roman" panose="02020603050405020304" pitchFamily="18" charset="0"/>
                <a:ea typeface="宋体" panose="02010600030101010101" pitchFamily="2" charset="-122"/>
              </a:rPr>
              <a:t>1 </a:t>
            </a:r>
            <a:r>
              <a:rPr lang="zh-CN" altLang="en-US" baseline="-25000">
                <a:latin typeface="Times New Roman" panose="02020603050405020304" pitchFamily="18" charset="0"/>
                <a:ea typeface="宋体" panose="02010600030101010101" pitchFamily="2" charset="-122"/>
              </a:rPr>
              <a:t>、</a:t>
            </a:r>
            <a:r>
              <a:rPr lang="en-US" altLang="zh-CN" i="1">
                <a:solidFill>
                  <a:srgbClr val="66FFFF"/>
                </a:solidFill>
                <a:latin typeface="Times New Roman" panose="02020603050405020304" pitchFamily="18" charset="0"/>
                <a:ea typeface="宋体" panose="02010600030101010101" pitchFamily="2" charset="-122"/>
              </a:rPr>
              <a:t>d</a:t>
            </a:r>
            <a:r>
              <a:rPr lang="en-US" altLang="zh-CN" baseline="-25000">
                <a:solidFill>
                  <a:srgbClr val="66FFFF"/>
                </a:solidFill>
                <a:latin typeface="Times New Roman" panose="02020603050405020304" pitchFamily="18" charset="0"/>
                <a:ea typeface="宋体" panose="02010600030101010101" pitchFamily="2" charset="-122"/>
              </a:rPr>
              <a:t>2 </a:t>
            </a:r>
            <a:r>
              <a:rPr lang="zh-CN" altLang="en-US" baseline="-25000">
                <a:latin typeface="Times New Roman" panose="02020603050405020304" pitchFamily="18" charset="0"/>
                <a:ea typeface="宋体" panose="02010600030101010101" pitchFamily="2" charset="-122"/>
              </a:rPr>
              <a:t>、</a:t>
            </a:r>
            <a:r>
              <a:rPr lang="zh-CN" altLang="en-US" baseline="-25000">
                <a:solidFill>
                  <a:srgbClr val="FFFF00"/>
                </a:solidFill>
                <a:latin typeface="Times New Roman" panose="02020603050405020304" pitchFamily="18" charset="0"/>
                <a:ea typeface="宋体" panose="02010600030101010101" pitchFamily="2" charset="-122"/>
              </a:rPr>
              <a:t> </a:t>
            </a:r>
            <a:r>
              <a:rPr lang="en-US" altLang="zh-CN" i="1">
                <a:solidFill>
                  <a:srgbClr val="66FFFF"/>
                </a:solidFill>
                <a:latin typeface="Times New Roman" panose="02020603050405020304" pitchFamily="18" charset="0"/>
                <a:ea typeface="宋体" panose="02010600030101010101" pitchFamily="2" charset="-122"/>
              </a:rPr>
              <a:t>d</a:t>
            </a:r>
            <a:r>
              <a:rPr lang="en-US" altLang="zh-CN" baseline="-25000">
                <a:solidFill>
                  <a:srgbClr val="66FFFF"/>
                </a:solidFill>
                <a:latin typeface="Times New Roman" panose="02020603050405020304" pitchFamily="18" charset="0"/>
                <a:ea typeface="宋体" panose="02010600030101010101" pitchFamily="2" charset="-122"/>
              </a:rPr>
              <a:t>3</a:t>
            </a:r>
            <a:endParaRPr lang="en-US" altLang="zh-CN">
              <a:solidFill>
                <a:srgbClr val="66FFFF"/>
              </a:solidFill>
              <a:latin typeface="Times New Roman" panose="02020603050405020304" pitchFamily="18" charset="0"/>
              <a:ea typeface="宋体" panose="02010600030101010101" pitchFamily="2" charset="-122"/>
            </a:endParaRPr>
          </a:p>
        </p:txBody>
      </p:sp>
      <p:sp>
        <p:nvSpPr>
          <p:cNvPr id="727091" name="Text Box 51">
            <a:extLst>
              <a:ext uri="{FF2B5EF4-FFF2-40B4-BE49-F238E27FC236}">
                <a16:creationId xmlns:a16="http://schemas.microsoft.com/office/drawing/2014/main" id="{7DF99787-9608-67C7-E934-312EF547F5ED}"/>
              </a:ext>
            </a:extLst>
          </p:cNvPr>
          <p:cNvSpPr txBox="1">
            <a:spLocks noChangeArrowheads="1"/>
          </p:cNvSpPr>
          <p:nvPr/>
        </p:nvSpPr>
        <p:spPr bwMode="auto">
          <a:xfrm>
            <a:off x="244475" y="5348288"/>
            <a:ext cx="5695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求  </a:t>
            </a:r>
            <a:r>
              <a:rPr lang="zh-CN" altLang="en-US">
                <a:latin typeface="Times New Roman" panose="02020603050405020304" pitchFamily="18" charset="0"/>
                <a:ea typeface="宋体" panose="02010600030101010101" pitchFamily="2" charset="-122"/>
              </a:rPr>
              <a:t>此时刻质点对三个参考点的动量矩</a:t>
            </a:r>
          </a:p>
        </p:txBody>
      </p:sp>
      <p:graphicFrame>
        <p:nvGraphicFramePr>
          <p:cNvPr id="727092" name="Object 52">
            <a:extLst>
              <a:ext uri="{FF2B5EF4-FFF2-40B4-BE49-F238E27FC236}">
                <a16:creationId xmlns:a16="http://schemas.microsoft.com/office/drawing/2014/main" id="{15F16AF4-0A97-2386-52B7-8528DF6FD2C7}"/>
              </a:ext>
            </a:extLst>
          </p:cNvPr>
          <p:cNvGraphicFramePr>
            <a:graphicFrameLocks/>
          </p:cNvGraphicFramePr>
          <p:nvPr/>
        </p:nvGraphicFramePr>
        <p:xfrm>
          <a:off x="782638" y="6002338"/>
          <a:ext cx="1539875" cy="417512"/>
        </p:xfrm>
        <a:graphic>
          <a:graphicData uri="http://schemas.openxmlformats.org/presentationml/2006/ole">
            <mc:AlternateContent xmlns:mc="http://schemas.openxmlformats.org/markup-compatibility/2006">
              <mc:Choice xmlns:v="urn:schemas-microsoft-com:vml" Requires="v">
                <p:oleObj name="Equation" r:id="rId6" imgW="1536480" imgH="419040" progId="Equation.3">
                  <p:embed/>
                </p:oleObj>
              </mc:Choice>
              <mc:Fallback>
                <p:oleObj name="Equation" r:id="rId6" imgW="1536480" imgH="419040" progId="Equation.3">
                  <p:embed/>
                  <p:pic>
                    <p:nvPicPr>
                      <p:cNvPr id="0" name="Object 52"/>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2638" y="6002338"/>
                        <a:ext cx="1539875"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093" name="Object 53">
            <a:extLst>
              <a:ext uri="{FF2B5EF4-FFF2-40B4-BE49-F238E27FC236}">
                <a16:creationId xmlns:a16="http://schemas.microsoft.com/office/drawing/2014/main" id="{182A5500-C507-D0AA-0290-0839F9FE6F8B}"/>
              </a:ext>
            </a:extLst>
          </p:cNvPr>
          <p:cNvGraphicFramePr>
            <a:graphicFrameLocks/>
          </p:cNvGraphicFramePr>
          <p:nvPr/>
        </p:nvGraphicFramePr>
        <p:xfrm>
          <a:off x="2609850" y="6002338"/>
          <a:ext cx="1539875" cy="417512"/>
        </p:xfrm>
        <a:graphic>
          <a:graphicData uri="http://schemas.openxmlformats.org/presentationml/2006/ole">
            <mc:AlternateContent xmlns:mc="http://schemas.openxmlformats.org/markup-compatibility/2006">
              <mc:Choice xmlns:v="urn:schemas-microsoft-com:vml" Requires="v">
                <p:oleObj name="Equation" r:id="rId8" imgW="1536480" imgH="419040" progId="Equation.3">
                  <p:embed/>
                </p:oleObj>
              </mc:Choice>
              <mc:Fallback>
                <p:oleObj name="Equation" r:id="rId8" imgW="1536480" imgH="419040" progId="Equation.3">
                  <p:embed/>
                  <p:pic>
                    <p:nvPicPr>
                      <p:cNvPr id="0" name="Object 53"/>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09850" y="6002338"/>
                        <a:ext cx="1539875"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094" name="Object 54">
            <a:extLst>
              <a:ext uri="{FF2B5EF4-FFF2-40B4-BE49-F238E27FC236}">
                <a16:creationId xmlns:a16="http://schemas.microsoft.com/office/drawing/2014/main" id="{107B9460-EE3E-DB04-FC84-B5283BEF75C5}"/>
              </a:ext>
            </a:extLst>
          </p:cNvPr>
          <p:cNvGraphicFramePr>
            <a:graphicFrameLocks/>
          </p:cNvGraphicFramePr>
          <p:nvPr/>
        </p:nvGraphicFramePr>
        <p:xfrm>
          <a:off x="4521200" y="6007100"/>
          <a:ext cx="949325" cy="431800"/>
        </p:xfrm>
        <a:graphic>
          <a:graphicData uri="http://schemas.openxmlformats.org/presentationml/2006/ole">
            <mc:AlternateContent xmlns:mc="http://schemas.openxmlformats.org/markup-compatibility/2006">
              <mc:Choice xmlns:v="urn:schemas-microsoft-com:vml" Requires="v">
                <p:oleObj name="Equation" r:id="rId10" imgW="952200" imgH="431640" progId="Equation.3">
                  <p:embed/>
                </p:oleObj>
              </mc:Choice>
              <mc:Fallback>
                <p:oleObj name="Equation" r:id="rId10" imgW="952200" imgH="431640" progId="Equation.3">
                  <p:embed/>
                  <p:pic>
                    <p:nvPicPr>
                      <p:cNvPr id="0" name="Object 54"/>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21200" y="6007100"/>
                        <a:ext cx="94932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 name="Group 55">
            <a:extLst>
              <a:ext uri="{FF2B5EF4-FFF2-40B4-BE49-F238E27FC236}">
                <a16:creationId xmlns:a16="http://schemas.microsoft.com/office/drawing/2014/main" id="{89AB3DFD-15A9-B4F7-3E20-24046FF09564}"/>
              </a:ext>
            </a:extLst>
          </p:cNvPr>
          <p:cNvGrpSpPr>
            <a:grpSpLocks/>
          </p:cNvGrpSpPr>
          <p:nvPr/>
        </p:nvGrpSpPr>
        <p:grpSpPr bwMode="auto">
          <a:xfrm>
            <a:off x="6096000" y="3898900"/>
            <a:ext cx="2711450" cy="2698750"/>
            <a:chOff x="3840" y="157"/>
            <a:chExt cx="1708" cy="1700"/>
          </a:xfrm>
        </p:grpSpPr>
        <p:sp>
          <p:nvSpPr>
            <p:cNvPr id="727096" name="Rectangle 56">
              <a:extLst>
                <a:ext uri="{FF2B5EF4-FFF2-40B4-BE49-F238E27FC236}">
                  <a16:creationId xmlns:a16="http://schemas.microsoft.com/office/drawing/2014/main" id="{D3576037-24B9-D44A-D4BE-EAF30508B1B8}"/>
                </a:ext>
              </a:extLst>
            </p:cNvPr>
            <p:cNvSpPr>
              <a:spLocks noChangeArrowheads="1"/>
            </p:cNvSpPr>
            <p:nvPr/>
          </p:nvSpPr>
          <p:spPr bwMode="auto">
            <a:xfrm>
              <a:off x="4176" y="451"/>
              <a:ext cx="1056" cy="1296"/>
            </a:xfrm>
            <a:prstGeom prst="rect">
              <a:avLst/>
            </a:prstGeom>
            <a:noFill/>
            <a:ln w="38100">
              <a:solidFill>
                <a:schemeClr val="bg1"/>
              </a:solidFill>
              <a:prstDash val="dash"/>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097" name="Line 57">
              <a:extLst>
                <a:ext uri="{FF2B5EF4-FFF2-40B4-BE49-F238E27FC236}">
                  <a16:creationId xmlns:a16="http://schemas.microsoft.com/office/drawing/2014/main" id="{8B8C7E75-07C5-AC3A-0FDD-370389F1CAC6}"/>
                </a:ext>
              </a:extLst>
            </p:cNvPr>
            <p:cNvSpPr>
              <a:spLocks noChangeShapeType="1"/>
            </p:cNvSpPr>
            <p:nvPr/>
          </p:nvSpPr>
          <p:spPr bwMode="auto">
            <a:xfrm flipH="1">
              <a:off x="4176" y="451"/>
              <a:ext cx="1056" cy="1296"/>
            </a:xfrm>
            <a:prstGeom prst="line">
              <a:avLst/>
            </a:prstGeom>
            <a:noFill/>
            <a:ln w="38100">
              <a:solidFill>
                <a:schemeClr val="bg1"/>
              </a:solidFill>
              <a:prstDash val="dash"/>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3113" name="Oval 58">
              <a:extLst>
                <a:ext uri="{FF2B5EF4-FFF2-40B4-BE49-F238E27FC236}">
                  <a16:creationId xmlns:a16="http://schemas.microsoft.com/office/drawing/2014/main" id="{9688A0DE-BFEE-6033-E53F-76D7B564DE1F}"/>
                </a:ext>
              </a:extLst>
            </p:cNvPr>
            <p:cNvSpPr>
              <a:spLocks noChangeAspect="1" noChangeArrowheads="1"/>
            </p:cNvSpPr>
            <p:nvPr/>
          </p:nvSpPr>
          <p:spPr bwMode="auto">
            <a:xfrm>
              <a:off x="5184" y="403"/>
              <a:ext cx="125" cy="125"/>
            </a:xfrm>
            <a:prstGeom prst="ellipse">
              <a:avLst/>
            </a:prstGeom>
            <a:solidFill>
              <a:srgbClr val="FFFF00"/>
            </a:solidFill>
            <a:ln w="9525">
              <a:solidFill>
                <a:srgbClr val="FFFF00"/>
              </a:solidFill>
              <a:round/>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endParaRPr lang="zh-CN" altLang="zh-CN" b="0">
                <a:solidFill>
                  <a:srgbClr val="FFFF99"/>
                </a:solidFill>
                <a:latin typeface="Times New Roman" panose="02020603050405020304" pitchFamily="18" charset="0"/>
                <a:ea typeface="宋体" panose="02010600030101010101" pitchFamily="2" charset="-122"/>
              </a:endParaRPr>
            </a:p>
          </p:txBody>
        </p:sp>
        <p:sp>
          <p:nvSpPr>
            <p:cNvPr id="3114" name="Text Box 59">
              <a:extLst>
                <a:ext uri="{FF2B5EF4-FFF2-40B4-BE49-F238E27FC236}">
                  <a16:creationId xmlns:a16="http://schemas.microsoft.com/office/drawing/2014/main" id="{93BA5BEF-CCF4-929F-60B9-C126F4C51844}"/>
                </a:ext>
              </a:extLst>
            </p:cNvPr>
            <p:cNvSpPr txBox="1">
              <a:spLocks noChangeArrowheads="1"/>
            </p:cNvSpPr>
            <p:nvPr/>
          </p:nvSpPr>
          <p:spPr bwMode="auto">
            <a:xfrm>
              <a:off x="5270" y="157"/>
              <a:ext cx="2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sz="2800" b="0" i="1">
                  <a:solidFill>
                    <a:srgbClr val="FFFF00"/>
                  </a:solidFill>
                  <a:latin typeface="Times New Roman" panose="02020603050405020304" pitchFamily="18" charset="0"/>
                  <a:ea typeface="宋体" panose="02010600030101010101" pitchFamily="2" charset="-122"/>
                </a:rPr>
                <a:t>m</a:t>
              </a:r>
              <a:endParaRPr lang="en-US" altLang="zh-CN" b="0">
                <a:solidFill>
                  <a:schemeClr val="tx1"/>
                </a:solidFill>
                <a:latin typeface="Times New Roman" panose="02020603050405020304" pitchFamily="18" charset="0"/>
                <a:ea typeface="宋体" panose="02010600030101010101" pitchFamily="2" charset="-122"/>
              </a:endParaRPr>
            </a:p>
          </p:txBody>
        </p:sp>
        <p:sp>
          <p:nvSpPr>
            <p:cNvPr id="3115" name="Text Box 60">
              <a:extLst>
                <a:ext uri="{FF2B5EF4-FFF2-40B4-BE49-F238E27FC236}">
                  <a16:creationId xmlns:a16="http://schemas.microsoft.com/office/drawing/2014/main" id="{89811D8A-6675-7ABB-E10E-B15333BA9EB4}"/>
                </a:ext>
              </a:extLst>
            </p:cNvPr>
            <p:cNvSpPr txBox="1">
              <a:spLocks noChangeArrowheads="1"/>
            </p:cNvSpPr>
            <p:nvPr/>
          </p:nvSpPr>
          <p:spPr bwMode="auto">
            <a:xfrm>
              <a:off x="4368" y="177"/>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d</a:t>
              </a:r>
              <a:r>
                <a:rPr lang="en-US" altLang="zh-CN" b="0" i="1" baseline="-25000">
                  <a:solidFill>
                    <a:srgbClr val="FFFF00"/>
                  </a:solidFill>
                  <a:latin typeface="Times New Roman" panose="02020603050405020304" pitchFamily="18" charset="0"/>
                  <a:ea typeface="宋体" panose="02010600030101010101" pitchFamily="2" charset="-122"/>
                </a:rPr>
                <a:t>1</a:t>
              </a:r>
            </a:p>
          </p:txBody>
        </p:sp>
        <p:sp>
          <p:nvSpPr>
            <p:cNvPr id="3116" name="Text Box 61">
              <a:extLst>
                <a:ext uri="{FF2B5EF4-FFF2-40B4-BE49-F238E27FC236}">
                  <a16:creationId xmlns:a16="http://schemas.microsoft.com/office/drawing/2014/main" id="{6F6AF365-8D03-6394-C3FA-C5830A4B718B}"/>
                </a:ext>
              </a:extLst>
            </p:cNvPr>
            <p:cNvSpPr txBox="1">
              <a:spLocks noChangeArrowheads="1"/>
            </p:cNvSpPr>
            <p:nvPr/>
          </p:nvSpPr>
          <p:spPr bwMode="auto">
            <a:xfrm>
              <a:off x="4320" y="897"/>
              <a:ext cx="2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rPr>
                <a:t>d</a:t>
              </a:r>
              <a:r>
                <a:rPr lang="en-US" altLang="zh-CN" b="0" baseline="-25000">
                  <a:solidFill>
                    <a:srgbClr val="FFFF00"/>
                  </a:solidFill>
                  <a:latin typeface="Times New Roman" panose="02020603050405020304" pitchFamily="18" charset="0"/>
                  <a:ea typeface="宋体" panose="02010600030101010101" pitchFamily="2" charset="-122"/>
                </a:rPr>
                <a:t>2</a:t>
              </a:r>
            </a:p>
          </p:txBody>
        </p:sp>
        <p:sp>
          <p:nvSpPr>
            <p:cNvPr id="3117" name="Text Box 62">
              <a:extLst>
                <a:ext uri="{FF2B5EF4-FFF2-40B4-BE49-F238E27FC236}">
                  <a16:creationId xmlns:a16="http://schemas.microsoft.com/office/drawing/2014/main" id="{64462D46-70AA-315C-0BFC-F3D5B1B7C5C8}"/>
                </a:ext>
              </a:extLst>
            </p:cNvPr>
            <p:cNvSpPr txBox="1">
              <a:spLocks noChangeArrowheads="1"/>
            </p:cNvSpPr>
            <p:nvPr/>
          </p:nvSpPr>
          <p:spPr bwMode="auto">
            <a:xfrm>
              <a:off x="4896" y="1089"/>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aseline="-25000">
                  <a:solidFill>
                    <a:srgbClr val="FFFF00"/>
                  </a:solidFill>
                  <a:latin typeface="Times New Roman" panose="02020603050405020304" pitchFamily="18" charset="0"/>
                  <a:ea typeface="宋体" panose="02010600030101010101" pitchFamily="2" charset="-122"/>
                </a:rPr>
                <a:t> </a:t>
              </a:r>
              <a:r>
                <a:rPr lang="en-US" altLang="zh-CN" b="0" i="1">
                  <a:solidFill>
                    <a:srgbClr val="FFFF00"/>
                  </a:solidFill>
                  <a:latin typeface="Times New Roman" panose="02020603050405020304" pitchFamily="18" charset="0"/>
                  <a:ea typeface="宋体" panose="02010600030101010101" pitchFamily="2" charset="-122"/>
                </a:rPr>
                <a:t>d</a:t>
              </a:r>
              <a:r>
                <a:rPr lang="en-US" altLang="zh-CN" b="0" baseline="-25000">
                  <a:solidFill>
                    <a:srgbClr val="FFFF00"/>
                  </a:solidFill>
                  <a:latin typeface="Times New Roman" panose="02020603050405020304" pitchFamily="18" charset="0"/>
                  <a:ea typeface="宋体" panose="02010600030101010101" pitchFamily="2" charset="-122"/>
                </a:rPr>
                <a:t>3</a:t>
              </a:r>
            </a:p>
          </p:txBody>
        </p:sp>
        <p:sp>
          <p:nvSpPr>
            <p:cNvPr id="3118" name="Text Box 63">
              <a:extLst>
                <a:ext uri="{FF2B5EF4-FFF2-40B4-BE49-F238E27FC236}">
                  <a16:creationId xmlns:a16="http://schemas.microsoft.com/office/drawing/2014/main" id="{D67EF5CA-A143-CC3C-81DA-0AFB4F05EA18}"/>
                </a:ext>
              </a:extLst>
            </p:cNvPr>
            <p:cNvSpPr txBox="1">
              <a:spLocks noChangeArrowheads="1"/>
            </p:cNvSpPr>
            <p:nvPr/>
          </p:nvSpPr>
          <p:spPr bwMode="auto">
            <a:xfrm>
              <a:off x="3840" y="273"/>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i="1">
                  <a:solidFill>
                    <a:srgbClr val="00FF00"/>
                  </a:solidFill>
                  <a:latin typeface="Times New Roman" panose="02020603050405020304" pitchFamily="18" charset="0"/>
                  <a:ea typeface="宋体" panose="02010600030101010101" pitchFamily="2" charset="-122"/>
                </a:rPr>
                <a:t>A</a:t>
              </a:r>
            </a:p>
          </p:txBody>
        </p:sp>
        <p:sp>
          <p:nvSpPr>
            <p:cNvPr id="3119" name="Rectangle 64">
              <a:extLst>
                <a:ext uri="{FF2B5EF4-FFF2-40B4-BE49-F238E27FC236}">
                  <a16:creationId xmlns:a16="http://schemas.microsoft.com/office/drawing/2014/main" id="{E67650F0-FAFB-7088-7DE5-06B2811575BB}"/>
                </a:ext>
              </a:extLst>
            </p:cNvPr>
            <p:cNvSpPr>
              <a:spLocks noChangeArrowheads="1"/>
            </p:cNvSpPr>
            <p:nvPr/>
          </p:nvSpPr>
          <p:spPr bwMode="auto">
            <a:xfrm>
              <a:off x="3840" y="1569"/>
              <a:ext cx="2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i="1">
                  <a:solidFill>
                    <a:srgbClr val="00FF00"/>
                  </a:solidFill>
                  <a:latin typeface="Times New Roman" panose="02020603050405020304" pitchFamily="18" charset="0"/>
                  <a:ea typeface="宋体" panose="02010600030101010101" pitchFamily="2" charset="-122"/>
                </a:rPr>
                <a:t>B</a:t>
              </a:r>
              <a:endParaRPr lang="en-US" altLang="zh-CN" b="0" i="1">
                <a:solidFill>
                  <a:srgbClr val="FFFF00"/>
                </a:solidFill>
                <a:latin typeface="Times New Roman" panose="02020603050405020304" pitchFamily="18" charset="0"/>
                <a:ea typeface="宋体" panose="02010600030101010101" pitchFamily="2" charset="-122"/>
              </a:endParaRPr>
            </a:p>
          </p:txBody>
        </p:sp>
        <p:sp>
          <p:nvSpPr>
            <p:cNvPr id="3120" name="Rectangle 65">
              <a:extLst>
                <a:ext uri="{FF2B5EF4-FFF2-40B4-BE49-F238E27FC236}">
                  <a16:creationId xmlns:a16="http://schemas.microsoft.com/office/drawing/2014/main" id="{62849DFE-ECC7-FA1E-CF46-1EDE8C9420AC}"/>
                </a:ext>
              </a:extLst>
            </p:cNvPr>
            <p:cNvSpPr>
              <a:spLocks noChangeArrowheads="1"/>
            </p:cNvSpPr>
            <p:nvPr/>
          </p:nvSpPr>
          <p:spPr bwMode="auto">
            <a:xfrm>
              <a:off x="5184" y="1569"/>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i="1">
                  <a:solidFill>
                    <a:srgbClr val="00FF00"/>
                  </a:solidFill>
                  <a:latin typeface="Times New Roman" panose="02020603050405020304" pitchFamily="18" charset="0"/>
                  <a:ea typeface="宋体" panose="02010600030101010101" pitchFamily="2" charset="-122"/>
                </a:rPr>
                <a:t>C</a:t>
              </a:r>
              <a:endParaRPr lang="en-US" altLang="zh-CN" b="0" i="1">
                <a:solidFill>
                  <a:srgbClr val="FFFF00"/>
                </a:solidFill>
                <a:latin typeface="Times New Roman" panose="02020603050405020304" pitchFamily="18" charset="0"/>
                <a:ea typeface="宋体" panose="02010600030101010101" pitchFamily="2" charset="-122"/>
              </a:endParaRPr>
            </a:p>
          </p:txBody>
        </p:sp>
        <p:grpSp>
          <p:nvGrpSpPr>
            <p:cNvPr id="3121" name="Group 66">
              <a:extLst>
                <a:ext uri="{FF2B5EF4-FFF2-40B4-BE49-F238E27FC236}">
                  <a16:creationId xmlns:a16="http://schemas.microsoft.com/office/drawing/2014/main" id="{54840B10-51E6-988A-A3DF-E99B3D69AFFD}"/>
                </a:ext>
              </a:extLst>
            </p:cNvPr>
            <p:cNvGrpSpPr>
              <a:grpSpLocks/>
            </p:cNvGrpSpPr>
            <p:nvPr/>
          </p:nvGrpSpPr>
          <p:grpSpPr bwMode="auto">
            <a:xfrm>
              <a:off x="4176" y="1555"/>
              <a:ext cx="144" cy="192"/>
              <a:chOff x="4320" y="3648"/>
              <a:chExt cx="144" cy="192"/>
            </a:xfrm>
          </p:grpSpPr>
          <p:sp>
            <p:nvSpPr>
              <p:cNvPr id="727107" name="Line 67">
                <a:extLst>
                  <a:ext uri="{FF2B5EF4-FFF2-40B4-BE49-F238E27FC236}">
                    <a16:creationId xmlns:a16="http://schemas.microsoft.com/office/drawing/2014/main" id="{1AD37FDA-ED4D-BBA4-5F41-2C805FA9328C}"/>
                  </a:ext>
                </a:extLst>
              </p:cNvPr>
              <p:cNvSpPr>
                <a:spLocks noChangeShapeType="1"/>
              </p:cNvSpPr>
              <p:nvPr/>
            </p:nvSpPr>
            <p:spPr bwMode="auto">
              <a:xfrm>
                <a:off x="4320" y="3648"/>
                <a:ext cx="144" cy="0"/>
              </a:xfrm>
              <a:prstGeom prst="line">
                <a:avLst/>
              </a:prstGeom>
              <a:noFill/>
              <a:ln w="38100">
                <a:solidFill>
                  <a:srgbClr val="00FF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108" name="Line 68">
                <a:extLst>
                  <a:ext uri="{FF2B5EF4-FFF2-40B4-BE49-F238E27FC236}">
                    <a16:creationId xmlns:a16="http://schemas.microsoft.com/office/drawing/2014/main" id="{6116A622-A08B-B304-5EF4-266D0158AADF}"/>
                  </a:ext>
                </a:extLst>
              </p:cNvPr>
              <p:cNvSpPr>
                <a:spLocks noChangeShapeType="1"/>
              </p:cNvSpPr>
              <p:nvPr/>
            </p:nvSpPr>
            <p:spPr bwMode="auto">
              <a:xfrm>
                <a:off x="4464" y="3648"/>
                <a:ext cx="0" cy="192"/>
              </a:xfrm>
              <a:prstGeom prst="line">
                <a:avLst/>
              </a:prstGeom>
              <a:noFill/>
              <a:ln w="38100">
                <a:solidFill>
                  <a:srgbClr val="00FF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grpSp>
          <p:nvGrpSpPr>
            <p:cNvPr id="3122" name="Group 69">
              <a:extLst>
                <a:ext uri="{FF2B5EF4-FFF2-40B4-BE49-F238E27FC236}">
                  <a16:creationId xmlns:a16="http://schemas.microsoft.com/office/drawing/2014/main" id="{61AC6C0A-C6AB-13E9-F58E-E031AC710E06}"/>
                </a:ext>
              </a:extLst>
            </p:cNvPr>
            <p:cNvGrpSpPr>
              <a:grpSpLocks/>
            </p:cNvGrpSpPr>
            <p:nvPr/>
          </p:nvGrpSpPr>
          <p:grpSpPr bwMode="auto">
            <a:xfrm>
              <a:off x="5088" y="1555"/>
              <a:ext cx="144" cy="192"/>
              <a:chOff x="5232" y="3648"/>
              <a:chExt cx="144" cy="192"/>
            </a:xfrm>
          </p:grpSpPr>
          <p:sp>
            <p:nvSpPr>
              <p:cNvPr id="727110" name="Line 70">
                <a:extLst>
                  <a:ext uri="{FF2B5EF4-FFF2-40B4-BE49-F238E27FC236}">
                    <a16:creationId xmlns:a16="http://schemas.microsoft.com/office/drawing/2014/main" id="{671739DF-B48D-0F3C-652A-164977ED2405}"/>
                  </a:ext>
                </a:extLst>
              </p:cNvPr>
              <p:cNvSpPr>
                <a:spLocks noChangeShapeType="1"/>
              </p:cNvSpPr>
              <p:nvPr/>
            </p:nvSpPr>
            <p:spPr bwMode="auto">
              <a:xfrm>
                <a:off x="5232" y="3648"/>
                <a:ext cx="144" cy="0"/>
              </a:xfrm>
              <a:prstGeom prst="line">
                <a:avLst/>
              </a:prstGeom>
              <a:noFill/>
              <a:ln w="38100">
                <a:solidFill>
                  <a:srgbClr val="00FF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111" name="Line 71">
                <a:extLst>
                  <a:ext uri="{FF2B5EF4-FFF2-40B4-BE49-F238E27FC236}">
                    <a16:creationId xmlns:a16="http://schemas.microsoft.com/office/drawing/2014/main" id="{516B3C9F-72CF-F0C4-3499-A0B3A135BD31}"/>
                  </a:ext>
                </a:extLst>
              </p:cNvPr>
              <p:cNvSpPr>
                <a:spLocks noChangeShapeType="1"/>
              </p:cNvSpPr>
              <p:nvPr/>
            </p:nvSpPr>
            <p:spPr bwMode="auto">
              <a:xfrm>
                <a:off x="5232" y="3648"/>
                <a:ext cx="0" cy="192"/>
              </a:xfrm>
              <a:prstGeom prst="line">
                <a:avLst/>
              </a:prstGeom>
              <a:noFill/>
              <a:ln w="38100">
                <a:solidFill>
                  <a:srgbClr val="00FF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grpSp>
          <p:nvGrpSpPr>
            <p:cNvPr id="3123" name="Group 72">
              <a:extLst>
                <a:ext uri="{FF2B5EF4-FFF2-40B4-BE49-F238E27FC236}">
                  <a16:creationId xmlns:a16="http://schemas.microsoft.com/office/drawing/2014/main" id="{2652B7E3-CEA3-FC3D-0E28-2BDA9C56A7D8}"/>
                </a:ext>
              </a:extLst>
            </p:cNvPr>
            <p:cNvGrpSpPr>
              <a:grpSpLocks/>
            </p:cNvGrpSpPr>
            <p:nvPr/>
          </p:nvGrpSpPr>
          <p:grpSpPr bwMode="auto">
            <a:xfrm>
              <a:off x="4176" y="451"/>
              <a:ext cx="192" cy="144"/>
              <a:chOff x="4320" y="2544"/>
              <a:chExt cx="192" cy="144"/>
            </a:xfrm>
          </p:grpSpPr>
          <p:sp>
            <p:nvSpPr>
              <p:cNvPr id="727113" name="Line 73">
                <a:extLst>
                  <a:ext uri="{FF2B5EF4-FFF2-40B4-BE49-F238E27FC236}">
                    <a16:creationId xmlns:a16="http://schemas.microsoft.com/office/drawing/2014/main" id="{E59ADF03-7E3C-741A-BFEE-129B4137FCA2}"/>
                  </a:ext>
                </a:extLst>
              </p:cNvPr>
              <p:cNvSpPr>
                <a:spLocks noChangeShapeType="1"/>
              </p:cNvSpPr>
              <p:nvPr/>
            </p:nvSpPr>
            <p:spPr bwMode="auto">
              <a:xfrm>
                <a:off x="4512" y="2544"/>
                <a:ext cx="0" cy="144"/>
              </a:xfrm>
              <a:prstGeom prst="line">
                <a:avLst/>
              </a:prstGeom>
              <a:noFill/>
              <a:ln w="38100">
                <a:solidFill>
                  <a:srgbClr val="00FF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114" name="Line 74">
                <a:extLst>
                  <a:ext uri="{FF2B5EF4-FFF2-40B4-BE49-F238E27FC236}">
                    <a16:creationId xmlns:a16="http://schemas.microsoft.com/office/drawing/2014/main" id="{D9B35ACF-C3CD-6062-8043-27418CD8CEE5}"/>
                  </a:ext>
                </a:extLst>
              </p:cNvPr>
              <p:cNvSpPr>
                <a:spLocks noChangeShapeType="1"/>
              </p:cNvSpPr>
              <p:nvPr/>
            </p:nvSpPr>
            <p:spPr bwMode="auto">
              <a:xfrm flipH="1">
                <a:off x="4320" y="2688"/>
                <a:ext cx="192" cy="0"/>
              </a:xfrm>
              <a:prstGeom prst="line">
                <a:avLst/>
              </a:prstGeom>
              <a:noFill/>
              <a:ln w="38100">
                <a:solidFill>
                  <a:srgbClr val="00FF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727115" name="Line 75">
              <a:extLst>
                <a:ext uri="{FF2B5EF4-FFF2-40B4-BE49-F238E27FC236}">
                  <a16:creationId xmlns:a16="http://schemas.microsoft.com/office/drawing/2014/main" id="{A99DBF6F-C60B-3BF2-CA6F-E465750F1177}"/>
                </a:ext>
              </a:extLst>
            </p:cNvPr>
            <p:cNvSpPr>
              <a:spLocks noChangeShapeType="1"/>
            </p:cNvSpPr>
            <p:nvPr/>
          </p:nvSpPr>
          <p:spPr bwMode="auto">
            <a:xfrm>
              <a:off x="5232" y="499"/>
              <a:ext cx="0" cy="432"/>
            </a:xfrm>
            <a:prstGeom prst="line">
              <a:avLst/>
            </a:prstGeom>
            <a:noFill/>
            <a:ln w="38100">
              <a:solidFill>
                <a:srgbClr val="FFFF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3082" name="Object 76">
              <a:extLst>
                <a:ext uri="{FF2B5EF4-FFF2-40B4-BE49-F238E27FC236}">
                  <a16:creationId xmlns:a16="http://schemas.microsoft.com/office/drawing/2014/main" id="{9FE1D290-7A18-B2EA-8CC9-39CE49DB77FA}"/>
                </a:ext>
              </a:extLst>
            </p:cNvPr>
            <p:cNvGraphicFramePr>
              <a:graphicFrameLocks noChangeAspect="1"/>
            </p:cNvGraphicFramePr>
            <p:nvPr/>
          </p:nvGraphicFramePr>
          <p:xfrm>
            <a:off x="5275" y="561"/>
            <a:ext cx="145" cy="193"/>
          </p:xfrm>
          <a:graphic>
            <a:graphicData uri="http://schemas.openxmlformats.org/presentationml/2006/ole">
              <mc:AlternateContent xmlns:mc="http://schemas.openxmlformats.org/markup-compatibility/2006">
                <mc:Choice xmlns:v="urn:schemas-microsoft-com:vml" Requires="v">
                  <p:oleObj name="公式" r:id="rId12" imgW="228600" imgH="304560" progId="Equation.3">
                    <p:embed/>
                  </p:oleObj>
                </mc:Choice>
                <mc:Fallback>
                  <p:oleObj name="公式" r:id="rId12" imgW="228600" imgH="304560" progId="Equation.3">
                    <p:embed/>
                    <p:pic>
                      <p:nvPicPr>
                        <p:cNvPr id="0" name="Object 7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75" y="561"/>
                          <a:ext cx="145" cy="1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27117" name="Text Box 77">
            <a:extLst>
              <a:ext uri="{FF2B5EF4-FFF2-40B4-BE49-F238E27FC236}">
                <a16:creationId xmlns:a16="http://schemas.microsoft.com/office/drawing/2014/main" id="{81B6857A-09D6-02FC-49E9-4CF992F1A3A8}"/>
              </a:ext>
            </a:extLst>
          </p:cNvPr>
          <p:cNvSpPr txBox="1">
            <a:spLocks noChangeArrowheads="1"/>
          </p:cNvSpPr>
          <p:nvPr/>
        </p:nvSpPr>
        <p:spPr bwMode="auto">
          <a:xfrm>
            <a:off x="119063" y="5959475"/>
            <a:ext cx="827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spcBef>
                <a:spcPct val="50000"/>
              </a:spcBef>
              <a:buClrTx/>
              <a:buFontTx/>
              <a:buNone/>
            </a:pPr>
            <a:r>
              <a:rPr lang="zh-CN" altLang="en-US">
                <a:solidFill>
                  <a:srgbClr val="FFFF00"/>
                </a:solidFill>
                <a:latin typeface="Times New Roman" panose="02020603050405020304" pitchFamily="18" charset="0"/>
                <a:ea typeface="宋体" panose="02010600030101010101" pitchFamily="2" charset="-122"/>
              </a:rPr>
              <a:t>解</a:t>
            </a:r>
          </a:p>
        </p:txBody>
      </p:sp>
      <p:grpSp>
        <p:nvGrpSpPr>
          <p:cNvPr id="9" name="Group 78">
            <a:extLst>
              <a:ext uri="{FF2B5EF4-FFF2-40B4-BE49-F238E27FC236}">
                <a16:creationId xmlns:a16="http://schemas.microsoft.com/office/drawing/2014/main" id="{E70C04D8-DD1D-B3CE-A1AB-5DF71B5CB158}"/>
              </a:ext>
            </a:extLst>
          </p:cNvPr>
          <p:cNvGrpSpPr>
            <a:grpSpLocks/>
          </p:cNvGrpSpPr>
          <p:nvPr/>
        </p:nvGrpSpPr>
        <p:grpSpPr bwMode="auto">
          <a:xfrm>
            <a:off x="4572000" y="1849438"/>
            <a:ext cx="4191000" cy="1898650"/>
            <a:chOff x="2477" y="1285"/>
            <a:chExt cx="2640" cy="1196"/>
          </a:xfrm>
        </p:grpSpPr>
        <p:graphicFrame>
          <p:nvGraphicFramePr>
            <p:cNvPr id="3079" name="Object 79">
              <a:extLst>
                <a:ext uri="{FF2B5EF4-FFF2-40B4-BE49-F238E27FC236}">
                  <a16:creationId xmlns:a16="http://schemas.microsoft.com/office/drawing/2014/main" id="{782AA7C0-C8FA-7D60-858F-CAF046AAAD76}"/>
                </a:ext>
              </a:extLst>
            </p:cNvPr>
            <p:cNvGraphicFramePr>
              <a:graphicFrameLocks/>
            </p:cNvGraphicFramePr>
            <p:nvPr/>
          </p:nvGraphicFramePr>
          <p:xfrm>
            <a:off x="4301" y="1285"/>
            <a:ext cx="248" cy="296"/>
          </p:xfrm>
          <a:graphic>
            <a:graphicData uri="http://schemas.openxmlformats.org/presentationml/2006/ole">
              <mc:AlternateContent xmlns:mc="http://schemas.openxmlformats.org/markup-compatibility/2006">
                <mc:Choice xmlns:v="urn:schemas-microsoft-com:vml" Requires="v">
                  <p:oleObj name="公式" r:id="rId14" imgW="393480" imgH="469800" progId="Equation.3">
                    <p:embed/>
                  </p:oleObj>
                </mc:Choice>
                <mc:Fallback>
                  <p:oleObj name="公式" r:id="rId14" imgW="393480" imgH="469800" progId="Equation.3">
                    <p:embed/>
                    <p:pic>
                      <p:nvPicPr>
                        <p:cNvPr id="0" name="Object 79"/>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01" y="1285"/>
                          <a:ext cx="248"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7120" name="AutoShape 80">
              <a:extLst>
                <a:ext uri="{FF2B5EF4-FFF2-40B4-BE49-F238E27FC236}">
                  <a16:creationId xmlns:a16="http://schemas.microsoft.com/office/drawing/2014/main" id="{F948541D-8A00-DC1C-AC52-0287E156E8EA}"/>
                </a:ext>
              </a:extLst>
            </p:cNvPr>
            <p:cNvSpPr>
              <a:spLocks noChangeArrowheads="1"/>
            </p:cNvSpPr>
            <p:nvPr/>
          </p:nvSpPr>
          <p:spPr bwMode="auto">
            <a:xfrm>
              <a:off x="2477" y="1780"/>
              <a:ext cx="2640" cy="672"/>
            </a:xfrm>
            <a:prstGeom prst="parallelogram">
              <a:avLst>
                <a:gd name="adj" fmla="val 92267"/>
              </a:avLst>
            </a:prstGeom>
            <a:solidFill>
              <a:srgbClr val="99FFCC">
                <a:alpha val="25999"/>
              </a:srgbClr>
            </a:solidFill>
            <a:ln w="9525">
              <a:solidFill>
                <a:srgbClr val="000000">
                  <a:alpha val="17999"/>
                </a:srgbClr>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121" name="Line 81">
              <a:extLst>
                <a:ext uri="{FF2B5EF4-FFF2-40B4-BE49-F238E27FC236}">
                  <a16:creationId xmlns:a16="http://schemas.microsoft.com/office/drawing/2014/main" id="{B3739AEF-B154-CFB5-0DAE-8FBDEF756805}"/>
                </a:ext>
              </a:extLst>
            </p:cNvPr>
            <p:cNvSpPr>
              <a:spLocks noChangeShapeType="1"/>
            </p:cNvSpPr>
            <p:nvPr/>
          </p:nvSpPr>
          <p:spPr bwMode="auto">
            <a:xfrm flipH="1">
              <a:off x="2909" y="2116"/>
              <a:ext cx="528" cy="0"/>
            </a:xfrm>
            <a:prstGeom prst="line">
              <a:avLst/>
            </a:prstGeom>
            <a:noFill/>
            <a:ln w="22225">
              <a:solidFill>
                <a:schemeClr val="bg1"/>
              </a:solidFill>
              <a:prstDash val="dash"/>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3102" name="Text Box 82">
              <a:extLst>
                <a:ext uri="{FF2B5EF4-FFF2-40B4-BE49-F238E27FC236}">
                  <a16:creationId xmlns:a16="http://schemas.microsoft.com/office/drawing/2014/main" id="{789CCC78-2D7E-7B84-60EC-BCAD2D91A1CF}"/>
                </a:ext>
              </a:extLst>
            </p:cNvPr>
            <p:cNvSpPr txBox="1">
              <a:spLocks noChangeArrowheads="1"/>
            </p:cNvSpPr>
            <p:nvPr/>
          </p:nvSpPr>
          <p:spPr bwMode="auto">
            <a:xfrm>
              <a:off x="4301" y="1972"/>
              <a:ext cx="27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r>
                <a:rPr lang="en-US" altLang="zh-CN" sz="2800" i="1">
                  <a:solidFill>
                    <a:srgbClr val="FFCC00"/>
                  </a:solidFill>
                  <a:latin typeface="Times New Roman" panose="02020603050405020304" pitchFamily="18" charset="0"/>
                  <a:ea typeface="宋体" panose="02010600030101010101" pitchFamily="2" charset="-122"/>
                </a:rPr>
                <a:t>O</a:t>
              </a:r>
            </a:p>
          </p:txBody>
        </p:sp>
        <p:sp>
          <p:nvSpPr>
            <p:cNvPr id="3103" name="Text Box 83">
              <a:extLst>
                <a:ext uri="{FF2B5EF4-FFF2-40B4-BE49-F238E27FC236}">
                  <a16:creationId xmlns:a16="http://schemas.microsoft.com/office/drawing/2014/main" id="{55C72130-124C-C28C-3B36-F2B2354CF7C3}"/>
                </a:ext>
              </a:extLst>
            </p:cNvPr>
            <p:cNvSpPr txBox="1">
              <a:spLocks noChangeArrowheads="1"/>
            </p:cNvSpPr>
            <p:nvPr/>
          </p:nvSpPr>
          <p:spPr bwMode="auto">
            <a:xfrm>
              <a:off x="3052" y="2057"/>
              <a:ext cx="33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r>
                <a:rPr lang="en-US" altLang="zh-CN" sz="2000" i="1">
                  <a:solidFill>
                    <a:srgbClr val="FF99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000" i="1">
                <a:solidFill>
                  <a:srgbClr val="FF9900"/>
                </a:solidFill>
                <a:latin typeface="Times New Roman" panose="02020603050405020304" pitchFamily="18" charset="0"/>
                <a:ea typeface="宋体" panose="02010600030101010101" pitchFamily="2" charset="-122"/>
              </a:endParaRPr>
            </a:p>
          </p:txBody>
        </p:sp>
        <p:graphicFrame>
          <p:nvGraphicFramePr>
            <p:cNvPr id="3080" name="Object 84">
              <a:extLst>
                <a:ext uri="{FF2B5EF4-FFF2-40B4-BE49-F238E27FC236}">
                  <a16:creationId xmlns:a16="http://schemas.microsoft.com/office/drawing/2014/main" id="{6DFA888D-F7A5-DBE5-1D65-78307801B781}"/>
                </a:ext>
              </a:extLst>
            </p:cNvPr>
            <p:cNvGraphicFramePr>
              <a:graphicFrameLocks noChangeAspect="1"/>
            </p:cNvGraphicFramePr>
            <p:nvPr/>
          </p:nvGraphicFramePr>
          <p:xfrm>
            <a:off x="4015" y="1856"/>
            <a:ext cx="180" cy="243"/>
          </p:xfrm>
          <a:graphic>
            <a:graphicData uri="http://schemas.openxmlformats.org/presentationml/2006/ole">
              <mc:AlternateContent xmlns:mc="http://schemas.openxmlformats.org/markup-compatibility/2006">
                <mc:Choice xmlns:v="urn:schemas-microsoft-com:vml" Requires="v">
                  <p:oleObj name="公式" r:id="rId16" imgW="215640" imgH="291960" progId="Equation.3">
                    <p:embed/>
                  </p:oleObj>
                </mc:Choice>
                <mc:Fallback>
                  <p:oleObj name="公式" r:id="rId16" imgW="215640" imgH="291960" progId="Equation.3">
                    <p:embed/>
                    <p:pic>
                      <p:nvPicPr>
                        <p:cNvPr id="0" name="Object 8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015" y="1856"/>
                          <a:ext cx="180"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7125" name="Line 85">
              <a:extLst>
                <a:ext uri="{FF2B5EF4-FFF2-40B4-BE49-F238E27FC236}">
                  <a16:creationId xmlns:a16="http://schemas.microsoft.com/office/drawing/2014/main" id="{A573F849-3FBA-26C1-0FC1-90194C8A6543}"/>
                </a:ext>
              </a:extLst>
            </p:cNvPr>
            <p:cNvSpPr>
              <a:spLocks noChangeShapeType="1"/>
            </p:cNvSpPr>
            <p:nvPr/>
          </p:nvSpPr>
          <p:spPr bwMode="auto">
            <a:xfrm flipH="1">
              <a:off x="3437" y="2116"/>
              <a:ext cx="864" cy="0"/>
            </a:xfrm>
            <a:prstGeom prst="line">
              <a:avLst/>
            </a:prstGeom>
            <a:noFill/>
            <a:ln w="38100">
              <a:solidFill>
                <a:srgbClr val="FFFF00"/>
              </a:solidFill>
              <a:round/>
              <a:headEnd/>
              <a:tailEnd type="triangle" w="med" len="lg"/>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126" name="Line 86">
              <a:extLst>
                <a:ext uri="{FF2B5EF4-FFF2-40B4-BE49-F238E27FC236}">
                  <a16:creationId xmlns:a16="http://schemas.microsoft.com/office/drawing/2014/main" id="{9EF5C19D-2C37-BA52-66E4-C9341F343BE4}"/>
                </a:ext>
              </a:extLst>
            </p:cNvPr>
            <p:cNvSpPr>
              <a:spLocks noChangeShapeType="1"/>
            </p:cNvSpPr>
            <p:nvPr/>
          </p:nvSpPr>
          <p:spPr bwMode="auto">
            <a:xfrm flipH="1">
              <a:off x="3257" y="2116"/>
              <a:ext cx="180" cy="294"/>
            </a:xfrm>
            <a:prstGeom prst="line">
              <a:avLst/>
            </a:prstGeom>
            <a:noFill/>
            <a:ln w="38100">
              <a:solidFill>
                <a:srgbClr val="66FFFF"/>
              </a:solidFill>
              <a:round/>
              <a:headEnd/>
              <a:tailEnd type="triangle" w="med" len="lg"/>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3106" name="Oval 87">
              <a:extLst>
                <a:ext uri="{FF2B5EF4-FFF2-40B4-BE49-F238E27FC236}">
                  <a16:creationId xmlns:a16="http://schemas.microsoft.com/office/drawing/2014/main" id="{A615AB13-FAE0-DB8E-2B45-8A4AC8BD11C7}"/>
                </a:ext>
              </a:extLst>
            </p:cNvPr>
            <p:cNvSpPr>
              <a:spLocks noChangeAspect="1" noChangeArrowheads="1"/>
            </p:cNvSpPr>
            <p:nvPr/>
          </p:nvSpPr>
          <p:spPr bwMode="auto">
            <a:xfrm>
              <a:off x="4272" y="2094"/>
              <a:ext cx="45" cy="45"/>
            </a:xfrm>
            <a:prstGeom prst="ellipse">
              <a:avLst/>
            </a:prstGeom>
            <a:solidFill>
              <a:srgbClr val="FFFF00"/>
            </a:solidFill>
            <a:ln w="9525">
              <a:solidFill>
                <a:srgbClr val="FFFF00"/>
              </a:solidFill>
              <a:round/>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endParaRPr lang="zh-CN" altLang="zh-CN" b="0">
                <a:solidFill>
                  <a:srgbClr val="FFFF99"/>
                </a:solidFill>
                <a:latin typeface="Times New Roman" panose="02020603050405020304" pitchFamily="18" charset="0"/>
                <a:ea typeface="宋体" panose="02010600030101010101" pitchFamily="2" charset="-122"/>
              </a:endParaRPr>
            </a:p>
          </p:txBody>
        </p:sp>
        <p:sp>
          <p:nvSpPr>
            <p:cNvPr id="727128" name="Arc 88">
              <a:extLst>
                <a:ext uri="{FF2B5EF4-FFF2-40B4-BE49-F238E27FC236}">
                  <a16:creationId xmlns:a16="http://schemas.microsoft.com/office/drawing/2014/main" id="{B32E104E-1AC4-8087-120E-34C51AED56ED}"/>
                </a:ext>
              </a:extLst>
            </p:cNvPr>
            <p:cNvSpPr>
              <a:spLocks/>
            </p:cNvSpPr>
            <p:nvPr/>
          </p:nvSpPr>
          <p:spPr bwMode="auto">
            <a:xfrm rot="10800000">
              <a:off x="3297" y="2116"/>
              <a:ext cx="91" cy="130"/>
            </a:xfrm>
            <a:custGeom>
              <a:avLst/>
              <a:gdLst>
                <a:gd name="G0" fmla="+- 0 0 0"/>
                <a:gd name="G1" fmla="+- 20612 0 0"/>
                <a:gd name="G2" fmla="+- 21600 0 0"/>
                <a:gd name="T0" fmla="*/ 6458 w 21600"/>
                <a:gd name="T1" fmla="*/ 0 h 20612"/>
                <a:gd name="T2" fmla="*/ 21600 w 21600"/>
                <a:gd name="T3" fmla="*/ 20612 h 20612"/>
                <a:gd name="T4" fmla="*/ 0 w 21600"/>
                <a:gd name="T5" fmla="*/ 20612 h 20612"/>
              </a:gdLst>
              <a:ahLst/>
              <a:cxnLst>
                <a:cxn ang="0">
                  <a:pos x="T0" y="T1"/>
                </a:cxn>
                <a:cxn ang="0">
                  <a:pos x="T2" y="T3"/>
                </a:cxn>
                <a:cxn ang="0">
                  <a:pos x="T4" y="T5"/>
                </a:cxn>
              </a:cxnLst>
              <a:rect l="0" t="0" r="r" b="b"/>
              <a:pathLst>
                <a:path w="21600" h="20612" fill="none" extrusionOk="0">
                  <a:moveTo>
                    <a:pt x="6457" y="0"/>
                  </a:moveTo>
                  <a:cubicBezTo>
                    <a:pt x="15467" y="2822"/>
                    <a:pt x="21600" y="11170"/>
                    <a:pt x="21600" y="20612"/>
                  </a:cubicBezTo>
                </a:path>
                <a:path w="21600" h="20612" stroke="0" extrusionOk="0">
                  <a:moveTo>
                    <a:pt x="6457" y="0"/>
                  </a:moveTo>
                  <a:cubicBezTo>
                    <a:pt x="15467" y="2822"/>
                    <a:pt x="21600" y="11170"/>
                    <a:pt x="21600" y="20612"/>
                  </a:cubicBezTo>
                  <a:lnTo>
                    <a:pt x="0" y="20612"/>
                  </a:lnTo>
                  <a:close/>
                </a:path>
              </a:pathLst>
            </a:custGeom>
            <a:noFill/>
            <a:ln w="28575">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3081" name="Object 89">
              <a:extLst>
                <a:ext uri="{FF2B5EF4-FFF2-40B4-BE49-F238E27FC236}">
                  <a16:creationId xmlns:a16="http://schemas.microsoft.com/office/drawing/2014/main" id="{F90A64A3-F16D-0948-8645-0B9E2327E648}"/>
                </a:ext>
              </a:extLst>
            </p:cNvPr>
            <p:cNvGraphicFramePr>
              <a:graphicFrameLocks/>
            </p:cNvGraphicFramePr>
            <p:nvPr/>
          </p:nvGraphicFramePr>
          <p:xfrm>
            <a:off x="3031" y="2221"/>
            <a:ext cx="187" cy="247"/>
          </p:xfrm>
          <a:graphic>
            <a:graphicData uri="http://schemas.openxmlformats.org/presentationml/2006/ole">
              <mc:AlternateContent xmlns:mc="http://schemas.openxmlformats.org/markup-compatibility/2006">
                <mc:Choice xmlns:v="urn:schemas-microsoft-com:vml" Requires="v">
                  <p:oleObj name="公式" r:id="rId18" imgW="279360" imgH="368280" progId="Equation.3">
                    <p:embed/>
                  </p:oleObj>
                </mc:Choice>
                <mc:Fallback>
                  <p:oleObj name="公式" r:id="rId18" imgW="279360" imgH="368280" progId="Equation.3">
                    <p:embed/>
                    <p:pic>
                      <p:nvPicPr>
                        <p:cNvPr id="0" name="Object 89"/>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031" y="2221"/>
                          <a:ext cx="187"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08" name="Text Box 90">
              <a:extLst>
                <a:ext uri="{FF2B5EF4-FFF2-40B4-BE49-F238E27FC236}">
                  <a16:creationId xmlns:a16="http://schemas.microsoft.com/office/drawing/2014/main" id="{9244F36D-6407-230B-7F1A-2F8E4FFDD8BB}"/>
                </a:ext>
              </a:extLst>
            </p:cNvPr>
            <p:cNvSpPr txBox="1">
              <a:spLocks noChangeArrowheads="1"/>
            </p:cNvSpPr>
            <p:nvPr/>
          </p:nvSpPr>
          <p:spPr bwMode="auto">
            <a:xfrm>
              <a:off x="2622" y="2193"/>
              <a:ext cx="22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i="1">
                  <a:solidFill>
                    <a:srgbClr val="FF0000"/>
                  </a:solidFill>
                  <a:latin typeface="Times New Roman" panose="02020603050405020304" pitchFamily="18" charset="0"/>
                  <a:ea typeface="宋体" panose="02010600030101010101" pitchFamily="2" charset="-122"/>
                  <a:sym typeface="Symbol" panose="05050102010706020507" pitchFamily="18" charset="2"/>
                </a:rPr>
                <a:t>S</a:t>
              </a:r>
            </a:p>
          </p:txBody>
        </p:sp>
        <p:sp>
          <p:nvSpPr>
            <p:cNvPr id="727131" name="Line 91">
              <a:extLst>
                <a:ext uri="{FF2B5EF4-FFF2-40B4-BE49-F238E27FC236}">
                  <a16:creationId xmlns:a16="http://schemas.microsoft.com/office/drawing/2014/main" id="{4093824D-438E-CEB1-8E2E-F7023A197B23}"/>
                </a:ext>
              </a:extLst>
            </p:cNvPr>
            <p:cNvSpPr>
              <a:spLocks noChangeShapeType="1"/>
            </p:cNvSpPr>
            <p:nvPr/>
          </p:nvSpPr>
          <p:spPr bwMode="auto">
            <a:xfrm flipV="1">
              <a:off x="4292" y="1490"/>
              <a:ext cx="0" cy="630"/>
            </a:xfrm>
            <a:prstGeom prst="line">
              <a:avLst/>
            </a:prstGeom>
            <a:noFill/>
            <a:ln w="38100">
              <a:solidFill>
                <a:srgbClr val="FFCC00"/>
              </a:solidFill>
              <a:round/>
              <a:headEnd/>
              <a:tailEnd type="triangle" w="med" len="lg"/>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7132" name="Oval 92">
              <a:extLst>
                <a:ext uri="{FF2B5EF4-FFF2-40B4-BE49-F238E27FC236}">
                  <a16:creationId xmlns:a16="http://schemas.microsoft.com/office/drawing/2014/main" id="{13C130B5-8F47-10BA-9725-43DBA56FB9B6}"/>
                </a:ext>
              </a:extLst>
            </p:cNvPr>
            <p:cNvSpPr>
              <a:spLocks noChangeArrowheads="1"/>
            </p:cNvSpPr>
            <p:nvPr/>
          </p:nvSpPr>
          <p:spPr bwMode="auto">
            <a:xfrm>
              <a:off x="3386" y="2072"/>
              <a:ext cx="86" cy="86"/>
            </a:xfrm>
            <a:prstGeom prst="ellipse">
              <a:avLst/>
            </a:prstGeom>
            <a:solidFill>
              <a:srgbClr val="FF0000"/>
            </a:solidFill>
            <a:ln w="9525">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727133" name="Oval 93">
            <a:extLst>
              <a:ext uri="{FF2B5EF4-FFF2-40B4-BE49-F238E27FC236}">
                <a16:creationId xmlns:a16="http://schemas.microsoft.com/office/drawing/2014/main" id="{FBBF8B73-EC30-E808-0D6F-9480792C8051}"/>
              </a:ext>
            </a:extLst>
          </p:cNvPr>
          <p:cNvSpPr>
            <a:spLocks noChangeAspect="1" noChangeArrowheads="1"/>
          </p:cNvSpPr>
          <p:nvPr/>
        </p:nvSpPr>
        <p:spPr bwMode="auto">
          <a:xfrm>
            <a:off x="7412038" y="2459038"/>
            <a:ext cx="71437" cy="71437"/>
          </a:xfrm>
          <a:prstGeom prst="ellipse">
            <a:avLst/>
          </a:prstGeom>
          <a:solidFill>
            <a:schemeClr val="bg1"/>
          </a:solidFill>
          <a:ln w="9525">
            <a:solidFill>
              <a:schemeClr val="bg1"/>
            </a:solidFill>
            <a:round/>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nSpc>
                <a:spcPct val="100000"/>
              </a:lnSpc>
              <a:buClrTx/>
              <a:buFontTx/>
              <a:buNone/>
            </a:pPr>
            <a:endParaRPr lang="zh-CN" altLang="zh-CN" b="0">
              <a:solidFill>
                <a:srgbClr val="FFFF99"/>
              </a:solidFill>
              <a:latin typeface="Times New Roman" panose="02020603050405020304" pitchFamily="18" charset="0"/>
              <a:ea typeface="宋体" panose="02010600030101010101" pitchFamily="2" charset="-122"/>
            </a:endParaRPr>
          </a:p>
        </p:txBody>
      </p:sp>
      <p:pic>
        <p:nvPicPr>
          <p:cNvPr id="727134" name="Picture 94" descr="j0293240">
            <a:extLst>
              <a:ext uri="{FF2B5EF4-FFF2-40B4-BE49-F238E27FC236}">
                <a16:creationId xmlns:a16="http://schemas.microsoft.com/office/drawing/2014/main" id="{931688B1-9579-C1F3-2463-D3824745192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27042"/>
                                        </p:tgtEl>
                                        <p:attrNameLst>
                                          <p:attrName>style.visibility</p:attrName>
                                        </p:attrNameLst>
                                      </p:cBhvr>
                                      <p:to>
                                        <p:strVal val="visible"/>
                                      </p:to>
                                    </p:set>
                                    <p:animEffect transition="in" filter="wipe(left)">
                                      <p:cBhvr>
                                        <p:cTn id="7" dur="500"/>
                                        <p:tgtEl>
                                          <p:spTgt spid="7270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left)">
                                      <p:cBhvr>
                                        <p:cTn id="18" dur="5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727088"/>
                                        </p:tgtEl>
                                        <p:attrNameLst>
                                          <p:attrName>style.visibility</p:attrName>
                                        </p:attrNameLst>
                                      </p:cBhvr>
                                      <p:to>
                                        <p:strVal val="visible"/>
                                      </p:to>
                                    </p:set>
                                    <p:animEffect transition="in" filter="wipe(left)">
                                      <p:cBhvr>
                                        <p:cTn id="23" dur="500"/>
                                        <p:tgtEl>
                                          <p:spTgt spid="72708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727133"/>
                                        </p:tgtEl>
                                        <p:attrNameLst>
                                          <p:attrName>style.visibility</p:attrName>
                                        </p:attrNameLst>
                                      </p:cBhvr>
                                      <p:to>
                                        <p:strVal val="visible"/>
                                      </p:to>
                                    </p:set>
                                    <p:animEffect transition="in" filter="wipe(left)">
                                      <p:cBhvr>
                                        <p:cTn id="28" dur="500"/>
                                        <p:tgtEl>
                                          <p:spTgt spid="727133"/>
                                        </p:tgtEl>
                                      </p:cBhvr>
                                    </p:animEffect>
                                  </p:childTnLst>
                                </p:cTn>
                              </p:par>
                            </p:childTnLst>
                          </p:cTn>
                        </p:par>
                        <p:par>
                          <p:cTn id="29" fill="hold" nodeType="afterGroup">
                            <p:stCondLst>
                              <p:cond delay="500"/>
                            </p:stCondLst>
                            <p:childTnLst>
                              <p:par>
                                <p:cTn id="30" presetID="22" presetClass="entr" presetSubtype="8" fill="hold" nodeType="afterEffect">
                                  <p:stCondLst>
                                    <p:cond delay="0"/>
                                  </p:stCondLst>
                                  <p:childTnLst>
                                    <p:set>
                                      <p:cBhvr>
                                        <p:cTn id="31" dur="1" fill="hold">
                                          <p:stCondLst>
                                            <p:cond delay="0"/>
                                          </p:stCondLst>
                                        </p:cTn>
                                        <p:tgtEl>
                                          <p:spTgt spid="727087"/>
                                        </p:tgtEl>
                                        <p:attrNameLst>
                                          <p:attrName>style.visibility</p:attrName>
                                        </p:attrNameLst>
                                      </p:cBhvr>
                                      <p:to>
                                        <p:strVal val="visible"/>
                                      </p:to>
                                    </p:set>
                                    <p:animEffect transition="in" filter="wipe(left)">
                                      <p:cBhvr>
                                        <p:cTn id="32" dur="500"/>
                                        <p:tgtEl>
                                          <p:spTgt spid="727087"/>
                                        </p:tgtEl>
                                      </p:cBhvr>
                                    </p:animEffect>
                                  </p:childTnLst>
                                </p:cTn>
                              </p:par>
                            </p:childTnLst>
                          </p:cTn>
                        </p:par>
                        <p:par>
                          <p:cTn id="33" fill="hold" nodeType="afterGroup">
                            <p:stCondLst>
                              <p:cond delay="1000"/>
                            </p:stCondLst>
                            <p:childTnLst>
                              <p:par>
                                <p:cTn id="34" presetID="22" presetClass="entr" presetSubtype="2" fill="hold" nodeType="afterEffect">
                                  <p:stCondLst>
                                    <p:cond delay="0"/>
                                  </p:stCondLst>
                                  <p:childTnLst>
                                    <p:set>
                                      <p:cBhvr>
                                        <p:cTn id="35" dur="1" fill="hold">
                                          <p:stCondLst>
                                            <p:cond delay="0"/>
                                          </p:stCondLst>
                                        </p:cTn>
                                        <p:tgtEl>
                                          <p:spTgt spid="727061"/>
                                        </p:tgtEl>
                                        <p:attrNameLst>
                                          <p:attrName>style.visibility</p:attrName>
                                        </p:attrNameLst>
                                      </p:cBhvr>
                                      <p:to>
                                        <p:strVal val="visible"/>
                                      </p:to>
                                    </p:set>
                                    <p:animEffect transition="in" filter="wipe(right)">
                                      <p:cBhvr>
                                        <p:cTn id="36" dur="500"/>
                                        <p:tgtEl>
                                          <p:spTgt spid="72706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4" fill="hold" nodeType="clickEffect">
                                  <p:stCondLst>
                                    <p:cond delay="0"/>
                                  </p:stCondLst>
                                  <p:childTnLst>
                                    <p:set>
                                      <p:cBhvr>
                                        <p:cTn id="40" dur="1" fill="hold">
                                          <p:stCondLst>
                                            <p:cond delay="0"/>
                                          </p:stCondLst>
                                        </p:cTn>
                                        <p:tgtEl>
                                          <p:spTgt spid="727084"/>
                                        </p:tgtEl>
                                        <p:attrNameLst>
                                          <p:attrName>style.visibility</p:attrName>
                                        </p:attrNameLst>
                                      </p:cBhvr>
                                      <p:to>
                                        <p:strVal val="visible"/>
                                      </p:to>
                                    </p:set>
                                    <p:animEffect transition="in" filter="wipe(down)">
                                      <p:cBhvr>
                                        <p:cTn id="41" dur="500"/>
                                        <p:tgtEl>
                                          <p:spTgt spid="727084"/>
                                        </p:tgtEl>
                                      </p:cBhvr>
                                    </p:animEffect>
                                  </p:childTnLst>
                                </p:cTn>
                              </p:par>
                            </p:childTnLst>
                          </p:cTn>
                        </p:par>
                        <p:par>
                          <p:cTn id="42" fill="hold" nodeType="afterGroup">
                            <p:stCondLst>
                              <p:cond delay="500"/>
                            </p:stCondLst>
                            <p:childTnLst>
                              <p:par>
                                <p:cTn id="43" presetID="22" presetClass="entr" presetSubtype="8" fill="hold" nodeType="afterEffect">
                                  <p:stCondLst>
                                    <p:cond delay="0"/>
                                  </p:stCondLst>
                                  <p:childTnLst>
                                    <p:set>
                                      <p:cBhvr>
                                        <p:cTn id="44" dur="1" fill="hold">
                                          <p:stCondLst>
                                            <p:cond delay="0"/>
                                          </p:stCondLst>
                                        </p:cTn>
                                        <p:tgtEl>
                                          <p:spTgt spid="727086"/>
                                        </p:tgtEl>
                                        <p:attrNameLst>
                                          <p:attrName>style.visibility</p:attrName>
                                        </p:attrNameLst>
                                      </p:cBhvr>
                                      <p:to>
                                        <p:strVal val="visible"/>
                                      </p:to>
                                    </p:set>
                                    <p:animEffect transition="in" filter="wipe(left)">
                                      <p:cBhvr>
                                        <p:cTn id="45" dur="500"/>
                                        <p:tgtEl>
                                          <p:spTgt spid="72708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wipe(left)">
                                      <p:cBhvr>
                                        <p:cTn id="50" dur="500"/>
                                        <p:tgtEl>
                                          <p:spTgt spid="3"/>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nodeType="clickEffect">
                                  <p:stCondLst>
                                    <p:cond delay="0"/>
                                  </p:stCondLst>
                                  <p:childTnLst>
                                    <p:set>
                                      <p:cBhvr>
                                        <p:cTn id="54" dur="1" fill="hold">
                                          <p:stCondLst>
                                            <p:cond delay="0"/>
                                          </p:stCondLst>
                                        </p:cTn>
                                        <p:tgtEl>
                                          <p:spTgt spid="727044"/>
                                        </p:tgtEl>
                                        <p:attrNameLst>
                                          <p:attrName>style.visibility</p:attrName>
                                        </p:attrNameLst>
                                      </p:cBhvr>
                                      <p:to>
                                        <p:strVal val="visible"/>
                                      </p:to>
                                    </p:set>
                                    <p:animEffect transition="in" filter="wipe(up)">
                                      <p:cBhvr>
                                        <p:cTn id="55" dur="500"/>
                                        <p:tgtEl>
                                          <p:spTgt spid="727044"/>
                                        </p:tgtEl>
                                      </p:cBhvr>
                                    </p:animEffect>
                                  </p:childTnLst>
                                </p:cTn>
                              </p:par>
                            </p:childTnLst>
                          </p:cTn>
                        </p:par>
                        <p:par>
                          <p:cTn id="56" fill="hold" nodeType="afterGroup">
                            <p:stCondLst>
                              <p:cond delay="500"/>
                            </p:stCondLst>
                            <p:childTnLst>
                              <p:par>
                                <p:cTn id="57" presetID="22" presetClass="entr" presetSubtype="1" fill="hold" nodeType="afterEffect">
                                  <p:stCondLst>
                                    <p:cond delay="0"/>
                                  </p:stCondLst>
                                  <p:childTnLst>
                                    <p:set>
                                      <p:cBhvr>
                                        <p:cTn id="58" dur="1" fill="hold">
                                          <p:stCondLst>
                                            <p:cond delay="0"/>
                                          </p:stCondLst>
                                        </p:cTn>
                                        <p:tgtEl>
                                          <p:spTgt spid="727043"/>
                                        </p:tgtEl>
                                        <p:attrNameLst>
                                          <p:attrName>style.visibility</p:attrName>
                                        </p:attrNameLst>
                                      </p:cBhvr>
                                      <p:to>
                                        <p:strVal val="visible"/>
                                      </p:to>
                                    </p:set>
                                    <p:animEffect transition="in" filter="wipe(up)">
                                      <p:cBhvr>
                                        <p:cTn id="59" dur="500"/>
                                        <p:tgtEl>
                                          <p:spTgt spid="727043"/>
                                        </p:tgtEl>
                                      </p:cBhvr>
                                    </p:animEffect>
                                  </p:childTnLst>
                                </p:cTn>
                              </p:par>
                            </p:childTnLst>
                          </p:cTn>
                        </p:par>
                        <p:par>
                          <p:cTn id="60" fill="hold" nodeType="afterGroup">
                            <p:stCondLst>
                              <p:cond delay="1000"/>
                            </p:stCondLst>
                            <p:childTnLst>
                              <p:par>
                                <p:cTn id="61" presetID="22" presetClass="entr" presetSubtype="8" fill="hold" nodeType="afterEffect">
                                  <p:stCondLst>
                                    <p:cond delay="0"/>
                                  </p:stCondLst>
                                  <p:childTnLst>
                                    <p:set>
                                      <p:cBhvr>
                                        <p:cTn id="62" dur="1" fill="hold">
                                          <p:stCondLst>
                                            <p:cond delay="0"/>
                                          </p:stCondLst>
                                        </p:cTn>
                                        <p:tgtEl>
                                          <p:spTgt spid="727085"/>
                                        </p:tgtEl>
                                        <p:attrNameLst>
                                          <p:attrName>style.visibility</p:attrName>
                                        </p:attrNameLst>
                                      </p:cBhvr>
                                      <p:to>
                                        <p:strVal val="visible"/>
                                      </p:to>
                                    </p:set>
                                    <p:animEffect transition="in" filter="wipe(left)">
                                      <p:cBhvr>
                                        <p:cTn id="63" dur="500"/>
                                        <p:tgtEl>
                                          <p:spTgt spid="727085"/>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727089"/>
                                        </p:tgtEl>
                                        <p:attrNameLst>
                                          <p:attrName>style.visibility</p:attrName>
                                        </p:attrNameLst>
                                      </p:cBhvr>
                                      <p:to>
                                        <p:strVal val="visible"/>
                                      </p:to>
                                    </p:set>
                                    <p:animEffect transition="in" filter="wipe(left)">
                                      <p:cBhvr>
                                        <p:cTn id="68" dur="500"/>
                                        <p:tgtEl>
                                          <p:spTgt spid="727089"/>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727090"/>
                                        </p:tgtEl>
                                        <p:attrNameLst>
                                          <p:attrName>style.visibility</p:attrName>
                                        </p:attrNameLst>
                                      </p:cBhvr>
                                      <p:to>
                                        <p:strVal val="visible"/>
                                      </p:to>
                                    </p:set>
                                    <p:animEffect transition="in" filter="wipe(left)">
                                      <p:cBhvr>
                                        <p:cTn id="73" dur="500"/>
                                        <p:tgtEl>
                                          <p:spTgt spid="727090"/>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1" fill="hold" nodeType="clickEffect">
                                  <p:stCondLst>
                                    <p:cond delay="0"/>
                                  </p:stCondLst>
                                  <p:childTnLst>
                                    <p:set>
                                      <p:cBhvr>
                                        <p:cTn id="77" dur="1" fill="hold">
                                          <p:stCondLst>
                                            <p:cond delay="0"/>
                                          </p:stCondLst>
                                        </p:cTn>
                                        <p:tgtEl>
                                          <p:spTgt spid="5"/>
                                        </p:tgtEl>
                                        <p:attrNameLst>
                                          <p:attrName>style.visibility</p:attrName>
                                        </p:attrNameLst>
                                      </p:cBhvr>
                                      <p:to>
                                        <p:strVal val="visible"/>
                                      </p:to>
                                    </p:set>
                                    <p:animEffect transition="in" filter="wipe(up)">
                                      <p:cBhvr>
                                        <p:cTn id="78" dur="500"/>
                                        <p:tgtEl>
                                          <p:spTgt spid="5"/>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727091"/>
                                        </p:tgtEl>
                                        <p:attrNameLst>
                                          <p:attrName>style.visibility</p:attrName>
                                        </p:attrNameLst>
                                      </p:cBhvr>
                                      <p:to>
                                        <p:strVal val="visible"/>
                                      </p:to>
                                    </p:set>
                                    <p:animEffect transition="in" filter="wipe(left)">
                                      <p:cBhvr>
                                        <p:cTn id="83" dur="500"/>
                                        <p:tgtEl>
                                          <p:spTgt spid="727091"/>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727117"/>
                                        </p:tgtEl>
                                        <p:attrNameLst>
                                          <p:attrName>style.visibility</p:attrName>
                                        </p:attrNameLst>
                                      </p:cBhvr>
                                      <p:to>
                                        <p:strVal val="visible"/>
                                      </p:to>
                                    </p:set>
                                    <p:animEffect transition="in" filter="wipe(left)">
                                      <p:cBhvr>
                                        <p:cTn id="88" dur="500"/>
                                        <p:tgtEl>
                                          <p:spTgt spid="727117"/>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727092"/>
                                        </p:tgtEl>
                                        <p:attrNameLst>
                                          <p:attrName>style.visibility</p:attrName>
                                        </p:attrNameLst>
                                      </p:cBhvr>
                                      <p:to>
                                        <p:strVal val="visible"/>
                                      </p:to>
                                    </p:set>
                                    <p:animEffect transition="in" filter="wipe(left)">
                                      <p:cBhvr>
                                        <p:cTn id="93" dur="500"/>
                                        <p:tgtEl>
                                          <p:spTgt spid="727092"/>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22" presetClass="entr" presetSubtype="8" fill="hold" nodeType="clickEffect">
                                  <p:stCondLst>
                                    <p:cond delay="0"/>
                                  </p:stCondLst>
                                  <p:childTnLst>
                                    <p:set>
                                      <p:cBhvr>
                                        <p:cTn id="97" dur="1" fill="hold">
                                          <p:stCondLst>
                                            <p:cond delay="0"/>
                                          </p:stCondLst>
                                        </p:cTn>
                                        <p:tgtEl>
                                          <p:spTgt spid="727093"/>
                                        </p:tgtEl>
                                        <p:attrNameLst>
                                          <p:attrName>style.visibility</p:attrName>
                                        </p:attrNameLst>
                                      </p:cBhvr>
                                      <p:to>
                                        <p:strVal val="visible"/>
                                      </p:to>
                                    </p:set>
                                    <p:animEffect transition="in" filter="wipe(left)">
                                      <p:cBhvr>
                                        <p:cTn id="98" dur="500"/>
                                        <p:tgtEl>
                                          <p:spTgt spid="727093"/>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727094"/>
                                        </p:tgtEl>
                                        <p:attrNameLst>
                                          <p:attrName>style.visibility</p:attrName>
                                        </p:attrNameLst>
                                      </p:cBhvr>
                                      <p:to>
                                        <p:strVal val="visible"/>
                                      </p:to>
                                    </p:set>
                                    <p:animEffect transition="in" filter="wipe(left)">
                                      <p:cBhvr>
                                        <p:cTn id="103" dur="500"/>
                                        <p:tgtEl>
                                          <p:spTgt spid="727094"/>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 presetClass="entr" presetSubtype="2" fill="hold" nodeType="clickEffect">
                                  <p:stCondLst>
                                    <p:cond delay="0"/>
                                  </p:stCondLst>
                                  <p:childTnLst>
                                    <p:set>
                                      <p:cBhvr>
                                        <p:cTn id="107" dur="1" fill="hold">
                                          <p:stCondLst>
                                            <p:cond delay="0"/>
                                          </p:stCondLst>
                                        </p:cTn>
                                        <p:tgtEl>
                                          <p:spTgt spid="727134"/>
                                        </p:tgtEl>
                                        <p:attrNameLst>
                                          <p:attrName>style.visibility</p:attrName>
                                        </p:attrNameLst>
                                      </p:cBhvr>
                                      <p:to>
                                        <p:strVal val="visible"/>
                                      </p:to>
                                    </p:set>
                                    <p:anim calcmode="lin" valueType="num">
                                      <p:cBhvr additive="base">
                                        <p:cTn id="108" dur="500" fill="hold"/>
                                        <p:tgtEl>
                                          <p:spTgt spid="727134"/>
                                        </p:tgtEl>
                                        <p:attrNameLst>
                                          <p:attrName>ppt_x</p:attrName>
                                        </p:attrNameLst>
                                      </p:cBhvr>
                                      <p:tavLst>
                                        <p:tav tm="0">
                                          <p:val>
                                            <p:strVal val="1+#ppt_w/2"/>
                                          </p:val>
                                        </p:tav>
                                        <p:tav tm="100000">
                                          <p:val>
                                            <p:strVal val="#ppt_x"/>
                                          </p:val>
                                        </p:tav>
                                      </p:tavLst>
                                    </p:anim>
                                    <p:anim calcmode="lin" valueType="num">
                                      <p:cBhvr additive="base">
                                        <p:cTn id="109" dur="500" fill="hold"/>
                                        <p:tgtEl>
                                          <p:spTgt spid="7271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42" grpId="0" autoUpdateAnimBg="0"/>
      <p:bldP spid="727088" grpId="0"/>
      <p:bldP spid="727089" grpId="0" autoUpdateAnimBg="0"/>
      <p:bldP spid="727090" grpId="0" autoUpdateAnimBg="0"/>
      <p:bldP spid="727091" grpId="0" autoUpdateAnimBg="0"/>
      <p:bldP spid="727117" grpId="0"/>
      <p:bldP spid="72713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9090" name="Object 2">
            <a:extLst>
              <a:ext uri="{FF2B5EF4-FFF2-40B4-BE49-F238E27FC236}">
                <a16:creationId xmlns:a16="http://schemas.microsoft.com/office/drawing/2014/main" id="{17B31562-8CD1-5848-F6C2-F81866F97EDC}"/>
              </a:ext>
            </a:extLst>
          </p:cNvPr>
          <p:cNvGraphicFramePr>
            <a:graphicFrameLocks/>
          </p:cNvGraphicFramePr>
          <p:nvPr/>
        </p:nvGraphicFramePr>
        <p:xfrm>
          <a:off x="885825" y="1049338"/>
          <a:ext cx="2344738" cy="866775"/>
        </p:xfrm>
        <a:graphic>
          <a:graphicData uri="http://schemas.openxmlformats.org/presentationml/2006/ole">
            <mc:AlternateContent xmlns:mc="http://schemas.openxmlformats.org/markup-compatibility/2006">
              <mc:Choice xmlns:v="urn:schemas-microsoft-com:vml" Requires="v">
                <p:oleObj name="公式" r:id="rId2" imgW="2349360" imgH="863280" progId="Equation.3">
                  <p:embed/>
                </p:oleObj>
              </mc:Choice>
              <mc:Fallback>
                <p:oleObj name="公式" r:id="rId2" imgW="2349360" imgH="863280"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825" y="1049338"/>
                        <a:ext cx="2344738"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9091" name="Object 3">
            <a:extLst>
              <a:ext uri="{FF2B5EF4-FFF2-40B4-BE49-F238E27FC236}">
                <a16:creationId xmlns:a16="http://schemas.microsoft.com/office/drawing/2014/main" id="{3EE2F997-58CE-8285-867E-CAB56FB55960}"/>
              </a:ext>
            </a:extLst>
          </p:cNvPr>
          <p:cNvGraphicFramePr>
            <a:graphicFrameLocks/>
          </p:cNvGraphicFramePr>
          <p:nvPr/>
        </p:nvGraphicFramePr>
        <p:xfrm>
          <a:off x="3341688" y="1049338"/>
          <a:ext cx="3214687" cy="784225"/>
        </p:xfrm>
        <a:graphic>
          <a:graphicData uri="http://schemas.openxmlformats.org/presentationml/2006/ole">
            <mc:AlternateContent xmlns:mc="http://schemas.openxmlformats.org/markup-compatibility/2006">
              <mc:Choice xmlns:v="urn:schemas-microsoft-com:vml" Requires="v">
                <p:oleObj name="公式" r:id="rId4" imgW="3200400" imgH="787320" progId="Equation.3">
                  <p:embed/>
                </p:oleObj>
              </mc:Choice>
              <mc:Fallback>
                <p:oleObj name="公式" r:id="rId4" imgW="3200400" imgH="787320"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41688" y="1049338"/>
                        <a:ext cx="3214687" cy="784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9092" name="Object 4">
            <a:extLst>
              <a:ext uri="{FF2B5EF4-FFF2-40B4-BE49-F238E27FC236}">
                <a16:creationId xmlns:a16="http://schemas.microsoft.com/office/drawing/2014/main" id="{28E9DD78-304E-4DDF-6FD1-1685CEBF96F7}"/>
              </a:ext>
            </a:extLst>
          </p:cNvPr>
          <p:cNvGraphicFramePr>
            <a:graphicFrameLocks/>
          </p:cNvGraphicFramePr>
          <p:nvPr/>
        </p:nvGraphicFramePr>
        <p:xfrm>
          <a:off x="5308600" y="549275"/>
          <a:ext cx="1495425" cy="239713"/>
        </p:xfrm>
        <a:graphic>
          <a:graphicData uri="http://schemas.openxmlformats.org/presentationml/2006/ole">
            <mc:AlternateContent xmlns:mc="http://schemas.openxmlformats.org/markup-compatibility/2006">
              <mc:Choice xmlns:v="urn:schemas-microsoft-com:vml" Requires="v">
                <p:oleObj name="公式" r:id="rId6" imgW="1536480" imgH="317160" progId="Equation.3">
                  <p:embed/>
                </p:oleObj>
              </mc:Choice>
              <mc:Fallback>
                <p:oleObj name="公式" r:id="rId6" imgW="1536480" imgH="317160"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08600" y="549275"/>
                        <a:ext cx="1495425" cy="239713"/>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9093" name="Object 5">
            <a:extLst>
              <a:ext uri="{FF2B5EF4-FFF2-40B4-BE49-F238E27FC236}">
                <a16:creationId xmlns:a16="http://schemas.microsoft.com/office/drawing/2014/main" id="{72A89E50-EBC3-FB8E-78A6-653CC8B3DA6C}"/>
              </a:ext>
            </a:extLst>
          </p:cNvPr>
          <p:cNvGraphicFramePr>
            <a:graphicFrameLocks/>
          </p:cNvGraphicFramePr>
          <p:nvPr/>
        </p:nvGraphicFramePr>
        <p:xfrm>
          <a:off x="3671888" y="549275"/>
          <a:ext cx="1187450" cy="254000"/>
        </p:xfrm>
        <a:graphic>
          <a:graphicData uri="http://schemas.openxmlformats.org/presentationml/2006/ole">
            <mc:AlternateContent xmlns:mc="http://schemas.openxmlformats.org/markup-compatibility/2006">
              <mc:Choice xmlns:v="urn:schemas-microsoft-com:vml" Requires="v">
                <p:oleObj name="公式" r:id="rId8" imgW="1485720" imgH="368280" progId="Equation.3">
                  <p:embed/>
                </p:oleObj>
              </mc:Choice>
              <mc:Fallback>
                <p:oleObj name="公式" r:id="rId8" imgW="1485720" imgH="368280"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71888" y="549275"/>
                        <a:ext cx="1187450" cy="25400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9094" name="Object 6">
            <a:extLst>
              <a:ext uri="{FF2B5EF4-FFF2-40B4-BE49-F238E27FC236}">
                <a16:creationId xmlns:a16="http://schemas.microsoft.com/office/drawing/2014/main" id="{7BCA9E10-ABD4-0D2B-8E89-ABAB7A551711}"/>
              </a:ext>
            </a:extLst>
          </p:cNvPr>
          <p:cNvGraphicFramePr>
            <a:graphicFrameLocks/>
          </p:cNvGraphicFramePr>
          <p:nvPr/>
        </p:nvGraphicFramePr>
        <p:xfrm>
          <a:off x="900113" y="2130425"/>
          <a:ext cx="1169987" cy="866775"/>
        </p:xfrm>
        <a:graphic>
          <a:graphicData uri="http://schemas.openxmlformats.org/presentationml/2006/ole">
            <mc:AlternateContent xmlns:mc="http://schemas.openxmlformats.org/markup-compatibility/2006">
              <mc:Choice xmlns:v="urn:schemas-microsoft-com:vml" Requires="v">
                <p:oleObj name="公式" r:id="rId10" imgW="1168200" imgH="863280" progId="Equation.3">
                  <p:embed/>
                </p:oleObj>
              </mc:Choice>
              <mc:Fallback>
                <p:oleObj name="公式" r:id="rId10" imgW="1168200" imgH="863280" progId="Equation.3">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00113" y="2130425"/>
                        <a:ext cx="1169987"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9095" name="Object 7">
            <a:extLst>
              <a:ext uri="{FF2B5EF4-FFF2-40B4-BE49-F238E27FC236}">
                <a16:creationId xmlns:a16="http://schemas.microsoft.com/office/drawing/2014/main" id="{C47A5729-DB2A-D94A-4A7E-EB2CDFB36E35}"/>
              </a:ext>
            </a:extLst>
          </p:cNvPr>
          <p:cNvGraphicFramePr>
            <a:graphicFrameLocks/>
          </p:cNvGraphicFramePr>
          <p:nvPr/>
        </p:nvGraphicFramePr>
        <p:xfrm>
          <a:off x="3190875" y="2346325"/>
          <a:ext cx="1381125" cy="381000"/>
        </p:xfrm>
        <a:graphic>
          <a:graphicData uri="http://schemas.openxmlformats.org/presentationml/2006/ole">
            <mc:AlternateContent xmlns:mc="http://schemas.openxmlformats.org/markup-compatibility/2006">
              <mc:Choice xmlns:v="urn:schemas-microsoft-com:vml" Requires="v">
                <p:oleObj name="公式" r:id="rId12" imgW="1384200" imgH="380880" progId="Equation.3">
                  <p:embed/>
                </p:oleObj>
              </mc:Choice>
              <mc:Fallback>
                <p:oleObj name="公式" r:id="rId12" imgW="1384200" imgH="380880" progId="Equation.3">
                  <p:embed/>
                  <p:pic>
                    <p:nvPicPr>
                      <p:cNvPr id="0" name="Object 7"/>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90875" y="2346325"/>
                        <a:ext cx="13811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9096" name="Object 8">
            <a:extLst>
              <a:ext uri="{FF2B5EF4-FFF2-40B4-BE49-F238E27FC236}">
                <a16:creationId xmlns:a16="http://schemas.microsoft.com/office/drawing/2014/main" id="{D63C0BC8-6BFD-DCC5-766D-786C6C4BA077}"/>
              </a:ext>
            </a:extLst>
          </p:cNvPr>
          <p:cNvGraphicFramePr>
            <a:graphicFrameLocks/>
          </p:cNvGraphicFramePr>
          <p:nvPr/>
        </p:nvGraphicFramePr>
        <p:xfrm>
          <a:off x="2366963" y="3213100"/>
          <a:ext cx="2565400" cy="738188"/>
        </p:xfrm>
        <a:graphic>
          <a:graphicData uri="http://schemas.openxmlformats.org/presentationml/2006/ole">
            <mc:AlternateContent xmlns:mc="http://schemas.openxmlformats.org/markup-compatibility/2006">
              <mc:Choice xmlns:v="urn:schemas-microsoft-com:vml" Requires="v">
                <p:oleObj name="公式" r:id="rId14" imgW="2577960" imgH="736560" progId="Equation.3">
                  <p:embed/>
                </p:oleObj>
              </mc:Choice>
              <mc:Fallback>
                <p:oleObj name="公式" r:id="rId14" imgW="2577960" imgH="736560" progId="Equation.3">
                  <p:embed/>
                  <p:pic>
                    <p:nvPicPr>
                      <p:cNvPr id="0" name="Object 8"/>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66963" y="3213100"/>
                        <a:ext cx="2565400" cy="73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9097" name="Text Box 9">
            <a:extLst>
              <a:ext uri="{FF2B5EF4-FFF2-40B4-BE49-F238E27FC236}">
                <a16:creationId xmlns:a16="http://schemas.microsoft.com/office/drawing/2014/main" id="{7D5E8CB5-49CA-0126-5190-8CE588211206}"/>
              </a:ext>
            </a:extLst>
          </p:cNvPr>
          <p:cNvSpPr txBox="1">
            <a:spLocks noChangeArrowheads="1"/>
          </p:cNvSpPr>
          <p:nvPr/>
        </p:nvSpPr>
        <p:spPr bwMode="auto">
          <a:xfrm>
            <a:off x="4787900" y="3298825"/>
            <a:ext cx="424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a:solidFill>
                  <a:srgbClr val="66FFFF"/>
                </a:solidFill>
                <a:latin typeface="Times New Roman" panose="02020603050405020304" pitchFamily="18" charset="0"/>
                <a:ea typeface="楷体_GB2312" pitchFamily="49" charset="-122"/>
              </a:rPr>
              <a:t>(</a:t>
            </a:r>
            <a:r>
              <a:rPr lang="zh-CN" altLang="en-US">
                <a:solidFill>
                  <a:srgbClr val="66FFFF"/>
                </a:solidFill>
                <a:latin typeface="Times New Roman" panose="02020603050405020304" pitchFamily="18" charset="0"/>
                <a:ea typeface="楷体_GB2312" pitchFamily="49" charset="-122"/>
              </a:rPr>
              <a:t>质点动量矩定理的积分形式</a:t>
            </a:r>
            <a:r>
              <a:rPr lang="en-US" altLang="zh-CN">
                <a:solidFill>
                  <a:srgbClr val="66FFFF"/>
                </a:solidFill>
                <a:latin typeface="Times New Roman" panose="02020603050405020304" pitchFamily="18" charset="0"/>
                <a:ea typeface="楷体_GB2312" pitchFamily="49" charset="-122"/>
              </a:rPr>
              <a:t>)</a:t>
            </a:r>
          </a:p>
        </p:txBody>
      </p:sp>
      <p:sp>
        <p:nvSpPr>
          <p:cNvPr id="729098" name="Text Box 10">
            <a:extLst>
              <a:ext uri="{FF2B5EF4-FFF2-40B4-BE49-F238E27FC236}">
                <a16:creationId xmlns:a16="http://schemas.microsoft.com/office/drawing/2014/main" id="{7B78E3EB-553E-A17D-6F47-ADFAA6871794}"/>
              </a:ext>
            </a:extLst>
          </p:cNvPr>
          <p:cNvSpPr txBox="1">
            <a:spLocks noChangeArrowheads="1"/>
          </p:cNvSpPr>
          <p:nvPr/>
        </p:nvSpPr>
        <p:spPr bwMode="auto">
          <a:xfrm>
            <a:off x="4859338" y="2317750"/>
            <a:ext cx="4105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a:solidFill>
                  <a:srgbClr val="66FFFF"/>
                </a:solidFill>
                <a:latin typeface="Times New Roman" panose="02020603050405020304" pitchFamily="18" charset="0"/>
                <a:ea typeface="楷体_GB2312" pitchFamily="49" charset="-122"/>
              </a:rPr>
              <a:t>(</a:t>
            </a:r>
            <a:r>
              <a:rPr lang="zh-CN" altLang="en-US">
                <a:solidFill>
                  <a:srgbClr val="66FFFF"/>
                </a:solidFill>
                <a:latin typeface="Times New Roman" panose="02020603050405020304" pitchFamily="18" charset="0"/>
                <a:ea typeface="楷体_GB2312" pitchFamily="49" charset="-122"/>
              </a:rPr>
              <a:t>质点动量矩定理的微分形式</a:t>
            </a:r>
            <a:r>
              <a:rPr lang="en-US" altLang="zh-CN">
                <a:solidFill>
                  <a:srgbClr val="66FFFF"/>
                </a:solidFill>
                <a:latin typeface="Times New Roman" panose="02020603050405020304" pitchFamily="18" charset="0"/>
                <a:ea typeface="楷体_GB2312" pitchFamily="49" charset="-122"/>
              </a:rPr>
              <a:t>)</a:t>
            </a:r>
            <a:endParaRPr lang="en-US" altLang="zh-CN" b="0">
              <a:solidFill>
                <a:schemeClr val="tx1"/>
              </a:solidFill>
              <a:latin typeface="Arial" panose="020B0604020202020204" pitchFamily="34" charset="0"/>
              <a:ea typeface="宋体" panose="02010600030101010101" pitchFamily="2" charset="-122"/>
            </a:endParaRPr>
          </a:p>
        </p:txBody>
      </p:sp>
      <p:sp>
        <p:nvSpPr>
          <p:cNvPr id="729099" name="AutoShape 11">
            <a:extLst>
              <a:ext uri="{FF2B5EF4-FFF2-40B4-BE49-F238E27FC236}">
                <a16:creationId xmlns:a16="http://schemas.microsoft.com/office/drawing/2014/main" id="{6A524F8C-697E-E1C1-E554-4C26CD73B403}"/>
              </a:ext>
            </a:extLst>
          </p:cNvPr>
          <p:cNvSpPr>
            <a:spLocks noChangeArrowheads="1"/>
          </p:cNvSpPr>
          <p:nvPr/>
        </p:nvSpPr>
        <p:spPr bwMode="auto">
          <a:xfrm>
            <a:off x="2268538" y="2417763"/>
            <a:ext cx="792162" cy="287337"/>
          </a:xfrm>
          <a:prstGeom prst="rightArrow">
            <a:avLst>
              <a:gd name="adj1" fmla="val 50000"/>
              <a:gd name="adj2" fmla="val 68923"/>
            </a:avLst>
          </a:prstGeom>
          <a:solidFill>
            <a:srgbClr val="FFCCFF"/>
          </a:solidFill>
          <a:ln w="9525" algn="ctr">
            <a:solidFill>
              <a:srgbClr val="FFCCFF"/>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9100" name="Text Box 12">
            <a:extLst>
              <a:ext uri="{FF2B5EF4-FFF2-40B4-BE49-F238E27FC236}">
                <a16:creationId xmlns:a16="http://schemas.microsoft.com/office/drawing/2014/main" id="{940FAA3E-D462-D0D4-B807-E32BF44D1542}"/>
              </a:ext>
            </a:extLst>
          </p:cNvPr>
          <p:cNvSpPr txBox="1">
            <a:spLocks noChangeArrowheads="1"/>
          </p:cNvSpPr>
          <p:nvPr/>
        </p:nvSpPr>
        <p:spPr bwMode="auto">
          <a:xfrm>
            <a:off x="179388" y="404813"/>
            <a:ext cx="338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a:solidFill>
                  <a:srgbClr val="66FFFF"/>
                </a:solidFill>
                <a:latin typeface="Times New Roman" panose="02020603050405020304" pitchFamily="18" charset="0"/>
                <a:ea typeface="宋体" panose="02010600030101010101" pitchFamily="2" charset="-122"/>
              </a:rPr>
              <a:t>2. </a:t>
            </a:r>
            <a:r>
              <a:rPr lang="zh-CN" altLang="en-US">
                <a:solidFill>
                  <a:srgbClr val="66FFFF"/>
                </a:solidFill>
                <a:latin typeface="Times New Roman" panose="02020603050405020304" pitchFamily="18" charset="0"/>
                <a:ea typeface="宋体" panose="02010600030101010101" pitchFamily="2" charset="-122"/>
              </a:rPr>
              <a:t>质点的动量矩定理</a:t>
            </a:r>
            <a:endParaRPr lang="zh-CN" altLang="en-US" sz="1800" b="0">
              <a:solidFill>
                <a:schemeClr val="tx1"/>
              </a:solidFill>
              <a:latin typeface="Arial" panose="020B0604020202020204" pitchFamily="34" charset="0"/>
              <a:ea typeface="宋体" panose="02010600030101010101" pitchFamily="2" charset="-122"/>
            </a:endParaRPr>
          </a:p>
        </p:txBody>
      </p:sp>
      <p:sp>
        <p:nvSpPr>
          <p:cNvPr id="729101" name="AutoShape 13">
            <a:extLst>
              <a:ext uri="{FF2B5EF4-FFF2-40B4-BE49-F238E27FC236}">
                <a16:creationId xmlns:a16="http://schemas.microsoft.com/office/drawing/2014/main" id="{CD07C18C-B174-B63C-DA8F-F4E4004B47D0}"/>
              </a:ext>
            </a:extLst>
          </p:cNvPr>
          <p:cNvSpPr>
            <a:spLocks noChangeArrowheads="1"/>
          </p:cNvSpPr>
          <p:nvPr/>
        </p:nvSpPr>
        <p:spPr bwMode="auto">
          <a:xfrm>
            <a:off x="3635375" y="473075"/>
            <a:ext cx="1225550" cy="431800"/>
          </a:xfrm>
          <a:prstGeom prst="wedgeRectCallout">
            <a:avLst>
              <a:gd name="adj1" fmla="val -26556"/>
              <a:gd name="adj2" fmla="val 156986"/>
            </a:avLst>
          </a:prstGeom>
          <a:noFill/>
          <a:ln w="9525" algn="ctr">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endParaRPr lang="zh-CN" altLang="zh-CN" sz="1800" b="0">
              <a:solidFill>
                <a:schemeClr val="tx1"/>
              </a:solidFill>
              <a:latin typeface="Arial" panose="020B0604020202020204" pitchFamily="34" charset="0"/>
              <a:ea typeface="宋体" panose="02010600030101010101" pitchFamily="2" charset="-122"/>
            </a:endParaRPr>
          </a:p>
        </p:txBody>
      </p:sp>
      <p:sp>
        <p:nvSpPr>
          <p:cNvPr id="729102" name="AutoShape 14">
            <a:extLst>
              <a:ext uri="{FF2B5EF4-FFF2-40B4-BE49-F238E27FC236}">
                <a16:creationId xmlns:a16="http://schemas.microsoft.com/office/drawing/2014/main" id="{B1E93771-7EF4-97D8-BFD7-EA28DCE673BB}"/>
              </a:ext>
            </a:extLst>
          </p:cNvPr>
          <p:cNvSpPr>
            <a:spLocks noChangeArrowheads="1"/>
          </p:cNvSpPr>
          <p:nvPr/>
        </p:nvSpPr>
        <p:spPr bwMode="auto">
          <a:xfrm>
            <a:off x="5219700" y="476250"/>
            <a:ext cx="1584325" cy="428625"/>
          </a:xfrm>
          <a:prstGeom prst="wedgeRectCallout">
            <a:avLst>
              <a:gd name="adj1" fmla="val -5009"/>
              <a:gd name="adj2" fmla="val 143704"/>
            </a:avLst>
          </a:prstGeom>
          <a:noFill/>
          <a:ln w="9525" algn="ctr">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endParaRPr lang="zh-CN" altLang="zh-CN" sz="1800" b="0">
              <a:solidFill>
                <a:schemeClr val="tx1"/>
              </a:solidFill>
              <a:latin typeface="Arial" panose="020B0604020202020204" pitchFamily="34" charset="0"/>
              <a:ea typeface="宋体" panose="02010600030101010101" pitchFamily="2" charset="-122"/>
            </a:endParaRPr>
          </a:p>
        </p:txBody>
      </p:sp>
      <p:sp>
        <p:nvSpPr>
          <p:cNvPr id="729103" name="Rectangle 15">
            <a:extLst>
              <a:ext uri="{FF2B5EF4-FFF2-40B4-BE49-F238E27FC236}">
                <a16:creationId xmlns:a16="http://schemas.microsoft.com/office/drawing/2014/main" id="{FB7FCFEF-402D-8302-6404-EAF0B639D8DA}"/>
              </a:ext>
            </a:extLst>
          </p:cNvPr>
          <p:cNvSpPr>
            <a:spLocks noChangeArrowheads="1"/>
          </p:cNvSpPr>
          <p:nvPr/>
        </p:nvSpPr>
        <p:spPr bwMode="auto">
          <a:xfrm>
            <a:off x="2627313" y="2781300"/>
            <a:ext cx="1150937" cy="466725"/>
          </a:xfrm>
          <a:prstGeom prst="rect">
            <a:avLst/>
          </a:prstGeom>
          <a:noFill/>
          <a:ln w="9525">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zh-CN" altLang="en-US">
                <a:latin typeface="宋体" panose="02010600030101010101" pitchFamily="2" charset="-122"/>
                <a:ea typeface="楷体_GB2312" pitchFamily="49" charset="-122"/>
              </a:rPr>
              <a:t>冲量</a:t>
            </a:r>
            <a:r>
              <a:rPr lang="zh-CN" altLang="en-US">
                <a:latin typeface="Arial" panose="020B0604020202020204" pitchFamily="34" charset="0"/>
                <a:ea typeface="楷体_GB2312" pitchFamily="49" charset="-122"/>
              </a:rPr>
              <a:t>矩</a:t>
            </a:r>
            <a:endParaRPr lang="zh-CN" altLang="en-US" sz="1800" b="0">
              <a:solidFill>
                <a:schemeClr val="tx1"/>
              </a:solidFill>
              <a:latin typeface="Arial" panose="020B0604020202020204" pitchFamily="34" charset="0"/>
              <a:ea typeface="宋体" panose="02010600030101010101" pitchFamily="2" charset="-122"/>
            </a:endParaRPr>
          </a:p>
        </p:txBody>
      </p:sp>
      <p:sp>
        <p:nvSpPr>
          <p:cNvPr id="729104" name="Rectangle 16">
            <a:extLst>
              <a:ext uri="{FF2B5EF4-FFF2-40B4-BE49-F238E27FC236}">
                <a16:creationId xmlns:a16="http://schemas.microsoft.com/office/drawing/2014/main" id="{C1EB2C81-01E9-C019-DBB8-3744CED3E52E}"/>
              </a:ext>
            </a:extLst>
          </p:cNvPr>
          <p:cNvSpPr>
            <a:spLocks noChangeArrowheads="1"/>
          </p:cNvSpPr>
          <p:nvPr/>
        </p:nvSpPr>
        <p:spPr bwMode="auto">
          <a:xfrm>
            <a:off x="1042988" y="4149725"/>
            <a:ext cx="6985000" cy="466725"/>
          </a:xfrm>
          <a:prstGeom prst="rect">
            <a:avLst/>
          </a:prstGeom>
          <a:noFill/>
          <a:ln w="9525">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zh-CN" altLang="en-US">
                <a:latin typeface="宋体" panose="02010600030101010101" pitchFamily="2" charset="-122"/>
                <a:ea typeface="楷体_GB2312" pitchFamily="49" charset="-122"/>
              </a:rPr>
              <a:t>质点所受合力矩的冲量</a:t>
            </a:r>
            <a:r>
              <a:rPr lang="zh-CN" altLang="en-US">
                <a:latin typeface="Arial" panose="020B0604020202020204" pitchFamily="34" charset="0"/>
                <a:ea typeface="楷体_GB2312" pitchFamily="49" charset="-122"/>
              </a:rPr>
              <a:t>矩</a:t>
            </a:r>
            <a:r>
              <a:rPr lang="zh-CN" altLang="en-US">
                <a:latin typeface="宋体" panose="02010600030101010101" pitchFamily="2" charset="-122"/>
                <a:ea typeface="楷体_GB2312" pitchFamily="49" charset="-122"/>
              </a:rPr>
              <a:t>等于质点的动量</a:t>
            </a:r>
            <a:r>
              <a:rPr lang="zh-CN" altLang="en-US">
                <a:latin typeface="Arial" panose="020B0604020202020204" pitchFamily="34" charset="0"/>
                <a:ea typeface="楷体_GB2312" pitchFamily="49" charset="-122"/>
              </a:rPr>
              <a:t>矩</a:t>
            </a:r>
            <a:r>
              <a:rPr lang="zh-CN" altLang="en-US">
                <a:latin typeface="宋体" panose="02010600030101010101" pitchFamily="2" charset="-122"/>
                <a:ea typeface="楷体_GB2312" pitchFamily="49" charset="-122"/>
              </a:rPr>
              <a:t>的增量</a:t>
            </a:r>
            <a:endParaRPr lang="zh-CN" altLang="en-US" sz="1800" b="0">
              <a:solidFill>
                <a:schemeClr val="tx1"/>
              </a:solidFill>
              <a:latin typeface="Arial" panose="020B0604020202020204" pitchFamily="34" charset="0"/>
              <a:ea typeface="宋体" panose="02010600030101010101" pitchFamily="2" charset="-122"/>
            </a:endParaRPr>
          </a:p>
        </p:txBody>
      </p:sp>
      <p:sp>
        <p:nvSpPr>
          <p:cNvPr id="729105" name="AutoShape 17">
            <a:extLst>
              <a:ext uri="{FF2B5EF4-FFF2-40B4-BE49-F238E27FC236}">
                <a16:creationId xmlns:a16="http://schemas.microsoft.com/office/drawing/2014/main" id="{51258333-660E-3809-CF43-AD18312BAC1D}"/>
              </a:ext>
            </a:extLst>
          </p:cNvPr>
          <p:cNvSpPr>
            <a:spLocks noChangeArrowheads="1"/>
          </p:cNvSpPr>
          <p:nvPr/>
        </p:nvSpPr>
        <p:spPr bwMode="auto">
          <a:xfrm>
            <a:off x="396875" y="4797425"/>
            <a:ext cx="360363" cy="576263"/>
          </a:xfrm>
          <a:prstGeom prst="star4">
            <a:avLst>
              <a:gd name="adj" fmla="val 18519"/>
            </a:avLst>
          </a:prstGeom>
          <a:gradFill rotWithShape="0">
            <a:gsLst>
              <a:gs pos="0">
                <a:srgbClr val="99FF99"/>
              </a:gs>
              <a:gs pos="100000">
                <a:srgbClr val="99FF99">
                  <a:gamma/>
                  <a:shade val="46275"/>
                  <a:invGamma/>
                </a:srgbClr>
              </a:gs>
            </a:gsLst>
            <a:path path="shape">
              <a:fillToRect l="50000" t="50000" r="50000" b="50000"/>
            </a:path>
          </a:gradFill>
          <a:ln w="9525">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9106" name="Text Box 18">
            <a:extLst>
              <a:ext uri="{FF2B5EF4-FFF2-40B4-BE49-F238E27FC236}">
                <a16:creationId xmlns:a16="http://schemas.microsoft.com/office/drawing/2014/main" id="{D97113A9-24D2-D999-121E-48F5BDACEEC8}"/>
              </a:ext>
            </a:extLst>
          </p:cNvPr>
          <p:cNvSpPr txBox="1">
            <a:spLocks noChangeArrowheads="1"/>
          </p:cNvSpPr>
          <p:nvPr/>
        </p:nvSpPr>
        <p:spPr bwMode="auto">
          <a:xfrm>
            <a:off x="323850" y="4868863"/>
            <a:ext cx="165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FFFF00"/>
                </a:solidFill>
                <a:latin typeface="宋体" panose="02010600030101010101" pitchFamily="2" charset="-122"/>
                <a:ea typeface="宋体" panose="02010600030101010101" pitchFamily="2" charset="-122"/>
              </a:rPr>
              <a:t>说明</a:t>
            </a:r>
          </a:p>
        </p:txBody>
      </p:sp>
      <p:sp>
        <p:nvSpPr>
          <p:cNvPr id="729107" name="Rectangle 19">
            <a:extLst>
              <a:ext uri="{FF2B5EF4-FFF2-40B4-BE49-F238E27FC236}">
                <a16:creationId xmlns:a16="http://schemas.microsoft.com/office/drawing/2014/main" id="{63D6DAF0-EE8F-1D4C-1E21-A18E350DA2FA}"/>
              </a:ext>
            </a:extLst>
          </p:cNvPr>
          <p:cNvSpPr>
            <a:spLocks noChangeArrowheads="1"/>
          </p:cNvSpPr>
          <p:nvPr/>
        </p:nvSpPr>
        <p:spPr bwMode="auto">
          <a:xfrm>
            <a:off x="755650" y="5445125"/>
            <a:ext cx="63007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
                <a:srgbClr val="FFFF00"/>
              </a:buClr>
              <a:buFont typeface="Wingdings" panose="05000000000000000000" pitchFamily="2" charset="2"/>
              <a:buNone/>
            </a:pPr>
            <a:r>
              <a:rPr lang="zh-CN" altLang="en-US">
                <a:latin typeface="Times New Roman" panose="02020603050405020304" pitchFamily="18" charset="0"/>
                <a:ea typeface="楷体_GB2312" pitchFamily="49" charset="-122"/>
              </a:rPr>
              <a:t>冲量矩是质点动量矩变化的原因</a:t>
            </a:r>
          </a:p>
        </p:txBody>
      </p:sp>
      <p:sp>
        <p:nvSpPr>
          <p:cNvPr id="729108" name="Rectangle 20">
            <a:extLst>
              <a:ext uri="{FF2B5EF4-FFF2-40B4-BE49-F238E27FC236}">
                <a16:creationId xmlns:a16="http://schemas.microsoft.com/office/drawing/2014/main" id="{C11D052C-C03A-640D-836B-74456EEB3F7D}"/>
              </a:ext>
            </a:extLst>
          </p:cNvPr>
          <p:cNvSpPr>
            <a:spLocks noChangeArrowheads="1"/>
          </p:cNvSpPr>
          <p:nvPr/>
        </p:nvSpPr>
        <p:spPr bwMode="auto">
          <a:xfrm>
            <a:off x="755650" y="5949950"/>
            <a:ext cx="7777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
                <a:srgbClr val="FFFF00"/>
              </a:buClr>
              <a:buFont typeface="Wingdings" panose="05000000000000000000" pitchFamily="2" charset="2"/>
              <a:buNone/>
            </a:pPr>
            <a:r>
              <a:rPr lang="zh-CN" altLang="en-US">
                <a:latin typeface="Times New Roman" panose="02020603050405020304" pitchFamily="18" charset="0"/>
                <a:ea typeface="楷体_GB2312" pitchFamily="49" charset="-122"/>
              </a:rPr>
              <a:t>质点动量矩的变化是力矩对时间的积累结果</a:t>
            </a:r>
          </a:p>
        </p:txBody>
      </p:sp>
      <p:pic>
        <p:nvPicPr>
          <p:cNvPr id="729109" name="Picture 21" descr="j0293240">
            <a:extLst>
              <a:ext uri="{FF2B5EF4-FFF2-40B4-BE49-F238E27FC236}">
                <a16:creationId xmlns:a16="http://schemas.microsoft.com/office/drawing/2014/main" id="{2F969D7B-27C4-EC8C-6B60-F9143C9B8E5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29100"/>
                                        </p:tgtEl>
                                        <p:attrNameLst>
                                          <p:attrName>style.visibility</p:attrName>
                                        </p:attrNameLst>
                                      </p:cBhvr>
                                      <p:to>
                                        <p:strVal val="visible"/>
                                      </p:to>
                                    </p:set>
                                    <p:animEffect transition="in" filter="wipe(left)">
                                      <p:cBhvr>
                                        <p:cTn id="7" dur="500"/>
                                        <p:tgtEl>
                                          <p:spTgt spid="7291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29090"/>
                                        </p:tgtEl>
                                        <p:attrNameLst>
                                          <p:attrName>style.visibility</p:attrName>
                                        </p:attrNameLst>
                                      </p:cBhvr>
                                      <p:to>
                                        <p:strVal val="visible"/>
                                      </p:to>
                                    </p:set>
                                    <p:animEffect transition="in" filter="wipe(left)">
                                      <p:cBhvr>
                                        <p:cTn id="12" dur="500"/>
                                        <p:tgtEl>
                                          <p:spTgt spid="72909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29091"/>
                                        </p:tgtEl>
                                        <p:attrNameLst>
                                          <p:attrName>style.visibility</p:attrName>
                                        </p:attrNameLst>
                                      </p:cBhvr>
                                      <p:to>
                                        <p:strVal val="visible"/>
                                      </p:to>
                                    </p:set>
                                    <p:animEffect transition="in" filter="wipe(left)">
                                      <p:cBhvr>
                                        <p:cTn id="17" dur="500"/>
                                        <p:tgtEl>
                                          <p:spTgt spid="72909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729101"/>
                                        </p:tgtEl>
                                        <p:attrNameLst>
                                          <p:attrName>style.visibility</p:attrName>
                                        </p:attrNameLst>
                                      </p:cBhvr>
                                      <p:to>
                                        <p:strVal val="visible"/>
                                      </p:to>
                                    </p:set>
                                    <p:animEffect transition="in" filter="wipe(down)">
                                      <p:cBhvr>
                                        <p:cTn id="22" dur="500"/>
                                        <p:tgtEl>
                                          <p:spTgt spid="729101"/>
                                        </p:tgtEl>
                                      </p:cBhvr>
                                    </p:animEffect>
                                  </p:childTnLst>
                                </p:cTn>
                              </p:par>
                            </p:childTnLst>
                          </p:cTn>
                        </p:par>
                        <p:par>
                          <p:cTn id="23" fill="hold" nodeType="afterGroup">
                            <p:stCondLst>
                              <p:cond delay="500"/>
                            </p:stCondLst>
                            <p:childTnLst>
                              <p:par>
                                <p:cTn id="24" presetID="22" presetClass="entr" presetSubtype="4" fill="hold" nodeType="afterEffect">
                                  <p:stCondLst>
                                    <p:cond delay="0"/>
                                  </p:stCondLst>
                                  <p:childTnLst>
                                    <p:set>
                                      <p:cBhvr>
                                        <p:cTn id="25" dur="1" fill="hold">
                                          <p:stCondLst>
                                            <p:cond delay="0"/>
                                          </p:stCondLst>
                                        </p:cTn>
                                        <p:tgtEl>
                                          <p:spTgt spid="729093"/>
                                        </p:tgtEl>
                                        <p:attrNameLst>
                                          <p:attrName>style.visibility</p:attrName>
                                        </p:attrNameLst>
                                      </p:cBhvr>
                                      <p:to>
                                        <p:strVal val="visible"/>
                                      </p:to>
                                    </p:set>
                                    <p:animEffect transition="in" filter="wipe(down)">
                                      <p:cBhvr>
                                        <p:cTn id="26" dur="500"/>
                                        <p:tgtEl>
                                          <p:spTgt spid="72909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4" fill="hold" nodeType="clickEffect">
                                  <p:stCondLst>
                                    <p:cond delay="0"/>
                                  </p:stCondLst>
                                  <p:childTnLst>
                                    <p:set>
                                      <p:cBhvr>
                                        <p:cTn id="30" dur="1" fill="hold">
                                          <p:stCondLst>
                                            <p:cond delay="0"/>
                                          </p:stCondLst>
                                        </p:cTn>
                                        <p:tgtEl>
                                          <p:spTgt spid="729102"/>
                                        </p:tgtEl>
                                        <p:attrNameLst>
                                          <p:attrName>style.visibility</p:attrName>
                                        </p:attrNameLst>
                                      </p:cBhvr>
                                      <p:to>
                                        <p:strVal val="visible"/>
                                      </p:to>
                                    </p:set>
                                    <p:animEffect transition="in" filter="wipe(down)">
                                      <p:cBhvr>
                                        <p:cTn id="31" dur="500"/>
                                        <p:tgtEl>
                                          <p:spTgt spid="729102"/>
                                        </p:tgtEl>
                                      </p:cBhvr>
                                    </p:animEffect>
                                  </p:childTnLst>
                                </p:cTn>
                              </p:par>
                            </p:childTnLst>
                          </p:cTn>
                        </p:par>
                        <p:par>
                          <p:cTn id="32" fill="hold" nodeType="afterGroup">
                            <p:stCondLst>
                              <p:cond delay="500"/>
                            </p:stCondLst>
                            <p:childTnLst>
                              <p:par>
                                <p:cTn id="33" presetID="22" presetClass="entr" presetSubtype="4" fill="hold" nodeType="afterEffect">
                                  <p:stCondLst>
                                    <p:cond delay="0"/>
                                  </p:stCondLst>
                                  <p:childTnLst>
                                    <p:set>
                                      <p:cBhvr>
                                        <p:cTn id="34" dur="1" fill="hold">
                                          <p:stCondLst>
                                            <p:cond delay="0"/>
                                          </p:stCondLst>
                                        </p:cTn>
                                        <p:tgtEl>
                                          <p:spTgt spid="729092"/>
                                        </p:tgtEl>
                                        <p:attrNameLst>
                                          <p:attrName>style.visibility</p:attrName>
                                        </p:attrNameLst>
                                      </p:cBhvr>
                                      <p:to>
                                        <p:strVal val="visible"/>
                                      </p:to>
                                    </p:set>
                                    <p:animEffect transition="in" filter="wipe(down)">
                                      <p:cBhvr>
                                        <p:cTn id="35" dur="500"/>
                                        <p:tgtEl>
                                          <p:spTgt spid="72909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729094"/>
                                        </p:tgtEl>
                                        <p:attrNameLst>
                                          <p:attrName>style.visibility</p:attrName>
                                        </p:attrNameLst>
                                      </p:cBhvr>
                                      <p:to>
                                        <p:strVal val="visible"/>
                                      </p:to>
                                    </p:set>
                                    <p:animEffect transition="in" filter="wipe(left)">
                                      <p:cBhvr>
                                        <p:cTn id="40" dur="500"/>
                                        <p:tgtEl>
                                          <p:spTgt spid="72909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729099"/>
                                        </p:tgtEl>
                                        <p:attrNameLst>
                                          <p:attrName>style.visibility</p:attrName>
                                        </p:attrNameLst>
                                      </p:cBhvr>
                                      <p:to>
                                        <p:strVal val="visible"/>
                                      </p:to>
                                    </p:set>
                                    <p:animEffect transition="in" filter="wipe(left)">
                                      <p:cBhvr>
                                        <p:cTn id="45" dur="500"/>
                                        <p:tgtEl>
                                          <p:spTgt spid="72909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729095"/>
                                        </p:tgtEl>
                                        <p:attrNameLst>
                                          <p:attrName>style.visibility</p:attrName>
                                        </p:attrNameLst>
                                      </p:cBhvr>
                                      <p:to>
                                        <p:strVal val="visible"/>
                                      </p:to>
                                    </p:set>
                                    <p:animEffect transition="in" filter="wipe(left)">
                                      <p:cBhvr>
                                        <p:cTn id="50" dur="500"/>
                                        <p:tgtEl>
                                          <p:spTgt spid="72909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729098"/>
                                        </p:tgtEl>
                                        <p:attrNameLst>
                                          <p:attrName>style.visibility</p:attrName>
                                        </p:attrNameLst>
                                      </p:cBhvr>
                                      <p:to>
                                        <p:strVal val="visible"/>
                                      </p:to>
                                    </p:set>
                                    <p:animEffect transition="in" filter="wipe(left)">
                                      <p:cBhvr>
                                        <p:cTn id="55" dur="500"/>
                                        <p:tgtEl>
                                          <p:spTgt spid="729098"/>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729096"/>
                                        </p:tgtEl>
                                        <p:attrNameLst>
                                          <p:attrName>style.visibility</p:attrName>
                                        </p:attrNameLst>
                                      </p:cBhvr>
                                      <p:to>
                                        <p:strVal val="visible"/>
                                      </p:to>
                                    </p:set>
                                    <p:animEffect transition="in" filter="wipe(left)">
                                      <p:cBhvr>
                                        <p:cTn id="60" dur="500"/>
                                        <p:tgtEl>
                                          <p:spTgt spid="72909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729097"/>
                                        </p:tgtEl>
                                        <p:attrNameLst>
                                          <p:attrName>style.visibility</p:attrName>
                                        </p:attrNameLst>
                                      </p:cBhvr>
                                      <p:to>
                                        <p:strVal val="visible"/>
                                      </p:to>
                                    </p:set>
                                    <p:animEffect transition="in" filter="wipe(left)">
                                      <p:cBhvr>
                                        <p:cTn id="65" dur="500"/>
                                        <p:tgtEl>
                                          <p:spTgt spid="729097"/>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729103"/>
                                        </p:tgtEl>
                                        <p:attrNameLst>
                                          <p:attrName>style.visibility</p:attrName>
                                        </p:attrNameLst>
                                      </p:cBhvr>
                                      <p:to>
                                        <p:strVal val="visible"/>
                                      </p:to>
                                    </p:set>
                                    <p:animEffect transition="in" filter="wipe(left)">
                                      <p:cBhvr>
                                        <p:cTn id="70" dur="500"/>
                                        <p:tgtEl>
                                          <p:spTgt spid="729103"/>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nodeType="clickEffect">
                                  <p:stCondLst>
                                    <p:cond delay="0"/>
                                  </p:stCondLst>
                                  <p:childTnLst>
                                    <p:set>
                                      <p:cBhvr>
                                        <p:cTn id="74" dur="1" fill="hold">
                                          <p:stCondLst>
                                            <p:cond delay="0"/>
                                          </p:stCondLst>
                                        </p:cTn>
                                        <p:tgtEl>
                                          <p:spTgt spid="729104"/>
                                        </p:tgtEl>
                                        <p:attrNameLst>
                                          <p:attrName>style.visibility</p:attrName>
                                        </p:attrNameLst>
                                      </p:cBhvr>
                                      <p:to>
                                        <p:strVal val="visible"/>
                                      </p:to>
                                    </p:set>
                                    <p:animEffect transition="in" filter="wipe(left)">
                                      <p:cBhvr>
                                        <p:cTn id="75" dur="500"/>
                                        <p:tgtEl>
                                          <p:spTgt spid="729104"/>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50" presetClass="entr" presetSubtype="0" decel="100000" fill="hold" nodeType="clickEffect">
                                  <p:stCondLst>
                                    <p:cond delay="0"/>
                                  </p:stCondLst>
                                  <p:childTnLst>
                                    <p:set>
                                      <p:cBhvr>
                                        <p:cTn id="79" dur="1" fill="hold">
                                          <p:stCondLst>
                                            <p:cond delay="0"/>
                                          </p:stCondLst>
                                        </p:cTn>
                                        <p:tgtEl>
                                          <p:spTgt spid="729105"/>
                                        </p:tgtEl>
                                        <p:attrNameLst>
                                          <p:attrName>style.visibility</p:attrName>
                                        </p:attrNameLst>
                                      </p:cBhvr>
                                      <p:to>
                                        <p:strVal val="visible"/>
                                      </p:to>
                                    </p:set>
                                    <p:anim calcmode="lin" valueType="num">
                                      <p:cBhvr>
                                        <p:cTn id="80" dur="1000" fill="hold"/>
                                        <p:tgtEl>
                                          <p:spTgt spid="729105"/>
                                        </p:tgtEl>
                                        <p:attrNameLst>
                                          <p:attrName>ppt_w</p:attrName>
                                        </p:attrNameLst>
                                      </p:cBhvr>
                                      <p:tavLst>
                                        <p:tav tm="0">
                                          <p:val>
                                            <p:strVal val="#ppt_w+.3"/>
                                          </p:val>
                                        </p:tav>
                                        <p:tav tm="100000">
                                          <p:val>
                                            <p:strVal val="#ppt_w"/>
                                          </p:val>
                                        </p:tav>
                                      </p:tavLst>
                                    </p:anim>
                                    <p:anim calcmode="lin" valueType="num">
                                      <p:cBhvr>
                                        <p:cTn id="81" dur="1000" fill="hold"/>
                                        <p:tgtEl>
                                          <p:spTgt spid="729105"/>
                                        </p:tgtEl>
                                        <p:attrNameLst>
                                          <p:attrName>ppt_h</p:attrName>
                                        </p:attrNameLst>
                                      </p:cBhvr>
                                      <p:tavLst>
                                        <p:tav tm="0">
                                          <p:val>
                                            <p:strVal val="#ppt_h"/>
                                          </p:val>
                                        </p:tav>
                                        <p:tav tm="100000">
                                          <p:val>
                                            <p:strVal val="#ppt_h"/>
                                          </p:val>
                                        </p:tav>
                                      </p:tavLst>
                                    </p:anim>
                                    <p:animEffect transition="in" filter="fade">
                                      <p:cBhvr>
                                        <p:cTn id="82" dur="1000"/>
                                        <p:tgtEl>
                                          <p:spTgt spid="729105"/>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729106"/>
                                        </p:tgtEl>
                                        <p:attrNameLst>
                                          <p:attrName>style.visibility</p:attrName>
                                        </p:attrNameLst>
                                      </p:cBhvr>
                                      <p:to>
                                        <p:strVal val="visible"/>
                                      </p:to>
                                    </p:set>
                                    <p:animEffect transition="in" filter="wipe(left)">
                                      <p:cBhvr>
                                        <p:cTn id="87" dur="500"/>
                                        <p:tgtEl>
                                          <p:spTgt spid="729106"/>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729107"/>
                                        </p:tgtEl>
                                        <p:attrNameLst>
                                          <p:attrName>style.visibility</p:attrName>
                                        </p:attrNameLst>
                                      </p:cBhvr>
                                      <p:to>
                                        <p:strVal val="visible"/>
                                      </p:to>
                                    </p:set>
                                    <p:animEffect transition="in" filter="wipe(left)">
                                      <p:cBhvr>
                                        <p:cTn id="92" dur="500"/>
                                        <p:tgtEl>
                                          <p:spTgt spid="729107"/>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729108"/>
                                        </p:tgtEl>
                                        <p:attrNameLst>
                                          <p:attrName>style.visibility</p:attrName>
                                        </p:attrNameLst>
                                      </p:cBhvr>
                                      <p:to>
                                        <p:strVal val="visible"/>
                                      </p:to>
                                    </p:set>
                                    <p:animEffect transition="in" filter="wipe(left)">
                                      <p:cBhvr>
                                        <p:cTn id="97" dur="500"/>
                                        <p:tgtEl>
                                          <p:spTgt spid="729108"/>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 presetClass="entr" presetSubtype="2" fill="hold" nodeType="clickEffect">
                                  <p:stCondLst>
                                    <p:cond delay="0"/>
                                  </p:stCondLst>
                                  <p:childTnLst>
                                    <p:set>
                                      <p:cBhvr>
                                        <p:cTn id="101" dur="1" fill="hold">
                                          <p:stCondLst>
                                            <p:cond delay="0"/>
                                          </p:stCondLst>
                                        </p:cTn>
                                        <p:tgtEl>
                                          <p:spTgt spid="729109"/>
                                        </p:tgtEl>
                                        <p:attrNameLst>
                                          <p:attrName>style.visibility</p:attrName>
                                        </p:attrNameLst>
                                      </p:cBhvr>
                                      <p:to>
                                        <p:strVal val="visible"/>
                                      </p:to>
                                    </p:set>
                                    <p:anim calcmode="lin" valueType="num">
                                      <p:cBhvr additive="base">
                                        <p:cTn id="102" dur="500" fill="hold"/>
                                        <p:tgtEl>
                                          <p:spTgt spid="729109"/>
                                        </p:tgtEl>
                                        <p:attrNameLst>
                                          <p:attrName>ppt_x</p:attrName>
                                        </p:attrNameLst>
                                      </p:cBhvr>
                                      <p:tavLst>
                                        <p:tav tm="0">
                                          <p:val>
                                            <p:strVal val="1+#ppt_w/2"/>
                                          </p:val>
                                        </p:tav>
                                        <p:tav tm="100000">
                                          <p:val>
                                            <p:strVal val="#ppt_x"/>
                                          </p:val>
                                        </p:tav>
                                      </p:tavLst>
                                    </p:anim>
                                    <p:anim calcmode="lin" valueType="num">
                                      <p:cBhvr additive="base">
                                        <p:cTn id="103" dur="500" fill="hold"/>
                                        <p:tgtEl>
                                          <p:spTgt spid="72910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9097" grpId="0" autoUpdateAnimBg="0"/>
      <p:bldP spid="729098" grpId="0" autoUpdateAnimBg="0"/>
      <p:bldP spid="729099" grpId="0" animBg="1"/>
      <p:bldP spid="729100" grpId="0" autoUpdateAnimBg="0"/>
      <p:bldP spid="729101" grpId="0" animBg="1"/>
      <p:bldP spid="729102" grpId="0" animBg="1"/>
      <p:bldP spid="729103" grpId="0" animBg="1" autoUpdateAnimBg="0"/>
      <p:bldP spid="729104" grpId="0" animBg="1" autoUpdateAnimBg="0"/>
      <p:bldP spid="729105" grpId="0" animBg="1"/>
      <p:bldP spid="729106" grpId="0"/>
      <p:bldP spid="729107" grpId="0" autoUpdateAnimBg="0"/>
      <p:bldP spid="729108"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0114" name="Text Box 2">
            <a:extLst>
              <a:ext uri="{FF2B5EF4-FFF2-40B4-BE49-F238E27FC236}">
                <a16:creationId xmlns:a16="http://schemas.microsoft.com/office/drawing/2014/main" id="{41E7AFE3-C872-C5D1-15B4-41E1F53D9A0C}"/>
              </a:ext>
            </a:extLst>
          </p:cNvPr>
          <p:cNvSpPr txBox="1">
            <a:spLocks noChangeArrowheads="1"/>
          </p:cNvSpPr>
          <p:nvPr/>
        </p:nvSpPr>
        <p:spPr bwMode="auto">
          <a:xfrm>
            <a:off x="468313" y="319088"/>
            <a:ext cx="424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solidFill>
                  <a:srgbClr val="66FFFF"/>
                </a:solidFill>
                <a:latin typeface="Times New Roman" panose="02020603050405020304" pitchFamily="18" charset="0"/>
                <a:ea typeface="宋体" panose="02010600030101010101" pitchFamily="2" charset="-122"/>
              </a:rPr>
              <a:t>3. </a:t>
            </a:r>
            <a:r>
              <a:rPr lang="zh-CN" altLang="en-US">
                <a:solidFill>
                  <a:srgbClr val="66FFFF"/>
                </a:solidFill>
                <a:latin typeface="Times New Roman" panose="02020603050405020304" pitchFamily="18" charset="0"/>
                <a:ea typeface="宋体" panose="02010600030101010101" pitchFamily="2" charset="-122"/>
              </a:rPr>
              <a:t>质点 动量矩守恒定律</a:t>
            </a:r>
          </a:p>
        </p:txBody>
      </p:sp>
      <p:graphicFrame>
        <p:nvGraphicFramePr>
          <p:cNvPr id="730115" name="Object 3">
            <a:extLst>
              <a:ext uri="{FF2B5EF4-FFF2-40B4-BE49-F238E27FC236}">
                <a16:creationId xmlns:a16="http://schemas.microsoft.com/office/drawing/2014/main" id="{7E87F5B3-BB13-7911-72AA-93C5BC9BB049}"/>
              </a:ext>
            </a:extLst>
          </p:cNvPr>
          <p:cNvGraphicFramePr>
            <a:graphicFrameLocks/>
          </p:cNvGraphicFramePr>
          <p:nvPr/>
        </p:nvGraphicFramePr>
        <p:xfrm>
          <a:off x="817563" y="909638"/>
          <a:ext cx="3854450" cy="360362"/>
        </p:xfrm>
        <a:graphic>
          <a:graphicData uri="http://schemas.openxmlformats.org/presentationml/2006/ole">
            <mc:AlternateContent xmlns:mc="http://schemas.openxmlformats.org/markup-compatibility/2006">
              <mc:Choice xmlns:v="urn:schemas-microsoft-com:vml" Requires="v">
                <p:oleObj name="公式" r:id="rId2" imgW="3860640" imgH="406080" progId="Equation.3">
                  <p:embed/>
                </p:oleObj>
              </mc:Choice>
              <mc:Fallback>
                <p:oleObj name="公式" r:id="rId2" imgW="3860640" imgH="406080" progId="Equation.3">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563" y="909638"/>
                        <a:ext cx="3854450" cy="36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0116" name="Text Box 4">
            <a:extLst>
              <a:ext uri="{FF2B5EF4-FFF2-40B4-BE49-F238E27FC236}">
                <a16:creationId xmlns:a16="http://schemas.microsoft.com/office/drawing/2014/main" id="{35350211-C283-7C94-CFF6-CBEF6F789F55}"/>
              </a:ext>
            </a:extLst>
          </p:cNvPr>
          <p:cNvSpPr txBox="1">
            <a:spLocks noChangeArrowheads="1"/>
          </p:cNvSpPr>
          <p:nvPr/>
        </p:nvSpPr>
        <p:spPr bwMode="auto">
          <a:xfrm>
            <a:off x="4643438" y="884238"/>
            <a:ext cx="3287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solidFill>
                  <a:srgbClr val="66FFFF"/>
                </a:solidFill>
                <a:latin typeface="Times New Roman" panose="02020603050405020304" pitchFamily="18" charset="0"/>
                <a:ea typeface="宋体" panose="02010600030101010101" pitchFamily="2" charset="-122"/>
              </a:rPr>
              <a:t>──</a:t>
            </a:r>
            <a:r>
              <a:rPr lang="zh-CN" altLang="en-US">
                <a:solidFill>
                  <a:srgbClr val="66FFFF"/>
                </a:solidFill>
                <a:latin typeface="Times New Roman" panose="02020603050405020304" pitchFamily="18" charset="0"/>
                <a:ea typeface="宋体" panose="02010600030101010101" pitchFamily="2" charset="-122"/>
              </a:rPr>
              <a:t>质点动量矩守恒</a:t>
            </a:r>
          </a:p>
        </p:txBody>
      </p:sp>
      <p:graphicFrame>
        <p:nvGraphicFramePr>
          <p:cNvPr id="730117" name="Object 5">
            <a:extLst>
              <a:ext uri="{FF2B5EF4-FFF2-40B4-BE49-F238E27FC236}">
                <a16:creationId xmlns:a16="http://schemas.microsoft.com/office/drawing/2014/main" id="{998ECAD5-FAD4-8E3A-13DD-3C3E792DADDD}"/>
              </a:ext>
            </a:extLst>
          </p:cNvPr>
          <p:cNvGraphicFramePr>
            <a:graphicFrameLocks/>
          </p:cNvGraphicFramePr>
          <p:nvPr/>
        </p:nvGraphicFramePr>
        <p:xfrm>
          <a:off x="2640013" y="1773238"/>
          <a:ext cx="2508250" cy="865187"/>
        </p:xfrm>
        <a:graphic>
          <a:graphicData uri="http://schemas.openxmlformats.org/presentationml/2006/ole">
            <mc:AlternateContent xmlns:mc="http://schemas.openxmlformats.org/markup-compatibility/2006">
              <mc:Choice xmlns:v="urn:schemas-microsoft-com:vml" Requires="v">
                <p:oleObj name="Equation" r:id="rId4" imgW="2298600" imgH="1041120" progId="Equation.3">
                  <p:embed/>
                </p:oleObj>
              </mc:Choice>
              <mc:Fallback>
                <p:oleObj name="Equation" r:id="rId4" imgW="2298600" imgH="1041120" progId="Equation.3">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40013" y="1773238"/>
                        <a:ext cx="2508250" cy="86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0118" name="Text Box 6">
            <a:extLst>
              <a:ext uri="{FF2B5EF4-FFF2-40B4-BE49-F238E27FC236}">
                <a16:creationId xmlns:a16="http://schemas.microsoft.com/office/drawing/2014/main" id="{FE77C2E9-D8E8-BD8D-9131-397C2454FDC9}"/>
              </a:ext>
            </a:extLst>
          </p:cNvPr>
          <p:cNvSpPr txBox="1">
            <a:spLocks noChangeArrowheads="1"/>
          </p:cNvSpPr>
          <p:nvPr/>
        </p:nvSpPr>
        <p:spPr bwMode="auto">
          <a:xfrm>
            <a:off x="698500" y="1951038"/>
            <a:ext cx="1949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latin typeface="楷体_GB2312" pitchFamily="49" charset="-122"/>
                <a:ea typeface="楷体_GB2312" pitchFamily="49" charset="-122"/>
              </a:rPr>
              <a:t>(1)</a:t>
            </a:r>
            <a:r>
              <a:rPr lang="en-US" altLang="zh-CN">
                <a:latin typeface="Times New Roman" panose="02020603050405020304" pitchFamily="18" charset="0"/>
                <a:ea typeface="楷体_GB2312" pitchFamily="49" charset="-122"/>
              </a:rPr>
              <a:t> </a:t>
            </a:r>
            <a:r>
              <a:rPr lang="zh-CN" altLang="en-US">
                <a:latin typeface="楷体_GB2312" pitchFamily="49" charset="-122"/>
                <a:ea typeface="楷体_GB2312" pitchFamily="49" charset="-122"/>
              </a:rPr>
              <a:t>守恒条件</a:t>
            </a:r>
          </a:p>
        </p:txBody>
      </p:sp>
      <p:sp>
        <p:nvSpPr>
          <p:cNvPr id="730119" name="Text Box 7">
            <a:extLst>
              <a:ext uri="{FF2B5EF4-FFF2-40B4-BE49-F238E27FC236}">
                <a16:creationId xmlns:a16="http://schemas.microsoft.com/office/drawing/2014/main" id="{92BD53BD-FC5A-7E16-705D-3DD2BB40FCE2}"/>
              </a:ext>
            </a:extLst>
          </p:cNvPr>
          <p:cNvSpPr txBox="1">
            <a:spLocks noChangeArrowheads="1"/>
          </p:cNvSpPr>
          <p:nvPr/>
        </p:nvSpPr>
        <p:spPr bwMode="auto">
          <a:xfrm>
            <a:off x="749300" y="2592388"/>
            <a:ext cx="76200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Tx/>
              <a:buFontTx/>
              <a:buNone/>
            </a:pPr>
            <a:r>
              <a:rPr lang="en-US" altLang="zh-CN">
                <a:latin typeface="Times New Roman" panose="02020603050405020304" pitchFamily="18" charset="0"/>
                <a:ea typeface="楷体_GB2312" pitchFamily="49" charset="-122"/>
              </a:rPr>
              <a:t>(2) </a:t>
            </a:r>
            <a:r>
              <a:rPr lang="zh-CN" altLang="en-US">
                <a:solidFill>
                  <a:srgbClr val="FF9900"/>
                </a:solidFill>
                <a:latin typeface="楷体_GB2312" pitchFamily="49" charset="-122"/>
                <a:ea typeface="楷体_GB2312" pitchFamily="49" charset="-122"/>
              </a:rPr>
              <a:t>有心力</a:t>
            </a:r>
            <a:r>
              <a:rPr lang="zh-CN" altLang="en-US">
                <a:latin typeface="楷体_GB2312" pitchFamily="49" charset="-122"/>
                <a:ea typeface="楷体_GB2312" pitchFamily="49" charset="-122"/>
              </a:rPr>
              <a:t>的动量矩守恒。</a:t>
            </a:r>
            <a:endParaRPr lang="zh-CN" altLang="en-US" b="0">
              <a:latin typeface="楷体_GB2312" pitchFamily="49" charset="-122"/>
              <a:ea typeface="楷体_GB2312" pitchFamily="49" charset="-122"/>
            </a:endParaRPr>
          </a:p>
        </p:txBody>
      </p:sp>
      <p:sp>
        <p:nvSpPr>
          <p:cNvPr id="730120" name="Text Box 8">
            <a:extLst>
              <a:ext uri="{FF2B5EF4-FFF2-40B4-BE49-F238E27FC236}">
                <a16:creationId xmlns:a16="http://schemas.microsoft.com/office/drawing/2014/main" id="{CF24063A-15D0-6EC7-8FFB-BCF99F6520E6}"/>
              </a:ext>
            </a:extLst>
          </p:cNvPr>
          <p:cNvSpPr txBox="1">
            <a:spLocks noChangeArrowheads="1"/>
          </p:cNvSpPr>
          <p:nvPr/>
        </p:nvSpPr>
        <p:spPr bwMode="auto">
          <a:xfrm>
            <a:off x="762000" y="1431925"/>
            <a:ext cx="1146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讨论</a:t>
            </a:r>
            <a:endParaRPr lang="zh-CN" altLang="en-US" b="0">
              <a:solidFill>
                <a:srgbClr val="FFFF00"/>
              </a:solidFill>
              <a:latin typeface="Times New Roman" panose="02020603050405020304" pitchFamily="18" charset="0"/>
              <a:ea typeface="宋体" panose="02010600030101010101" pitchFamily="2" charset="-122"/>
            </a:endParaRPr>
          </a:p>
        </p:txBody>
      </p:sp>
      <p:sp>
        <p:nvSpPr>
          <p:cNvPr id="730121" name="Line 9">
            <a:extLst>
              <a:ext uri="{FF2B5EF4-FFF2-40B4-BE49-F238E27FC236}">
                <a16:creationId xmlns:a16="http://schemas.microsoft.com/office/drawing/2014/main" id="{DD147A8B-ED64-6A26-9545-D5FCCF2A00DA}"/>
              </a:ext>
            </a:extLst>
          </p:cNvPr>
          <p:cNvSpPr>
            <a:spLocks noChangeShapeType="1"/>
          </p:cNvSpPr>
          <p:nvPr/>
        </p:nvSpPr>
        <p:spPr bwMode="auto">
          <a:xfrm>
            <a:off x="8439150" y="2811463"/>
            <a:ext cx="381000" cy="0"/>
          </a:xfrm>
          <a:prstGeom prst="line">
            <a:avLst/>
          </a:prstGeom>
          <a:noFill/>
          <a:ln w="38100">
            <a:solidFill>
              <a:schemeClr val="bg1"/>
            </a:solidFill>
            <a:prstDash val="sysDot"/>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30122" name="Oval 10">
            <a:extLst>
              <a:ext uri="{FF2B5EF4-FFF2-40B4-BE49-F238E27FC236}">
                <a16:creationId xmlns:a16="http://schemas.microsoft.com/office/drawing/2014/main" id="{B7872DAE-8A34-0039-4678-8AC6D961561E}"/>
              </a:ext>
            </a:extLst>
          </p:cNvPr>
          <p:cNvSpPr>
            <a:spLocks noChangeArrowheads="1"/>
          </p:cNvSpPr>
          <p:nvPr/>
        </p:nvSpPr>
        <p:spPr bwMode="auto">
          <a:xfrm>
            <a:off x="5467350" y="2201863"/>
            <a:ext cx="2971800" cy="1219200"/>
          </a:xfrm>
          <a:prstGeom prst="ellipse">
            <a:avLst/>
          </a:prstGeom>
          <a:noFill/>
          <a:ln w="38100">
            <a:solidFill>
              <a:srgbClr val="00FF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30123" name="Line 11">
            <a:extLst>
              <a:ext uri="{FF2B5EF4-FFF2-40B4-BE49-F238E27FC236}">
                <a16:creationId xmlns:a16="http://schemas.microsoft.com/office/drawing/2014/main" id="{0DAA128B-A6CC-ADAE-78BD-C60F4A35A59A}"/>
              </a:ext>
            </a:extLst>
          </p:cNvPr>
          <p:cNvSpPr>
            <a:spLocks noChangeShapeType="1"/>
          </p:cNvSpPr>
          <p:nvPr/>
        </p:nvSpPr>
        <p:spPr bwMode="auto">
          <a:xfrm>
            <a:off x="5467350" y="2811463"/>
            <a:ext cx="2971800" cy="0"/>
          </a:xfrm>
          <a:prstGeom prst="line">
            <a:avLst/>
          </a:prstGeom>
          <a:noFill/>
          <a:ln w="9525">
            <a:solidFill>
              <a:schemeClr val="bg1"/>
            </a:solidFill>
            <a:prstDash val="dash"/>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30124" name="Line 12">
            <a:extLst>
              <a:ext uri="{FF2B5EF4-FFF2-40B4-BE49-F238E27FC236}">
                <a16:creationId xmlns:a16="http://schemas.microsoft.com/office/drawing/2014/main" id="{0B26DDE3-B02C-8EFD-B67A-EB5BEBF304B1}"/>
              </a:ext>
            </a:extLst>
          </p:cNvPr>
          <p:cNvSpPr>
            <a:spLocks noChangeShapeType="1"/>
          </p:cNvSpPr>
          <p:nvPr/>
        </p:nvSpPr>
        <p:spPr bwMode="auto">
          <a:xfrm>
            <a:off x="6153150" y="2811463"/>
            <a:ext cx="2209800" cy="0"/>
          </a:xfrm>
          <a:prstGeom prst="line">
            <a:avLst/>
          </a:prstGeom>
          <a:noFill/>
          <a:ln w="28575">
            <a:solidFill>
              <a:srgbClr val="FFFF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30125" name="Line 13">
            <a:extLst>
              <a:ext uri="{FF2B5EF4-FFF2-40B4-BE49-F238E27FC236}">
                <a16:creationId xmlns:a16="http://schemas.microsoft.com/office/drawing/2014/main" id="{166C048C-14B7-74EF-D130-95164D348EF5}"/>
              </a:ext>
            </a:extLst>
          </p:cNvPr>
          <p:cNvSpPr>
            <a:spLocks noChangeShapeType="1"/>
          </p:cNvSpPr>
          <p:nvPr/>
        </p:nvSpPr>
        <p:spPr bwMode="auto">
          <a:xfrm flipV="1">
            <a:off x="6153150" y="2201863"/>
            <a:ext cx="1219200" cy="609600"/>
          </a:xfrm>
          <a:prstGeom prst="line">
            <a:avLst/>
          </a:prstGeom>
          <a:noFill/>
          <a:ln w="28575">
            <a:solidFill>
              <a:srgbClr val="FFFF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30126" name="Text Box 14">
            <a:extLst>
              <a:ext uri="{FF2B5EF4-FFF2-40B4-BE49-F238E27FC236}">
                <a16:creationId xmlns:a16="http://schemas.microsoft.com/office/drawing/2014/main" id="{E6A36F9D-73D9-FB5B-35A4-E57B576778F0}"/>
              </a:ext>
            </a:extLst>
          </p:cNvPr>
          <p:cNvSpPr txBox="1">
            <a:spLocks noChangeArrowheads="1"/>
          </p:cNvSpPr>
          <p:nvPr/>
        </p:nvSpPr>
        <p:spPr bwMode="auto">
          <a:xfrm>
            <a:off x="6877050" y="1671638"/>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a:solidFill>
                  <a:srgbClr val="FFFF00"/>
                </a:solidFill>
                <a:latin typeface="Times New Roman" panose="02020603050405020304" pitchFamily="18" charset="0"/>
                <a:ea typeface="宋体" panose="02010600030101010101" pitchFamily="2" charset="-122"/>
              </a:rPr>
              <a:t>M</a:t>
            </a:r>
            <a:endParaRPr lang="en-US" altLang="zh-CN" b="0">
              <a:solidFill>
                <a:schemeClr val="tx1"/>
              </a:solidFill>
              <a:latin typeface="Times New Roman" panose="02020603050405020304" pitchFamily="18" charset="0"/>
              <a:ea typeface="宋体" panose="02010600030101010101" pitchFamily="2" charset="-122"/>
            </a:endParaRPr>
          </a:p>
        </p:txBody>
      </p:sp>
      <p:sp>
        <p:nvSpPr>
          <p:cNvPr id="730127" name="Rectangle 15">
            <a:extLst>
              <a:ext uri="{FF2B5EF4-FFF2-40B4-BE49-F238E27FC236}">
                <a16:creationId xmlns:a16="http://schemas.microsoft.com/office/drawing/2014/main" id="{CB10B510-373B-A581-52E6-B9B6C943CBDE}"/>
              </a:ext>
            </a:extLst>
          </p:cNvPr>
          <p:cNvSpPr>
            <a:spLocks noChangeArrowheads="1"/>
          </p:cNvSpPr>
          <p:nvPr/>
        </p:nvSpPr>
        <p:spPr bwMode="auto">
          <a:xfrm>
            <a:off x="6000750" y="2582863"/>
            <a:ext cx="325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a:solidFill>
                <a:srgbClr val="FFFF00"/>
              </a:solidFill>
              <a:latin typeface="Times New Roman" panose="02020603050405020304" pitchFamily="18" charset="0"/>
              <a:ea typeface="宋体" panose="02010600030101010101" pitchFamily="2" charset="-122"/>
            </a:endParaRPr>
          </a:p>
        </p:txBody>
      </p:sp>
      <p:sp>
        <p:nvSpPr>
          <p:cNvPr id="730128" name="Rectangle 16">
            <a:extLst>
              <a:ext uri="{FF2B5EF4-FFF2-40B4-BE49-F238E27FC236}">
                <a16:creationId xmlns:a16="http://schemas.microsoft.com/office/drawing/2014/main" id="{EA4A1602-6FC7-032C-C4B2-D502848304B0}"/>
              </a:ext>
            </a:extLst>
          </p:cNvPr>
          <p:cNvSpPr>
            <a:spLocks noChangeArrowheads="1"/>
          </p:cNvSpPr>
          <p:nvPr/>
        </p:nvSpPr>
        <p:spPr bwMode="auto">
          <a:xfrm>
            <a:off x="8286750" y="2582863"/>
            <a:ext cx="3254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a:solidFill>
                <a:srgbClr val="FFFF00"/>
              </a:solidFill>
              <a:latin typeface="Times New Roman" panose="02020603050405020304" pitchFamily="18" charset="0"/>
              <a:ea typeface="宋体" panose="02010600030101010101" pitchFamily="2" charset="-122"/>
            </a:endParaRPr>
          </a:p>
        </p:txBody>
      </p:sp>
      <p:graphicFrame>
        <p:nvGraphicFramePr>
          <p:cNvPr id="730129" name="Object 17">
            <a:extLst>
              <a:ext uri="{FF2B5EF4-FFF2-40B4-BE49-F238E27FC236}">
                <a16:creationId xmlns:a16="http://schemas.microsoft.com/office/drawing/2014/main" id="{F35E7AD3-B735-F229-FF23-F7395D82E7A4}"/>
              </a:ext>
            </a:extLst>
          </p:cNvPr>
          <p:cNvGraphicFramePr>
            <a:graphicFrameLocks/>
          </p:cNvGraphicFramePr>
          <p:nvPr/>
        </p:nvGraphicFramePr>
        <p:xfrm>
          <a:off x="6980238" y="2413000"/>
          <a:ext cx="215900" cy="292100"/>
        </p:xfrm>
        <a:graphic>
          <a:graphicData uri="http://schemas.openxmlformats.org/presentationml/2006/ole">
            <mc:AlternateContent xmlns:mc="http://schemas.openxmlformats.org/markup-compatibility/2006">
              <mc:Choice xmlns:v="urn:schemas-microsoft-com:vml" Requires="v">
                <p:oleObj name="公式" r:id="rId6" imgW="215640" imgH="291960" progId="Equation.3">
                  <p:embed/>
                </p:oleObj>
              </mc:Choice>
              <mc:Fallback>
                <p:oleObj name="公式" r:id="rId6" imgW="215640" imgH="291960" progId="Equation.3">
                  <p:embed/>
                  <p:pic>
                    <p:nvPicPr>
                      <p:cNvPr id="0" name="Object 1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80238" y="2413000"/>
                        <a:ext cx="215900"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0130" name="Text Box 18">
            <a:extLst>
              <a:ext uri="{FF2B5EF4-FFF2-40B4-BE49-F238E27FC236}">
                <a16:creationId xmlns:a16="http://schemas.microsoft.com/office/drawing/2014/main" id="{E30CF994-A5F4-E867-4FFD-EA6F06449CF0}"/>
              </a:ext>
            </a:extLst>
          </p:cNvPr>
          <p:cNvSpPr txBox="1">
            <a:spLocks noChangeArrowheads="1"/>
          </p:cNvSpPr>
          <p:nvPr/>
        </p:nvSpPr>
        <p:spPr bwMode="auto">
          <a:xfrm>
            <a:off x="5899150" y="2824163"/>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i="1">
                <a:latin typeface="Times New Roman" panose="02020603050405020304" pitchFamily="18" charset="0"/>
                <a:ea typeface="宋体" panose="02010600030101010101" pitchFamily="2" charset="-122"/>
              </a:rPr>
              <a:t>O</a:t>
            </a:r>
          </a:p>
        </p:txBody>
      </p:sp>
      <p:sp>
        <p:nvSpPr>
          <p:cNvPr id="730131" name="Text Box 19">
            <a:extLst>
              <a:ext uri="{FF2B5EF4-FFF2-40B4-BE49-F238E27FC236}">
                <a16:creationId xmlns:a16="http://schemas.microsoft.com/office/drawing/2014/main" id="{374DAF98-7ED4-0860-5395-8232762F73FF}"/>
              </a:ext>
            </a:extLst>
          </p:cNvPr>
          <p:cNvSpPr txBox="1">
            <a:spLocks noChangeArrowheads="1"/>
          </p:cNvSpPr>
          <p:nvPr/>
        </p:nvSpPr>
        <p:spPr bwMode="auto">
          <a:xfrm>
            <a:off x="1116013" y="3068638"/>
            <a:ext cx="2519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宋体" panose="02010600030101010101" pitchFamily="2" charset="-122"/>
              </a:rPr>
              <a:t>应用：</a:t>
            </a:r>
          </a:p>
        </p:txBody>
      </p:sp>
      <p:sp>
        <p:nvSpPr>
          <p:cNvPr id="730132" name="Line 20">
            <a:extLst>
              <a:ext uri="{FF2B5EF4-FFF2-40B4-BE49-F238E27FC236}">
                <a16:creationId xmlns:a16="http://schemas.microsoft.com/office/drawing/2014/main" id="{1724FB2B-E17E-8565-A2F5-CAA317F7BBDE}"/>
              </a:ext>
            </a:extLst>
          </p:cNvPr>
          <p:cNvSpPr>
            <a:spLocks noChangeShapeType="1"/>
          </p:cNvSpPr>
          <p:nvPr/>
        </p:nvSpPr>
        <p:spPr bwMode="auto">
          <a:xfrm>
            <a:off x="8440738" y="2828925"/>
            <a:ext cx="0" cy="1008063"/>
          </a:xfrm>
          <a:prstGeom prst="line">
            <a:avLst/>
          </a:prstGeom>
          <a:noFill/>
          <a:ln w="38100">
            <a:solidFill>
              <a:srgbClr val="FF33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30133" name="Line 21">
            <a:extLst>
              <a:ext uri="{FF2B5EF4-FFF2-40B4-BE49-F238E27FC236}">
                <a16:creationId xmlns:a16="http://schemas.microsoft.com/office/drawing/2014/main" id="{A678F17C-AFB2-E992-634F-2886024E646C}"/>
              </a:ext>
            </a:extLst>
          </p:cNvPr>
          <p:cNvSpPr>
            <a:spLocks noChangeShapeType="1"/>
          </p:cNvSpPr>
          <p:nvPr/>
        </p:nvSpPr>
        <p:spPr bwMode="auto">
          <a:xfrm flipV="1">
            <a:off x="5435600" y="1552575"/>
            <a:ext cx="0" cy="1223963"/>
          </a:xfrm>
          <a:prstGeom prst="line">
            <a:avLst/>
          </a:prstGeom>
          <a:noFill/>
          <a:ln w="38100">
            <a:solidFill>
              <a:srgbClr val="FF33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30134" name="Text Box 22">
            <a:extLst>
              <a:ext uri="{FF2B5EF4-FFF2-40B4-BE49-F238E27FC236}">
                <a16:creationId xmlns:a16="http://schemas.microsoft.com/office/drawing/2014/main" id="{E9122846-1C11-0E77-FC9C-5AB5EFF0E2B0}"/>
              </a:ext>
            </a:extLst>
          </p:cNvPr>
          <p:cNvSpPr txBox="1">
            <a:spLocks noChangeArrowheads="1"/>
          </p:cNvSpPr>
          <p:nvPr/>
        </p:nvSpPr>
        <p:spPr bwMode="auto">
          <a:xfrm>
            <a:off x="8323263" y="3716338"/>
            <a:ext cx="8207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sz="3200" i="1">
                <a:latin typeface="Times New Roman" panose="02020603050405020304" pitchFamily="18" charset="0"/>
                <a:ea typeface="宋体" panose="02010600030101010101" pitchFamily="2" charset="-122"/>
              </a:rPr>
              <a:t>m</a:t>
            </a:r>
            <a:r>
              <a:rPr kumimoji="1" lang="en-US" altLang="zh-CN" sz="3200" i="1">
                <a:latin typeface="Bookman Old Style" panose="02050604050505020204" pitchFamily="18" charset="0"/>
                <a:ea typeface="宋体" panose="02010600030101010101" pitchFamily="2" charset="-122"/>
              </a:rPr>
              <a:t>v</a:t>
            </a:r>
            <a:r>
              <a:rPr kumimoji="1" lang="en-US" altLang="zh-CN" baseline="-25000">
                <a:latin typeface="Times New Roman" panose="02020603050405020304" pitchFamily="18" charset="0"/>
                <a:ea typeface="宋体" panose="02010600030101010101" pitchFamily="2" charset="-122"/>
              </a:rPr>
              <a:t>1</a:t>
            </a:r>
          </a:p>
        </p:txBody>
      </p:sp>
      <p:sp>
        <p:nvSpPr>
          <p:cNvPr id="730135" name="Text Box 23">
            <a:extLst>
              <a:ext uri="{FF2B5EF4-FFF2-40B4-BE49-F238E27FC236}">
                <a16:creationId xmlns:a16="http://schemas.microsoft.com/office/drawing/2014/main" id="{CFCB1FE9-A420-7C61-8B90-6C7AE519C65E}"/>
              </a:ext>
            </a:extLst>
          </p:cNvPr>
          <p:cNvSpPr txBox="1">
            <a:spLocks noChangeArrowheads="1"/>
          </p:cNvSpPr>
          <p:nvPr/>
        </p:nvSpPr>
        <p:spPr bwMode="auto">
          <a:xfrm>
            <a:off x="5508625" y="1262063"/>
            <a:ext cx="820738"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sz="3200" i="1">
                <a:latin typeface="Times New Roman" panose="02020603050405020304" pitchFamily="18" charset="0"/>
                <a:ea typeface="宋体" panose="02010600030101010101" pitchFamily="2" charset="-122"/>
              </a:rPr>
              <a:t>m</a:t>
            </a:r>
            <a:r>
              <a:rPr kumimoji="1" lang="en-US" altLang="zh-CN" sz="3200" i="1">
                <a:latin typeface="Bookman Old Style" panose="02050604050505020204" pitchFamily="18" charset="0"/>
                <a:ea typeface="宋体" panose="02010600030101010101" pitchFamily="2" charset="-122"/>
              </a:rPr>
              <a:t>v</a:t>
            </a:r>
            <a:r>
              <a:rPr kumimoji="1" lang="en-US" altLang="zh-CN" baseline="-25000">
                <a:latin typeface="Times New Roman" panose="02020603050405020304" pitchFamily="18" charset="0"/>
                <a:ea typeface="宋体" panose="02010600030101010101" pitchFamily="2" charset="-122"/>
              </a:rPr>
              <a:t>2</a:t>
            </a:r>
          </a:p>
        </p:txBody>
      </p:sp>
      <p:sp>
        <p:nvSpPr>
          <p:cNvPr id="730136" name="Line 24">
            <a:extLst>
              <a:ext uri="{FF2B5EF4-FFF2-40B4-BE49-F238E27FC236}">
                <a16:creationId xmlns:a16="http://schemas.microsoft.com/office/drawing/2014/main" id="{59EE5965-1330-3C85-0858-81350066F2CF}"/>
              </a:ext>
            </a:extLst>
          </p:cNvPr>
          <p:cNvSpPr>
            <a:spLocks noChangeShapeType="1"/>
          </p:cNvSpPr>
          <p:nvPr/>
        </p:nvSpPr>
        <p:spPr bwMode="auto">
          <a:xfrm>
            <a:off x="7308850" y="2201863"/>
            <a:ext cx="1366838" cy="71437"/>
          </a:xfrm>
          <a:prstGeom prst="line">
            <a:avLst/>
          </a:prstGeom>
          <a:noFill/>
          <a:ln w="38100">
            <a:solidFill>
              <a:srgbClr val="FF33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30137" name="Line 25">
            <a:extLst>
              <a:ext uri="{FF2B5EF4-FFF2-40B4-BE49-F238E27FC236}">
                <a16:creationId xmlns:a16="http://schemas.microsoft.com/office/drawing/2014/main" id="{9E29BF37-E569-CE30-A5A0-E6A4355E50D9}"/>
              </a:ext>
            </a:extLst>
          </p:cNvPr>
          <p:cNvSpPr>
            <a:spLocks noChangeShapeType="1"/>
          </p:cNvSpPr>
          <p:nvPr/>
        </p:nvSpPr>
        <p:spPr bwMode="auto">
          <a:xfrm flipV="1">
            <a:off x="6877050" y="2219325"/>
            <a:ext cx="423863" cy="212725"/>
          </a:xfrm>
          <a:prstGeom prst="line">
            <a:avLst/>
          </a:prstGeom>
          <a:noFill/>
          <a:ln w="38100">
            <a:solidFill>
              <a:srgbClr val="FF3300"/>
            </a:solidFill>
            <a:round/>
            <a:headEnd type="triangle" w="med" len="me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30138" name="Text Box 26">
            <a:extLst>
              <a:ext uri="{FF2B5EF4-FFF2-40B4-BE49-F238E27FC236}">
                <a16:creationId xmlns:a16="http://schemas.microsoft.com/office/drawing/2014/main" id="{BCF91C87-D758-CDF1-DF4B-8AC8342D52A1}"/>
              </a:ext>
            </a:extLst>
          </p:cNvPr>
          <p:cNvSpPr txBox="1">
            <a:spLocks noChangeArrowheads="1"/>
          </p:cNvSpPr>
          <p:nvPr/>
        </p:nvSpPr>
        <p:spPr bwMode="auto">
          <a:xfrm>
            <a:off x="1079500" y="3500438"/>
            <a:ext cx="83883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sz="2000">
                <a:latin typeface="楷体_GB2312" pitchFamily="49" charset="-122"/>
                <a:ea typeface="楷体_GB2312" pitchFamily="49" charset="-122"/>
              </a:rPr>
              <a:t>由动量矩守恒定律可导出行星运动的开普勒第二定律</a:t>
            </a:r>
          </a:p>
        </p:txBody>
      </p:sp>
      <p:graphicFrame>
        <p:nvGraphicFramePr>
          <p:cNvPr id="730139" name="Object 27">
            <a:extLst>
              <a:ext uri="{FF2B5EF4-FFF2-40B4-BE49-F238E27FC236}">
                <a16:creationId xmlns:a16="http://schemas.microsoft.com/office/drawing/2014/main" id="{EAF967FD-D1DC-2FE6-17CD-54F32DA093BE}"/>
              </a:ext>
            </a:extLst>
          </p:cNvPr>
          <p:cNvGraphicFramePr>
            <a:graphicFrameLocks/>
          </p:cNvGraphicFramePr>
          <p:nvPr/>
        </p:nvGraphicFramePr>
        <p:xfrm>
          <a:off x="1204913" y="5230813"/>
          <a:ext cx="3654425" cy="1222375"/>
        </p:xfrm>
        <a:graphic>
          <a:graphicData uri="http://schemas.openxmlformats.org/presentationml/2006/ole">
            <mc:AlternateContent xmlns:mc="http://schemas.openxmlformats.org/markup-compatibility/2006">
              <mc:Choice xmlns:v="urn:schemas-microsoft-com:vml" Requires="v">
                <p:oleObj name="公式" r:id="rId8" imgW="3657600" imgH="1218960" progId="Equation.3">
                  <p:embed/>
                </p:oleObj>
              </mc:Choice>
              <mc:Fallback>
                <p:oleObj name="公式" r:id="rId8" imgW="3657600" imgH="1218960" progId="Equation.3">
                  <p:embed/>
                  <p:pic>
                    <p:nvPicPr>
                      <p:cNvPr id="0" name="Object 27"/>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04913" y="5230813"/>
                        <a:ext cx="3654425" cy="122237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0140" name="Object 28">
            <a:extLst>
              <a:ext uri="{FF2B5EF4-FFF2-40B4-BE49-F238E27FC236}">
                <a16:creationId xmlns:a16="http://schemas.microsoft.com/office/drawing/2014/main" id="{B88FC9A3-0C00-639D-1EF0-B1F307DBDE59}"/>
              </a:ext>
            </a:extLst>
          </p:cNvPr>
          <p:cNvGraphicFramePr>
            <a:graphicFrameLocks/>
          </p:cNvGraphicFramePr>
          <p:nvPr/>
        </p:nvGraphicFramePr>
        <p:xfrm>
          <a:off x="898525" y="4524375"/>
          <a:ext cx="3908425" cy="847725"/>
        </p:xfrm>
        <a:graphic>
          <a:graphicData uri="http://schemas.openxmlformats.org/presentationml/2006/ole">
            <mc:AlternateContent xmlns:mc="http://schemas.openxmlformats.org/markup-compatibility/2006">
              <mc:Choice xmlns:v="urn:schemas-microsoft-com:vml" Requires="v">
                <p:oleObj name="公式" r:id="rId10" imgW="3898800" imgH="850680" progId="Equation.3">
                  <p:embed/>
                </p:oleObj>
              </mc:Choice>
              <mc:Fallback>
                <p:oleObj name="公式" r:id="rId10" imgW="3898800" imgH="850680" progId="Equation.3">
                  <p:embed/>
                  <p:pic>
                    <p:nvPicPr>
                      <p:cNvPr id="0" name="Object 28"/>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98525" y="4524375"/>
                        <a:ext cx="3908425" cy="84772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29">
            <a:extLst>
              <a:ext uri="{FF2B5EF4-FFF2-40B4-BE49-F238E27FC236}">
                <a16:creationId xmlns:a16="http://schemas.microsoft.com/office/drawing/2014/main" id="{641F1008-D6C7-6011-24CC-17898E71A0C4}"/>
              </a:ext>
            </a:extLst>
          </p:cNvPr>
          <p:cNvGrpSpPr>
            <a:grpSpLocks/>
          </p:cNvGrpSpPr>
          <p:nvPr/>
        </p:nvGrpSpPr>
        <p:grpSpPr bwMode="auto">
          <a:xfrm>
            <a:off x="5076825" y="4511675"/>
            <a:ext cx="3673475" cy="1797050"/>
            <a:chOff x="3288" y="2795"/>
            <a:chExt cx="2314" cy="1132"/>
          </a:xfrm>
        </p:grpSpPr>
        <p:sp>
          <p:nvSpPr>
            <p:cNvPr id="730142" name="Line 30">
              <a:extLst>
                <a:ext uri="{FF2B5EF4-FFF2-40B4-BE49-F238E27FC236}">
                  <a16:creationId xmlns:a16="http://schemas.microsoft.com/office/drawing/2014/main" id="{7339074E-8407-AF53-19D5-95C068919F42}"/>
                </a:ext>
              </a:extLst>
            </p:cNvPr>
            <p:cNvSpPr>
              <a:spLocks noChangeShapeType="1"/>
            </p:cNvSpPr>
            <p:nvPr/>
          </p:nvSpPr>
          <p:spPr bwMode="auto">
            <a:xfrm>
              <a:off x="5160" y="3543"/>
              <a:ext cx="240" cy="0"/>
            </a:xfrm>
            <a:prstGeom prst="line">
              <a:avLst/>
            </a:prstGeom>
            <a:noFill/>
            <a:ln w="38100">
              <a:solidFill>
                <a:schemeClr val="bg1"/>
              </a:solidFill>
              <a:prstDash val="sysDot"/>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30143" name="Oval 31">
              <a:extLst>
                <a:ext uri="{FF2B5EF4-FFF2-40B4-BE49-F238E27FC236}">
                  <a16:creationId xmlns:a16="http://schemas.microsoft.com/office/drawing/2014/main" id="{7240D43E-1233-D5B7-B0A5-FF295A020AAB}"/>
                </a:ext>
              </a:extLst>
            </p:cNvPr>
            <p:cNvSpPr>
              <a:spLocks noChangeArrowheads="1"/>
            </p:cNvSpPr>
            <p:nvPr/>
          </p:nvSpPr>
          <p:spPr bwMode="auto">
            <a:xfrm>
              <a:off x="3288" y="3159"/>
              <a:ext cx="1872" cy="768"/>
            </a:xfrm>
            <a:prstGeom prst="ellipse">
              <a:avLst/>
            </a:prstGeom>
            <a:noFill/>
            <a:ln w="38100">
              <a:solidFill>
                <a:srgbClr val="00FF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30144" name="Line 32">
              <a:extLst>
                <a:ext uri="{FF2B5EF4-FFF2-40B4-BE49-F238E27FC236}">
                  <a16:creationId xmlns:a16="http://schemas.microsoft.com/office/drawing/2014/main" id="{5C71ACD1-8728-C33D-CB8F-09C3DA45DDFA}"/>
                </a:ext>
              </a:extLst>
            </p:cNvPr>
            <p:cNvSpPr>
              <a:spLocks noChangeShapeType="1"/>
            </p:cNvSpPr>
            <p:nvPr/>
          </p:nvSpPr>
          <p:spPr bwMode="auto">
            <a:xfrm>
              <a:off x="3288" y="3543"/>
              <a:ext cx="1872" cy="0"/>
            </a:xfrm>
            <a:prstGeom prst="line">
              <a:avLst/>
            </a:prstGeom>
            <a:noFill/>
            <a:ln w="9525">
              <a:solidFill>
                <a:schemeClr val="bg1"/>
              </a:solidFill>
              <a:prstDash val="dash"/>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30145" name="Line 33">
              <a:extLst>
                <a:ext uri="{FF2B5EF4-FFF2-40B4-BE49-F238E27FC236}">
                  <a16:creationId xmlns:a16="http://schemas.microsoft.com/office/drawing/2014/main" id="{F1F64BCB-7E21-20DD-FF56-42B6141B5448}"/>
                </a:ext>
              </a:extLst>
            </p:cNvPr>
            <p:cNvSpPr>
              <a:spLocks noChangeShapeType="1"/>
            </p:cNvSpPr>
            <p:nvPr/>
          </p:nvSpPr>
          <p:spPr bwMode="auto">
            <a:xfrm flipV="1">
              <a:off x="3720" y="2967"/>
              <a:ext cx="0" cy="576"/>
            </a:xfrm>
            <a:prstGeom prst="line">
              <a:avLst/>
            </a:prstGeom>
            <a:noFill/>
            <a:ln w="38100">
              <a:solidFill>
                <a:srgbClr val="66FFFF"/>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30146" name="Line 34">
              <a:extLst>
                <a:ext uri="{FF2B5EF4-FFF2-40B4-BE49-F238E27FC236}">
                  <a16:creationId xmlns:a16="http://schemas.microsoft.com/office/drawing/2014/main" id="{57BEAC6E-C19E-A179-E60D-974BE53E3F2A}"/>
                </a:ext>
              </a:extLst>
            </p:cNvPr>
            <p:cNvSpPr>
              <a:spLocks noChangeShapeType="1"/>
            </p:cNvSpPr>
            <p:nvPr/>
          </p:nvSpPr>
          <p:spPr bwMode="auto">
            <a:xfrm flipV="1">
              <a:off x="3720" y="3385"/>
              <a:ext cx="1337" cy="158"/>
            </a:xfrm>
            <a:prstGeom prst="line">
              <a:avLst/>
            </a:prstGeom>
            <a:noFill/>
            <a:ln w="28575">
              <a:solidFill>
                <a:srgbClr val="FFFF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30147" name="Line 35">
              <a:extLst>
                <a:ext uri="{FF2B5EF4-FFF2-40B4-BE49-F238E27FC236}">
                  <a16:creationId xmlns:a16="http://schemas.microsoft.com/office/drawing/2014/main" id="{D3103CEC-4FE2-B915-A2E7-808D329C715B}"/>
                </a:ext>
              </a:extLst>
            </p:cNvPr>
            <p:cNvSpPr>
              <a:spLocks noChangeShapeType="1"/>
            </p:cNvSpPr>
            <p:nvPr/>
          </p:nvSpPr>
          <p:spPr bwMode="auto">
            <a:xfrm flipV="1">
              <a:off x="3720" y="3159"/>
              <a:ext cx="768" cy="384"/>
            </a:xfrm>
            <a:prstGeom prst="line">
              <a:avLst/>
            </a:prstGeom>
            <a:noFill/>
            <a:ln w="28575">
              <a:solidFill>
                <a:srgbClr val="FFFF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30148" name="Line 36">
              <a:extLst>
                <a:ext uri="{FF2B5EF4-FFF2-40B4-BE49-F238E27FC236}">
                  <a16:creationId xmlns:a16="http://schemas.microsoft.com/office/drawing/2014/main" id="{7291727E-D57D-4B2F-C332-B6E02EB526F2}"/>
                </a:ext>
              </a:extLst>
            </p:cNvPr>
            <p:cNvSpPr>
              <a:spLocks noChangeShapeType="1"/>
            </p:cNvSpPr>
            <p:nvPr/>
          </p:nvSpPr>
          <p:spPr bwMode="auto">
            <a:xfrm flipH="1" flipV="1">
              <a:off x="4479" y="3177"/>
              <a:ext cx="569" cy="190"/>
            </a:xfrm>
            <a:prstGeom prst="line">
              <a:avLst/>
            </a:prstGeom>
            <a:noFill/>
            <a:ln w="28575">
              <a:solidFill>
                <a:srgbClr val="FFFF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5163" name="Text Box 37">
              <a:extLst>
                <a:ext uri="{FF2B5EF4-FFF2-40B4-BE49-F238E27FC236}">
                  <a16:creationId xmlns:a16="http://schemas.microsoft.com/office/drawing/2014/main" id="{721E2A0D-8BCF-715F-FB08-BF1F74CA7C0F}"/>
                </a:ext>
              </a:extLst>
            </p:cNvPr>
            <p:cNvSpPr txBox="1">
              <a:spLocks noChangeArrowheads="1"/>
            </p:cNvSpPr>
            <p:nvPr/>
          </p:nvSpPr>
          <p:spPr bwMode="auto">
            <a:xfrm>
              <a:off x="5175" y="3324"/>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a:solidFill>
                    <a:srgbClr val="FFFF00"/>
                  </a:solidFill>
                  <a:latin typeface="Times New Roman" panose="02020603050405020304" pitchFamily="18" charset="0"/>
                  <a:ea typeface="宋体" panose="02010600030101010101" pitchFamily="2" charset="-122"/>
                </a:rPr>
                <a:t>M</a:t>
              </a:r>
              <a:endParaRPr lang="en-US" altLang="zh-CN" b="0">
                <a:solidFill>
                  <a:schemeClr val="tx1"/>
                </a:solidFill>
                <a:latin typeface="Times New Roman" panose="02020603050405020304" pitchFamily="18" charset="0"/>
                <a:ea typeface="宋体" panose="02010600030101010101" pitchFamily="2" charset="-122"/>
              </a:endParaRPr>
            </a:p>
          </p:txBody>
        </p:sp>
        <p:sp>
          <p:nvSpPr>
            <p:cNvPr id="5164" name="Rectangle 38">
              <a:extLst>
                <a:ext uri="{FF2B5EF4-FFF2-40B4-BE49-F238E27FC236}">
                  <a16:creationId xmlns:a16="http://schemas.microsoft.com/office/drawing/2014/main" id="{C68A3932-9BB4-8FFA-628B-1DC03E69AE15}"/>
                </a:ext>
              </a:extLst>
            </p:cNvPr>
            <p:cNvSpPr>
              <a:spLocks noChangeArrowheads="1"/>
            </p:cNvSpPr>
            <p:nvPr/>
          </p:nvSpPr>
          <p:spPr bwMode="auto">
            <a:xfrm>
              <a:off x="3624" y="3399"/>
              <a:ext cx="20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a:solidFill>
                  <a:srgbClr val="FFFF00"/>
                </a:solidFill>
                <a:latin typeface="Times New Roman" panose="02020603050405020304" pitchFamily="18" charset="0"/>
                <a:ea typeface="宋体" panose="02010600030101010101" pitchFamily="2" charset="-122"/>
              </a:endParaRPr>
            </a:p>
          </p:txBody>
        </p:sp>
        <p:sp>
          <p:nvSpPr>
            <p:cNvPr id="5165" name="Rectangle 39">
              <a:extLst>
                <a:ext uri="{FF2B5EF4-FFF2-40B4-BE49-F238E27FC236}">
                  <a16:creationId xmlns:a16="http://schemas.microsoft.com/office/drawing/2014/main" id="{B2637D01-FEDD-0BCD-5BAF-9AA4CC0D2FCE}"/>
                </a:ext>
              </a:extLst>
            </p:cNvPr>
            <p:cNvSpPr>
              <a:spLocks noChangeArrowheads="1"/>
            </p:cNvSpPr>
            <p:nvPr/>
          </p:nvSpPr>
          <p:spPr bwMode="auto">
            <a:xfrm>
              <a:off x="4985" y="3221"/>
              <a:ext cx="20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a:solidFill>
                  <a:srgbClr val="FFFF00"/>
                </a:solidFill>
                <a:latin typeface="Times New Roman" panose="02020603050405020304" pitchFamily="18" charset="0"/>
                <a:ea typeface="宋体" panose="02010600030101010101" pitchFamily="2" charset="-122"/>
              </a:endParaRPr>
            </a:p>
          </p:txBody>
        </p:sp>
        <p:graphicFrame>
          <p:nvGraphicFramePr>
            <p:cNvPr id="5127" name="Object 40">
              <a:extLst>
                <a:ext uri="{FF2B5EF4-FFF2-40B4-BE49-F238E27FC236}">
                  <a16:creationId xmlns:a16="http://schemas.microsoft.com/office/drawing/2014/main" id="{05B09D1C-B9DB-176E-8F10-9C0E60BF9A63}"/>
                </a:ext>
              </a:extLst>
            </p:cNvPr>
            <p:cNvGraphicFramePr>
              <a:graphicFrameLocks/>
            </p:cNvGraphicFramePr>
            <p:nvPr/>
          </p:nvGraphicFramePr>
          <p:xfrm>
            <a:off x="4831" y="3385"/>
            <a:ext cx="136" cy="184"/>
          </p:xfrm>
          <a:graphic>
            <a:graphicData uri="http://schemas.openxmlformats.org/presentationml/2006/ole">
              <mc:AlternateContent xmlns:mc="http://schemas.openxmlformats.org/markup-compatibility/2006">
                <mc:Choice xmlns:v="urn:schemas-microsoft-com:vml" Requires="v">
                  <p:oleObj name="公式" r:id="rId12" imgW="215640" imgH="291960" progId="Equation.3">
                    <p:embed/>
                  </p:oleObj>
                </mc:Choice>
                <mc:Fallback>
                  <p:oleObj name="公式" r:id="rId12" imgW="215640" imgH="291960" progId="Equation.3">
                    <p:embed/>
                    <p:pic>
                      <p:nvPicPr>
                        <p:cNvPr id="0" name="Object 40"/>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31" y="3385"/>
                          <a:ext cx="136"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28" name="Object 41">
              <a:extLst>
                <a:ext uri="{FF2B5EF4-FFF2-40B4-BE49-F238E27FC236}">
                  <a16:creationId xmlns:a16="http://schemas.microsoft.com/office/drawing/2014/main" id="{FA0F6168-3937-F66F-E20C-9D5D992A5265}"/>
                </a:ext>
              </a:extLst>
            </p:cNvPr>
            <p:cNvGraphicFramePr>
              <a:graphicFrameLocks/>
            </p:cNvGraphicFramePr>
            <p:nvPr/>
          </p:nvGraphicFramePr>
          <p:xfrm>
            <a:off x="4468" y="3249"/>
            <a:ext cx="227" cy="136"/>
          </p:xfrm>
          <a:graphic>
            <a:graphicData uri="http://schemas.openxmlformats.org/presentationml/2006/ole">
              <mc:AlternateContent xmlns:mc="http://schemas.openxmlformats.org/markup-compatibility/2006">
                <mc:Choice xmlns:v="urn:schemas-microsoft-com:vml" Requires="v">
                  <p:oleObj name="公式" r:id="rId14" imgW="431640" imgH="291960" progId="Equation.3">
                    <p:embed/>
                  </p:oleObj>
                </mc:Choice>
                <mc:Fallback>
                  <p:oleObj name="公式" r:id="rId14" imgW="431640" imgH="291960" progId="Equation.3">
                    <p:embed/>
                    <p:pic>
                      <p:nvPicPr>
                        <p:cNvPr id="0" name="Object 41"/>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68" y="3249"/>
                          <a:ext cx="227" cy="1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66" name="Rectangle 42">
              <a:extLst>
                <a:ext uri="{FF2B5EF4-FFF2-40B4-BE49-F238E27FC236}">
                  <a16:creationId xmlns:a16="http://schemas.microsoft.com/office/drawing/2014/main" id="{2C3F1CA0-C48E-8978-F651-DB20F8AA4027}"/>
                </a:ext>
              </a:extLst>
            </p:cNvPr>
            <p:cNvSpPr>
              <a:spLocks noChangeArrowheads="1"/>
            </p:cNvSpPr>
            <p:nvPr/>
          </p:nvSpPr>
          <p:spPr bwMode="auto">
            <a:xfrm>
              <a:off x="4359" y="2886"/>
              <a:ext cx="33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b="0">
                  <a:solidFill>
                    <a:srgbClr val="FFFF00"/>
                  </a:solidFill>
                  <a:latin typeface="Times New Roman" panose="02020603050405020304" pitchFamily="18" charset="0"/>
                  <a:ea typeface="宋体" panose="02010600030101010101" pitchFamily="2" charset="-122"/>
                </a:rPr>
                <a:t>M</a:t>
              </a:r>
              <a:r>
                <a:rPr lang="en-US" altLang="zh-CN" b="0">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a:solidFill>
                  <a:srgbClr val="FFFF00"/>
                </a:solidFill>
                <a:latin typeface="Times New Roman" panose="02020603050405020304" pitchFamily="18" charset="0"/>
                <a:ea typeface="宋体" panose="02010600030101010101" pitchFamily="2" charset="-122"/>
              </a:endParaRPr>
            </a:p>
          </p:txBody>
        </p:sp>
        <p:sp>
          <p:nvSpPr>
            <p:cNvPr id="730155" name="Arc 43">
              <a:extLst>
                <a:ext uri="{FF2B5EF4-FFF2-40B4-BE49-F238E27FC236}">
                  <a16:creationId xmlns:a16="http://schemas.microsoft.com/office/drawing/2014/main" id="{31B279ED-D14B-45CC-3AFC-76FCBB110008}"/>
                </a:ext>
              </a:extLst>
            </p:cNvPr>
            <p:cNvSpPr>
              <a:spLocks/>
            </p:cNvSpPr>
            <p:nvPr/>
          </p:nvSpPr>
          <p:spPr bwMode="auto">
            <a:xfrm rot="1218274" flipH="1">
              <a:off x="4921" y="3197"/>
              <a:ext cx="378" cy="178"/>
            </a:xfrm>
            <a:custGeom>
              <a:avLst/>
              <a:gdLst>
                <a:gd name="G0" fmla="+- 17899 0 0"/>
                <a:gd name="G1" fmla="+- 21600 0 0"/>
                <a:gd name="G2" fmla="+- 21600 0 0"/>
                <a:gd name="T0" fmla="*/ 0 w 39499"/>
                <a:gd name="T1" fmla="*/ 9509 h 23532"/>
                <a:gd name="T2" fmla="*/ 39412 w 39499"/>
                <a:gd name="T3" fmla="*/ 23532 h 23532"/>
                <a:gd name="T4" fmla="*/ 17899 w 39499"/>
                <a:gd name="T5" fmla="*/ 21600 h 23532"/>
              </a:gdLst>
              <a:ahLst/>
              <a:cxnLst>
                <a:cxn ang="0">
                  <a:pos x="T0" y="T1"/>
                </a:cxn>
                <a:cxn ang="0">
                  <a:pos x="T2" y="T3"/>
                </a:cxn>
                <a:cxn ang="0">
                  <a:pos x="T4" y="T5"/>
                </a:cxn>
              </a:cxnLst>
              <a:rect l="0" t="0" r="r" b="b"/>
              <a:pathLst>
                <a:path w="39499" h="23532" fill="none" extrusionOk="0">
                  <a:moveTo>
                    <a:pt x="0" y="9509"/>
                  </a:moveTo>
                  <a:cubicBezTo>
                    <a:pt x="4016" y="3563"/>
                    <a:pt x="10723" y="-1"/>
                    <a:pt x="17899" y="0"/>
                  </a:cubicBezTo>
                  <a:cubicBezTo>
                    <a:pt x="29828" y="0"/>
                    <a:pt x="39499" y="9670"/>
                    <a:pt x="39499" y="21600"/>
                  </a:cubicBezTo>
                  <a:cubicBezTo>
                    <a:pt x="39499" y="22244"/>
                    <a:pt x="39470" y="22889"/>
                    <a:pt x="39412" y="23532"/>
                  </a:cubicBezTo>
                </a:path>
                <a:path w="39499" h="23532" stroke="0" extrusionOk="0">
                  <a:moveTo>
                    <a:pt x="0" y="9509"/>
                  </a:moveTo>
                  <a:cubicBezTo>
                    <a:pt x="4016" y="3563"/>
                    <a:pt x="10723" y="-1"/>
                    <a:pt x="17899" y="0"/>
                  </a:cubicBezTo>
                  <a:cubicBezTo>
                    <a:pt x="29828" y="0"/>
                    <a:pt x="39499" y="9670"/>
                    <a:pt x="39499" y="21600"/>
                  </a:cubicBezTo>
                  <a:cubicBezTo>
                    <a:pt x="39499" y="22244"/>
                    <a:pt x="39470" y="22889"/>
                    <a:pt x="39412" y="23532"/>
                  </a:cubicBezTo>
                  <a:lnTo>
                    <a:pt x="17899" y="21600"/>
                  </a:lnTo>
                  <a:close/>
                </a:path>
              </a:pathLst>
            </a:custGeom>
            <a:noFill/>
            <a:ln w="19050">
              <a:solidFill>
                <a:srgbClr val="FFFF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5129" name="Object 44">
              <a:extLst>
                <a:ext uri="{FF2B5EF4-FFF2-40B4-BE49-F238E27FC236}">
                  <a16:creationId xmlns:a16="http://schemas.microsoft.com/office/drawing/2014/main" id="{948CBC6A-2C0B-9F7A-290E-3D7AE94CFAE5}"/>
                </a:ext>
              </a:extLst>
            </p:cNvPr>
            <p:cNvGraphicFramePr>
              <a:graphicFrameLocks/>
            </p:cNvGraphicFramePr>
            <p:nvPr/>
          </p:nvGraphicFramePr>
          <p:xfrm>
            <a:off x="5057" y="3022"/>
            <a:ext cx="168" cy="145"/>
          </p:xfrm>
          <a:graphic>
            <a:graphicData uri="http://schemas.openxmlformats.org/presentationml/2006/ole">
              <mc:AlternateContent xmlns:mc="http://schemas.openxmlformats.org/markup-compatibility/2006">
                <mc:Choice xmlns:v="urn:schemas-microsoft-com:vml" Requires="v">
                  <p:oleObj name="公式" r:id="rId16" imgW="266400" imgH="228600" progId="Equation.3">
                    <p:embed/>
                  </p:oleObj>
                </mc:Choice>
                <mc:Fallback>
                  <p:oleObj name="公式" r:id="rId16" imgW="266400" imgH="228600" progId="Equation.3">
                    <p:embed/>
                    <p:pic>
                      <p:nvPicPr>
                        <p:cNvPr id="0" name="Object 44"/>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057" y="3022"/>
                          <a:ext cx="168"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30" name="Object 45">
              <a:extLst>
                <a:ext uri="{FF2B5EF4-FFF2-40B4-BE49-F238E27FC236}">
                  <a16:creationId xmlns:a16="http://schemas.microsoft.com/office/drawing/2014/main" id="{8CEA9C67-1723-781E-0242-E25B2793E750}"/>
                </a:ext>
              </a:extLst>
            </p:cNvPr>
            <p:cNvGraphicFramePr>
              <a:graphicFrameLocks/>
            </p:cNvGraphicFramePr>
            <p:nvPr/>
          </p:nvGraphicFramePr>
          <p:xfrm>
            <a:off x="3832" y="2795"/>
            <a:ext cx="295" cy="240"/>
          </p:xfrm>
          <a:graphic>
            <a:graphicData uri="http://schemas.openxmlformats.org/presentationml/2006/ole">
              <mc:AlternateContent xmlns:mc="http://schemas.openxmlformats.org/markup-compatibility/2006">
                <mc:Choice xmlns:v="urn:schemas-microsoft-com:vml" Requires="v">
                  <p:oleObj name="公式" r:id="rId18" imgW="469800" imgH="380880" progId="Equation.3">
                    <p:embed/>
                  </p:oleObj>
                </mc:Choice>
                <mc:Fallback>
                  <p:oleObj name="公式" r:id="rId18" imgW="469800" imgH="380880" progId="Equation.3">
                    <p:embed/>
                    <p:pic>
                      <p:nvPicPr>
                        <p:cNvPr id="0" name="Object 45"/>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832" y="2795"/>
                          <a:ext cx="295"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30158" name="Line 46">
              <a:extLst>
                <a:ext uri="{FF2B5EF4-FFF2-40B4-BE49-F238E27FC236}">
                  <a16:creationId xmlns:a16="http://schemas.microsoft.com/office/drawing/2014/main" id="{84D1E465-0CA2-F7F2-C9F0-8E9BBD4D4E96}"/>
                </a:ext>
              </a:extLst>
            </p:cNvPr>
            <p:cNvSpPr>
              <a:spLocks noChangeShapeType="1"/>
            </p:cNvSpPr>
            <p:nvPr/>
          </p:nvSpPr>
          <p:spPr bwMode="auto">
            <a:xfrm flipV="1">
              <a:off x="5057" y="3294"/>
              <a:ext cx="545" cy="91"/>
            </a:xfrm>
            <a:prstGeom prst="line">
              <a:avLst/>
            </a:prstGeom>
            <a:noFill/>
            <a:ln w="28575">
              <a:solidFill>
                <a:srgbClr val="00CC00"/>
              </a:solidFill>
              <a:prstDash val="dash"/>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grpSp>
      <p:sp>
        <p:nvSpPr>
          <p:cNvPr id="730159" name="Rectangle 47">
            <a:extLst>
              <a:ext uri="{FF2B5EF4-FFF2-40B4-BE49-F238E27FC236}">
                <a16:creationId xmlns:a16="http://schemas.microsoft.com/office/drawing/2014/main" id="{AE6DF875-BD3A-F59D-F08E-71E409F2C198}"/>
              </a:ext>
            </a:extLst>
          </p:cNvPr>
          <p:cNvSpPr>
            <a:spLocks noChangeArrowheads="1"/>
          </p:cNvSpPr>
          <p:nvPr/>
        </p:nvSpPr>
        <p:spPr bwMode="auto">
          <a:xfrm>
            <a:off x="1117600" y="3960813"/>
            <a:ext cx="7054850" cy="476250"/>
          </a:xfrm>
          <a:prstGeom prst="rect">
            <a:avLst/>
          </a:prstGeom>
          <a:noFill/>
          <a:ln w="19050">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latin typeface="楷体_GB2312" pitchFamily="49" charset="-122"/>
                <a:ea typeface="楷体_GB2312" pitchFamily="49" charset="-122"/>
              </a:rPr>
              <a:t>行星对太阳的位矢在相等的时间内扫过相等的面积</a:t>
            </a:r>
          </a:p>
        </p:txBody>
      </p:sp>
      <p:pic>
        <p:nvPicPr>
          <p:cNvPr id="730160" name="Picture 48" descr="j0293240">
            <a:extLst>
              <a:ext uri="{FF2B5EF4-FFF2-40B4-BE49-F238E27FC236}">
                <a16:creationId xmlns:a16="http://schemas.microsoft.com/office/drawing/2014/main" id="{FBD532C3-E40E-5A71-989E-0215507680B3}"/>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30114"/>
                                        </p:tgtEl>
                                        <p:attrNameLst>
                                          <p:attrName>style.visibility</p:attrName>
                                        </p:attrNameLst>
                                      </p:cBhvr>
                                      <p:to>
                                        <p:strVal val="visible"/>
                                      </p:to>
                                    </p:set>
                                    <p:animEffect transition="in" filter="wipe(left)">
                                      <p:cBhvr>
                                        <p:cTn id="7" dur="500"/>
                                        <p:tgtEl>
                                          <p:spTgt spid="7301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30115"/>
                                        </p:tgtEl>
                                        <p:attrNameLst>
                                          <p:attrName>style.visibility</p:attrName>
                                        </p:attrNameLst>
                                      </p:cBhvr>
                                      <p:to>
                                        <p:strVal val="visible"/>
                                      </p:to>
                                    </p:set>
                                    <p:animEffect transition="in" filter="wipe(left)">
                                      <p:cBhvr>
                                        <p:cTn id="12" dur="500"/>
                                        <p:tgtEl>
                                          <p:spTgt spid="7301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30116"/>
                                        </p:tgtEl>
                                        <p:attrNameLst>
                                          <p:attrName>style.visibility</p:attrName>
                                        </p:attrNameLst>
                                      </p:cBhvr>
                                      <p:to>
                                        <p:strVal val="visible"/>
                                      </p:to>
                                    </p:set>
                                    <p:animEffect transition="in" filter="wipe(left)">
                                      <p:cBhvr>
                                        <p:cTn id="17" dur="500"/>
                                        <p:tgtEl>
                                          <p:spTgt spid="7301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30120"/>
                                        </p:tgtEl>
                                        <p:attrNameLst>
                                          <p:attrName>style.visibility</p:attrName>
                                        </p:attrNameLst>
                                      </p:cBhvr>
                                      <p:to>
                                        <p:strVal val="visible"/>
                                      </p:to>
                                    </p:set>
                                    <p:animEffect transition="in" filter="wipe(left)">
                                      <p:cBhvr>
                                        <p:cTn id="22" dur="500"/>
                                        <p:tgtEl>
                                          <p:spTgt spid="73012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30118"/>
                                        </p:tgtEl>
                                        <p:attrNameLst>
                                          <p:attrName>style.visibility</p:attrName>
                                        </p:attrNameLst>
                                      </p:cBhvr>
                                      <p:to>
                                        <p:strVal val="visible"/>
                                      </p:to>
                                    </p:set>
                                    <p:animEffect transition="in" filter="wipe(left)">
                                      <p:cBhvr>
                                        <p:cTn id="27" dur="500"/>
                                        <p:tgtEl>
                                          <p:spTgt spid="7301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30117"/>
                                        </p:tgtEl>
                                        <p:attrNameLst>
                                          <p:attrName>style.visibility</p:attrName>
                                        </p:attrNameLst>
                                      </p:cBhvr>
                                      <p:to>
                                        <p:strVal val="visible"/>
                                      </p:to>
                                    </p:set>
                                    <p:animEffect transition="in" filter="wipe(left)">
                                      <p:cBhvr>
                                        <p:cTn id="32" dur="500"/>
                                        <p:tgtEl>
                                          <p:spTgt spid="73011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30119"/>
                                        </p:tgtEl>
                                        <p:attrNameLst>
                                          <p:attrName>style.visibility</p:attrName>
                                        </p:attrNameLst>
                                      </p:cBhvr>
                                      <p:to>
                                        <p:strVal val="visible"/>
                                      </p:to>
                                    </p:set>
                                    <p:animEffect transition="in" filter="wipe(left)">
                                      <p:cBhvr>
                                        <p:cTn id="37" dur="500"/>
                                        <p:tgtEl>
                                          <p:spTgt spid="73011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30122"/>
                                        </p:tgtEl>
                                        <p:attrNameLst>
                                          <p:attrName>style.visibility</p:attrName>
                                        </p:attrNameLst>
                                      </p:cBhvr>
                                      <p:to>
                                        <p:strVal val="visible"/>
                                      </p:to>
                                    </p:set>
                                    <p:animEffect transition="in" filter="wipe(left)">
                                      <p:cBhvr>
                                        <p:cTn id="42" dur="500"/>
                                        <p:tgtEl>
                                          <p:spTgt spid="73012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730123"/>
                                        </p:tgtEl>
                                        <p:attrNameLst>
                                          <p:attrName>style.visibility</p:attrName>
                                        </p:attrNameLst>
                                      </p:cBhvr>
                                      <p:to>
                                        <p:strVal val="visible"/>
                                      </p:to>
                                    </p:set>
                                    <p:animEffect transition="in" filter="wipe(left)">
                                      <p:cBhvr>
                                        <p:cTn id="47" dur="500"/>
                                        <p:tgtEl>
                                          <p:spTgt spid="73012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730124"/>
                                        </p:tgtEl>
                                        <p:attrNameLst>
                                          <p:attrName>style.visibility</p:attrName>
                                        </p:attrNameLst>
                                      </p:cBhvr>
                                      <p:to>
                                        <p:strVal val="visible"/>
                                      </p:to>
                                    </p:set>
                                    <p:animEffect transition="in" filter="wipe(left)">
                                      <p:cBhvr>
                                        <p:cTn id="52" dur="500"/>
                                        <p:tgtEl>
                                          <p:spTgt spid="73012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730121"/>
                                        </p:tgtEl>
                                        <p:attrNameLst>
                                          <p:attrName>style.visibility</p:attrName>
                                        </p:attrNameLst>
                                      </p:cBhvr>
                                      <p:to>
                                        <p:strVal val="visible"/>
                                      </p:to>
                                    </p:set>
                                    <p:animEffect transition="in" filter="wipe(left)">
                                      <p:cBhvr>
                                        <p:cTn id="57" dur="500"/>
                                        <p:tgtEl>
                                          <p:spTgt spid="73012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730125"/>
                                        </p:tgtEl>
                                        <p:attrNameLst>
                                          <p:attrName>style.visibility</p:attrName>
                                        </p:attrNameLst>
                                      </p:cBhvr>
                                      <p:to>
                                        <p:strVal val="visible"/>
                                      </p:to>
                                    </p:set>
                                    <p:animEffect transition="in" filter="wipe(left)">
                                      <p:cBhvr>
                                        <p:cTn id="62" dur="500"/>
                                        <p:tgtEl>
                                          <p:spTgt spid="730125"/>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730126"/>
                                        </p:tgtEl>
                                        <p:attrNameLst>
                                          <p:attrName>style.visibility</p:attrName>
                                        </p:attrNameLst>
                                      </p:cBhvr>
                                      <p:to>
                                        <p:strVal val="visible"/>
                                      </p:to>
                                    </p:set>
                                    <p:animEffect transition="in" filter="wipe(left)">
                                      <p:cBhvr>
                                        <p:cTn id="67" dur="500"/>
                                        <p:tgtEl>
                                          <p:spTgt spid="730126"/>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730136"/>
                                        </p:tgtEl>
                                        <p:attrNameLst>
                                          <p:attrName>style.visibility</p:attrName>
                                        </p:attrNameLst>
                                      </p:cBhvr>
                                      <p:to>
                                        <p:strVal val="visible"/>
                                      </p:to>
                                    </p:set>
                                    <p:animEffect transition="in" filter="wipe(left)">
                                      <p:cBhvr>
                                        <p:cTn id="72" dur="500"/>
                                        <p:tgtEl>
                                          <p:spTgt spid="730136"/>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730137"/>
                                        </p:tgtEl>
                                        <p:attrNameLst>
                                          <p:attrName>style.visibility</p:attrName>
                                        </p:attrNameLst>
                                      </p:cBhvr>
                                      <p:to>
                                        <p:strVal val="visible"/>
                                      </p:to>
                                    </p:set>
                                    <p:animEffect transition="in" filter="wipe(left)">
                                      <p:cBhvr>
                                        <p:cTn id="77" dur="500"/>
                                        <p:tgtEl>
                                          <p:spTgt spid="730137"/>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nodeType="clickEffect">
                                  <p:stCondLst>
                                    <p:cond delay="0"/>
                                  </p:stCondLst>
                                  <p:childTnLst>
                                    <p:set>
                                      <p:cBhvr>
                                        <p:cTn id="81" dur="1" fill="hold">
                                          <p:stCondLst>
                                            <p:cond delay="0"/>
                                          </p:stCondLst>
                                        </p:cTn>
                                        <p:tgtEl>
                                          <p:spTgt spid="730127"/>
                                        </p:tgtEl>
                                        <p:attrNameLst>
                                          <p:attrName>style.visibility</p:attrName>
                                        </p:attrNameLst>
                                      </p:cBhvr>
                                      <p:to>
                                        <p:strVal val="visible"/>
                                      </p:to>
                                    </p:set>
                                    <p:animEffect transition="in" filter="wipe(left)">
                                      <p:cBhvr>
                                        <p:cTn id="82" dur="500"/>
                                        <p:tgtEl>
                                          <p:spTgt spid="730127"/>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730129"/>
                                        </p:tgtEl>
                                        <p:attrNameLst>
                                          <p:attrName>style.visibility</p:attrName>
                                        </p:attrNameLst>
                                      </p:cBhvr>
                                      <p:to>
                                        <p:strVal val="visible"/>
                                      </p:to>
                                    </p:set>
                                    <p:animEffect transition="in" filter="wipe(left)">
                                      <p:cBhvr>
                                        <p:cTn id="87" dur="500"/>
                                        <p:tgtEl>
                                          <p:spTgt spid="730129"/>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730130"/>
                                        </p:tgtEl>
                                        <p:attrNameLst>
                                          <p:attrName>style.visibility</p:attrName>
                                        </p:attrNameLst>
                                      </p:cBhvr>
                                      <p:to>
                                        <p:strVal val="visible"/>
                                      </p:to>
                                    </p:set>
                                    <p:animEffect transition="in" filter="wipe(left)">
                                      <p:cBhvr>
                                        <p:cTn id="92" dur="500"/>
                                        <p:tgtEl>
                                          <p:spTgt spid="730130"/>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730131"/>
                                        </p:tgtEl>
                                        <p:attrNameLst>
                                          <p:attrName>style.visibility</p:attrName>
                                        </p:attrNameLst>
                                      </p:cBhvr>
                                      <p:to>
                                        <p:strVal val="visible"/>
                                      </p:to>
                                    </p:set>
                                    <p:animEffect transition="in" filter="wipe(left)">
                                      <p:cBhvr>
                                        <p:cTn id="97" dur="500"/>
                                        <p:tgtEl>
                                          <p:spTgt spid="730131"/>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8" fill="hold" nodeType="clickEffect">
                                  <p:stCondLst>
                                    <p:cond delay="0"/>
                                  </p:stCondLst>
                                  <p:childTnLst>
                                    <p:set>
                                      <p:cBhvr>
                                        <p:cTn id="101" dur="1" fill="hold">
                                          <p:stCondLst>
                                            <p:cond delay="0"/>
                                          </p:stCondLst>
                                        </p:cTn>
                                        <p:tgtEl>
                                          <p:spTgt spid="730132"/>
                                        </p:tgtEl>
                                        <p:attrNameLst>
                                          <p:attrName>style.visibility</p:attrName>
                                        </p:attrNameLst>
                                      </p:cBhvr>
                                      <p:to>
                                        <p:strVal val="visible"/>
                                      </p:to>
                                    </p:set>
                                    <p:animEffect transition="in" filter="wipe(left)">
                                      <p:cBhvr>
                                        <p:cTn id="102" dur="500"/>
                                        <p:tgtEl>
                                          <p:spTgt spid="730132"/>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8" fill="hold" nodeType="clickEffect">
                                  <p:stCondLst>
                                    <p:cond delay="0"/>
                                  </p:stCondLst>
                                  <p:childTnLst>
                                    <p:set>
                                      <p:cBhvr>
                                        <p:cTn id="106" dur="1" fill="hold">
                                          <p:stCondLst>
                                            <p:cond delay="0"/>
                                          </p:stCondLst>
                                        </p:cTn>
                                        <p:tgtEl>
                                          <p:spTgt spid="730133"/>
                                        </p:tgtEl>
                                        <p:attrNameLst>
                                          <p:attrName>style.visibility</p:attrName>
                                        </p:attrNameLst>
                                      </p:cBhvr>
                                      <p:to>
                                        <p:strVal val="visible"/>
                                      </p:to>
                                    </p:set>
                                    <p:animEffect transition="in" filter="wipe(left)">
                                      <p:cBhvr>
                                        <p:cTn id="107" dur="500"/>
                                        <p:tgtEl>
                                          <p:spTgt spid="730133"/>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730128"/>
                                        </p:tgtEl>
                                        <p:attrNameLst>
                                          <p:attrName>style.visibility</p:attrName>
                                        </p:attrNameLst>
                                      </p:cBhvr>
                                      <p:to>
                                        <p:strVal val="visible"/>
                                      </p:to>
                                    </p:set>
                                    <p:animEffect transition="in" filter="wipe(left)">
                                      <p:cBhvr>
                                        <p:cTn id="112" dur="500"/>
                                        <p:tgtEl>
                                          <p:spTgt spid="730128"/>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8" fill="hold" nodeType="clickEffect">
                                  <p:stCondLst>
                                    <p:cond delay="0"/>
                                  </p:stCondLst>
                                  <p:childTnLst>
                                    <p:set>
                                      <p:cBhvr>
                                        <p:cTn id="116" dur="1" fill="hold">
                                          <p:stCondLst>
                                            <p:cond delay="0"/>
                                          </p:stCondLst>
                                        </p:cTn>
                                        <p:tgtEl>
                                          <p:spTgt spid="730134"/>
                                        </p:tgtEl>
                                        <p:attrNameLst>
                                          <p:attrName>style.visibility</p:attrName>
                                        </p:attrNameLst>
                                      </p:cBhvr>
                                      <p:to>
                                        <p:strVal val="visible"/>
                                      </p:to>
                                    </p:set>
                                    <p:animEffect transition="in" filter="wipe(left)">
                                      <p:cBhvr>
                                        <p:cTn id="117" dur="500"/>
                                        <p:tgtEl>
                                          <p:spTgt spid="730134"/>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8" fill="hold" nodeType="clickEffect">
                                  <p:stCondLst>
                                    <p:cond delay="0"/>
                                  </p:stCondLst>
                                  <p:childTnLst>
                                    <p:set>
                                      <p:cBhvr>
                                        <p:cTn id="121" dur="1" fill="hold">
                                          <p:stCondLst>
                                            <p:cond delay="0"/>
                                          </p:stCondLst>
                                        </p:cTn>
                                        <p:tgtEl>
                                          <p:spTgt spid="730135"/>
                                        </p:tgtEl>
                                        <p:attrNameLst>
                                          <p:attrName>style.visibility</p:attrName>
                                        </p:attrNameLst>
                                      </p:cBhvr>
                                      <p:to>
                                        <p:strVal val="visible"/>
                                      </p:to>
                                    </p:set>
                                    <p:animEffect transition="in" filter="wipe(left)">
                                      <p:cBhvr>
                                        <p:cTn id="122" dur="500"/>
                                        <p:tgtEl>
                                          <p:spTgt spid="730135"/>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4" fill="hold" nodeType="clickEffect">
                                  <p:stCondLst>
                                    <p:cond delay="0"/>
                                  </p:stCondLst>
                                  <p:childTnLst>
                                    <p:set>
                                      <p:cBhvr>
                                        <p:cTn id="126" dur="1" fill="hold">
                                          <p:stCondLst>
                                            <p:cond delay="0"/>
                                          </p:stCondLst>
                                        </p:cTn>
                                        <p:tgtEl>
                                          <p:spTgt spid="2"/>
                                        </p:tgtEl>
                                        <p:attrNameLst>
                                          <p:attrName>style.visibility</p:attrName>
                                        </p:attrNameLst>
                                      </p:cBhvr>
                                      <p:to>
                                        <p:strVal val="visible"/>
                                      </p:to>
                                    </p:set>
                                    <p:animEffect transition="in" filter="wipe(down)">
                                      <p:cBhvr>
                                        <p:cTn id="127" dur="500"/>
                                        <p:tgtEl>
                                          <p:spTgt spid="2"/>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nodeType="clickEffect">
                                  <p:stCondLst>
                                    <p:cond delay="0"/>
                                  </p:stCondLst>
                                  <p:childTnLst>
                                    <p:set>
                                      <p:cBhvr>
                                        <p:cTn id="131" dur="1" fill="hold">
                                          <p:stCondLst>
                                            <p:cond delay="0"/>
                                          </p:stCondLst>
                                        </p:cTn>
                                        <p:tgtEl>
                                          <p:spTgt spid="730138"/>
                                        </p:tgtEl>
                                        <p:attrNameLst>
                                          <p:attrName>style.visibility</p:attrName>
                                        </p:attrNameLst>
                                      </p:cBhvr>
                                      <p:to>
                                        <p:strVal val="visible"/>
                                      </p:to>
                                    </p:set>
                                    <p:animEffect transition="in" filter="wipe(left)">
                                      <p:cBhvr>
                                        <p:cTn id="132" dur="500"/>
                                        <p:tgtEl>
                                          <p:spTgt spid="730138"/>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nodeType="clickEffect">
                                  <p:stCondLst>
                                    <p:cond delay="0"/>
                                  </p:stCondLst>
                                  <p:childTnLst>
                                    <p:set>
                                      <p:cBhvr>
                                        <p:cTn id="136" dur="1" fill="hold">
                                          <p:stCondLst>
                                            <p:cond delay="0"/>
                                          </p:stCondLst>
                                        </p:cTn>
                                        <p:tgtEl>
                                          <p:spTgt spid="730159"/>
                                        </p:tgtEl>
                                        <p:attrNameLst>
                                          <p:attrName>style.visibility</p:attrName>
                                        </p:attrNameLst>
                                      </p:cBhvr>
                                      <p:to>
                                        <p:strVal val="visible"/>
                                      </p:to>
                                    </p:set>
                                    <p:animEffect transition="in" filter="wipe(left)">
                                      <p:cBhvr>
                                        <p:cTn id="137" dur="500"/>
                                        <p:tgtEl>
                                          <p:spTgt spid="730159"/>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8" fill="hold" nodeType="clickEffect">
                                  <p:stCondLst>
                                    <p:cond delay="0"/>
                                  </p:stCondLst>
                                  <p:childTnLst>
                                    <p:set>
                                      <p:cBhvr>
                                        <p:cTn id="141" dur="1" fill="hold">
                                          <p:stCondLst>
                                            <p:cond delay="0"/>
                                          </p:stCondLst>
                                        </p:cTn>
                                        <p:tgtEl>
                                          <p:spTgt spid="730140"/>
                                        </p:tgtEl>
                                        <p:attrNameLst>
                                          <p:attrName>style.visibility</p:attrName>
                                        </p:attrNameLst>
                                      </p:cBhvr>
                                      <p:to>
                                        <p:strVal val="visible"/>
                                      </p:to>
                                    </p:set>
                                    <p:animEffect transition="in" filter="wipe(left)">
                                      <p:cBhvr>
                                        <p:cTn id="142" dur="500"/>
                                        <p:tgtEl>
                                          <p:spTgt spid="730140"/>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8" fill="hold" nodeType="clickEffect">
                                  <p:stCondLst>
                                    <p:cond delay="0"/>
                                  </p:stCondLst>
                                  <p:childTnLst>
                                    <p:set>
                                      <p:cBhvr>
                                        <p:cTn id="146" dur="1" fill="hold">
                                          <p:stCondLst>
                                            <p:cond delay="0"/>
                                          </p:stCondLst>
                                        </p:cTn>
                                        <p:tgtEl>
                                          <p:spTgt spid="730139"/>
                                        </p:tgtEl>
                                        <p:attrNameLst>
                                          <p:attrName>style.visibility</p:attrName>
                                        </p:attrNameLst>
                                      </p:cBhvr>
                                      <p:to>
                                        <p:strVal val="visible"/>
                                      </p:to>
                                    </p:set>
                                    <p:animEffect transition="in" filter="wipe(left)">
                                      <p:cBhvr>
                                        <p:cTn id="147" dur="500"/>
                                        <p:tgtEl>
                                          <p:spTgt spid="730139"/>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 presetClass="entr" presetSubtype="2" fill="hold" nodeType="clickEffect">
                                  <p:stCondLst>
                                    <p:cond delay="0"/>
                                  </p:stCondLst>
                                  <p:childTnLst>
                                    <p:set>
                                      <p:cBhvr>
                                        <p:cTn id="151" dur="1" fill="hold">
                                          <p:stCondLst>
                                            <p:cond delay="0"/>
                                          </p:stCondLst>
                                        </p:cTn>
                                        <p:tgtEl>
                                          <p:spTgt spid="730160"/>
                                        </p:tgtEl>
                                        <p:attrNameLst>
                                          <p:attrName>style.visibility</p:attrName>
                                        </p:attrNameLst>
                                      </p:cBhvr>
                                      <p:to>
                                        <p:strVal val="visible"/>
                                      </p:to>
                                    </p:set>
                                    <p:anim calcmode="lin" valueType="num">
                                      <p:cBhvr additive="base">
                                        <p:cTn id="152" dur="500" fill="hold"/>
                                        <p:tgtEl>
                                          <p:spTgt spid="730160"/>
                                        </p:tgtEl>
                                        <p:attrNameLst>
                                          <p:attrName>ppt_x</p:attrName>
                                        </p:attrNameLst>
                                      </p:cBhvr>
                                      <p:tavLst>
                                        <p:tav tm="0">
                                          <p:val>
                                            <p:strVal val="1+#ppt_w/2"/>
                                          </p:val>
                                        </p:tav>
                                        <p:tav tm="100000">
                                          <p:val>
                                            <p:strVal val="#ppt_x"/>
                                          </p:val>
                                        </p:tav>
                                      </p:tavLst>
                                    </p:anim>
                                    <p:anim calcmode="lin" valueType="num">
                                      <p:cBhvr additive="base">
                                        <p:cTn id="153" dur="500" fill="hold"/>
                                        <p:tgtEl>
                                          <p:spTgt spid="7301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0114" grpId="0" autoUpdateAnimBg="0"/>
      <p:bldP spid="730116" grpId="0" autoUpdateAnimBg="0"/>
      <p:bldP spid="730118" grpId="0" autoUpdateAnimBg="0"/>
      <p:bldP spid="730119" grpId="0" autoUpdateAnimBg="0"/>
      <p:bldP spid="730120" grpId="0" autoUpdateAnimBg="0"/>
      <p:bldP spid="730122" grpId="0" animBg="1"/>
      <p:bldP spid="730126" grpId="0"/>
      <p:bldP spid="730127" grpId="0"/>
      <p:bldP spid="730128" grpId="0"/>
      <p:bldP spid="730130" grpId="0"/>
      <p:bldP spid="730131" grpId="0"/>
      <p:bldP spid="730134" grpId="0"/>
      <p:bldP spid="730135" grpId="0"/>
      <p:bldP spid="730138" grpId="0" autoUpdateAnimBg="0"/>
      <p:bldP spid="73015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6434" name="Text Box 2">
            <a:extLst>
              <a:ext uri="{FF2B5EF4-FFF2-40B4-BE49-F238E27FC236}">
                <a16:creationId xmlns:a16="http://schemas.microsoft.com/office/drawing/2014/main" id="{3369FD66-033D-B9FF-71CB-4B7842C93796}"/>
              </a:ext>
            </a:extLst>
          </p:cNvPr>
          <p:cNvSpPr txBox="1">
            <a:spLocks noChangeArrowheads="1"/>
          </p:cNvSpPr>
          <p:nvPr/>
        </p:nvSpPr>
        <p:spPr bwMode="auto">
          <a:xfrm>
            <a:off x="695325" y="811213"/>
            <a:ext cx="7621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宋体" panose="02010600030101010101" pitchFamily="2" charset="-122"/>
              </a:rPr>
              <a:t>当飞船静止于空间距行星中心 </a:t>
            </a:r>
            <a:r>
              <a:rPr kumimoji="1" lang="en-US" altLang="zh-CN">
                <a:solidFill>
                  <a:srgbClr val="66FFFF"/>
                </a:solidFill>
                <a:latin typeface="Times New Roman" panose="02020603050405020304" pitchFamily="18" charset="0"/>
                <a:ea typeface="宋体" panose="02010600030101010101" pitchFamily="2" charset="-122"/>
              </a:rPr>
              <a:t>4 </a:t>
            </a:r>
            <a:r>
              <a:rPr kumimoji="1" lang="en-US" altLang="zh-CN" i="1">
                <a:solidFill>
                  <a:srgbClr val="66FFFF"/>
                </a:solidFill>
                <a:latin typeface="Times New Roman" panose="02020603050405020304" pitchFamily="18" charset="0"/>
                <a:ea typeface="宋体" panose="02010600030101010101" pitchFamily="2" charset="-122"/>
              </a:rPr>
              <a:t>R</a:t>
            </a:r>
            <a:r>
              <a:rPr kumimoji="1" lang="en-US" altLang="zh-CN" i="1">
                <a:latin typeface="Times New Roman" panose="02020603050405020304" pitchFamily="18" charset="0"/>
                <a:ea typeface="宋体" panose="02010600030101010101" pitchFamily="2" charset="-122"/>
              </a:rPr>
              <a:t> </a:t>
            </a:r>
            <a:r>
              <a:rPr kumimoji="1" lang="zh-CN" altLang="en-US">
                <a:latin typeface="Times New Roman" panose="02020603050405020304" pitchFamily="18" charset="0"/>
                <a:ea typeface="宋体" panose="02010600030101010101" pitchFamily="2" charset="-122"/>
              </a:rPr>
              <a:t>时，以速度</a:t>
            </a:r>
            <a:r>
              <a:rPr kumimoji="1" lang="en-US" altLang="zh-CN" b="0" i="1">
                <a:solidFill>
                  <a:srgbClr val="66FFFF"/>
                </a:solidFill>
                <a:latin typeface="Bookman Old Style" panose="02050604050505020204" pitchFamily="18" charset="0"/>
                <a:ea typeface="宋体" panose="02010600030101010101" pitchFamily="2" charset="-122"/>
              </a:rPr>
              <a:t>v</a:t>
            </a:r>
            <a:r>
              <a:rPr kumimoji="1" lang="en-US" altLang="zh-CN">
                <a:solidFill>
                  <a:srgbClr val="66FFFF"/>
                </a:solidFill>
                <a:latin typeface="Times New Roman" panose="02020603050405020304" pitchFamily="18" charset="0"/>
                <a:ea typeface="宋体" panose="02010600030101010101" pitchFamily="2" charset="-122"/>
              </a:rPr>
              <a:t> </a:t>
            </a:r>
            <a:r>
              <a:rPr kumimoji="1" lang="en-US" altLang="zh-CN" baseline="-25000">
                <a:solidFill>
                  <a:srgbClr val="66FFFF"/>
                </a:solidFill>
                <a:latin typeface="Times New Roman" panose="02020603050405020304" pitchFamily="18" charset="0"/>
                <a:ea typeface="宋体" panose="02010600030101010101" pitchFamily="2" charset="-122"/>
              </a:rPr>
              <a:t>0</a:t>
            </a:r>
            <a:r>
              <a:rPr kumimoji="1" lang="zh-CN" altLang="en-US">
                <a:latin typeface="Times New Roman" panose="02020603050405020304" pitchFamily="18" charset="0"/>
                <a:ea typeface="宋体" panose="02010600030101010101" pitchFamily="2" charset="-122"/>
              </a:rPr>
              <a:t>发射一</a:t>
            </a:r>
            <a:r>
              <a:rPr kumimoji="1" lang="zh-CN" altLang="en-US">
                <a:solidFill>
                  <a:schemeClr val="tx1"/>
                </a:solidFill>
                <a:latin typeface="Times New Roman" panose="02020603050405020304" pitchFamily="18" charset="0"/>
                <a:ea typeface="宋体" panose="02010600030101010101" pitchFamily="2" charset="-122"/>
              </a:rPr>
              <a:t> </a:t>
            </a:r>
          </a:p>
        </p:txBody>
      </p:sp>
      <p:sp>
        <p:nvSpPr>
          <p:cNvPr id="786435" name="Text Box 3">
            <a:extLst>
              <a:ext uri="{FF2B5EF4-FFF2-40B4-BE49-F238E27FC236}">
                <a16:creationId xmlns:a16="http://schemas.microsoft.com/office/drawing/2014/main" id="{555F6FE1-129A-CD02-B4F9-8B9F2360AD77}"/>
              </a:ext>
            </a:extLst>
          </p:cNvPr>
          <p:cNvSpPr txBox="1">
            <a:spLocks noChangeArrowheads="1"/>
          </p:cNvSpPr>
          <p:nvPr/>
        </p:nvSpPr>
        <p:spPr bwMode="auto">
          <a:xfrm>
            <a:off x="80963" y="191611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FFFF00"/>
                </a:solidFill>
                <a:latin typeface="Times New Roman" panose="02020603050405020304" pitchFamily="18" charset="0"/>
                <a:ea typeface="宋体" panose="02010600030101010101" pitchFamily="2" charset="-122"/>
              </a:rPr>
              <a:t>  </a:t>
            </a:r>
            <a:r>
              <a:rPr kumimoji="1" lang="zh-CN" altLang="en-US">
                <a:solidFill>
                  <a:srgbClr val="FFFF00"/>
                </a:solidFill>
                <a:latin typeface="Times New Roman" panose="02020603050405020304" pitchFamily="18" charset="0"/>
                <a:ea typeface="宋体" panose="02010600030101010101" pitchFamily="2" charset="-122"/>
              </a:rPr>
              <a:t>求 </a:t>
            </a:r>
            <a:r>
              <a:rPr kumimoji="1" lang="zh-CN" altLang="en-US">
                <a:latin typeface="Times New Roman" panose="02020603050405020304" pitchFamily="18" charset="0"/>
                <a:ea typeface="宋体" panose="02010600030101010101" pitchFamily="2" charset="-122"/>
              </a:rPr>
              <a:t> </a:t>
            </a:r>
            <a:r>
              <a:rPr kumimoji="1" lang="el-GR" altLang="zh-CN" i="1">
                <a:solidFill>
                  <a:srgbClr val="66FFFF"/>
                </a:solidFill>
                <a:latin typeface="Times New Roman" panose="02020603050405020304" pitchFamily="18" charset="0"/>
                <a:ea typeface="宋体" panose="02010600030101010101" pitchFamily="2" charset="-122"/>
              </a:rPr>
              <a:t>θ</a:t>
            </a:r>
            <a:r>
              <a:rPr kumimoji="1" lang="zh-CN" altLang="en-US">
                <a:latin typeface="Times New Roman" panose="02020603050405020304" pitchFamily="18" charset="0"/>
                <a:ea typeface="宋体" panose="02010600030101010101" pitchFamily="2" charset="-122"/>
              </a:rPr>
              <a:t>角及着陆滑行时的速度多大？</a:t>
            </a:r>
          </a:p>
        </p:txBody>
      </p:sp>
      <p:sp>
        <p:nvSpPr>
          <p:cNvPr id="786436" name="Oval 4">
            <a:extLst>
              <a:ext uri="{FF2B5EF4-FFF2-40B4-BE49-F238E27FC236}">
                <a16:creationId xmlns:a16="http://schemas.microsoft.com/office/drawing/2014/main" id="{6BC075A8-EF4F-CCD3-D27E-FA1DCE050162}"/>
              </a:ext>
            </a:extLst>
          </p:cNvPr>
          <p:cNvSpPr>
            <a:spLocks noChangeArrowheads="1"/>
          </p:cNvSpPr>
          <p:nvPr/>
        </p:nvSpPr>
        <p:spPr bwMode="auto">
          <a:xfrm>
            <a:off x="6840538" y="2462213"/>
            <a:ext cx="1676400" cy="1676400"/>
          </a:xfrm>
          <a:prstGeom prst="ellipse">
            <a:avLst/>
          </a:prstGeom>
          <a:gradFill rotWithShape="1">
            <a:gsLst>
              <a:gs pos="0">
                <a:srgbClr val="66FF33"/>
              </a:gs>
              <a:gs pos="100000">
                <a:srgbClr val="66FF33">
                  <a:gamma/>
                  <a:shade val="46275"/>
                  <a:invGamma/>
                </a:srgbClr>
              </a:gs>
            </a:gsLst>
            <a:path path="shape">
              <a:fillToRect l="50000" t="50000" r="50000" b="50000"/>
            </a:path>
          </a:gradFill>
          <a:ln w="28575">
            <a:no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86437" name="Line 5">
            <a:extLst>
              <a:ext uri="{FF2B5EF4-FFF2-40B4-BE49-F238E27FC236}">
                <a16:creationId xmlns:a16="http://schemas.microsoft.com/office/drawing/2014/main" id="{D78680BD-E11D-CA46-1213-A88167CD9D45}"/>
              </a:ext>
            </a:extLst>
          </p:cNvPr>
          <p:cNvSpPr>
            <a:spLocks noChangeShapeType="1"/>
          </p:cNvSpPr>
          <p:nvPr/>
        </p:nvSpPr>
        <p:spPr bwMode="auto">
          <a:xfrm flipV="1">
            <a:off x="3792538" y="3300413"/>
            <a:ext cx="4953000" cy="0"/>
          </a:xfrm>
          <a:prstGeom prst="line">
            <a:avLst/>
          </a:prstGeom>
          <a:noFill/>
          <a:ln w="22225">
            <a:solidFill>
              <a:srgbClr val="FFFF00"/>
            </a:solidFill>
            <a:prstDash val="lgDashDot"/>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86438" name="AutoShape 6">
            <a:extLst>
              <a:ext uri="{FF2B5EF4-FFF2-40B4-BE49-F238E27FC236}">
                <a16:creationId xmlns:a16="http://schemas.microsoft.com/office/drawing/2014/main" id="{8988E275-E57C-6C78-7617-7B0A9BCCF8F5}"/>
              </a:ext>
            </a:extLst>
          </p:cNvPr>
          <p:cNvSpPr>
            <a:spLocks noChangeArrowheads="1"/>
          </p:cNvSpPr>
          <p:nvPr/>
        </p:nvSpPr>
        <p:spPr bwMode="auto">
          <a:xfrm rot="5571021">
            <a:off x="3525838" y="3109913"/>
            <a:ext cx="457200" cy="381000"/>
          </a:xfrm>
          <a:prstGeom prst="can">
            <a:avLst>
              <a:gd name="adj" fmla="val 25000"/>
            </a:avLst>
          </a:prstGeom>
          <a:gradFill rotWithShape="1">
            <a:gsLst>
              <a:gs pos="0">
                <a:schemeClr val="accent1">
                  <a:gamma/>
                  <a:shade val="46275"/>
                  <a:invGamma/>
                </a:schemeClr>
              </a:gs>
              <a:gs pos="50000">
                <a:schemeClr val="accent1"/>
              </a:gs>
              <a:gs pos="100000">
                <a:schemeClr val="accent1">
                  <a:gamma/>
                  <a:shade val="46275"/>
                  <a:invGamma/>
                </a:schemeClr>
              </a:gs>
            </a:gsLst>
            <a:lin ang="5400000" scaled="1"/>
          </a:gradFill>
          <a:ln w="9525">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86439" name="Line 7">
            <a:extLst>
              <a:ext uri="{FF2B5EF4-FFF2-40B4-BE49-F238E27FC236}">
                <a16:creationId xmlns:a16="http://schemas.microsoft.com/office/drawing/2014/main" id="{381F417F-2A6C-33CB-1D0C-00BF681C7D13}"/>
              </a:ext>
            </a:extLst>
          </p:cNvPr>
          <p:cNvSpPr>
            <a:spLocks noChangeShapeType="1"/>
          </p:cNvSpPr>
          <p:nvPr/>
        </p:nvSpPr>
        <p:spPr bwMode="auto">
          <a:xfrm flipV="1">
            <a:off x="3944938" y="2614613"/>
            <a:ext cx="914400" cy="685800"/>
          </a:xfrm>
          <a:prstGeom prst="line">
            <a:avLst/>
          </a:prstGeom>
          <a:noFill/>
          <a:ln w="41275">
            <a:solidFill>
              <a:srgbClr val="FF00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86440" name="Object 8">
            <a:extLst>
              <a:ext uri="{FF2B5EF4-FFF2-40B4-BE49-F238E27FC236}">
                <a16:creationId xmlns:a16="http://schemas.microsoft.com/office/drawing/2014/main" id="{DCECF34A-CF54-CA8C-E60F-32DDB01A6650}"/>
              </a:ext>
            </a:extLst>
          </p:cNvPr>
          <p:cNvGraphicFramePr>
            <a:graphicFrameLocks/>
          </p:cNvGraphicFramePr>
          <p:nvPr/>
        </p:nvGraphicFramePr>
        <p:xfrm>
          <a:off x="4478338" y="2982913"/>
          <a:ext cx="230187" cy="315912"/>
        </p:xfrm>
        <a:graphic>
          <a:graphicData uri="http://schemas.openxmlformats.org/presentationml/2006/ole">
            <mc:AlternateContent xmlns:mc="http://schemas.openxmlformats.org/markup-compatibility/2006">
              <mc:Choice xmlns:v="urn:schemas-microsoft-com:vml" Requires="v">
                <p:oleObj name="公式" r:id="rId2" imgW="228600" imgH="317160" progId="Equation.3">
                  <p:embed/>
                </p:oleObj>
              </mc:Choice>
              <mc:Fallback>
                <p:oleObj name="公式" r:id="rId2" imgW="228600" imgH="317160" progId="Equation.3">
                  <p:embed/>
                  <p:pic>
                    <p:nvPicPr>
                      <p:cNvPr id="0" name="Object 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8338" y="2982913"/>
                        <a:ext cx="230187" cy="315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6441" name="Object 9">
            <a:extLst>
              <a:ext uri="{FF2B5EF4-FFF2-40B4-BE49-F238E27FC236}">
                <a16:creationId xmlns:a16="http://schemas.microsoft.com/office/drawing/2014/main" id="{192B1888-C285-4B6D-D67D-4C3B5104221B}"/>
              </a:ext>
            </a:extLst>
          </p:cNvPr>
          <p:cNvGraphicFramePr>
            <a:graphicFrameLocks/>
          </p:cNvGraphicFramePr>
          <p:nvPr/>
        </p:nvGraphicFramePr>
        <p:xfrm>
          <a:off x="6194425" y="2060575"/>
          <a:ext cx="292100" cy="230188"/>
        </p:xfrm>
        <a:graphic>
          <a:graphicData uri="http://schemas.openxmlformats.org/presentationml/2006/ole">
            <mc:AlternateContent xmlns:mc="http://schemas.openxmlformats.org/markup-compatibility/2006">
              <mc:Choice xmlns:v="urn:schemas-microsoft-com:vml" Requires="v">
                <p:oleObj name="公式" r:id="rId4" imgW="291960" imgH="228600" progId="Equation.3">
                  <p:embed/>
                </p:oleObj>
              </mc:Choice>
              <mc:Fallback>
                <p:oleObj name="公式" r:id="rId4" imgW="291960" imgH="228600" progId="Equation.3">
                  <p:embed/>
                  <p:pic>
                    <p:nvPicPr>
                      <p:cNvPr id="0" name="Object 9"/>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94425" y="2060575"/>
                        <a:ext cx="292100" cy="230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6442" name="Object 10">
            <a:extLst>
              <a:ext uri="{FF2B5EF4-FFF2-40B4-BE49-F238E27FC236}">
                <a16:creationId xmlns:a16="http://schemas.microsoft.com/office/drawing/2014/main" id="{3986174F-BE79-A57F-D110-A113DD7C3F23}"/>
              </a:ext>
            </a:extLst>
          </p:cNvPr>
          <p:cNvGraphicFramePr>
            <a:graphicFrameLocks/>
          </p:cNvGraphicFramePr>
          <p:nvPr/>
        </p:nvGraphicFramePr>
        <p:xfrm>
          <a:off x="7429500" y="2620963"/>
          <a:ext cx="280988" cy="292100"/>
        </p:xfrm>
        <a:graphic>
          <a:graphicData uri="http://schemas.openxmlformats.org/presentationml/2006/ole">
            <mc:AlternateContent xmlns:mc="http://schemas.openxmlformats.org/markup-compatibility/2006">
              <mc:Choice xmlns:v="urn:schemas-microsoft-com:vml" Requires="v">
                <p:oleObj name="公式" r:id="rId6" imgW="279360" imgH="291960" progId="Equation.3">
                  <p:embed/>
                </p:oleObj>
              </mc:Choice>
              <mc:Fallback>
                <p:oleObj name="公式" r:id="rId6" imgW="279360" imgH="291960" progId="Equation.3">
                  <p:embed/>
                  <p:pic>
                    <p:nvPicPr>
                      <p:cNvPr id="0" name="Object 1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29500" y="2620963"/>
                        <a:ext cx="280988"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6443" name="Object 11">
            <a:extLst>
              <a:ext uri="{FF2B5EF4-FFF2-40B4-BE49-F238E27FC236}">
                <a16:creationId xmlns:a16="http://schemas.microsoft.com/office/drawing/2014/main" id="{6BD7F14E-A692-062D-7408-D025A0987D22}"/>
              </a:ext>
            </a:extLst>
          </p:cNvPr>
          <p:cNvGraphicFramePr>
            <a:graphicFrameLocks/>
          </p:cNvGraphicFramePr>
          <p:nvPr/>
        </p:nvGraphicFramePr>
        <p:xfrm>
          <a:off x="7821613" y="3367088"/>
          <a:ext cx="392112" cy="292100"/>
        </p:xfrm>
        <a:graphic>
          <a:graphicData uri="http://schemas.openxmlformats.org/presentationml/2006/ole">
            <mc:AlternateContent xmlns:mc="http://schemas.openxmlformats.org/markup-compatibility/2006">
              <mc:Choice xmlns:v="urn:schemas-microsoft-com:vml" Requires="v">
                <p:oleObj name="公式" r:id="rId8" imgW="393480" imgH="291960" progId="Equation.3">
                  <p:embed/>
                </p:oleObj>
              </mc:Choice>
              <mc:Fallback>
                <p:oleObj name="公式" r:id="rId8" imgW="393480" imgH="291960" progId="Equation.3">
                  <p:embed/>
                  <p:pic>
                    <p:nvPicPr>
                      <p:cNvPr id="0" name="Object 11"/>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821613" y="3367088"/>
                        <a:ext cx="392112" cy="29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6444" name="Object 12">
            <a:extLst>
              <a:ext uri="{FF2B5EF4-FFF2-40B4-BE49-F238E27FC236}">
                <a16:creationId xmlns:a16="http://schemas.microsoft.com/office/drawing/2014/main" id="{1FECC9C0-8BFE-A71F-7CBE-E25938EA807D}"/>
              </a:ext>
            </a:extLst>
          </p:cNvPr>
          <p:cNvGraphicFramePr>
            <a:graphicFrameLocks/>
          </p:cNvGraphicFramePr>
          <p:nvPr/>
        </p:nvGraphicFramePr>
        <p:xfrm>
          <a:off x="7489825" y="3343275"/>
          <a:ext cx="292100" cy="315913"/>
        </p:xfrm>
        <a:graphic>
          <a:graphicData uri="http://schemas.openxmlformats.org/presentationml/2006/ole">
            <mc:AlternateContent xmlns:mc="http://schemas.openxmlformats.org/markup-compatibility/2006">
              <mc:Choice xmlns:v="urn:schemas-microsoft-com:vml" Requires="v">
                <p:oleObj name="公式" r:id="rId10" imgW="291960" imgH="317160" progId="Equation.3">
                  <p:embed/>
                </p:oleObj>
              </mc:Choice>
              <mc:Fallback>
                <p:oleObj name="公式" r:id="rId10" imgW="291960" imgH="317160" progId="Equation.3">
                  <p:embed/>
                  <p:pic>
                    <p:nvPicPr>
                      <p:cNvPr id="0" name="Object 12"/>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89825" y="3343275"/>
                        <a:ext cx="2921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6445" name="Object 13">
            <a:extLst>
              <a:ext uri="{FF2B5EF4-FFF2-40B4-BE49-F238E27FC236}">
                <a16:creationId xmlns:a16="http://schemas.microsoft.com/office/drawing/2014/main" id="{A2ED919F-AB29-9797-152B-34953A3A154F}"/>
              </a:ext>
            </a:extLst>
          </p:cNvPr>
          <p:cNvGraphicFramePr>
            <a:graphicFrameLocks/>
          </p:cNvGraphicFramePr>
          <p:nvPr/>
        </p:nvGraphicFramePr>
        <p:xfrm>
          <a:off x="4154488" y="2435225"/>
          <a:ext cx="315912" cy="431800"/>
        </p:xfrm>
        <a:graphic>
          <a:graphicData uri="http://schemas.openxmlformats.org/presentationml/2006/ole">
            <mc:AlternateContent xmlns:mc="http://schemas.openxmlformats.org/markup-compatibility/2006">
              <mc:Choice xmlns:v="urn:schemas-microsoft-com:vml" Requires="v">
                <p:oleObj name="公式" r:id="rId12" imgW="317160" imgH="431640" progId="Equation.3">
                  <p:embed/>
                </p:oleObj>
              </mc:Choice>
              <mc:Fallback>
                <p:oleObj name="公式" r:id="rId12" imgW="317160" imgH="431640" progId="Equation.3">
                  <p:embed/>
                  <p:pic>
                    <p:nvPicPr>
                      <p:cNvPr id="0" name="Object 13"/>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54488" y="2435225"/>
                        <a:ext cx="31591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6446" name="Object 14">
            <a:extLst>
              <a:ext uri="{FF2B5EF4-FFF2-40B4-BE49-F238E27FC236}">
                <a16:creationId xmlns:a16="http://schemas.microsoft.com/office/drawing/2014/main" id="{7A7D46B5-B66F-1786-AC8A-D7DC835E9F8C}"/>
              </a:ext>
            </a:extLst>
          </p:cNvPr>
          <p:cNvGraphicFramePr>
            <a:graphicFrameLocks/>
          </p:cNvGraphicFramePr>
          <p:nvPr/>
        </p:nvGraphicFramePr>
        <p:xfrm>
          <a:off x="5586413" y="2794000"/>
          <a:ext cx="252412" cy="431800"/>
        </p:xfrm>
        <a:graphic>
          <a:graphicData uri="http://schemas.openxmlformats.org/presentationml/2006/ole">
            <mc:AlternateContent xmlns:mc="http://schemas.openxmlformats.org/markup-compatibility/2006">
              <mc:Choice xmlns:v="urn:schemas-microsoft-com:vml" Requires="v">
                <p:oleObj name="公式" r:id="rId14" imgW="253800" imgH="431640" progId="Equation.3">
                  <p:embed/>
                </p:oleObj>
              </mc:Choice>
              <mc:Fallback>
                <p:oleObj name="公式" r:id="rId14" imgW="253800" imgH="431640" progId="Equation.3">
                  <p:embed/>
                  <p:pic>
                    <p:nvPicPr>
                      <p:cNvPr id="0" name="Object 14"/>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586413" y="2794000"/>
                        <a:ext cx="25241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6447" name="Object 15">
            <a:extLst>
              <a:ext uri="{FF2B5EF4-FFF2-40B4-BE49-F238E27FC236}">
                <a16:creationId xmlns:a16="http://schemas.microsoft.com/office/drawing/2014/main" id="{3D1C94D8-6EAC-7B88-4EE2-EA980DAD8752}"/>
              </a:ext>
            </a:extLst>
          </p:cNvPr>
          <p:cNvGraphicFramePr>
            <a:graphicFrameLocks/>
          </p:cNvGraphicFramePr>
          <p:nvPr/>
        </p:nvGraphicFramePr>
        <p:xfrm>
          <a:off x="7926388" y="2120900"/>
          <a:ext cx="230187" cy="241300"/>
        </p:xfrm>
        <a:graphic>
          <a:graphicData uri="http://schemas.openxmlformats.org/presentationml/2006/ole">
            <mc:AlternateContent xmlns:mc="http://schemas.openxmlformats.org/markup-compatibility/2006">
              <mc:Choice xmlns:v="urn:schemas-microsoft-com:vml" Requires="v">
                <p:oleObj name="公式" r:id="rId16" imgW="228600" imgH="241200" progId="Equation.3">
                  <p:embed/>
                </p:oleObj>
              </mc:Choice>
              <mc:Fallback>
                <p:oleObj name="公式" r:id="rId16" imgW="228600" imgH="241200" progId="Equation.3">
                  <p:embed/>
                  <p:pic>
                    <p:nvPicPr>
                      <p:cNvPr id="0" name="Object 15"/>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926388" y="2120900"/>
                        <a:ext cx="230187" cy="241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6448" name="Freeform 16">
            <a:extLst>
              <a:ext uri="{FF2B5EF4-FFF2-40B4-BE49-F238E27FC236}">
                <a16:creationId xmlns:a16="http://schemas.microsoft.com/office/drawing/2014/main" id="{5F48F1A4-F5C3-2BF6-5957-3CA010CEAC2F}"/>
              </a:ext>
            </a:extLst>
          </p:cNvPr>
          <p:cNvSpPr>
            <a:spLocks/>
          </p:cNvSpPr>
          <p:nvPr/>
        </p:nvSpPr>
        <p:spPr bwMode="auto">
          <a:xfrm>
            <a:off x="3944938" y="2419350"/>
            <a:ext cx="3886200" cy="881063"/>
          </a:xfrm>
          <a:custGeom>
            <a:avLst/>
            <a:gdLst/>
            <a:ahLst/>
            <a:cxnLst>
              <a:cxn ang="0">
                <a:pos x="0" y="555"/>
              </a:cxn>
              <a:cxn ang="0">
                <a:pos x="240" y="411"/>
              </a:cxn>
              <a:cxn ang="0">
                <a:pos x="528" y="267"/>
              </a:cxn>
              <a:cxn ang="0">
                <a:pos x="960" y="123"/>
              </a:cxn>
              <a:cxn ang="0">
                <a:pos x="1488" y="27"/>
              </a:cxn>
              <a:cxn ang="0">
                <a:pos x="1979" y="0"/>
              </a:cxn>
              <a:cxn ang="0">
                <a:pos x="2448" y="27"/>
              </a:cxn>
            </a:cxnLst>
            <a:rect l="0" t="0" r="r" b="b"/>
            <a:pathLst>
              <a:path w="2448" h="555">
                <a:moveTo>
                  <a:pt x="0" y="555"/>
                </a:moveTo>
                <a:cubicBezTo>
                  <a:pt x="76" y="507"/>
                  <a:pt x="152" y="459"/>
                  <a:pt x="240" y="411"/>
                </a:cubicBezTo>
                <a:cubicBezTo>
                  <a:pt x="328" y="363"/>
                  <a:pt x="408" y="315"/>
                  <a:pt x="528" y="267"/>
                </a:cubicBezTo>
                <a:cubicBezTo>
                  <a:pt x="648" y="219"/>
                  <a:pt x="800" y="163"/>
                  <a:pt x="960" y="123"/>
                </a:cubicBezTo>
                <a:cubicBezTo>
                  <a:pt x="1120" y="83"/>
                  <a:pt x="1318" y="47"/>
                  <a:pt x="1488" y="27"/>
                </a:cubicBezTo>
                <a:cubicBezTo>
                  <a:pt x="1658" y="7"/>
                  <a:pt x="1819" y="0"/>
                  <a:pt x="1979" y="0"/>
                </a:cubicBezTo>
                <a:cubicBezTo>
                  <a:pt x="2139" y="0"/>
                  <a:pt x="2350" y="22"/>
                  <a:pt x="2448" y="27"/>
                </a:cubicBezTo>
              </a:path>
            </a:pathLst>
          </a:custGeom>
          <a:noFill/>
          <a:ln w="38100" cmpd="sng">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86449" name="Line 17">
            <a:extLst>
              <a:ext uri="{FF2B5EF4-FFF2-40B4-BE49-F238E27FC236}">
                <a16:creationId xmlns:a16="http://schemas.microsoft.com/office/drawing/2014/main" id="{CB555C9F-8253-4C16-8B91-346EA81C7F8F}"/>
              </a:ext>
            </a:extLst>
          </p:cNvPr>
          <p:cNvSpPr>
            <a:spLocks noChangeShapeType="1"/>
          </p:cNvSpPr>
          <p:nvPr/>
        </p:nvSpPr>
        <p:spPr bwMode="auto">
          <a:xfrm>
            <a:off x="7821613" y="2462213"/>
            <a:ext cx="927100" cy="174625"/>
          </a:xfrm>
          <a:prstGeom prst="line">
            <a:avLst/>
          </a:prstGeom>
          <a:noFill/>
          <a:ln w="31750">
            <a:solidFill>
              <a:srgbClr val="FFFF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86450" name="Line 18">
            <a:extLst>
              <a:ext uri="{FF2B5EF4-FFF2-40B4-BE49-F238E27FC236}">
                <a16:creationId xmlns:a16="http://schemas.microsoft.com/office/drawing/2014/main" id="{CEEE7868-D4C1-CEB9-E4D9-DF0DFCEBF785}"/>
              </a:ext>
            </a:extLst>
          </p:cNvPr>
          <p:cNvSpPr>
            <a:spLocks noChangeShapeType="1"/>
          </p:cNvSpPr>
          <p:nvPr/>
        </p:nvSpPr>
        <p:spPr bwMode="auto">
          <a:xfrm flipH="1">
            <a:off x="7678738" y="2462213"/>
            <a:ext cx="152400" cy="838200"/>
          </a:xfrm>
          <a:prstGeom prst="line">
            <a:avLst/>
          </a:prstGeom>
          <a:noFill/>
          <a:ln w="2540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86451" name="Text Box 19">
            <a:extLst>
              <a:ext uri="{FF2B5EF4-FFF2-40B4-BE49-F238E27FC236}">
                <a16:creationId xmlns:a16="http://schemas.microsoft.com/office/drawing/2014/main" id="{ECFF8D28-3388-1047-81F8-EB2AD08383B3}"/>
              </a:ext>
            </a:extLst>
          </p:cNvPr>
          <p:cNvSpPr txBox="1">
            <a:spLocks noChangeArrowheads="1"/>
          </p:cNvSpPr>
          <p:nvPr/>
        </p:nvSpPr>
        <p:spPr bwMode="auto">
          <a:xfrm>
            <a:off x="250825" y="249237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FFFF00"/>
                </a:solidFill>
                <a:latin typeface="Times New Roman" panose="02020603050405020304" pitchFamily="18" charset="0"/>
                <a:ea typeface="宋体" panose="02010600030101010101" pitchFamily="2" charset="-122"/>
              </a:rPr>
              <a:t>解</a:t>
            </a:r>
          </a:p>
        </p:txBody>
      </p:sp>
      <p:sp>
        <p:nvSpPr>
          <p:cNvPr id="786452" name="Text Box 20">
            <a:extLst>
              <a:ext uri="{FF2B5EF4-FFF2-40B4-BE49-F238E27FC236}">
                <a16:creationId xmlns:a16="http://schemas.microsoft.com/office/drawing/2014/main" id="{982DE88E-F10B-95DE-3FFA-0D252FACB160}"/>
              </a:ext>
            </a:extLst>
          </p:cNvPr>
          <p:cNvSpPr txBox="1">
            <a:spLocks noChangeArrowheads="1"/>
          </p:cNvSpPr>
          <p:nvPr/>
        </p:nvSpPr>
        <p:spPr bwMode="auto">
          <a:xfrm>
            <a:off x="684213" y="2492375"/>
            <a:ext cx="274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宋体" panose="02010600030101010101" pitchFamily="2" charset="-122"/>
              </a:rPr>
              <a:t>引力场（有心力）</a:t>
            </a:r>
            <a:endParaRPr kumimoji="1" lang="zh-CN" altLang="en-US" b="0">
              <a:latin typeface="Times New Roman" panose="02020603050405020304" pitchFamily="18" charset="0"/>
              <a:ea typeface="宋体" panose="02010600030101010101" pitchFamily="2" charset="-122"/>
            </a:endParaRPr>
          </a:p>
        </p:txBody>
      </p:sp>
      <p:sp>
        <p:nvSpPr>
          <p:cNvPr id="786453" name="Text Box 21">
            <a:extLst>
              <a:ext uri="{FF2B5EF4-FFF2-40B4-BE49-F238E27FC236}">
                <a16:creationId xmlns:a16="http://schemas.microsoft.com/office/drawing/2014/main" id="{52A3F8D6-0C44-D47A-8F13-45107658FBCB}"/>
              </a:ext>
            </a:extLst>
          </p:cNvPr>
          <p:cNvSpPr txBox="1">
            <a:spLocks noChangeArrowheads="1"/>
          </p:cNvSpPr>
          <p:nvPr/>
        </p:nvSpPr>
        <p:spPr bwMode="auto">
          <a:xfrm>
            <a:off x="717550" y="3502025"/>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宋体" panose="02010600030101010101" pitchFamily="2" charset="-122"/>
              </a:rPr>
              <a:t>质点的动量矩守恒</a:t>
            </a:r>
            <a:endParaRPr kumimoji="1" lang="zh-CN" altLang="en-US" b="0">
              <a:latin typeface="Times New Roman" panose="02020603050405020304" pitchFamily="18" charset="0"/>
              <a:ea typeface="宋体" panose="02010600030101010101" pitchFamily="2" charset="-122"/>
            </a:endParaRPr>
          </a:p>
        </p:txBody>
      </p:sp>
      <p:sp>
        <p:nvSpPr>
          <p:cNvPr id="786454" name="Text Box 22">
            <a:extLst>
              <a:ext uri="{FF2B5EF4-FFF2-40B4-BE49-F238E27FC236}">
                <a16:creationId xmlns:a16="http://schemas.microsoft.com/office/drawing/2014/main" id="{675AB5B2-6D6F-BF28-27EF-BE61FDDF369C}"/>
              </a:ext>
            </a:extLst>
          </p:cNvPr>
          <p:cNvSpPr txBox="1">
            <a:spLocks noChangeArrowheads="1"/>
          </p:cNvSpPr>
          <p:nvPr/>
        </p:nvSpPr>
        <p:spPr bwMode="auto">
          <a:xfrm>
            <a:off x="682625" y="29972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宋体" panose="02010600030101010101" pitchFamily="2" charset="-122"/>
              </a:rPr>
              <a:t>系统的机械能守恒</a:t>
            </a:r>
            <a:endParaRPr kumimoji="1" lang="zh-CN" altLang="en-US" b="0">
              <a:latin typeface="Times New Roman" panose="02020603050405020304" pitchFamily="18" charset="0"/>
              <a:ea typeface="宋体" panose="02010600030101010101" pitchFamily="2" charset="-122"/>
            </a:endParaRPr>
          </a:p>
        </p:txBody>
      </p:sp>
      <p:sp>
        <p:nvSpPr>
          <p:cNvPr id="786455" name="AutoShape 23">
            <a:extLst>
              <a:ext uri="{FF2B5EF4-FFF2-40B4-BE49-F238E27FC236}">
                <a16:creationId xmlns:a16="http://schemas.microsoft.com/office/drawing/2014/main" id="{533E7058-530C-0706-B8A4-CF15275E9A6C}"/>
              </a:ext>
            </a:extLst>
          </p:cNvPr>
          <p:cNvSpPr>
            <a:spLocks/>
          </p:cNvSpPr>
          <p:nvPr/>
        </p:nvSpPr>
        <p:spPr bwMode="auto">
          <a:xfrm>
            <a:off x="682625" y="4437063"/>
            <a:ext cx="144463" cy="692150"/>
          </a:xfrm>
          <a:prstGeom prst="leftBrace">
            <a:avLst>
              <a:gd name="adj1" fmla="val 39927"/>
              <a:gd name="adj2" fmla="val 50000"/>
            </a:avLst>
          </a:prstGeom>
          <a:noFill/>
          <a:ln w="41275">
            <a:solidFill>
              <a:srgbClr val="FFCC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86456" name="Object 24">
            <a:extLst>
              <a:ext uri="{FF2B5EF4-FFF2-40B4-BE49-F238E27FC236}">
                <a16:creationId xmlns:a16="http://schemas.microsoft.com/office/drawing/2014/main" id="{A0222B3C-8B8B-97EC-5080-2BF0C5201059}"/>
              </a:ext>
            </a:extLst>
          </p:cNvPr>
          <p:cNvGraphicFramePr>
            <a:graphicFrameLocks/>
          </p:cNvGraphicFramePr>
          <p:nvPr/>
        </p:nvGraphicFramePr>
        <p:xfrm>
          <a:off x="900113" y="4868863"/>
          <a:ext cx="3529012" cy="576262"/>
        </p:xfrm>
        <a:graphic>
          <a:graphicData uri="http://schemas.openxmlformats.org/presentationml/2006/ole">
            <mc:AlternateContent xmlns:mc="http://schemas.openxmlformats.org/markup-compatibility/2006">
              <mc:Choice xmlns:v="urn:schemas-microsoft-com:vml" Requires="v">
                <p:oleObj name="公式" r:id="rId18" imgW="1434960" imgH="228600" progId="Equation.3">
                  <p:embed/>
                </p:oleObj>
              </mc:Choice>
              <mc:Fallback>
                <p:oleObj name="公式" r:id="rId18" imgW="1434960" imgH="228600" progId="Equation.3">
                  <p:embed/>
                  <p:pic>
                    <p:nvPicPr>
                      <p:cNvPr id="0" name="Object 24"/>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00113" y="4868863"/>
                        <a:ext cx="3529012"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6457" name="Object 25">
            <a:extLst>
              <a:ext uri="{FF2B5EF4-FFF2-40B4-BE49-F238E27FC236}">
                <a16:creationId xmlns:a16="http://schemas.microsoft.com/office/drawing/2014/main" id="{6F525F04-5A1B-C668-CAAF-D3ECCD3655A7}"/>
              </a:ext>
            </a:extLst>
          </p:cNvPr>
          <p:cNvGraphicFramePr>
            <a:graphicFrameLocks/>
          </p:cNvGraphicFramePr>
          <p:nvPr/>
        </p:nvGraphicFramePr>
        <p:xfrm>
          <a:off x="969963" y="4062413"/>
          <a:ext cx="3998912" cy="804862"/>
        </p:xfrm>
        <a:graphic>
          <a:graphicData uri="http://schemas.openxmlformats.org/presentationml/2006/ole">
            <mc:AlternateContent xmlns:mc="http://schemas.openxmlformats.org/markup-compatibility/2006">
              <mc:Choice xmlns:v="urn:schemas-microsoft-com:vml" Requires="v">
                <p:oleObj name="公式" r:id="rId20" imgW="4546440" imgH="914400" progId="Equation.3">
                  <p:embed/>
                </p:oleObj>
              </mc:Choice>
              <mc:Fallback>
                <p:oleObj name="公式" r:id="rId20" imgW="4546440" imgH="914400" progId="Equation.3">
                  <p:embed/>
                  <p:pic>
                    <p:nvPicPr>
                      <p:cNvPr id="0" name="Object 25"/>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69963" y="4062413"/>
                        <a:ext cx="3998912" cy="804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6458" name="Object 26">
            <a:extLst>
              <a:ext uri="{FF2B5EF4-FFF2-40B4-BE49-F238E27FC236}">
                <a16:creationId xmlns:a16="http://schemas.microsoft.com/office/drawing/2014/main" id="{8F6247F8-4668-8C3C-8412-64F0CB1C22C3}"/>
              </a:ext>
            </a:extLst>
          </p:cNvPr>
          <p:cNvGraphicFramePr>
            <a:graphicFrameLocks/>
          </p:cNvGraphicFramePr>
          <p:nvPr/>
        </p:nvGraphicFramePr>
        <p:xfrm>
          <a:off x="5867400" y="4724400"/>
          <a:ext cx="2871788" cy="725488"/>
        </p:xfrm>
        <a:graphic>
          <a:graphicData uri="http://schemas.openxmlformats.org/presentationml/2006/ole">
            <mc:AlternateContent xmlns:mc="http://schemas.openxmlformats.org/markup-compatibility/2006">
              <mc:Choice xmlns:v="urn:schemas-microsoft-com:vml" Requires="v">
                <p:oleObj name="公式" r:id="rId22" imgW="3263760" imgH="825480" progId="Equation.3">
                  <p:embed/>
                </p:oleObj>
              </mc:Choice>
              <mc:Fallback>
                <p:oleObj name="公式" r:id="rId22" imgW="3263760" imgH="825480" progId="Equation.3">
                  <p:embed/>
                  <p:pic>
                    <p:nvPicPr>
                      <p:cNvPr id="0" name="Object 26"/>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867400" y="4724400"/>
                        <a:ext cx="2871788" cy="725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6459" name="Object 27">
            <a:extLst>
              <a:ext uri="{FF2B5EF4-FFF2-40B4-BE49-F238E27FC236}">
                <a16:creationId xmlns:a16="http://schemas.microsoft.com/office/drawing/2014/main" id="{804494BF-BBAA-844D-52AF-254BDF654FC1}"/>
              </a:ext>
            </a:extLst>
          </p:cNvPr>
          <p:cNvGraphicFramePr>
            <a:graphicFrameLocks/>
          </p:cNvGraphicFramePr>
          <p:nvPr/>
        </p:nvGraphicFramePr>
        <p:xfrm>
          <a:off x="4629150" y="5540375"/>
          <a:ext cx="2592388" cy="982663"/>
        </p:xfrm>
        <a:graphic>
          <a:graphicData uri="http://schemas.openxmlformats.org/presentationml/2006/ole">
            <mc:AlternateContent xmlns:mc="http://schemas.openxmlformats.org/markup-compatibility/2006">
              <mc:Choice xmlns:v="urn:schemas-microsoft-com:vml" Requires="v">
                <p:oleObj name="公式" r:id="rId24" imgW="2946240" imgH="1117440" progId="Equation.3">
                  <p:embed/>
                </p:oleObj>
              </mc:Choice>
              <mc:Fallback>
                <p:oleObj name="公式" r:id="rId24" imgW="2946240" imgH="1117440" progId="Equation.3">
                  <p:embed/>
                  <p:pic>
                    <p:nvPicPr>
                      <p:cNvPr id="0" name="Object 27"/>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629150" y="5540375"/>
                        <a:ext cx="2592388" cy="982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FF99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6460" name="Object 28">
            <a:extLst>
              <a:ext uri="{FF2B5EF4-FFF2-40B4-BE49-F238E27FC236}">
                <a16:creationId xmlns:a16="http://schemas.microsoft.com/office/drawing/2014/main" id="{A926E1F6-9ADE-1F14-429F-CDDC236AA4D2}"/>
              </a:ext>
            </a:extLst>
          </p:cNvPr>
          <p:cNvGraphicFramePr>
            <a:graphicFrameLocks/>
          </p:cNvGraphicFramePr>
          <p:nvPr/>
        </p:nvGraphicFramePr>
        <p:xfrm>
          <a:off x="1041400" y="5502275"/>
          <a:ext cx="2916238" cy="982663"/>
        </p:xfrm>
        <a:graphic>
          <a:graphicData uri="http://schemas.openxmlformats.org/presentationml/2006/ole">
            <mc:AlternateContent xmlns:mc="http://schemas.openxmlformats.org/markup-compatibility/2006">
              <mc:Choice xmlns:v="urn:schemas-microsoft-com:vml" Requires="v">
                <p:oleObj name="公式" r:id="rId26" imgW="3314520" imgH="1117440" progId="Equation.3">
                  <p:embed/>
                </p:oleObj>
              </mc:Choice>
              <mc:Fallback>
                <p:oleObj name="公式" r:id="rId26" imgW="3314520" imgH="1117440" progId="Equation.3">
                  <p:embed/>
                  <p:pic>
                    <p:nvPicPr>
                      <p:cNvPr id="0" name="Object 28"/>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041400" y="5502275"/>
                        <a:ext cx="2916238" cy="982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FF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6461" name="AutoShape 29">
            <a:extLst>
              <a:ext uri="{FF2B5EF4-FFF2-40B4-BE49-F238E27FC236}">
                <a16:creationId xmlns:a16="http://schemas.microsoft.com/office/drawing/2014/main" id="{E8D292EB-389E-1A9D-ECE6-98A14C101215}"/>
              </a:ext>
            </a:extLst>
          </p:cNvPr>
          <p:cNvSpPr>
            <a:spLocks noChangeArrowheads="1"/>
          </p:cNvSpPr>
          <p:nvPr/>
        </p:nvSpPr>
        <p:spPr bwMode="auto">
          <a:xfrm>
            <a:off x="4859338" y="5013325"/>
            <a:ext cx="609600" cy="238125"/>
          </a:xfrm>
          <a:prstGeom prst="rightArrow">
            <a:avLst>
              <a:gd name="adj1" fmla="val 50000"/>
              <a:gd name="adj2" fmla="val 64000"/>
            </a:avLst>
          </a:prstGeom>
          <a:solidFill>
            <a:srgbClr val="FFCCFF"/>
          </a:solidFill>
          <a:ln w="9525">
            <a:solidFill>
              <a:srgbClr val="FFCCFF"/>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86462" name="Text Box 30">
            <a:extLst>
              <a:ext uri="{FF2B5EF4-FFF2-40B4-BE49-F238E27FC236}">
                <a16:creationId xmlns:a16="http://schemas.microsoft.com/office/drawing/2014/main" id="{1AAB1065-B6B4-9AEF-AEE7-B33373E9D74C}"/>
              </a:ext>
            </a:extLst>
          </p:cNvPr>
          <p:cNvSpPr txBox="1">
            <a:spLocks noChangeArrowheads="1"/>
          </p:cNvSpPr>
          <p:nvPr/>
        </p:nvSpPr>
        <p:spPr bwMode="auto">
          <a:xfrm>
            <a:off x="331788" y="333375"/>
            <a:ext cx="8201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solidFill>
                  <a:srgbClr val="FFFF00"/>
                </a:solidFill>
                <a:latin typeface="Times New Roman" panose="02020603050405020304" pitchFamily="18" charset="0"/>
                <a:ea typeface="宋体" panose="02010600030101010101" pitchFamily="2" charset="-122"/>
              </a:rPr>
              <a:t>例</a:t>
            </a:r>
            <a:r>
              <a:rPr kumimoji="1" lang="zh-CN" altLang="en-US">
                <a:solidFill>
                  <a:srgbClr val="FFFF99"/>
                </a:solidFill>
                <a:latin typeface="Times New Roman" panose="02020603050405020304" pitchFamily="18" charset="0"/>
                <a:ea typeface="宋体" panose="02010600030101010101" pitchFamily="2" charset="-122"/>
              </a:rPr>
              <a:t>   </a:t>
            </a:r>
            <a:r>
              <a:rPr kumimoji="1" lang="zh-CN" altLang="en-US">
                <a:latin typeface="Times New Roman" panose="02020603050405020304" pitchFamily="18" charset="0"/>
                <a:ea typeface="宋体" panose="02010600030101010101" pitchFamily="2" charset="-122"/>
              </a:rPr>
              <a:t>发射一宇宙飞船去考察一 质量为 </a:t>
            </a:r>
            <a:r>
              <a:rPr kumimoji="1" lang="en-US" altLang="zh-CN" i="1">
                <a:solidFill>
                  <a:srgbClr val="66FFFF"/>
                </a:solidFill>
                <a:latin typeface="Times New Roman" panose="02020603050405020304" pitchFamily="18" charset="0"/>
                <a:ea typeface="宋体" panose="02010600030101010101" pitchFamily="2" charset="-122"/>
              </a:rPr>
              <a:t>M</a:t>
            </a:r>
            <a:r>
              <a:rPr kumimoji="1" lang="en-US" altLang="zh-CN">
                <a:solidFill>
                  <a:srgbClr val="66FFFF"/>
                </a:solidFill>
                <a:latin typeface="Times New Roman" panose="02020603050405020304" pitchFamily="18" charset="0"/>
                <a:ea typeface="宋体" panose="02010600030101010101" pitchFamily="2" charset="-122"/>
              </a:rPr>
              <a:t> </a:t>
            </a:r>
            <a:r>
              <a:rPr kumimoji="1" lang="zh-CN" altLang="en-US">
                <a:latin typeface="Times New Roman" panose="02020603050405020304" pitchFamily="18" charset="0"/>
                <a:ea typeface="宋体" panose="02010600030101010101" pitchFamily="2" charset="-122"/>
              </a:rPr>
              <a:t>、半径为 </a:t>
            </a:r>
            <a:r>
              <a:rPr kumimoji="1" lang="en-US" altLang="zh-CN" i="1">
                <a:solidFill>
                  <a:srgbClr val="66FFFF"/>
                </a:solidFill>
                <a:latin typeface="Times New Roman" panose="02020603050405020304" pitchFamily="18" charset="0"/>
                <a:ea typeface="宋体" panose="02010600030101010101" pitchFamily="2" charset="-122"/>
              </a:rPr>
              <a:t>R </a:t>
            </a:r>
            <a:r>
              <a:rPr kumimoji="1" lang="zh-CN" altLang="en-US">
                <a:latin typeface="Times New Roman" panose="02020603050405020304" pitchFamily="18" charset="0"/>
                <a:ea typeface="宋体" panose="02010600030101010101" pitchFamily="2" charset="-122"/>
              </a:rPr>
              <a:t>的行星</a:t>
            </a:r>
            <a:r>
              <a:rPr kumimoji="1" lang="en-US" altLang="zh-CN">
                <a:latin typeface="Times New Roman" panose="02020603050405020304" pitchFamily="18" charset="0"/>
                <a:ea typeface="宋体" panose="02010600030101010101" pitchFamily="2" charset="-122"/>
              </a:rPr>
              <a:t>.</a:t>
            </a:r>
          </a:p>
        </p:txBody>
      </p:sp>
      <p:sp>
        <p:nvSpPr>
          <p:cNvPr id="786463" name="Text Box 31">
            <a:extLst>
              <a:ext uri="{FF2B5EF4-FFF2-40B4-BE49-F238E27FC236}">
                <a16:creationId xmlns:a16="http://schemas.microsoft.com/office/drawing/2014/main" id="{E9943497-BBF0-ABDB-84BC-83771BCFEA9A}"/>
              </a:ext>
            </a:extLst>
          </p:cNvPr>
          <p:cNvSpPr txBox="1">
            <a:spLocks noChangeArrowheads="1"/>
          </p:cNvSpPr>
          <p:nvPr/>
        </p:nvSpPr>
        <p:spPr bwMode="auto">
          <a:xfrm>
            <a:off x="736600" y="1355725"/>
            <a:ext cx="6732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latin typeface="Times New Roman" panose="02020603050405020304" pitchFamily="18" charset="0"/>
                <a:ea typeface="宋体" panose="02010600030101010101" pitchFamily="2" charset="-122"/>
              </a:rPr>
              <a:t>质量为</a:t>
            </a:r>
            <a:r>
              <a:rPr kumimoji="1" lang="zh-CN" altLang="en-US">
                <a:solidFill>
                  <a:srgbClr val="66FFFF"/>
                </a:solidFill>
                <a:latin typeface="Times New Roman" panose="02020603050405020304" pitchFamily="18" charset="0"/>
                <a:ea typeface="宋体" panose="02010600030101010101" pitchFamily="2" charset="-122"/>
              </a:rPr>
              <a:t> </a:t>
            </a:r>
            <a:r>
              <a:rPr kumimoji="1" lang="en-US" altLang="zh-CN" i="1">
                <a:solidFill>
                  <a:srgbClr val="66FFFF"/>
                </a:solidFill>
                <a:latin typeface="Times New Roman" panose="02020603050405020304" pitchFamily="18" charset="0"/>
                <a:ea typeface="宋体" panose="02010600030101010101" pitchFamily="2" charset="-122"/>
              </a:rPr>
              <a:t>m </a:t>
            </a:r>
            <a:r>
              <a:rPr kumimoji="1" lang="zh-CN" altLang="en-US">
                <a:latin typeface="Times New Roman" panose="02020603050405020304" pitchFamily="18" charset="0"/>
                <a:ea typeface="宋体" panose="02010600030101010101" pitchFamily="2" charset="-122"/>
              </a:rPr>
              <a:t>的仪器。要使该仪器恰好掠过行星表面</a:t>
            </a:r>
          </a:p>
        </p:txBody>
      </p:sp>
      <p:sp>
        <p:nvSpPr>
          <p:cNvPr id="786464" name="Oval 32">
            <a:extLst>
              <a:ext uri="{FF2B5EF4-FFF2-40B4-BE49-F238E27FC236}">
                <a16:creationId xmlns:a16="http://schemas.microsoft.com/office/drawing/2014/main" id="{DD116E36-6AFC-D6E3-3DC3-ACAF8B80E799}"/>
              </a:ext>
            </a:extLst>
          </p:cNvPr>
          <p:cNvSpPr>
            <a:spLocks noChangeArrowheads="1"/>
          </p:cNvSpPr>
          <p:nvPr/>
        </p:nvSpPr>
        <p:spPr bwMode="auto">
          <a:xfrm>
            <a:off x="6307138" y="2376488"/>
            <a:ext cx="152400" cy="152400"/>
          </a:xfrm>
          <a:prstGeom prst="ellipse">
            <a:avLst/>
          </a:prstGeom>
          <a:solidFill>
            <a:srgbClr val="00FFFF"/>
          </a:solidFill>
          <a:ln w="9525">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86465" name="Arc 33">
            <a:extLst>
              <a:ext uri="{FF2B5EF4-FFF2-40B4-BE49-F238E27FC236}">
                <a16:creationId xmlns:a16="http://schemas.microsoft.com/office/drawing/2014/main" id="{FC056446-73D9-1C0D-4AE2-FA545EB03C14}"/>
              </a:ext>
            </a:extLst>
          </p:cNvPr>
          <p:cNvSpPr>
            <a:spLocks/>
          </p:cNvSpPr>
          <p:nvPr/>
        </p:nvSpPr>
        <p:spPr bwMode="auto">
          <a:xfrm>
            <a:off x="4211638" y="3090863"/>
            <a:ext cx="215900" cy="212725"/>
          </a:xfrm>
          <a:custGeom>
            <a:avLst/>
            <a:gdLst>
              <a:gd name="G0" fmla="+- 0 0 0"/>
              <a:gd name="G1" fmla="+- 17470 0 0"/>
              <a:gd name="G2" fmla="+- 21600 0 0"/>
              <a:gd name="T0" fmla="*/ 12703 w 21600"/>
              <a:gd name="T1" fmla="*/ 0 h 21386"/>
              <a:gd name="T2" fmla="*/ 21242 w 21600"/>
              <a:gd name="T3" fmla="*/ 21386 h 21386"/>
              <a:gd name="T4" fmla="*/ 0 w 21600"/>
              <a:gd name="T5" fmla="*/ 17470 h 21386"/>
            </a:gdLst>
            <a:ahLst/>
            <a:cxnLst>
              <a:cxn ang="0">
                <a:pos x="T0" y="T1"/>
              </a:cxn>
              <a:cxn ang="0">
                <a:pos x="T2" y="T3"/>
              </a:cxn>
              <a:cxn ang="0">
                <a:pos x="T4" y="T5"/>
              </a:cxn>
            </a:cxnLst>
            <a:rect l="0" t="0" r="r" b="b"/>
            <a:pathLst>
              <a:path w="21600" h="21386" fill="none" extrusionOk="0">
                <a:moveTo>
                  <a:pt x="12702" y="0"/>
                </a:moveTo>
                <a:cubicBezTo>
                  <a:pt x="18292" y="4064"/>
                  <a:pt x="21600" y="10558"/>
                  <a:pt x="21600" y="17470"/>
                </a:cubicBezTo>
                <a:cubicBezTo>
                  <a:pt x="21600" y="18783"/>
                  <a:pt x="21480" y="20094"/>
                  <a:pt x="21242" y="21386"/>
                </a:cubicBezTo>
              </a:path>
              <a:path w="21600" h="21386" stroke="0" extrusionOk="0">
                <a:moveTo>
                  <a:pt x="12702" y="0"/>
                </a:moveTo>
                <a:cubicBezTo>
                  <a:pt x="18292" y="4064"/>
                  <a:pt x="21600" y="10558"/>
                  <a:pt x="21600" y="17470"/>
                </a:cubicBezTo>
                <a:cubicBezTo>
                  <a:pt x="21600" y="18783"/>
                  <a:pt x="21480" y="20094"/>
                  <a:pt x="21242" y="21386"/>
                </a:cubicBezTo>
                <a:lnTo>
                  <a:pt x="0" y="17470"/>
                </a:lnTo>
                <a:close/>
              </a:path>
            </a:pathLst>
          </a:custGeom>
          <a:noFill/>
          <a:ln w="28575">
            <a:solidFill>
              <a:srgbClr val="FFFF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pic>
        <p:nvPicPr>
          <p:cNvPr id="786466" name="Picture 34" descr="j0293240">
            <a:extLst>
              <a:ext uri="{FF2B5EF4-FFF2-40B4-BE49-F238E27FC236}">
                <a16:creationId xmlns:a16="http://schemas.microsoft.com/office/drawing/2014/main" id="{0DFF513E-520A-6B77-31BE-2F579E993BAD}"/>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86462">
                                            <p:txEl>
                                              <p:pRg st="0" end="0"/>
                                            </p:txEl>
                                          </p:spTgt>
                                        </p:tgtEl>
                                        <p:attrNameLst>
                                          <p:attrName>style.visibility</p:attrName>
                                        </p:attrNameLst>
                                      </p:cBhvr>
                                      <p:to>
                                        <p:strVal val="visible"/>
                                      </p:to>
                                    </p:set>
                                    <p:animEffect transition="in" filter="wipe(left)">
                                      <p:cBhvr>
                                        <p:cTn id="7" dur="500"/>
                                        <p:tgtEl>
                                          <p:spTgt spid="78646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786436"/>
                                        </p:tgtEl>
                                        <p:attrNameLst>
                                          <p:attrName>style.visibility</p:attrName>
                                        </p:attrNameLst>
                                      </p:cBhvr>
                                      <p:to>
                                        <p:strVal val="visible"/>
                                      </p:to>
                                    </p:set>
                                    <p:anim calcmode="lin" valueType="num">
                                      <p:cBhvr>
                                        <p:cTn id="12" dur="500" fill="hold"/>
                                        <p:tgtEl>
                                          <p:spTgt spid="786436"/>
                                        </p:tgtEl>
                                        <p:attrNameLst>
                                          <p:attrName>ppt_w</p:attrName>
                                        </p:attrNameLst>
                                      </p:cBhvr>
                                      <p:tavLst>
                                        <p:tav tm="0">
                                          <p:val>
                                            <p:fltVal val="0"/>
                                          </p:val>
                                        </p:tav>
                                        <p:tav tm="100000">
                                          <p:val>
                                            <p:strVal val="#ppt_w"/>
                                          </p:val>
                                        </p:tav>
                                      </p:tavLst>
                                    </p:anim>
                                    <p:anim calcmode="lin" valueType="num">
                                      <p:cBhvr>
                                        <p:cTn id="13" dur="500" fill="hold"/>
                                        <p:tgtEl>
                                          <p:spTgt spid="786436"/>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499"/>
                                          </p:stCondLst>
                                        </p:cTn>
                                        <p:tgtEl>
                                          <p:spTgt spid="786444"/>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499"/>
                                          </p:stCondLst>
                                        </p:cTn>
                                        <p:tgtEl>
                                          <p:spTgt spid="786450"/>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nodeType="clickEffect">
                                  <p:stCondLst>
                                    <p:cond delay="0"/>
                                  </p:stCondLst>
                                  <p:childTnLst>
                                    <p:set>
                                      <p:cBhvr>
                                        <p:cTn id="25" dur="1" fill="hold">
                                          <p:stCondLst>
                                            <p:cond delay="499"/>
                                          </p:stCondLst>
                                        </p:cTn>
                                        <p:tgtEl>
                                          <p:spTgt spid="786442"/>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nodeType="clickEffect">
                                  <p:stCondLst>
                                    <p:cond delay="0"/>
                                  </p:stCondLst>
                                  <p:childTnLst>
                                    <p:set>
                                      <p:cBhvr>
                                        <p:cTn id="29" dur="1" fill="hold">
                                          <p:stCondLst>
                                            <p:cond delay="499"/>
                                          </p:stCondLst>
                                        </p:cTn>
                                        <p:tgtEl>
                                          <p:spTgt spid="786443"/>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786438"/>
                                        </p:tgtEl>
                                        <p:attrNameLst>
                                          <p:attrName>style.visibility</p:attrName>
                                        </p:attrNameLst>
                                      </p:cBhvr>
                                      <p:to>
                                        <p:strVal val="visible"/>
                                      </p:to>
                                    </p:set>
                                    <p:animEffect transition="in" filter="wipe(left)">
                                      <p:cBhvr>
                                        <p:cTn id="34" dur="500"/>
                                        <p:tgtEl>
                                          <p:spTgt spid="78643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499"/>
                                          </p:stCondLst>
                                        </p:cTn>
                                        <p:tgtEl>
                                          <p:spTgt spid="786437"/>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786434">
                                            <p:txEl>
                                              <p:pRg st="0" end="0"/>
                                            </p:txEl>
                                          </p:spTgt>
                                        </p:tgtEl>
                                        <p:attrNameLst>
                                          <p:attrName>style.visibility</p:attrName>
                                        </p:attrNameLst>
                                      </p:cBhvr>
                                      <p:to>
                                        <p:strVal val="visible"/>
                                      </p:to>
                                    </p:set>
                                    <p:animEffect transition="in" filter="wipe(left)">
                                      <p:cBhvr>
                                        <p:cTn id="43" dur="500"/>
                                        <p:tgtEl>
                                          <p:spTgt spid="786434">
                                            <p:txEl>
                                              <p:pRg st="0" end="0"/>
                                            </p:txEl>
                                          </p:spTgt>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786463">
                                            <p:txEl>
                                              <p:pRg st="0" end="0"/>
                                            </p:txEl>
                                          </p:spTgt>
                                        </p:tgtEl>
                                        <p:attrNameLst>
                                          <p:attrName>style.visibility</p:attrName>
                                        </p:attrNameLst>
                                      </p:cBhvr>
                                      <p:to>
                                        <p:strVal val="visible"/>
                                      </p:to>
                                    </p:set>
                                    <p:animEffect transition="in" filter="wipe(left)">
                                      <p:cBhvr>
                                        <p:cTn id="48" dur="500"/>
                                        <p:tgtEl>
                                          <p:spTgt spid="786463">
                                            <p:txEl>
                                              <p:pRg st="0" end="0"/>
                                            </p:txEl>
                                          </p:spTgt>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499"/>
                                          </p:stCondLst>
                                        </p:cTn>
                                        <p:tgtEl>
                                          <p:spTgt spid="786446"/>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786439"/>
                                        </p:tgtEl>
                                        <p:attrNameLst>
                                          <p:attrName>style.visibility</p:attrName>
                                        </p:attrNameLst>
                                      </p:cBhvr>
                                      <p:to>
                                        <p:strVal val="visible"/>
                                      </p:to>
                                    </p:set>
                                    <p:animEffect transition="in" filter="wipe(left)">
                                      <p:cBhvr>
                                        <p:cTn id="57" dur="500"/>
                                        <p:tgtEl>
                                          <p:spTgt spid="78643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 presetClass="entr" presetSubtype="0" fill="hold" nodeType="clickEffect">
                                  <p:stCondLst>
                                    <p:cond delay="0"/>
                                  </p:stCondLst>
                                  <p:childTnLst>
                                    <p:set>
                                      <p:cBhvr>
                                        <p:cTn id="61" dur="1" fill="hold">
                                          <p:stCondLst>
                                            <p:cond delay="499"/>
                                          </p:stCondLst>
                                        </p:cTn>
                                        <p:tgtEl>
                                          <p:spTgt spid="786445"/>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786448"/>
                                        </p:tgtEl>
                                        <p:attrNameLst>
                                          <p:attrName>style.visibility</p:attrName>
                                        </p:attrNameLst>
                                      </p:cBhvr>
                                      <p:to>
                                        <p:strVal val="visible"/>
                                      </p:to>
                                    </p:set>
                                    <p:animEffect transition="in" filter="wipe(left)">
                                      <p:cBhvr>
                                        <p:cTn id="66" dur="500"/>
                                        <p:tgtEl>
                                          <p:spTgt spid="786448"/>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499"/>
                                          </p:stCondLst>
                                        </p:cTn>
                                        <p:tgtEl>
                                          <p:spTgt spid="786464"/>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499"/>
                                          </p:stCondLst>
                                        </p:cTn>
                                        <p:tgtEl>
                                          <p:spTgt spid="786441"/>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786435">
                                            <p:txEl>
                                              <p:pRg st="0" end="0"/>
                                            </p:txEl>
                                          </p:spTgt>
                                        </p:tgtEl>
                                        <p:attrNameLst>
                                          <p:attrName>style.visibility</p:attrName>
                                        </p:attrNameLst>
                                      </p:cBhvr>
                                      <p:to>
                                        <p:strVal val="visible"/>
                                      </p:to>
                                    </p:set>
                                    <p:animEffect transition="in" filter="wipe(left)">
                                      <p:cBhvr>
                                        <p:cTn id="79" dur="500"/>
                                        <p:tgtEl>
                                          <p:spTgt spid="786435">
                                            <p:txEl>
                                              <p:pRg st="0" end="0"/>
                                            </p:txEl>
                                          </p:spTgt>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4" fill="hold" nodeType="clickEffect">
                                  <p:stCondLst>
                                    <p:cond delay="0"/>
                                  </p:stCondLst>
                                  <p:childTnLst>
                                    <p:set>
                                      <p:cBhvr>
                                        <p:cTn id="83" dur="1" fill="hold">
                                          <p:stCondLst>
                                            <p:cond delay="0"/>
                                          </p:stCondLst>
                                        </p:cTn>
                                        <p:tgtEl>
                                          <p:spTgt spid="786465"/>
                                        </p:tgtEl>
                                        <p:attrNameLst>
                                          <p:attrName>style.visibility</p:attrName>
                                        </p:attrNameLst>
                                      </p:cBhvr>
                                      <p:to>
                                        <p:strVal val="visible"/>
                                      </p:to>
                                    </p:set>
                                    <p:animEffect transition="in" filter="wipe(down)">
                                      <p:cBhvr>
                                        <p:cTn id="84" dur="500"/>
                                        <p:tgtEl>
                                          <p:spTgt spid="786465"/>
                                        </p:tgtEl>
                                      </p:cBhvr>
                                    </p:animEffect>
                                  </p:childTnLst>
                                </p:cTn>
                              </p:par>
                            </p:childTnLst>
                          </p:cTn>
                        </p:par>
                        <p:par>
                          <p:cTn id="85" fill="hold" nodeType="afterGroup">
                            <p:stCondLst>
                              <p:cond delay="500"/>
                            </p:stCondLst>
                            <p:childTnLst>
                              <p:par>
                                <p:cTn id="86" presetID="1" presetClass="entr" presetSubtype="0" fill="hold" nodeType="afterEffect">
                                  <p:stCondLst>
                                    <p:cond delay="0"/>
                                  </p:stCondLst>
                                  <p:childTnLst>
                                    <p:set>
                                      <p:cBhvr>
                                        <p:cTn id="87" dur="1" fill="hold">
                                          <p:stCondLst>
                                            <p:cond delay="499"/>
                                          </p:stCondLst>
                                        </p:cTn>
                                        <p:tgtEl>
                                          <p:spTgt spid="786440"/>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786449"/>
                                        </p:tgtEl>
                                        <p:attrNameLst>
                                          <p:attrName>style.visibility</p:attrName>
                                        </p:attrNameLst>
                                      </p:cBhvr>
                                      <p:to>
                                        <p:strVal val="visible"/>
                                      </p:to>
                                    </p:set>
                                    <p:animEffect transition="in" filter="wipe(left)">
                                      <p:cBhvr>
                                        <p:cTn id="92" dur="500"/>
                                        <p:tgtEl>
                                          <p:spTgt spid="786449"/>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1" presetClass="entr" presetSubtype="0" fill="hold" nodeType="clickEffect">
                                  <p:stCondLst>
                                    <p:cond delay="0"/>
                                  </p:stCondLst>
                                  <p:childTnLst>
                                    <p:set>
                                      <p:cBhvr>
                                        <p:cTn id="96" dur="1" fill="hold">
                                          <p:stCondLst>
                                            <p:cond delay="499"/>
                                          </p:stCondLst>
                                        </p:cTn>
                                        <p:tgtEl>
                                          <p:spTgt spid="786447"/>
                                        </p:tgtEl>
                                        <p:attrNameLst>
                                          <p:attrName>style.visibility</p:attrName>
                                        </p:attrNameLst>
                                      </p:cBhvr>
                                      <p:to>
                                        <p:strVal val="visible"/>
                                      </p:to>
                                    </p:se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786451">
                                            <p:txEl>
                                              <p:pRg st="0" end="0"/>
                                            </p:txEl>
                                          </p:spTgt>
                                        </p:tgtEl>
                                        <p:attrNameLst>
                                          <p:attrName>style.visibility</p:attrName>
                                        </p:attrNameLst>
                                      </p:cBhvr>
                                      <p:to>
                                        <p:strVal val="visible"/>
                                      </p:to>
                                    </p:set>
                                    <p:animEffect transition="in" filter="wipe(left)">
                                      <p:cBhvr>
                                        <p:cTn id="101" dur="500"/>
                                        <p:tgtEl>
                                          <p:spTgt spid="786451">
                                            <p:txEl>
                                              <p:pRg st="0" end="0"/>
                                            </p:txEl>
                                          </p:spTgt>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nodeType="clickEffect">
                                  <p:stCondLst>
                                    <p:cond delay="0"/>
                                  </p:stCondLst>
                                  <p:childTnLst>
                                    <p:set>
                                      <p:cBhvr>
                                        <p:cTn id="105" dur="1" fill="hold">
                                          <p:stCondLst>
                                            <p:cond delay="0"/>
                                          </p:stCondLst>
                                        </p:cTn>
                                        <p:tgtEl>
                                          <p:spTgt spid="786452">
                                            <p:txEl>
                                              <p:pRg st="0" end="0"/>
                                            </p:txEl>
                                          </p:spTgt>
                                        </p:tgtEl>
                                        <p:attrNameLst>
                                          <p:attrName>style.visibility</p:attrName>
                                        </p:attrNameLst>
                                      </p:cBhvr>
                                      <p:to>
                                        <p:strVal val="visible"/>
                                      </p:to>
                                    </p:set>
                                    <p:animEffect transition="in" filter="wipe(left)">
                                      <p:cBhvr>
                                        <p:cTn id="106" dur="500"/>
                                        <p:tgtEl>
                                          <p:spTgt spid="786452">
                                            <p:txEl>
                                              <p:pRg st="0" end="0"/>
                                            </p:txEl>
                                          </p:spTgt>
                                        </p:tgtEl>
                                      </p:cBhvr>
                                    </p:animEffect>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2" presetClass="entr" presetSubtype="8" fill="hold" nodeType="clickEffect">
                                  <p:stCondLst>
                                    <p:cond delay="0"/>
                                  </p:stCondLst>
                                  <p:childTnLst>
                                    <p:set>
                                      <p:cBhvr>
                                        <p:cTn id="110" dur="1" fill="hold">
                                          <p:stCondLst>
                                            <p:cond delay="0"/>
                                          </p:stCondLst>
                                        </p:cTn>
                                        <p:tgtEl>
                                          <p:spTgt spid="786454">
                                            <p:txEl>
                                              <p:pRg st="0" end="0"/>
                                            </p:txEl>
                                          </p:spTgt>
                                        </p:tgtEl>
                                        <p:attrNameLst>
                                          <p:attrName>style.visibility</p:attrName>
                                        </p:attrNameLst>
                                      </p:cBhvr>
                                      <p:to>
                                        <p:strVal val="visible"/>
                                      </p:to>
                                    </p:set>
                                    <p:animEffect transition="in" filter="wipe(left)">
                                      <p:cBhvr>
                                        <p:cTn id="111" dur="500"/>
                                        <p:tgtEl>
                                          <p:spTgt spid="786454">
                                            <p:txEl>
                                              <p:pRg st="0" end="0"/>
                                            </p:txEl>
                                          </p:spTgt>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8" fill="hold" nodeType="clickEffect">
                                  <p:stCondLst>
                                    <p:cond delay="0"/>
                                  </p:stCondLst>
                                  <p:childTnLst>
                                    <p:set>
                                      <p:cBhvr>
                                        <p:cTn id="115" dur="1" fill="hold">
                                          <p:stCondLst>
                                            <p:cond delay="0"/>
                                          </p:stCondLst>
                                        </p:cTn>
                                        <p:tgtEl>
                                          <p:spTgt spid="786453">
                                            <p:txEl>
                                              <p:pRg st="0" end="0"/>
                                            </p:txEl>
                                          </p:spTgt>
                                        </p:tgtEl>
                                        <p:attrNameLst>
                                          <p:attrName>style.visibility</p:attrName>
                                        </p:attrNameLst>
                                      </p:cBhvr>
                                      <p:to>
                                        <p:strVal val="visible"/>
                                      </p:to>
                                    </p:set>
                                    <p:animEffect transition="in" filter="wipe(left)">
                                      <p:cBhvr>
                                        <p:cTn id="116" dur="500"/>
                                        <p:tgtEl>
                                          <p:spTgt spid="786453">
                                            <p:txEl>
                                              <p:pRg st="0" end="0"/>
                                            </p:txEl>
                                          </p:spTgt>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2" presetClass="entr" presetSubtype="8" fill="hold" nodeType="clickEffect">
                                  <p:stCondLst>
                                    <p:cond delay="0"/>
                                  </p:stCondLst>
                                  <p:childTnLst>
                                    <p:set>
                                      <p:cBhvr>
                                        <p:cTn id="120" dur="1" fill="hold">
                                          <p:stCondLst>
                                            <p:cond delay="0"/>
                                          </p:stCondLst>
                                        </p:cTn>
                                        <p:tgtEl>
                                          <p:spTgt spid="786457"/>
                                        </p:tgtEl>
                                        <p:attrNameLst>
                                          <p:attrName>style.visibility</p:attrName>
                                        </p:attrNameLst>
                                      </p:cBhvr>
                                      <p:to>
                                        <p:strVal val="visible"/>
                                      </p:to>
                                    </p:set>
                                    <p:animEffect transition="in" filter="wipe(left)">
                                      <p:cBhvr>
                                        <p:cTn id="121" dur="500"/>
                                        <p:tgtEl>
                                          <p:spTgt spid="786457"/>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2" presetClass="entr" presetSubtype="8" fill="hold" nodeType="clickEffect">
                                  <p:stCondLst>
                                    <p:cond delay="0"/>
                                  </p:stCondLst>
                                  <p:childTnLst>
                                    <p:set>
                                      <p:cBhvr>
                                        <p:cTn id="125" dur="1" fill="hold">
                                          <p:stCondLst>
                                            <p:cond delay="0"/>
                                          </p:stCondLst>
                                        </p:cTn>
                                        <p:tgtEl>
                                          <p:spTgt spid="786456"/>
                                        </p:tgtEl>
                                        <p:attrNameLst>
                                          <p:attrName>style.visibility</p:attrName>
                                        </p:attrNameLst>
                                      </p:cBhvr>
                                      <p:to>
                                        <p:strVal val="visible"/>
                                      </p:to>
                                    </p:set>
                                    <p:animEffect transition="in" filter="wipe(left)">
                                      <p:cBhvr>
                                        <p:cTn id="126" dur="500"/>
                                        <p:tgtEl>
                                          <p:spTgt spid="786456"/>
                                        </p:tgtEl>
                                      </p:cBhvr>
                                    </p:animEffec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2" presetClass="entr" presetSubtype="8" fill="hold" nodeType="clickEffect">
                                  <p:stCondLst>
                                    <p:cond delay="0"/>
                                  </p:stCondLst>
                                  <p:childTnLst>
                                    <p:set>
                                      <p:cBhvr>
                                        <p:cTn id="130" dur="1" fill="hold">
                                          <p:stCondLst>
                                            <p:cond delay="0"/>
                                          </p:stCondLst>
                                        </p:cTn>
                                        <p:tgtEl>
                                          <p:spTgt spid="786461"/>
                                        </p:tgtEl>
                                        <p:attrNameLst>
                                          <p:attrName>style.visibility</p:attrName>
                                        </p:attrNameLst>
                                      </p:cBhvr>
                                      <p:to>
                                        <p:strVal val="visible"/>
                                      </p:to>
                                    </p:set>
                                    <p:animEffect transition="in" filter="wipe(left)">
                                      <p:cBhvr>
                                        <p:cTn id="131" dur="500"/>
                                        <p:tgtEl>
                                          <p:spTgt spid="786461"/>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22" presetClass="entr" presetSubtype="8" fill="hold" nodeType="clickEffect">
                                  <p:stCondLst>
                                    <p:cond delay="0"/>
                                  </p:stCondLst>
                                  <p:childTnLst>
                                    <p:set>
                                      <p:cBhvr>
                                        <p:cTn id="135" dur="1" fill="hold">
                                          <p:stCondLst>
                                            <p:cond delay="0"/>
                                          </p:stCondLst>
                                        </p:cTn>
                                        <p:tgtEl>
                                          <p:spTgt spid="786458"/>
                                        </p:tgtEl>
                                        <p:attrNameLst>
                                          <p:attrName>style.visibility</p:attrName>
                                        </p:attrNameLst>
                                      </p:cBhvr>
                                      <p:to>
                                        <p:strVal val="visible"/>
                                      </p:to>
                                    </p:set>
                                    <p:animEffect transition="in" filter="wipe(left)">
                                      <p:cBhvr>
                                        <p:cTn id="136" dur="500"/>
                                        <p:tgtEl>
                                          <p:spTgt spid="786458"/>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2" presetClass="entr" presetSubtype="8" fill="hold" nodeType="clickEffect">
                                  <p:stCondLst>
                                    <p:cond delay="0"/>
                                  </p:stCondLst>
                                  <p:childTnLst>
                                    <p:set>
                                      <p:cBhvr>
                                        <p:cTn id="140" dur="1" fill="hold">
                                          <p:stCondLst>
                                            <p:cond delay="0"/>
                                          </p:stCondLst>
                                        </p:cTn>
                                        <p:tgtEl>
                                          <p:spTgt spid="786455"/>
                                        </p:tgtEl>
                                        <p:attrNameLst>
                                          <p:attrName>style.visibility</p:attrName>
                                        </p:attrNameLst>
                                      </p:cBhvr>
                                      <p:to>
                                        <p:strVal val="visible"/>
                                      </p:to>
                                    </p:set>
                                    <p:animEffect transition="in" filter="wipe(left)">
                                      <p:cBhvr>
                                        <p:cTn id="141" dur="500"/>
                                        <p:tgtEl>
                                          <p:spTgt spid="786455"/>
                                        </p:tgtEl>
                                      </p:cBhvr>
                                    </p:animEffect>
                                  </p:childTnLst>
                                </p:cTn>
                              </p:par>
                            </p:childTnLst>
                          </p:cTn>
                        </p:par>
                      </p:childTnLst>
                    </p:cTn>
                  </p:par>
                  <p:par>
                    <p:cTn id="142" fill="hold" nodeType="clickPar">
                      <p:stCondLst>
                        <p:cond delay="indefinite"/>
                      </p:stCondLst>
                      <p:childTnLst>
                        <p:par>
                          <p:cTn id="143" fill="hold" nodeType="withGroup">
                            <p:stCondLst>
                              <p:cond delay="0"/>
                            </p:stCondLst>
                            <p:childTnLst>
                              <p:par>
                                <p:cTn id="144" presetID="22" presetClass="entr" presetSubtype="8" fill="hold" nodeType="clickEffect">
                                  <p:stCondLst>
                                    <p:cond delay="0"/>
                                  </p:stCondLst>
                                  <p:childTnLst>
                                    <p:set>
                                      <p:cBhvr>
                                        <p:cTn id="145" dur="1" fill="hold">
                                          <p:stCondLst>
                                            <p:cond delay="0"/>
                                          </p:stCondLst>
                                        </p:cTn>
                                        <p:tgtEl>
                                          <p:spTgt spid="786460"/>
                                        </p:tgtEl>
                                        <p:attrNameLst>
                                          <p:attrName>style.visibility</p:attrName>
                                        </p:attrNameLst>
                                      </p:cBhvr>
                                      <p:to>
                                        <p:strVal val="visible"/>
                                      </p:to>
                                    </p:set>
                                    <p:animEffect transition="in" filter="wipe(left)">
                                      <p:cBhvr>
                                        <p:cTn id="146" dur="500"/>
                                        <p:tgtEl>
                                          <p:spTgt spid="786460"/>
                                        </p:tgtEl>
                                      </p:cBhvr>
                                    </p:animEffec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22" presetClass="entr" presetSubtype="8" fill="hold" nodeType="clickEffect">
                                  <p:stCondLst>
                                    <p:cond delay="0"/>
                                  </p:stCondLst>
                                  <p:childTnLst>
                                    <p:set>
                                      <p:cBhvr>
                                        <p:cTn id="150" dur="1" fill="hold">
                                          <p:stCondLst>
                                            <p:cond delay="0"/>
                                          </p:stCondLst>
                                        </p:cTn>
                                        <p:tgtEl>
                                          <p:spTgt spid="786459"/>
                                        </p:tgtEl>
                                        <p:attrNameLst>
                                          <p:attrName>style.visibility</p:attrName>
                                        </p:attrNameLst>
                                      </p:cBhvr>
                                      <p:to>
                                        <p:strVal val="visible"/>
                                      </p:to>
                                    </p:set>
                                    <p:animEffect transition="in" filter="wipe(left)">
                                      <p:cBhvr>
                                        <p:cTn id="151" dur="500"/>
                                        <p:tgtEl>
                                          <p:spTgt spid="786459"/>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2" presetClass="entr" presetSubtype="2" fill="hold" nodeType="clickEffect">
                                  <p:stCondLst>
                                    <p:cond delay="0"/>
                                  </p:stCondLst>
                                  <p:childTnLst>
                                    <p:set>
                                      <p:cBhvr>
                                        <p:cTn id="155" dur="1" fill="hold">
                                          <p:stCondLst>
                                            <p:cond delay="0"/>
                                          </p:stCondLst>
                                        </p:cTn>
                                        <p:tgtEl>
                                          <p:spTgt spid="786466"/>
                                        </p:tgtEl>
                                        <p:attrNameLst>
                                          <p:attrName>style.visibility</p:attrName>
                                        </p:attrNameLst>
                                      </p:cBhvr>
                                      <p:to>
                                        <p:strVal val="visible"/>
                                      </p:to>
                                    </p:set>
                                    <p:anim calcmode="lin" valueType="num">
                                      <p:cBhvr additive="base">
                                        <p:cTn id="156" dur="500" fill="hold"/>
                                        <p:tgtEl>
                                          <p:spTgt spid="786466"/>
                                        </p:tgtEl>
                                        <p:attrNameLst>
                                          <p:attrName>ppt_x</p:attrName>
                                        </p:attrNameLst>
                                      </p:cBhvr>
                                      <p:tavLst>
                                        <p:tav tm="0">
                                          <p:val>
                                            <p:strVal val="1+#ppt_w/2"/>
                                          </p:val>
                                        </p:tav>
                                        <p:tav tm="100000">
                                          <p:val>
                                            <p:strVal val="#ppt_x"/>
                                          </p:val>
                                        </p:tav>
                                      </p:tavLst>
                                    </p:anim>
                                    <p:anim calcmode="lin" valueType="num">
                                      <p:cBhvr additive="base">
                                        <p:cTn id="157" dur="500" fill="hold"/>
                                        <p:tgtEl>
                                          <p:spTgt spid="7864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6434" grpId="0" build="p" autoUpdateAnimBg="0"/>
      <p:bldP spid="786435" grpId="0" build="p" autoUpdateAnimBg="0"/>
      <p:bldP spid="786436" grpId="0" animBg="1"/>
      <p:bldP spid="786438" grpId="0" animBg="1"/>
      <p:bldP spid="786451" grpId="0" build="p" autoUpdateAnimBg="0"/>
      <p:bldP spid="786452" grpId="0" build="p" autoUpdateAnimBg="0"/>
      <p:bldP spid="786453" grpId="0" build="p" autoUpdateAnimBg="0"/>
      <p:bldP spid="786454" grpId="0" build="p" autoUpdateAnimBg="0"/>
      <p:bldP spid="786455" grpId="0" animBg="1"/>
      <p:bldP spid="786461" grpId="0" animBg="1"/>
      <p:bldP spid="786462" grpId="0" build="p" autoUpdateAnimBg="0"/>
      <p:bldP spid="786463" grpId="0" build="p" autoUpdateAnimBg="0"/>
      <p:bldP spid="78646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6" name="Text Box 16">
            <a:extLst>
              <a:ext uri="{FF2B5EF4-FFF2-40B4-BE49-F238E27FC236}">
                <a16:creationId xmlns:a16="http://schemas.microsoft.com/office/drawing/2014/main" id="{45354E89-6307-DE8B-86B9-4E24ECA65B81}"/>
              </a:ext>
            </a:extLst>
          </p:cNvPr>
          <p:cNvSpPr txBox="1">
            <a:spLocks noChangeArrowheads="1"/>
          </p:cNvSpPr>
          <p:nvPr/>
        </p:nvSpPr>
        <p:spPr bwMode="auto">
          <a:xfrm>
            <a:off x="395288" y="54768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例</a:t>
            </a:r>
            <a:endParaRPr lang="zh-CN" altLang="en-US">
              <a:solidFill>
                <a:schemeClr val="tx1"/>
              </a:solidFill>
              <a:latin typeface="Times New Roman" panose="02020603050405020304" pitchFamily="18" charset="0"/>
              <a:ea typeface="宋体" panose="02010600030101010101" pitchFamily="2" charset="-122"/>
            </a:endParaRPr>
          </a:p>
        </p:txBody>
      </p:sp>
      <p:graphicFrame>
        <p:nvGraphicFramePr>
          <p:cNvPr id="788498" name="Object 18">
            <a:extLst>
              <a:ext uri="{FF2B5EF4-FFF2-40B4-BE49-F238E27FC236}">
                <a16:creationId xmlns:a16="http://schemas.microsoft.com/office/drawing/2014/main" id="{B485AA24-380B-1BC2-7F62-0E087AEF696D}"/>
              </a:ext>
            </a:extLst>
          </p:cNvPr>
          <p:cNvGraphicFramePr>
            <a:graphicFrameLocks/>
          </p:cNvGraphicFramePr>
          <p:nvPr/>
        </p:nvGraphicFramePr>
        <p:xfrm>
          <a:off x="1104900" y="579438"/>
          <a:ext cx="1217613" cy="431800"/>
        </p:xfrm>
        <a:graphic>
          <a:graphicData uri="http://schemas.openxmlformats.org/presentationml/2006/ole">
            <mc:AlternateContent xmlns:mc="http://schemas.openxmlformats.org/markup-compatibility/2006">
              <mc:Choice xmlns:v="urn:schemas-microsoft-com:vml" Requires="v">
                <p:oleObj name="公式" r:id="rId2" imgW="672840" imgH="241200" progId="Equation.3">
                  <p:embed/>
                </p:oleObj>
              </mc:Choice>
              <mc:Fallback>
                <p:oleObj name="公式" r:id="rId2" imgW="672840" imgH="241200" progId="Equation.3">
                  <p:embed/>
                  <p:pic>
                    <p:nvPicPr>
                      <p:cNvPr id="0" name="Object 18"/>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4900" y="579438"/>
                        <a:ext cx="1217613" cy="431800"/>
                      </a:xfrm>
                      <a:prstGeom prst="rect">
                        <a:avLst/>
                      </a:prstGeom>
                      <a:solidFill>
                        <a:srgbClr val="0000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8499" name="Text Box 19">
            <a:extLst>
              <a:ext uri="{FF2B5EF4-FFF2-40B4-BE49-F238E27FC236}">
                <a16:creationId xmlns:a16="http://schemas.microsoft.com/office/drawing/2014/main" id="{C03BBE20-3187-52EF-1B00-D8B88F5E5E8F}"/>
              </a:ext>
            </a:extLst>
          </p:cNvPr>
          <p:cNvSpPr txBox="1">
            <a:spLocks noChangeArrowheads="1"/>
          </p:cNvSpPr>
          <p:nvPr/>
        </p:nvSpPr>
        <p:spPr bwMode="auto">
          <a:xfrm>
            <a:off x="4332288" y="595313"/>
            <a:ext cx="1776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CCCC"/>
                </a:solidFill>
                <a:latin typeface="Times New Roman" panose="02020603050405020304" pitchFamily="18" charset="0"/>
                <a:ea typeface="宋体" panose="02010600030101010101" pitchFamily="2" charset="-122"/>
              </a:rPr>
              <a:t>关于 </a:t>
            </a:r>
            <a:r>
              <a:rPr lang="en-US" altLang="zh-CN" i="1">
                <a:solidFill>
                  <a:srgbClr val="FF9900"/>
                </a:solidFill>
                <a:latin typeface="Times New Roman" panose="02020603050405020304" pitchFamily="18" charset="0"/>
                <a:ea typeface="宋体" panose="02010600030101010101" pitchFamily="2" charset="-122"/>
              </a:rPr>
              <a:t>O </a:t>
            </a:r>
            <a:r>
              <a:rPr lang="zh-CN" altLang="en-US">
                <a:solidFill>
                  <a:srgbClr val="FFCCCC"/>
                </a:solidFill>
                <a:latin typeface="Times New Roman" panose="02020603050405020304" pitchFamily="18" charset="0"/>
                <a:ea typeface="宋体" panose="02010600030101010101" pitchFamily="2" charset="-122"/>
              </a:rPr>
              <a:t>点？</a:t>
            </a:r>
          </a:p>
        </p:txBody>
      </p:sp>
      <p:sp>
        <p:nvSpPr>
          <p:cNvPr id="788500" name="Text Box 20">
            <a:extLst>
              <a:ext uri="{FF2B5EF4-FFF2-40B4-BE49-F238E27FC236}">
                <a16:creationId xmlns:a16="http://schemas.microsoft.com/office/drawing/2014/main" id="{5D81EBB8-AD20-071D-662D-4838500F9B18}"/>
              </a:ext>
            </a:extLst>
          </p:cNvPr>
          <p:cNvSpPr txBox="1">
            <a:spLocks noChangeArrowheads="1"/>
          </p:cNvSpPr>
          <p:nvPr/>
        </p:nvSpPr>
        <p:spPr bwMode="auto">
          <a:xfrm>
            <a:off x="2578100" y="600075"/>
            <a:ext cx="175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CCCC"/>
                </a:solidFill>
                <a:latin typeface="Times New Roman" panose="02020603050405020304" pitchFamily="18" charset="0"/>
                <a:ea typeface="宋体" panose="02010600030101010101" pitchFamily="2" charset="-122"/>
              </a:rPr>
              <a:t>关于 </a:t>
            </a:r>
            <a:r>
              <a:rPr lang="en-US" altLang="zh-CN" i="1">
                <a:solidFill>
                  <a:srgbClr val="FF9900"/>
                </a:solidFill>
                <a:latin typeface="Times New Roman" panose="02020603050405020304" pitchFamily="18" charset="0"/>
                <a:ea typeface="宋体" panose="02010600030101010101" pitchFamily="2" charset="-122"/>
              </a:rPr>
              <a:t>A </a:t>
            </a:r>
            <a:r>
              <a:rPr lang="zh-CN" altLang="en-US">
                <a:solidFill>
                  <a:srgbClr val="FFCCCC"/>
                </a:solidFill>
                <a:latin typeface="Times New Roman" panose="02020603050405020304" pitchFamily="18" charset="0"/>
                <a:ea typeface="宋体" panose="02010600030101010101" pitchFamily="2" charset="-122"/>
              </a:rPr>
              <a:t>点？</a:t>
            </a:r>
          </a:p>
        </p:txBody>
      </p:sp>
      <p:sp>
        <p:nvSpPr>
          <p:cNvPr id="788501" name="Text Box 21">
            <a:extLst>
              <a:ext uri="{FF2B5EF4-FFF2-40B4-BE49-F238E27FC236}">
                <a16:creationId xmlns:a16="http://schemas.microsoft.com/office/drawing/2014/main" id="{971A8825-81D3-CD8B-F97A-415020693F9B}"/>
              </a:ext>
            </a:extLst>
          </p:cNvPr>
          <p:cNvSpPr txBox="1">
            <a:spLocks noChangeArrowheads="1"/>
          </p:cNvSpPr>
          <p:nvPr/>
        </p:nvSpPr>
        <p:spPr bwMode="auto">
          <a:xfrm>
            <a:off x="1566863" y="1169988"/>
            <a:ext cx="17414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CCCC"/>
                </a:solidFill>
                <a:latin typeface="Times New Roman" panose="02020603050405020304" pitchFamily="18" charset="0"/>
                <a:ea typeface="宋体" panose="02010600030101010101" pitchFamily="2" charset="-122"/>
              </a:rPr>
              <a:t>关于 </a:t>
            </a:r>
            <a:r>
              <a:rPr lang="en-US" altLang="zh-CN" i="1">
                <a:solidFill>
                  <a:srgbClr val="FF9900"/>
                </a:solidFill>
                <a:latin typeface="Times New Roman" panose="02020603050405020304" pitchFamily="18" charset="0"/>
                <a:ea typeface="宋体" panose="02010600030101010101" pitchFamily="2" charset="-122"/>
              </a:rPr>
              <a:t>Z </a:t>
            </a:r>
            <a:r>
              <a:rPr lang="zh-CN" altLang="en-US">
                <a:latin typeface="Times New Roman" panose="02020603050405020304" pitchFamily="18" charset="0"/>
                <a:ea typeface="宋体" panose="02010600030101010101" pitchFamily="2" charset="-122"/>
              </a:rPr>
              <a:t>轴</a:t>
            </a:r>
            <a:r>
              <a:rPr lang="zh-CN" altLang="en-US">
                <a:solidFill>
                  <a:srgbClr val="FFCCCC"/>
                </a:solidFill>
                <a:latin typeface="Times New Roman" panose="02020603050405020304" pitchFamily="18" charset="0"/>
                <a:ea typeface="宋体" panose="02010600030101010101" pitchFamily="2" charset="-122"/>
              </a:rPr>
              <a:t>？</a:t>
            </a:r>
          </a:p>
        </p:txBody>
      </p:sp>
      <p:pic>
        <p:nvPicPr>
          <p:cNvPr id="788502" name="Picture 22" descr="j0293240">
            <a:extLst>
              <a:ext uri="{FF2B5EF4-FFF2-40B4-BE49-F238E27FC236}">
                <a16:creationId xmlns:a16="http://schemas.microsoft.com/office/drawing/2014/main" id="{A48F02A0-E787-BF42-30E2-FD69FA1814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8067" name="Oval 3">
            <a:extLst>
              <a:ext uri="{FF2B5EF4-FFF2-40B4-BE49-F238E27FC236}">
                <a16:creationId xmlns:a16="http://schemas.microsoft.com/office/drawing/2014/main" id="{C88DB9F8-BD39-FBB6-3ACB-417C2B6B3AB8}"/>
              </a:ext>
            </a:extLst>
          </p:cNvPr>
          <p:cNvSpPr>
            <a:spLocks noChangeArrowheads="1"/>
          </p:cNvSpPr>
          <p:nvPr/>
        </p:nvSpPr>
        <p:spPr bwMode="auto">
          <a:xfrm flipV="1">
            <a:off x="7842250" y="1335088"/>
            <a:ext cx="144463" cy="144462"/>
          </a:xfrm>
          <a:prstGeom prst="ellipse">
            <a:avLst/>
          </a:prstGeom>
          <a:solidFill>
            <a:schemeClr val="accent1"/>
          </a:solidFill>
          <a:ln w="9525">
            <a:solidFill>
              <a:schemeClr val="tx1"/>
            </a:solidFill>
            <a:round/>
            <a:headEnd/>
            <a:tailEnd/>
          </a:ln>
        </p:spPr>
        <p:txBody>
          <a:bodyPr rot="10800000" wrap="none" anchor="ctr"/>
          <a:lstStyle/>
          <a:p>
            <a:pPr>
              <a:defRPr/>
            </a:pPr>
            <a:endParaRPr lang="zh-CN" altLang="en-US">
              <a:effectLst>
                <a:outerShdw blurRad="38100" dist="38100" dir="2700000" algn="tl">
                  <a:srgbClr val="000000">
                    <a:alpha val="43137"/>
                  </a:srgbClr>
                </a:outerShdw>
              </a:effectLst>
            </a:endParaRPr>
          </a:p>
        </p:txBody>
      </p:sp>
      <p:sp>
        <p:nvSpPr>
          <p:cNvPr id="728068" name="Line 4">
            <a:extLst>
              <a:ext uri="{FF2B5EF4-FFF2-40B4-BE49-F238E27FC236}">
                <a16:creationId xmlns:a16="http://schemas.microsoft.com/office/drawing/2014/main" id="{3E08EEC9-DF02-5EF8-059A-472BB63FFD5F}"/>
              </a:ext>
            </a:extLst>
          </p:cNvPr>
          <p:cNvSpPr>
            <a:spLocks noChangeShapeType="1"/>
          </p:cNvSpPr>
          <p:nvPr/>
        </p:nvSpPr>
        <p:spPr bwMode="auto">
          <a:xfrm>
            <a:off x="7699375" y="1408113"/>
            <a:ext cx="431800" cy="0"/>
          </a:xfrm>
          <a:prstGeom prst="line">
            <a:avLst/>
          </a:prstGeom>
          <a:noFill/>
          <a:ln w="9525">
            <a:solidFill>
              <a:schemeClr val="bg1"/>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28069" name="Oval 5">
            <a:extLst>
              <a:ext uri="{FF2B5EF4-FFF2-40B4-BE49-F238E27FC236}">
                <a16:creationId xmlns:a16="http://schemas.microsoft.com/office/drawing/2014/main" id="{03E774D2-0675-31D0-5721-B686524C974E}"/>
              </a:ext>
            </a:extLst>
          </p:cNvPr>
          <p:cNvSpPr>
            <a:spLocks noChangeArrowheads="1"/>
          </p:cNvSpPr>
          <p:nvPr/>
        </p:nvSpPr>
        <p:spPr bwMode="auto">
          <a:xfrm>
            <a:off x="7267575" y="3567113"/>
            <a:ext cx="1295400" cy="288925"/>
          </a:xfrm>
          <a:prstGeom prst="ellipse">
            <a:avLst/>
          </a:prstGeom>
          <a:noFill/>
          <a:ln w="9525">
            <a:solidFill>
              <a:srgbClr val="FF99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8070" name="Line 6">
            <a:extLst>
              <a:ext uri="{FF2B5EF4-FFF2-40B4-BE49-F238E27FC236}">
                <a16:creationId xmlns:a16="http://schemas.microsoft.com/office/drawing/2014/main" id="{B18A8319-AA2E-ED8B-1E30-9AA7F5C36424}"/>
              </a:ext>
            </a:extLst>
          </p:cNvPr>
          <p:cNvSpPr>
            <a:spLocks noChangeShapeType="1"/>
          </p:cNvSpPr>
          <p:nvPr/>
        </p:nvSpPr>
        <p:spPr bwMode="auto">
          <a:xfrm>
            <a:off x="7915275" y="1263650"/>
            <a:ext cx="0" cy="3097213"/>
          </a:xfrm>
          <a:prstGeom prst="line">
            <a:avLst/>
          </a:prstGeom>
          <a:noFill/>
          <a:ln w="9525">
            <a:solidFill>
              <a:srgbClr val="FF9900"/>
            </a:solidFill>
            <a:prstDash val="lgDashDot"/>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28071" name="Oval 7">
            <a:extLst>
              <a:ext uri="{FF2B5EF4-FFF2-40B4-BE49-F238E27FC236}">
                <a16:creationId xmlns:a16="http://schemas.microsoft.com/office/drawing/2014/main" id="{E9701F93-0EAB-A739-F050-F23A1B239A10}"/>
              </a:ext>
            </a:extLst>
          </p:cNvPr>
          <p:cNvSpPr>
            <a:spLocks noChangeArrowheads="1"/>
          </p:cNvSpPr>
          <p:nvPr/>
        </p:nvSpPr>
        <p:spPr bwMode="auto">
          <a:xfrm flipV="1">
            <a:off x="7194550" y="3640138"/>
            <a:ext cx="144463" cy="144462"/>
          </a:xfrm>
          <a:prstGeom prst="ellipse">
            <a:avLst/>
          </a:prstGeom>
          <a:solidFill>
            <a:srgbClr val="00CC00"/>
          </a:solidFill>
          <a:ln w="9525">
            <a:solidFill>
              <a:schemeClr val="tx1"/>
            </a:solidFill>
            <a:round/>
            <a:headEnd/>
            <a:tailEnd/>
          </a:ln>
        </p:spPr>
        <p:txBody>
          <a:bodyPr rot="10800000" wrap="none" anchor="ctr"/>
          <a:lstStyle/>
          <a:p>
            <a:pPr>
              <a:defRPr/>
            </a:pPr>
            <a:endParaRPr lang="zh-CN" altLang="en-US">
              <a:effectLst>
                <a:outerShdw blurRad="38100" dist="38100" dir="2700000" algn="tl">
                  <a:srgbClr val="000000">
                    <a:alpha val="43137"/>
                  </a:srgbClr>
                </a:outerShdw>
              </a:effectLst>
            </a:endParaRPr>
          </a:p>
        </p:txBody>
      </p:sp>
      <p:sp>
        <p:nvSpPr>
          <p:cNvPr id="728072" name="Oval 8">
            <a:extLst>
              <a:ext uri="{FF2B5EF4-FFF2-40B4-BE49-F238E27FC236}">
                <a16:creationId xmlns:a16="http://schemas.microsoft.com/office/drawing/2014/main" id="{59B04BF5-E53A-7588-9500-8D377FAC56F0}"/>
              </a:ext>
            </a:extLst>
          </p:cNvPr>
          <p:cNvSpPr>
            <a:spLocks noChangeArrowheads="1"/>
          </p:cNvSpPr>
          <p:nvPr/>
        </p:nvSpPr>
        <p:spPr bwMode="auto">
          <a:xfrm flipV="1">
            <a:off x="7870825" y="3683000"/>
            <a:ext cx="73025" cy="73025"/>
          </a:xfrm>
          <a:prstGeom prst="ellipse">
            <a:avLst/>
          </a:prstGeom>
          <a:solidFill>
            <a:schemeClr val="bg1"/>
          </a:solidFill>
          <a:ln w="9525">
            <a:solidFill>
              <a:schemeClr val="tx1"/>
            </a:solidFill>
            <a:round/>
            <a:headEnd/>
            <a:tailEnd/>
          </a:ln>
        </p:spPr>
        <p:txBody>
          <a:bodyPr rot="10800000" wrap="none" anchor="ctr"/>
          <a:lstStyle/>
          <a:p>
            <a:pPr>
              <a:defRPr/>
            </a:pPr>
            <a:endParaRPr lang="zh-CN" altLang="en-US">
              <a:effectLst>
                <a:outerShdw blurRad="38100" dist="38100" dir="2700000" algn="tl">
                  <a:srgbClr val="000000">
                    <a:alpha val="43137"/>
                  </a:srgbClr>
                </a:outerShdw>
              </a:effectLst>
            </a:endParaRPr>
          </a:p>
        </p:txBody>
      </p:sp>
      <p:sp>
        <p:nvSpPr>
          <p:cNvPr id="728073" name="Line 9">
            <a:extLst>
              <a:ext uri="{FF2B5EF4-FFF2-40B4-BE49-F238E27FC236}">
                <a16:creationId xmlns:a16="http://schemas.microsoft.com/office/drawing/2014/main" id="{DE59557A-DB7E-2C7A-49C5-D25684A98F3D}"/>
              </a:ext>
            </a:extLst>
          </p:cNvPr>
          <p:cNvSpPr>
            <a:spLocks noChangeShapeType="1"/>
          </p:cNvSpPr>
          <p:nvPr/>
        </p:nvSpPr>
        <p:spPr bwMode="auto">
          <a:xfrm flipH="1">
            <a:off x="7339013" y="3711575"/>
            <a:ext cx="576262" cy="0"/>
          </a:xfrm>
          <a:prstGeom prst="line">
            <a:avLst/>
          </a:prstGeom>
          <a:noFill/>
          <a:ln w="9525">
            <a:solidFill>
              <a:srgbClr val="FF99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28074" name="Text Box 10">
            <a:extLst>
              <a:ext uri="{FF2B5EF4-FFF2-40B4-BE49-F238E27FC236}">
                <a16:creationId xmlns:a16="http://schemas.microsoft.com/office/drawing/2014/main" id="{25628A6B-1F1E-763A-7BF4-E19B01AC355E}"/>
              </a:ext>
            </a:extLst>
          </p:cNvPr>
          <p:cNvSpPr txBox="1">
            <a:spLocks noChangeArrowheads="1"/>
          </p:cNvSpPr>
          <p:nvPr/>
        </p:nvSpPr>
        <p:spPr bwMode="auto">
          <a:xfrm>
            <a:off x="8129588" y="1311275"/>
            <a:ext cx="577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just">
              <a:lnSpc>
                <a:spcPct val="100000"/>
              </a:lnSpc>
              <a:buClrTx/>
              <a:buFontTx/>
              <a:buNone/>
            </a:pPr>
            <a:r>
              <a:rPr lang="en-US" altLang="zh-CN" b="0" i="1">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b="0" i="1">
              <a:solidFill>
                <a:schemeClr val="accent2"/>
              </a:solidFill>
              <a:latin typeface="Times New Roman" panose="02020603050405020304" pitchFamily="18" charset="0"/>
              <a:ea typeface="宋体" panose="02010600030101010101" pitchFamily="2" charset="-122"/>
            </a:endParaRPr>
          </a:p>
        </p:txBody>
      </p:sp>
      <p:sp>
        <p:nvSpPr>
          <p:cNvPr id="728075" name="Arc 11">
            <a:extLst>
              <a:ext uri="{FF2B5EF4-FFF2-40B4-BE49-F238E27FC236}">
                <a16:creationId xmlns:a16="http://schemas.microsoft.com/office/drawing/2014/main" id="{B2B33D98-D9A1-AB9B-4DC9-71C96A71F165}"/>
              </a:ext>
            </a:extLst>
          </p:cNvPr>
          <p:cNvSpPr>
            <a:spLocks/>
          </p:cNvSpPr>
          <p:nvPr/>
        </p:nvSpPr>
        <p:spPr bwMode="auto">
          <a:xfrm flipH="1">
            <a:off x="7699375" y="1624013"/>
            <a:ext cx="479425" cy="215900"/>
          </a:xfrm>
          <a:custGeom>
            <a:avLst/>
            <a:gdLst>
              <a:gd name="G0" fmla="+- 21600 0 0"/>
              <a:gd name="G1" fmla="+- 17204 0 0"/>
              <a:gd name="G2" fmla="+- 21600 0 0"/>
              <a:gd name="T0" fmla="*/ 34661 w 43200"/>
              <a:gd name="T1" fmla="*/ 0 h 38804"/>
              <a:gd name="T2" fmla="*/ 8475 w 43200"/>
              <a:gd name="T3" fmla="*/ 49 h 38804"/>
              <a:gd name="T4" fmla="*/ 21600 w 43200"/>
              <a:gd name="T5" fmla="*/ 17204 h 38804"/>
            </a:gdLst>
            <a:ahLst/>
            <a:cxnLst>
              <a:cxn ang="0">
                <a:pos x="T0" y="T1"/>
              </a:cxn>
              <a:cxn ang="0">
                <a:pos x="T2" y="T3"/>
              </a:cxn>
              <a:cxn ang="0">
                <a:pos x="T4" y="T5"/>
              </a:cxn>
            </a:cxnLst>
            <a:rect l="0" t="0" r="r" b="b"/>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28575">
            <a:solidFill>
              <a:srgbClr val="FFCC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8076" name="Line 12">
            <a:extLst>
              <a:ext uri="{FF2B5EF4-FFF2-40B4-BE49-F238E27FC236}">
                <a16:creationId xmlns:a16="http://schemas.microsoft.com/office/drawing/2014/main" id="{6FD2E9D7-2586-9BE8-A7DC-B6EC2E7B3E72}"/>
              </a:ext>
            </a:extLst>
          </p:cNvPr>
          <p:cNvSpPr>
            <a:spLocks noChangeShapeType="1"/>
          </p:cNvSpPr>
          <p:nvPr/>
        </p:nvSpPr>
        <p:spPr bwMode="auto">
          <a:xfrm flipV="1">
            <a:off x="7915275" y="976313"/>
            <a:ext cx="0" cy="865187"/>
          </a:xfrm>
          <a:prstGeom prst="line">
            <a:avLst/>
          </a:prstGeom>
          <a:noFill/>
          <a:ln w="9525">
            <a:solidFill>
              <a:srgbClr val="FF99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28077" name="Text Box 13">
            <a:extLst>
              <a:ext uri="{FF2B5EF4-FFF2-40B4-BE49-F238E27FC236}">
                <a16:creationId xmlns:a16="http://schemas.microsoft.com/office/drawing/2014/main" id="{1CCEDD8C-17D8-5826-AAA6-FFE03749069B}"/>
              </a:ext>
            </a:extLst>
          </p:cNvPr>
          <p:cNvSpPr txBox="1">
            <a:spLocks noChangeArrowheads="1"/>
          </p:cNvSpPr>
          <p:nvPr/>
        </p:nvSpPr>
        <p:spPr bwMode="auto">
          <a:xfrm>
            <a:off x="7986713" y="833438"/>
            <a:ext cx="3190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en-US" altLang="zh-CN" b="0">
                <a:latin typeface="Times New Roman" panose="02020603050405020304" pitchFamily="18" charset="0"/>
                <a:ea typeface="宋体" panose="02010600030101010101" pitchFamily="2" charset="-122"/>
              </a:rPr>
              <a:t>z</a:t>
            </a:r>
          </a:p>
        </p:txBody>
      </p:sp>
      <p:sp>
        <p:nvSpPr>
          <p:cNvPr id="728078" name="Text Box 14">
            <a:extLst>
              <a:ext uri="{FF2B5EF4-FFF2-40B4-BE49-F238E27FC236}">
                <a16:creationId xmlns:a16="http://schemas.microsoft.com/office/drawing/2014/main" id="{1C7E97F7-DF36-D14D-F255-72B60140E4A3}"/>
              </a:ext>
            </a:extLst>
          </p:cNvPr>
          <p:cNvSpPr txBox="1">
            <a:spLocks noChangeArrowheads="1"/>
          </p:cNvSpPr>
          <p:nvPr/>
        </p:nvSpPr>
        <p:spPr bwMode="auto">
          <a:xfrm>
            <a:off x="7915275" y="3424238"/>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en-US" altLang="zh-CN" b="0">
                <a:latin typeface="Times New Roman" panose="02020603050405020304" pitchFamily="18" charset="0"/>
                <a:ea typeface="宋体" panose="02010600030101010101" pitchFamily="2" charset="-122"/>
              </a:rPr>
              <a:t>A</a:t>
            </a:r>
          </a:p>
        </p:txBody>
      </p:sp>
      <p:graphicFrame>
        <p:nvGraphicFramePr>
          <p:cNvPr id="728079" name="Object 15">
            <a:extLst>
              <a:ext uri="{FF2B5EF4-FFF2-40B4-BE49-F238E27FC236}">
                <a16:creationId xmlns:a16="http://schemas.microsoft.com/office/drawing/2014/main" id="{109942E7-A069-10A0-A428-D806DE1DA8F3}"/>
              </a:ext>
            </a:extLst>
          </p:cNvPr>
          <p:cNvGraphicFramePr>
            <a:graphicFrameLocks/>
          </p:cNvGraphicFramePr>
          <p:nvPr/>
        </p:nvGraphicFramePr>
        <p:xfrm>
          <a:off x="1754188" y="1835150"/>
          <a:ext cx="3633787" cy="611188"/>
        </p:xfrm>
        <a:graphic>
          <a:graphicData uri="http://schemas.openxmlformats.org/presentationml/2006/ole">
            <mc:AlternateContent xmlns:mc="http://schemas.openxmlformats.org/markup-compatibility/2006">
              <mc:Choice xmlns:v="urn:schemas-microsoft-com:vml" Requires="v">
                <p:oleObj name="公式" r:id="rId5" imgW="1358640" imgH="241200" progId="Equation.3">
                  <p:embed/>
                </p:oleObj>
              </mc:Choice>
              <mc:Fallback>
                <p:oleObj name="公式" r:id="rId5" imgW="1358640" imgH="241200" progId="Equation.3">
                  <p:embed/>
                  <p:pic>
                    <p:nvPicPr>
                      <p:cNvPr id="0" name="Object 1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4188" y="1835150"/>
                        <a:ext cx="3633787" cy="611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8080" name="Text Box 16">
            <a:extLst>
              <a:ext uri="{FF2B5EF4-FFF2-40B4-BE49-F238E27FC236}">
                <a16:creationId xmlns:a16="http://schemas.microsoft.com/office/drawing/2014/main" id="{6B69FBDF-1B7E-136A-B693-BCAC8454E3BA}"/>
              </a:ext>
            </a:extLst>
          </p:cNvPr>
          <p:cNvSpPr txBox="1">
            <a:spLocks noChangeArrowheads="1"/>
          </p:cNvSpPr>
          <p:nvPr/>
        </p:nvSpPr>
        <p:spPr bwMode="auto">
          <a:xfrm>
            <a:off x="7942263" y="1166813"/>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en-US" altLang="zh-CN" b="0" i="1">
                <a:latin typeface="Times New Roman" panose="02020603050405020304" pitchFamily="18" charset="0"/>
                <a:ea typeface="宋体" panose="02010600030101010101" pitchFamily="2" charset="-122"/>
              </a:rPr>
              <a:t>O</a:t>
            </a:r>
          </a:p>
        </p:txBody>
      </p:sp>
      <p:sp>
        <p:nvSpPr>
          <p:cNvPr id="728081" name="Line 17">
            <a:extLst>
              <a:ext uri="{FF2B5EF4-FFF2-40B4-BE49-F238E27FC236}">
                <a16:creationId xmlns:a16="http://schemas.microsoft.com/office/drawing/2014/main" id="{041F2BA8-FA12-3ADD-E891-C81CFE6C68D7}"/>
              </a:ext>
            </a:extLst>
          </p:cNvPr>
          <p:cNvSpPr>
            <a:spLocks noChangeShapeType="1"/>
          </p:cNvSpPr>
          <p:nvPr/>
        </p:nvSpPr>
        <p:spPr bwMode="auto">
          <a:xfrm flipV="1">
            <a:off x="7915275" y="831850"/>
            <a:ext cx="0" cy="647700"/>
          </a:xfrm>
          <a:prstGeom prst="line">
            <a:avLst/>
          </a:prstGeom>
          <a:noFill/>
          <a:ln w="38100">
            <a:solidFill>
              <a:srgbClr val="00CC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28082" name="Line 18">
            <a:extLst>
              <a:ext uri="{FF2B5EF4-FFF2-40B4-BE49-F238E27FC236}">
                <a16:creationId xmlns:a16="http://schemas.microsoft.com/office/drawing/2014/main" id="{29688D47-72FC-AD01-AD99-BC88DEDCCD36}"/>
              </a:ext>
            </a:extLst>
          </p:cNvPr>
          <p:cNvSpPr>
            <a:spLocks noChangeShapeType="1"/>
          </p:cNvSpPr>
          <p:nvPr/>
        </p:nvSpPr>
        <p:spPr bwMode="auto">
          <a:xfrm flipH="1">
            <a:off x="7267575" y="1408113"/>
            <a:ext cx="647700" cy="2303462"/>
          </a:xfrm>
          <a:prstGeom prst="line">
            <a:avLst/>
          </a:prstGeom>
          <a:noFill/>
          <a:ln w="9525">
            <a:solidFill>
              <a:srgbClr val="FFFF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graphicFrame>
        <p:nvGraphicFramePr>
          <p:cNvPr id="728083" name="Object 19">
            <a:extLst>
              <a:ext uri="{FF2B5EF4-FFF2-40B4-BE49-F238E27FC236}">
                <a16:creationId xmlns:a16="http://schemas.microsoft.com/office/drawing/2014/main" id="{F17BDBBF-D31A-559D-7E53-92E278E735F4}"/>
              </a:ext>
            </a:extLst>
          </p:cNvPr>
          <p:cNvGraphicFramePr>
            <a:graphicFrameLocks/>
          </p:cNvGraphicFramePr>
          <p:nvPr/>
        </p:nvGraphicFramePr>
        <p:xfrm>
          <a:off x="1785938" y="2482850"/>
          <a:ext cx="2036762" cy="644525"/>
        </p:xfrm>
        <a:graphic>
          <a:graphicData uri="http://schemas.openxmlformats.org/presentationml/2006/ole">
            <mc:AlternateContent xmlns:mc="http://schemas.openxmlformats.org/markup-compatibility/2006">
              <mc:Choice xmlns:v="urn:schemas-microsoft-com:vml" Requires="v">
                <p:oleObj name="公式" r:id="rId7" imgW="761760" imgH="253800" progId="Equation.3">
                  <p:embed/>
                </p:oleObj>
              </mc:Choice>
              <mc:Fallback>
                <p:oleObj name="公式" r:id="rId7" imgW="761760" imgH="253800" progId="Equation.3">
                  <p:embed/>
                  <p:pic>
                    <p:nvPicPr>
                      <p:cNvPr id="0" name="Object 1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85938" y="2482850"/>
                        <a:ext cx="2036762" cy="64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8084" name="Object 20">
            <a:extLst>
              <a:ext uri="{FF2B5EF4-FFF2-40B4-BE49-F238E27FC236}">
                <a16:creationId xmlns:a16="http://schemas.microsoft.com/office/drawing/2014/main" id="{44A295B1-F0B6-2847-EA40-CDEE9FC8F0BD}"/>
              </a:ext>
            </a:extLst>
          </p:cNvPr>
          <p:cNvGraphicFramePr>
            <a:graphicFrameLocks/>
          </p:cNvGraphicFramePr>
          <p:nvPr/>
        </p:nvGraphicFramePr>
        <p:xfrm>
          <a:off x="1633538" y="3149600"/>
          <a:ext cx="3970337" cy="773113"/>
        </p:xfrm>
        <a:graphic>
          <a:graphicData uri="http://schemas.openxmlformats.org/presentationml/2006/ole">
            <mc:AlternateContent xmlns:mc="http://schemas.openxmlformats.org/markup-compatibility/2006">
              <mc:Choice xmlns:v="urn:schemas-microsoft-com:vml" Requires="v">
                <p:oleObj name="公式" r:id="rId9" imgW="1485720" imgH="304560" progId="Equation.3">
                  <p:embed/>
                </p:oleObj>
              </mc:Choice>
              <mc:Fallback>
                <p:oleObj name="公式" r:id="rId9" imgW="1485720" imgH="304560" progId="Equation.3">
                  <p:embed/>
                  <p:pic>
                    <p:nvPicPr>
                      <p:cNvPr id="0" name="Object 20"/>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33538" y="3149600"/>
                        <a:ext cx="3970337" cy="773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8085" name="Line 21">
            <a:extLst>
              <a:ext uri="{FF2B5EF4-FFF2-40B4-BE49-F238E27FC236}">
                <a16:creationId xmlns:a16="http://schemas.microsoft.com/office/drawing/2014/main" id="{00E5FF0D-3721-C684-A30E-AA6D6B53BD26}"/>
              </a:ext>
            </a:extLst>
          </p:cNvPr>
          <p:cNvSpPr>
            <a:spLocks noChangeShapeType="1"/>
          </p:cNvSpPr>
          <p:nvPr/>
        </p:nvSpPr>
        <p:spPr bwMode="auto">
          <a:xfrm flipH="1" flipV="1">
            <a:off x="6762750" y="831850"/>
            <a:ext cx="1152525" cy="576263"/>
          </a:xfrm>
          <a:prstGeom prst="line">
            <a:avLst/>
          </a:prstGeom>
          <a:noFill/>
          <a:ln w="38100">
            <a:solidFill>
              <a:srgbClr val="00CC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graphicFrame>
        <p:nvGraphicFramePr>
          <p:cNvPr id="728086" name="Object 22">
            <a:extLst>
              <a:ext uri="{FF2B5EF4-FFF2-40B4-BE49-F238E27FC236}">
                <a16:creationId xmlns:a16="http://schemas.microsoft.com/office/drawing/2014/main" id="{3F106CDF-7020-1FFF-D219-EB18778894BC}"/>
              </a:ext>
            </a:extLst>
          </p:cNvPr>
          <p:cNvGraphicFramePr>
            <a:graphicFrameLocks/>
          </p:cNvGraphicFramePr>
          <p:nvPr/>
        </p:nvGraphicFramePr>
        <p:xfrm>
          <a:off x="1549400" y="4292600"/>
          <a:ext cx="3427413" cy="677863"/>
        </p:xfrm>
        <a:graphic>
          <a:graphicData uri="http://schemas.openxmlformats.org/presentationml/2006/ole">
            <mc:AlternateContent xmlns:mc="http://schemas.openxmlformats.org/markup-compatibility/2006">
              <mc:Choice xmlns:v="urn:schemas-microsoft-com:vml" Requires="v">
                <p:oleObj name="公式" r:id="rId11" imgW="1282680" imgH="266400" progId="Equation.3">
                  <p:embed/>
                </p:oleObj>
              </mc:Choice>
              <mc:Fallback>
                <p:oleObj name="公式" r:id="rId11" imgW="1282680" imgH="266400" progId="Equation.3">
                  <p:embed/>
                  <p:pic>
                    <p:nvPicPr>
                      <p:cNvPr id="0" name="Object 22"/>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49400" y="4292600"/>
                        <a:ext cx="3427413" cy="677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8087" name="Object 23">
            <a:extLst>
              <a:ext uri="{FF2B5EF4-FFF2-40B4-BE49-F238E27FC236}">
                <a16:creationId xmlns:a16="http://schemas.microsoft.com/office/drawing/2014/main" id="{9865F67C-CF6A-2539-BCD0-6076271BA266}"/>
              </a:ext>
            </a:extLst>
          </p:cNvPr>
          <p:cNvGraphicFramePr>
            <a:graphicFrameLocks/>
          </p:cNvGraphicFramePr>
          <p:nvPr/>
        </p:nvGraphicFramePr>
        <p:xfrm>
          <a:off x="1217613" y="5249863"/>
          <a:ext cx="5664200" cy="615950"/>
        </p:xfrm>
        <a:graphic>
          <a:graphicData uri="http://schemas.openxmlformats.org/presentationml/2006/ole">
            <mc:AlternateContent xmlns:mc="http://schemas.openxmlformats.org/markup-compatibility/2006">
              <mc:Choice xmlns:v="urn:schemas-microsoft-com:vml" Requires="v">
                <p:oleObj name="公式" r:id="rId13" imgW="2120760" imgH="241200" progId="Equation.3">
                  <p:embed/>
                </p:oleObj>
              </mc:Choice>
              <mc:Fallback>
                <p:oleObj name="公式" r:id="rId13" imgW="2120760" imgH="241200" progId="Equation.3">
                  <p:embed/>
                  <p:pic>
                    <p:nvPicPr>
                      <p:cNvPr id="0" name="Object 23"/>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17613" y="5249863"/>
                        <a:ext cx="5664200" cy="61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88496"/>
                                        </p:tgtEl>
                                        <p:attrNameLst>
                                          <p:attrName>style.visibility</p:attrName>
                                        </p:attrNameLst>
                                      </p:cBhvr>
                                      <p:to>
                                        <p:strVal val="visible"/>
                                      </p:to>
                                    </p:set>
                                    <p:animEffect transition="in" filter="wipe(left)">
                                      <p:cBhvr>
                                        <p:cTn id="7" dur="500"/>
                                        <p:tgtEl>
                                          <p:spTgt spid="7884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88498"/>
                                        </p:tgtEl>
                                        <p:attrNameLst>
                                          <p:attrName>style.visibility</p:attrName>
                                        </p:attrNameLst>
                                      </p:cBhvr>
                                      <p:to>
                                        <p:strVal val="visible"/>
                                      </p:to>
                                    </p:set>
                                    <p:animEffect transition="in" filter="wipe(left)">
                                      <p:cBhvr>
                                        <p:cTn id="12" dur="500"/>
                                        <p:tgtEl>
                                          <p:spTgt spid="78849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88500"/>
                                        </p:tgtEl>
                                        <p:attrNameLst>
                                          <p:attrName>style.visibility</p:attrName>
                                        </p:attrNameLst>
                                      </p:cBhvr>
                                      <p:to>
                                        <p:strVal val="visible"/>
                                      </p:to>
                                    </p:set>
                                    <p:animEffect transition="in" filter="wipe(left)">
                                      <p:cBhvr>
                                        <p:cTn id="17" dur="500"/>
                                        <p:tgtEl>
                                          <p:spTgt spid="7885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88499"/>
                                        </p:tgtEl>
                                        <p:attrNameLst>
                                          <p:attrName>style.visibility</p:attrName>
                                        </p:attrNameLst>
                                      </p:cBhvr>
                                      <p:to>
                                        <p:strVal val="visible"/>
                                      </p:to>
                                    </p:set>
                                    <p:animEffect transition="in" filter="wipe(left)">
                                      <p:cBhvr>
                                        <p:cTn id="22" dur="500"/>
                                        <p:tgtEl>
                                          <p:spTgt spid="788499"/>
                                        </p:tgtEl>
                                      </p:cBhvr>
                                    </p:animEffect>
                                  </p:childTnLst>
                                </p:cTn>
                              </p:par>
                              <p:par>
                                <p:cTn id="23" presetID="22" presetClass="entr" presetSubtype="4" fill="hold" nodeType="withEffect">
                                  <p:stCondLst>
                                    <p:cond delay="0"/>
                                  </p:stCondLst>
                                  <p:childTnLst>
                                    <p:set>
                                      <p:cBhvr>
                                        <p:cTn id="24" dur="1" fill="hold">
                                          <p:stCondLst>
                                            <p:cond delay="0"/>
                                          </p:stCondLst>
                                        </p:cTn>
                                        <p:tgtEl>
                                          <p:spTgt spid="728080"/>
                                        </p:tgtEl>
                                        <p:attrNameLst>
                                          <p:attrName>style.visibility</p:attrName>
                                        </p:attrNameLst>
                                      </p:cBhvr>
                                      <p:to>
                                        <p:strVal val="visible"/>
                                      </p:to>
                                    </p:set>
                                    <p:animEffect transition="in" filter="wipe(down)">
                                      <p:cBhvr>
                                        <p:cTn id="25" dur="500"/>
                                        <p:tgtEl>
                                          <p:spTgt spid="72808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788501"/>
                                        </p:tgtEl>
                                        <p:attrNameLst>
                                          <p:attrName>style.visibility</p:attrName>
                                        </p:attrNameLst>
                                      </p:cBhvr>
                                      <p:to>
                                        <p:strVal val="visible"/>
                                      </p:to>
                                    </p:set>
                                    <p:animEffect transition="in" filter="wipe(left)">
                                      <p:cBhvr>
                                        <p:cTn id="30" dur="500"/>
                                        <p:tgtEl>
                                          <p:spTgt spid="78850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2" fill="hold" nodeType="clickEffect">
                                  <p:stCondLst>
                                    <p:cond delay="0"/>
                                  </p:stCondLst>
                                  <p:childTnLst>
                                    <p:set>
                                      <p:cBhvr>
                                        <p:cTn id="34" dur="1" fill="hold">
                                          <p:stCondLst>
                                            <p:cond delay="0"/>
                                          </p:stCondLst>
                                        </p:cTn>
                                        <p:tgtEl>
                                          <p:spTgt spid="788502"/>
                                        </p:tgtEl>
                                        <p:attrNameLst>
                                          <p:attrName>style.visibility</p:attrName>
                                        </p:attrNameLst>
                                      </p:cBhvr>
                                      <p:to>
                                        <p:strVal val="visible"/>
                                      </p:to>
                                    </p:set>
                                    <p:anim calcmode="lin" valueType="num">
                                      <p:cBhvr additive="base">
                                        <p:cTn id="35" dur="500" fill="hold"/>
                                        <p:tgtEl>
                                          <p:spTgt spid="788502"/>
                                        </p:tgtEl>
                                        <p:attrNameLst>
                                          <p:attrName>ppt_x</p:attrName>
                                        </p:attrNameLst>
                                      </p:cBhvr>
                                      <p:tavLst>
                                        <p:tav tm="0">
                                          <p:val>
                                            <p:strVal val="1+#ppt_w/2"/>
                                          </p:val>
                                        </p:tav>
                                        <p:tav tm="100000">
                                          <p:val>
                                            <p:strVal val="#ppt_x"/>
                                          </p:val>
                                        </p:tav>
                                      </p:tavLst>
                                    </p:anim>
                                    <p:anim calcmode="lin" valueType="num">
                                      <p:cBhvr additive="base">
                                        <p:cTn id="36" dur="500" fill="hold"/>
                                        <p:tgtEl>
                                          <p:spTgt spid="788502"/>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2" fill="hold" nodeType="clickEffect">
                                  <p:stCondLst>
                                    <p:cond delay="0"/>
                                  </p:stCondLst>
                                  <p:childTnLst>
                                    <p:set>
                                      <p:cBhvr>
                                        <p:cTn id="40" dur="1" fill="hold">
                                          <p:stCondLst>
                                            <p:cond delay="0"/>
                                          </p:stCondLst>
                                        </p:cTn>
                                        <p:tgtEl>
                                          <p:spTgt spid="728073"/>
                                        </p:tgtEl>
                                        <p:attrNameLst>
                                          <p:attrName>style.visibility</p:attrName>
                                        </p:attrNameLst>
                                      </p:cBhvr>
                                      <p:to>
                                        <p:strVal val="visible"/>
                                      </p:to>
                                    </p:set>
                                    <p:animEffect transition="in" filter="wipe(right)">
                                      <p:cBhvr>
                                        <p:cTn id="41" dur="500"/>
                                        <p:tgtEl>
                                          <p:spTgt spid="72807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4" fill="hold" nodeType="clickEffect">
                                  <p:stCondLst>
                                    <p:cond delay="0"/>
                                  </p:stCondLst>
                                  <p:childTnLst>
                                    <p:set>
                                      <p:cBhvr>
                                        <p:cTn id="45" dur="1" fill="hold">
                                          <p:stCondLst>
                                            <p:cond delay="0"/>
                                          </p:stCondLst>
                                        </p:cTn>
                                        <p:tgtEl>
                                          <p:spTgt spid="728075"/>
                                        </p:tgtEl>
                                        <p:attrNameLst>
                                          <p:attrName>style.visibility</p:attrName>
                                        </p:attrNameLst>
                                      </p:cBhvr>
                                      <p:to>
                                        <p:strVal val="visible"/>
                                      </p:to>
                                    </p:set>
                                    <p:animEffect transition="in" filter="wipe(down)">
                                      <p:cBhvr>
                                        <p:cTn id="46" dur="500"/>
                                        <p:tgtEl>
                                          <p:spTgt spid="72807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728074"/>
                                        </p:tgtEl>
                                        <p:attrNameLst>
                                          <p:attrName>style.visibility</p:attrName>
                                        </p:attrNameLst>
                                      </p:cBhvr>
                                      <p:to>
                                        <p:strVal val="visible"/>
                                      </p:to>
                                    </p:set>
                                    <p:animEffect transition="in" filter="wipe(left)">
                                      <p:cBhvr>
                                        <p:cTn id="51" dur="500"/>
                                        <p:tgtEl>
                                          <p:spTgt spid="72807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4" fill="hold" nodeType="clickEffect">
                                  <p:stCondLst>
                                    <p:cond delay="0"/>
                                  </p:stCondLst>
                                  <p:childTnLst>
                                    <p:set>
                                      <p:cBhvr>
                                        <p:cTn id="55" dur="1" fill="hold">
                                          <p:stCondLst>
                                            <p:cond delay="0"/>
                                          </p:stCondLst>
                                        </p:cTn>
                                        <p:tgtEl>
                                          <p:spTgt spid="728076"/>
                                        </p:tgtEl>
                                        <p:attrNameLst>
                                          <p:attrName>style.visibility</p:attrName>
                                        </p:attrNameLst>
                                      </p:cBhvr>
                                      <p:to>
                                        <p:strVal val="visible"/>
                                      </p:to>
                                    </p:set>
                                    <p:animEffect transition="in" filter="wipe(down)">
                                      <p:cBhvr>
                                        <p:cTn id="56" dur="500"/>
                                        <p:tgtEl>
                                          <p:spTgt spid="728076"/>
                                        </p:tgtEl>
                                      </p:cBhvr>
                                    </p:animEffect>
                                  </p:childTnLst>
                                </p:cTn>
                              </p:par>
                              <p:par>
                                <p:cTn id="57" presetID="22" presetClass="entr" presetSubtype="4" fill="hold" nodeType="withEffect">
                                  <p:stCondLst>
                                    <p:cond delay="0"/>
                                  </p:stCondLst>
                                  <p:childTnLst>
                                    <p:set>
                                      <p:cBhvr>
                                        <p:cTn id="58" dur="1" fill="hold">
                                          <p:stCondLst>
                                            <p:cond delay="0"/>
                                          </p:stCondLst>
                                        </p:cTn>
                                        <p:tgtEl>
                                          <p:spTgt spid="728077"/>
                                        </p:tgtEl>
                                        <p:attrNameLst>
                                          <p:attrName>style.visibility</p:attrName>
                                        </p:attrNameLst>
                                      </p:cBhvr>
                                      <p:to>
                                        <p:strVal val="visible"/>
                                      </p:to>
                                    </p:set>
                                    <p:animEffect transition="in" filter="wipe(down)">
                                      <p:cBhvr>
                                        <p:cTn id="59" dur="500"/>
                                        <p:tgtEl>
                                          <p:spTgt spid="728077"/>
                                        </p:tgtEl>
                                      </p:cBhvr>
                                    </p:animEffect>
                                  </p:childTnLst>
                                </p:cTn>
                              </p:par>
                              <p:par>
                                <p:cTn id="60" presetID="22" presetClass="entr" presetSubtype="4" fill="hold" nodeType="withEffect">
                                  <p:stCondLst>
                                    <p:cond delay="0"/>
                                  </p:stCondLst>
                                  <p:childTnLst>
                                    <p:set>
                                      <p:cBhvr>
                                        <p:cTn id="61" dur="1" fill="hold">
                                          <p:stCondLst>
                                            <p:cond delay="0"/>
                                          </p:stCondLst>
                                        </p:cTn>
                                        <p:tgtEl>
                                          <p:spTgt spid="728078"/>
                                        </p:tgtEl>
                                        <p:attrNameLst>
                                          <p:attrName>style.visibility</p:attrName>
                                        </p:attrNameLst>
                                      </p:cBhvr>
                                      <p:to>
                                        <p:strVal val="visible"/>
                                      </p:to>
                                    </p:set>
                                    <p:animEffect transition="in" filter="wipe(down)">
                                      <p:cBhvr>
                                        <p:cTn id="62" dur="500"/>
                                        <p:tgtEl>
                                          <p:spTgt spid="728078"/>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728079"/>
                                        </p:tgtEl>
                                        <p:attrNameLst>
                                          <p:attrName>style.visibility</p:attrName>
                                        </p:attrNameLst>
                                      </p:cBhvr>
                                      <p:to>
                                        <p:strVal val="visible"/>
                                      </p:to>
                                    </p:set>
                                    <p:animEffect transition="in" filter="wipe(left)">
                                      <p:cBhvr>
                                        <p:cTn id="67" dur="500"/>
                                        <p:tgtEl>
                                          <p:spTgt spid="728079"/>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4" fill="hold" nodeType="clickEffect">
                                  <p:stCondLst>
                                    <p:cond delay="0"/>
                                  </p:stCondLst>
                                  <p:childTnLst>
                                    <p:set>
                                      <p:cBhvr>
                                        <p:cTn id="71" dur="1" fill="hold">
                                          <p:stCondLst>
                                            <p:cond delay="0"/>
                                          </p:stCondLst>
                                        </p:cTn>
                                        <p:tgtEl>
                                          <p:spTgt spid="728081"/>
                                        </p:tgtEl>
                                        <p:attrNameLst>
                                          <p:attrName>style.visibility</p:attrName>
                                        </p:attrNameLst>
                                      </p:cBhvr>
                                      <p:to>
                                        <p:strVal val="visible"/>
                                      </p:to>
                                    </p:set>
                                    <p:animEffect transition="in" filter="wipe(down)">
                                      <p:cBhvr>
                                        <p:cTn id="72" dur="500"/>
                                        <p:tgtEl>
                                          <p:spTgt spid="72808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728083"/>
                                        </p:tgtEl>
                                        <p:attrNameLst>
                                          <p:attrName>style.visibility</p:attrName>
                                        </p:attrNameLst>
                                      </p:cBhvr>
                                      <p:to>
                                        <p:strVal val="visible"/>
                                      </p:to>
                                    </p:set>
                                    <p:animEffect transition="in" filter="wipe(left)">
                                      <p:cBhvr>
                                        <p:cTn id="77" dur="500"/>
                                        <p:tgtEl>
                                          <p:spTgt spid="728083"/>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4" fill="hold" nodeType="clickEffect">
                                  <p:stCondLst>
                                    <p:cond delay="0"/>
                                  </p:stCondLst>
                                  <p:childTnLst>
                                    <p:set>
                                      <p:cBhvr>
                                        <p:cTn id="81" dur="1" fill="hold">
                                          <p:stCondLst>
                                            <p:cond delay="0"/>
                                          </p:stCondLst>
                                        </p:cTn>
                                        <p:tgtEl>
                                          <p:spTgt spid="728085"/>
                                        </p:tgtEl>
                                        <p:attrNameLst>
                                          <p:attrName>style.visibility</p:attrName>
                                        </p:attrNameLst>
                                      </p:cBhvr>
                                      <p:to>
                                        <p:strVal val="visible"/>
                                      </p:to>
                                    </p:set>
                                    <p:animEffect transition="in" filter="wipe(down)">
                                      <p:cBhvr>
                                        <p:cTn id="82" dur="500"/>
                                        <p:tgtEl>
                                          <p:spTgt spid="728085"/>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728084"/>
                                        </p:tgtEl>
                                        <p:attrNameLst>
                                          <p:attrName>style.visibility</p:attrName>
                                        </p:attrNameLst>
                                      </p:cBhvr>
                                      <p:to>
                                        <p:strVal val="visible"/>
                                      </p:to>
                                    </p:set>
                                    <p:animEffect transition="in" filter="wipe(left)">
                                      <p:cBhvr>
                                        <p:cTn id="87" dur="500"/>
                                        <p:tgtEl>
                                          <p:spTgt spid="728084"/>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728086"/>
                                        </p:tgtEl>
                                        <p:attrNameLst>
                                          <p:attrName>style.visibility</p:attrName>
                                        </p:attrNameLst>
                                      </p:cBhvr>
                                      <p:to>
                                        <p:strVal val="visible"/>
                                      </p:to>
                                    </p:set>
                                    <p:animEffect transition="in" filter="wipe(left)">
                                      <p:cBhvr>
                                        <p:cTn id="92" dur="500"/>
                                        <p:tgtEl>
                                          <p:spTgt spid="728086"/>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728087"/>
                                        </p:tgtEl>
                                        <p:attrNameLst>
                                          <p:attrName>style.visibility</p:attrName>
                                        </p:attrNameLst>
                                      </p:cBhvr>
                                      <p:to>
                                        <p:strVal val="visible"/>
                                      </p:to>
                                    </p:set>
                                    <p:animEffect transition="in" filter="wipe(left)">
                                      <p:cBhvr>
                                        <p:cTn id="97" dur="500"/>
                                        <p:tgtEl>
                                          <p:spTgt spid="7280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496" grpId="0"/>
      <p:bldP spid="788499" grpId="0"/>
      <p:bldP spid="788500" grpId="0"/>
      <p:bldP spid="788501" grpId="0"/>
      <p:bldP spid="728074" grpId="0" autoUpdateAnimBg="0"/>
      <p:bldP spid="728077" grpId="0"/>
      <p:bldP spid="728078" grpId="0"/>
      <p:bldP spid="72808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descr="深色木质">
            <a:extLst>
              <a:ext uri="{FF2B5EF4-FFF2-40B4-BE49-F238E27FC236}">
                <a16:creationId xmlns:a16="http://schemas.microsoft.com/office/drawing/2014/main" id="{2AF4BF70-C6B0-6BB4-3EFC-BAE5C4CA9EA4}"/>
              </a:ext>
            </a:extLst>
          </p:cNvPr>
          <p:cNvSpPr>
            <a:spLocks noChangeArrowheads="1"/>
          </p:cNvSpPr>
          <p:nvPr/>
        </p:nvSpPr>
        <p:spPr bwMode="auto">
          <a:xfrm>
            <a:off x="2339975" y="4148138"/>
            <a:ext cx="2952750" cy="431800"/>
          </a:xfrm>
          <a:prstGeom prst="rect">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endParaRPr lang="zh-CN" altLang="en-US"/>
          </a:p>
        </p:txBody>
      </p:sp>
      <p:sp>
        <p:nvSpPr>
          <p:cNvPr id="26627" name="AutoShape 3" descr="深色木质">
            <a:extLst>
              <a:ext uri="{FF2B5EF4-FFF2-40B4-BE49-F238E27FC236}">
                <a16:creationId xmlns:a16="http://schemas.microsoft.com/office/drawing/2014/main" id="{B1D47141-2EC7-35C3-D9F5-306A7F4F87D6}"/>
              </a:ext>
            </a:extLst>
          </p:cNvPr>
          <p:cNvSpPr>
            <a:spLocks noChangeArrowheads="1"/>
          </p:cNvSpPr>
          <p:nvPr/>
        </p:nvSpPr>
        <p:spPr bwMode="auto">
          <a:xfrm>
            <a:off x="2789238" y="908050"/>
            <a:ext cx="2054225" cy="3240088"/>
          </a:xfrm>
          <a:prstGeom prst="triangle">
            <a:avLst>
              <a:gd name="adj" fmla="val 50000"/>
            </a:avLst>
          </a:prstGeom>
          <a:blipFill dpi="0" rotWithShape="1">
            <a:blip r:embed="rId2"/>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endParaRPr lang="zh-CN" altLang="en-US"/>
          </a:p>
        </p:txBody>
      </p:sp>
      <p:sp>
        <p:nvSpPr>
          <p:cNvPr id="802820" name="Oval 4">
            <a:extLst>
              <a:ext uri="{FF2B5EF4-FFF2-40B4-BE49-F238E27FC236}">
                <a16:creationId xmlns:a16="http://schemas.microsoft.com/office/drawing/2014/main" id="{DFF28758-E5FA-89E6-E6A4-D36788259FE1}"/>
              </a:ext>
            </a:extLst>
          </p:cNvPr>
          <p:cNvSpPr>
            <a:spLocks noChangeArrowheads="1"/>
          </p:cNvSpPr>
          <p:nvPr/>
        </p:nvSpPr>
        <p:spPr bwMode="auto">
          <a:xfrm>
            <a:off x="1836738" y="3141663"/>
            <a:ext cx="3960812" cy="719137"/>
          </a:xfrm>
          <a:prstGeom prst="ellipse">
            <a:avLst/>
          </a:prstGeom>
          <a:noFill/>
          <a:ln w="9525">
            <a:solidFill>
              <a:srgbClr val="FFFF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endParaRPr lang="zh-CN" altLang="en-US"/>
          </a:p>
        </p:txBody>
      </p:sp>
      <p:sp>
        <p:nvSpPr>
          <p:cNvPr id="26629" name="Line 5">
            <a:extLst>
              <a:ext uri="{FF2B5EF4-FFF2-40B4-BE49-F238E27FC236}">
                <a16:creationId xmlns:a16="http://schemas.microsoft.com/office/drawing/2014/main" id="{32CFF078-D664-31EF-081C-38C7533B10A7}"/>
              </a:ext>
            </a:extLst>
          </p:cNvPr>
          <p:cNvSpPr>
            <a:spLocks noChangeShapeType="1"/>
          </p:cNvSpPr>
          <p:nvPr/>
        </p:nvSpPr>
        <p:spPr bwMode="auto">
          <a:xfrm>
            <a:off x="3132138" y="3140075"/>
            <a:ext cx="649287" cy="0"/>
          </a:xfrm>
          <a:prstGeom prst="line">
            <a:avLst/>
          </a:prstGeom>
          <a:noFill/>
          <a:ln w="38100">
            <a:solidFill>
              <a:srgbClr val="CC6600">
                <a:alpha val="76862"/>
              </a:srgbClr>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0" name="Line 6">
            <a:extLst>
              <a:ext uri="{FF2B5EF4-FFF2-40B4-BE49-F238E27FC236}">
                <a16:creationId xmlns:a16="http://schemas.microsoft.com/office/drawing/2014/main" id="{2015BABC-BDDA-F625-B8E6-1640FBDE03E3}"/>
              </a:ext>
            </a:extLst>
          </p:cNvPr>
          <p:cNvSpPr>
            <a:spLocks noChangeShapeType="1"/>
          </p:cNvSpPr>
          <p:nvPr/>
        </p:nvSpPr>
        <p:spPr bwMode="auto">
          <a:xfrm>
            <a:off x="3903663" y="3159125"/>
            <a:ext cx="649287" cy="0"/>
          </a:xfrm>
          <a:prstGeom prst="line">
            <a:avLst/>
          </a:prstGeom>
          <a:noFill/>
          <a:ln w="38100">
            <a:solidFill>
              <a:srgbClr val="CC6600">
                <a:alpha val="76862"/>
              </a:srgbClr>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1" name="Line 7">
            <a:extLst>
              <a:ext uri="{FF2B5EF4-FFF2-40B4-BE49-F238E27FC236}">
                <a16:creationId xmlns:a16="http://schemas.microsoft.com/office/drawing/2014/main" id="{56713632-4778-B438-1209-3A8E4F64866C}"/>
              </a:ext>
            </a:extLst>
          </p:cNvPr>
          <p:cNvSpPr>
            <a:spLocks noChangeShapeType="1"/>
          </p:cNvSpPr>
          <p:nvPr/>
        </p:nvSpPr>
        <p:spPr bwMode="auto">
          <a:xfrm>
            <a:off x="4500563" y="3213100"/>
            <a:ext cx="0" cy="0"/>
          </a:xfrm>
          <a:prstGeom prst="line">
            <a:avLst/>
          </a:prstGeom>
          <a:noFill/>
          <a:ln w="76200">
            <a:solidFill>
              <a:srgbClr val="CC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2824" name="Oval 8">
            <a:extLst>
              <a:ext uri="{FF2B5EF4-FFF2-40B4-BE49-F238E27FC236}">
                <a16:creationId xmlns:a16="http://schemas.microsoft.com/office/drawing/2014/main" id="{9A493ED9-2711-36BA-C563-3833A692D863}"/>
              </a:ext>
            </a:extLst>
          </p:cNvPr>
          <p:cNvSpPr>
            <a:spLocks noChangeArrowheads="1"/>
          </p:cNvSpPr>
          <p:nvPr/>
        </p:nvSpPr>
        <p:spPr bwMode="auto">
          <a:xfrm>
            <a:off x="2844800" y="2060575"/>
            <a:ext cx="2016125" cy="431800"/>
          </a:xfrm>
          <a:prstGeom prst="ellipse">
            <a:avLst/>
          </a:prstGeom>
          <a:noFill/>
          <a:ln w="9525">
            <a:solidFill>
              <a:srgbClr val="FFFF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endParaRPr lang="zh-CN" altLang="en-US"/>
          </a:p>
        </p:txBody>
      </p:sp>
      <p:sp>
        <p:nvSpPr>
          <p:cNvPr id="26633" name="Line 9">
            <a:extLst>
              <a:ext uri="{FF2B5EF4-FFF2-40B4-BE49-F238E27FC236}">
                <a16:creationId xmlns:a16="http://schemas.microsoft.com/office/drawing/2014/main" id="{5211B42D-7C69-17A7-E14D-4895392D702C}"/>
              </a:ext>
            </a:extLst>
          </p:cNvPr>
          <p:cNvSpPr>
            <a:spLocks noChangeShapeType="1"/>
          </p:cNvSpPr>
          <p:nvPr/>
        </p:nvSpPr>
        <p:spPr bwMode="auto">
          <a:xfrm>
            <a:off x="3465513" y="2060575"/>
            <a:ext cx="287337" cy="0"/>
          </a:xfrm>
          <a:prstGeom prst="line">
            <a:avLst/>
          </a:prstGeom>
          <a:noFill/>
          <a:ln w="38100">
            <a:solidFill>
              <a:srgbClr val="CC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4" name="Line 10">
            <a:extLst>
              <a:ext uri="{FF2B5EF4-FFF2-40B4-BE49-F238E27FC236}">
                <a16:creationId xmlns:a16="http://schemas.microsoft.com/office/drawing/2014/main" id="{EA89BBF1-C83A-4F08-3419-E549CD020281}"/>
              </a:ext>
            </a:extLst>
          </p:cNvPr>
          <p:cNvSpPr>
            <a:spLocks noChangeShapeType="1"/>
          </p:cNvSpPr>
          <p:nvPr/>
        </p:nvSpPr>
        <p:spPr bwMode="auto">
          <a:xfrm>
            <a:off x="3911600" y="2060575"/>
            <a:ext cx="287338" cy="0"/>
          </a:xfrm>
          <a:prstGeom prst="line">
            <a:avLst/>
          </a:prstGeom>
          <a:noFill/>
          <a:ln w="38100">
            <a:solidFill>
              <a:srgbClr val="CC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5" name="Line 11">
            <a:extLst>
              <a:ext uri="{FF2B5EF4-FFF2-40B4-BE49-F238E27FC236}">
                <a16:creationId xmlns:a16="http://schemas.microsoft.com/office/drawing/2014/main" id="{A7727BB2-94CC-F984-1258-7B8FAF8FA1EE}"/>
              </a:ext>
            </a:extLst>
          </p:cNvPr>
          <p:cNvSpPr>
            <a:spLocks noChangeShapeType="1"/>
          </p:cNvSpPr>
          <p:nvPr/>
        </p:nvSpPr>
        <p:spPr bwMode="auto">
          <a:xfrm>
            <a:off x="3708400" y="2060575"/>
            <a:ext cx="287338" cy="0"/>
          </a:xfrm>
          <a:prstGeom prst="line">
            <a:avLst/>
          </a:prstGeom>
          <a:noFill/>
          <a:ln w="9525">
            <a:solidFill>
              <a:srgbClr val="CC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6" name="Line 12">
            <a:extLst>
              <a:ext uri="{FF2B5EF4-FFF2-40B4-BE49-F238E27FC236}">
                <a16:creationId xmlns:a16="http://schemas.microsoft.com/office/drawing/2014/main" id="{60BE63D4-99CF-F33C-0D5F-512950221EC5}"/>
              </a:ext>
            </a:extLst>
          </p:cNvPr>
          <p:cNvSpPr>
            <a:spLocks noChangeShapeType="1"/>
          </p:cNvSpPr>
          <p:nvPr/>
        </p:nvSpPr>
        <p:spPr bwMode="auto">
          <a:xfrm>
            <a:off x="3708400" y="3140075"/>
            <a:ext cx="287338" cy="0"/>
          </a:xfrm>
          <a:prstGeom prst="line">
            <a:avLst/>
          </a:prstGeom>
          <a:noFill/>
          <a:ln w="9525">
            <a:solidFill>
              <a:srgbClr val="CC66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37" name="Rectangle 13">
            <a:extLst>
              <a:ext uri="{FF2B5EF4-FFF2-40B4-BE49-F238E27FC236}">
                <a16:creationId xmlns:a16="http://schemas.microsoft.com/office/drawing/2014/main" id="{FD167421-CE07-D675-6418-60AE7DCA6D37}"/>
              </a:ext>
            </a:extLst>
          </p:cNvPr>
          <p:cNvSpPr>
            <a:spLocks noChangeArrowheads="1"/>
          </p:cNvSpPr>
          <p:nvPr/>
        </p:nvSpPr>
        <p:spPr bwMode="auto">
          <a:xfrm>
            <a:off x="3743325" y="908050"/>
            <a:ext cx="180975" cy="3744913"/>
          </a:xfrm>
          <a:prstGeom prst="rect">
            <a:avLst/>
          </a:prstGeom>
          <a:solidFill>
            <a:srgbClr val="0033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endParaRPr lang="zh-CN" altLang="en-US"/>
          </a:p>
        </p:txBody>
      </p:sp>
      <p:sp>
        <p:nvSpPr>
          <p:cNvPr id="802830" name="Line 14">
            <a:extLst>
              <a:ext uri="{FF2B5EF4-FFF2-40B4-BE49-F238E27FC236}">
                <a16:creationId xmlns:a16="http://schemas.microsoft.com/office/drawing/2014/main" id="{68168B1E-2CCA-B15E-9626-96BAFB4B8ABF}"/>
              </a:ext>
            </a:extLst>
          </p:cNvPr>
          <p:cNvSpPr>
            <a:spLocks noChangeShapeType="1"/>
          </p:cNvSpPr>
          <p:nvPr/>
        </p:nvSpPr>
        <p:spPr bwMode="auto">
          <a:xfrm flipV="1">
            <a:off x="3833813" y="1123950"/>
            <a:ext cx="0" cy="3671888"/>
          </a:xfrm>
          <a:prstGeom prst="line">
            <a:avLst/>
          </a:prstGeom>
          <a:noFill/>
          <a:ln w="28575">
            <a:solidFill>
              <a:srgbClr val="66FF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2831" name="Line 15">
            <a:extLst>
              <a:ext uri="{FF2B5EF4-FFF2-40B4-BE49-F238E27FC236}">
                <a16:creationId xmlns:a16="http://schemas.microsoft.com/office/drawing/2014/main" id="{3465BD46-5BB1-2DA0-3CC4-B39DC5448EE4}"/>
              </a:ext>
            </a:extLst>
          </p:cNvPr>
          <p:cNvSpPr>
            <a:spLocks noChangeShapeType="1"/>
          </p:cNvSpPr>
          <p:nvPr/>
        </p:nvSpPr>
        <p:spPr bwMode="auto">
          <a:xfrm flipV="1">
            <a:off x="2844800" y="1123950"/>
            <a:ext cx="989013" cy="1079500"/>
          </a:xfrm>
          <a:prstGeom prst="line">
            <a:avLst/>
          </a:prstGeom>
          <a:noFill/>
          <a:ln w="28575">
            <a:solidFill>
              <a:srgbClr val="66FF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2832" name="Line 16">
            <a:extLst>
              <a:ext uri="{FF2B5EF4-FFF2-40B4-BE49-F238E27FC236}">
                <a16:creationId xmlns:a16="http://schemas.microsoft.com/office/drawing/2014/main" id="{84CEBBF2-26FA-F63C-0698-841AE65305C4}"/>
              </a:ext>
            </a:extLst>
          </p:cNvPr>
          <p:cNvSpPr>
            <a:spLocks noChangeShapeType="1"/>
          </p:cNvSpPr>
          <p:nvPr/>
        </p:nvSpPr>
        <p:spPr bwMode="auto">
          <a:xfrm flipH="1" flipV="1">
            <a:off x="3833813" y="1123950"/>
            <a:ext cx="1871662" cy="2376488"/>
          </a:xfrm>
          <a:prstGeom prst="line">
            <a:avLst/>
          </a:prstGeom>
          <a:noFill/>
          <a:ln w="28575">
            <a:solidFill>
              <a:srgbClr val="66FF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2833" name="Text Box 17">
            <a:extLst>
              <a:ext uri="{FF2B5EF4-FFF2-40B4-BE49-F238E27FC236}">
                <a16:creationId xmlns:a16="http://schemas.microsoft.com/office/drawing/2014/main" id="{A6B3806E-CBBF-2215-0176-2083E92D59B8}"/>
              </a:ext>
            </a:extLst>
          </p:cNvPr>
          <p:cNvSpPr txBox="1">
            <a:spLocks noChangeArrowheads="1"/>
          </p:cNvSpPr>
          <p:nvPr/>
        </p:nvSpPr>
        <p:spPr bwMode="auto">
          <a:xfrm>
            <a:off x="3794125" y="739775"/>
            <a:ext cx="49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i="1">
                <a:solidFill>
                  <a:srgbClr val="FFFF66"/>
                </a:solidFill>
                <a:latin typeface="Times New Roman" panose="02020603050405020304" pitchFamily="18" charset="0"/>
                <a:ea typeface="宋体" panose="02010600030101010101" pitchFamily="2" charset="-122"/>
              </a:rPr>
              <a:t>z</a:t>
            </a:r>
          </a:p>
        </p:txBody>
      </p:sp>
      <p:sp>
        <p:nvSpPr>
          <p:cNvPr id="802834" name="Line 18">
            <a:extLst>
              <a:ext uri="{FF2B5EF4-FFF2-40B4-BE49-F238E27FC236}">
                <a16:creationId xmlns:a16="http://schemas.microsoft.com/office/drawing/2014/main" id="{BA9BCC84-5445-7714-DB0C-B8083388DC5E}"/>
              </a:ext>
            </a:extLst>
          </p:cNvPr>
          <p:cNvSpPr>
            <a:spLocks noChangeShapeType="1"/>
          </p:cNvSpPr>
          <p:nvPr/>
        </p:nvSpPr>
        <p:spPr bwMode="auto">
          <a:xfrm>
            <a:off x="3852863" y="4868863"/>
            <a:ext cx="0" cy="1296987"/>
          </a:xfrm>
          <a:prstGeom prst="line">
            <a:avLst/>
          </a:prstGeom>
          <a:noFill/>
          <a:ln w="57150">
            <a:solidFill>
              <a:srgbClr val="FF9966"/>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2835" name="Text Box 19">
            <a:extLst>
              <a:ext uri="{FF2B5EF4-FFF2-40B4-BE49-F238E27FC236}">
                <a16:creationId xmlns:a16="http://schemas.microsoft.com/office/drawing/2014/main" id="{2F7B52BF-EAAF-2A6C-3676-0CE8513E6A1F}"/>
              </a:ext>
            </a:extLst>
          </p:cNvPr>
          <p:cNvSpPr txBox="1">
            <a:spLocks noChangeArrowheads="1"/>
          </p:cNvSpPr>
          <p:nvPr/>
        </p:nvSpPr>
        <p:spPr bwMode="auto">
          <a:xfrm>
            <a:off x="1116013" y="3284538"/>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i="1">
                <a:solidFill>
                  <a:srgbClr val="00FFFF"/>
                </a:solidFill>
                <a:latin typeface="Times New Roman" panose="02020603050405020304" pitchFamily="18" charset="0"/>
                <a:ea typeface="宋体" panose="02010600030101010101" pitchFamily="2" charset="-122"/>
              </a:rPr>
              <a:t>R</a:t>
            </a:r>
          </a:p>
        </p:txBody>
      </p:sp>
      <p:sp>
        <p:nvSpPr>
          <p:cNvPr id="802836" name="Rectangle 20">
            <a:extLst>
              <a:ext uri="{FF2B5EF4-FFF2-40B4-BE49-F238E27FC236}">
                <a16:creationId xmlns:a16="http://schemas.microsoft.com/office/drawing/2014/main" id="{55BC9565-442A-5995-4CFC-283744741C6C}"/>
              </a:ext>
            </a:extLst>
          </p:cNvPr>
          <p:cNvSpPr>
            <a:spLocks noChangeArrowheads="1"/>
          </p:cNvSpPr>
          <p:nvPr/>
        </p:nvSpPr>
        <p:spPr bwMode="auto">
          <a:xfrm>
            <a:off x="6084888" y="3284538"/>
            <a:ext cx="4508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b="0" i="1">
                <a:solidFill>
                  <a:srgbClr val="00FFFF"/>
                </a:solidFill>
                <a:latin typeface="Bookman Old Style" panose="02050604050505020204" pitchFamily="18" charset="0"/>
                <a:ea typeface="宋体" panose="02010600030101010101" pitchFamily="2" charset="-122"/>
              </a:rPr>
              <a:t>v</a:t>
            </a:r>
            <a:r>
              <a:rPr kumimoji="1" lang="en-US" altLang="zh-CN" b="0" i="1" baseline="-20000">
                <a:solidFill>
                  <a:srgbClr val="00FFFF"/>
                </a:solidFill>
                <a:latin typeface="Times New Roman" panose="02020603050405020304" pitchFamily="18" charset="0"/>
                <a:ea typeface="宋体" panose="02010600030101010101" pitchFamily="2" charset="-122"/>
              </a:rPr>
              <a:t>0</a:t>
            </a:r>
          </a:p>
        </p:txBody>
      </p:sp>
      <p:sp>
        <p:nvSpPr>
          <p:cNvPr id="802837" name="Text Box 21">
            <a:extLst>
              <a:ext uri="{FF2B5EF4-FFF2-40B4-BE49-F238E27FC236}">
                <a16:creationId xmlns:a16="http://schemas.microsoft.com/office/drawing/2014/main" id="{B2D3FFF6-C859-79B2-B92F-4CD55B49FF55}"/>
              </a:ext>
            </a:extLst>
          </p:cNvPr>
          <p:cNvSpPr txBox="1">
            <a:spLocks noChangeArrowheads="1"/>
          </p:cNvSpPr>
          <p:nvPr/>
        </p:nvSpPr>
        <p:spPr bwMode="auto">
          <a:xfrm>
            <a:off x="4892675" y="1916113"/>
            <a:ext cx="758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b="0" i="1">
                <a:solidFill>
                  <a:srgbClr val="00FFFF"/>
                </a:solidFill>
                <a:latin typeface="Times New Roman" panose="02020603050405020304" pitchFamily="18" charset="0"/>
                <a:ea typeface="宋体" panose="02010600030101010101" pitchFamily="2" charset="-122"/>
              </a:rPr>
              <a:t>R</a:t>
            </a:r>
            <a:r>
              <a:rPr kumimoji="1" lang="en-US" altLang="zh-CN" i="1">
                <a:solidFill>
                  <a:srgbClr val="00FFFF"/>
                </a:solidFill>
                <a:latin typeface="Times New Roman" panose="02020603050405020304" pitchFamily="18" charset="0"/>
                <a:ea typeface="宋体" panose="02010600030101010101" pitchFamily="2" charset="-122"/>
              </a:rPr>
              <a:t> / </a:t>
            </a:r>
            <a:r>
              <a:rPr kumimoji="1" lang="en-US" altLang="zh-CN" b="0">
                <a:solidFill>
                  <a:srgbClr val="00FFFF"/>
                </a:solidFill>
                <a:latin typeface="Times New Roman" panose="02020603050405020304" pitchFamily="18" charset="0"/>
                <a:ea typeface="宋体" panose="02010600030101010101" pitchFamily="2" charset="-122"/>
              </a:rPr>
              <a:t>2</a:t>
            </a:r>
          </a:p>
        </p:txBody>
      </p:sp>
      <p:sp>
        <p:nvSpPr>
          <p:cNvPr id="802838" name="Rectangle 22">
            <a:extLst>
              <a:ext uri="{FF2B5EF4-FFF2-40B4-BE49-F238E27FC236}">
                <a16:creationId xmlns:a16="http://schemas.microsoft.com/office/drawing/2014/main" id="{CE9C2C72-C6FF-F86A-4BA3-009C00F7B842}"/>
              </a:ext>
            </a:extLst>
          </p:cNvPr>
          <p:cNvSpPr>
            <a:spLocks noChangeArrowheads="1"/>
          </p:cNvSpPr>
          <p:nvPr/>
        </p:nvSpPr>
        <p:spPr bwMode="auto">
          <a:xfrm>
            <a:off x="1582738" y="1914525"/>
            <a:ext cx="858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b="0" i="1">
                <a:solidFill>
                  <a:srgbClr val="00FFFF"/>
                </a:solidFill>
                <a:latin typeface="Bookman Old Style" panose="02050604050505020204" pitchFamily="18" charset="0"/>
                <a:ea typeface="宋体" panose="02010600030101010101" pitchFamily="2" charset="-122"/>
              </a:rPr>
              <a:t>v </a:t>
            </a:r>
            <a:r>
              <a:rPr kumimoji="1" lang="en-US" altLang="zh-CN" b="0" i="1">
                <a:solidFill>
                  <a:srgbClr val="00FFFF"/>
                </a:solidFill>
                <a:latin typeface="Times New Roman" panose="02020603050405020304" pitchFamily="18" charset="0"/>
                <a:ea typeface="宋体" panose="02010600030101010101" pitchFamily="2" charset="-122"/>
              </a:rPr>
              <a:t>= </a:t>
            </a:r>
            <a:r>
              <a:rPr kumimoji="1" lang="en-US" altLang="zh-CN" b="0">
                <a:solidFill>
                  <a:srgbClr val="00FFFF"/>
                </a:solidFill>
                <a:latin typeface="Times New Roman" panose="02020603050405020304" pitchFamily="18" charset="0"/>
                <a:ea typeface="宋体" panose="02010600030101010101" pitchFamily="2" charset="-122"/>
              </a:rPr>
              <a:t>?</a:t>
            </a:r>
          </a:p>
        </p:txBody>
      </p:sp>
      <p:sp>
        <p:nvSpPr>
          <p:cNvPr id="802839" name="Line 23">
            <a:extLst>
              <a:ext uri="{FF2B5EF4-FFF2-40B4-BE49-F238E27FC236}">
                <a16:creationId xmlns:a16="http://schemas.microsoft.com/office/drawing/2014/main" id="{8B9B3ADE-2DEA-BB80-400F-CD68DDE63509}"/>
              </a:ext>
            </a:extLst>
          </p:cNvPr>
          <p:cNvSpPr>
            <a:spLocks noChangeShapeType="1"/>
          </p:cNvSpPr>
          <p:nvPr/>
        </p:nvSpPr>
        <p:spPr bwMode="auto">
          <a:xfrm>
            <a:off x="3708400" y="3862388"/>
            <a:ext cx="215900" cy="0"/>
          </a:xfrm>
          <a:prstGeom prst="line">
            <a:avLst/>
          </a:prstGeom>
          <a:noFill/>
          <a:ln w="19050">
            <a:solidFill>
              <a:srgbClr val="FFFF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02840" name="Oval 24" descr="花岗岩">
            <a:extLst>
              <a:ext uri="{FF2B5EF4-FFF2-40B4-BE49-F238E27FC236}">
                <a16:creationId xmlns:a16="http://schemas.microsoft.com/office/drawing/2014/main" id="{D35E5C0E-779C-4822-074A-8A7EBA94D585}"/>
              </a:ext>
            </a:extLst>
          </p:cNvPr>
          <p:cNvSpPr>
            <a:spLocks noChangeArrowheads="1"/>
          </p:cNvSpPr>
          <p:nvPr/>
        </p:nvSpPr>
        <p:spPr bwMode="auto">
          <a:xfrm>
            <a:off x="5581650" y="3355975"/>
            <a:ext cx="360363" cy="360363"/>
          </a:xfrm>
          <a:prstGeom prst="ellipse">
            <a:avLst/>
          </a:prstGeom>
          <a:blipFill dpi="0" rotWithShape="1">
            <a:blip r:embed="rId3"/>
            <a:srcRect/>
            <a:tile tx="0" ty="0" sx="100000" sy="100000" flip="none" algn="tl"/>
          </a:blipFill>
          <a:ln w="9525">
            <a:solidFill>
              <a:schemeClr val="tx1"/>
            </a:solidFill>
            <a:round/>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endParaRPr lang="zh-CN" altLang="en-US"/>
          </a:p>
        </p:txBody>
      </p:sp>
      <p:sp>
        <p:nvSpPr>
          <p:cNvPr id="802841" name="Oval 25" descr="花岗岩">
            <a:extLst>
              <a:ext uri="{FF2B5EF4-FFF2-40B4-BE49-F238E27FC236}">
                <a16:creationId xmlns:a16="http://schemas.microsoft.com/office/drawing/2014/main" id="{840669C1-780A-3B30-7317-73D8A89B6AFB}"/>
              </a:ext>
            </a:extLst>
          </p:cNvPr>
          <p:cNvSpPr>
            <a:spLocks noChangeArrowheads="1"/>
          </p:cNvSpPr>
          <p:nvPr/>
        </p:nvSpPr>
        <p:spPr bwMode="auto">
          <a:xfrm>
            <a:off x="2628900" y="2060575"/>
            <a:ext cx="360363" cy="360363"/>
          </a:xfrm>
          <a:prstGeom prst="ellipse">
            <a:avLst/>
          </a:prstGeom>
          <a:blipFill dpi="0" rotWithShape="1">
            <a:blip r:embed="rId3"/>
            <a:srcRect/>
            <a:tile tx="0" ty="0" sx="100000" sy="100000" flip="none" algn="tl"/>
          </a:blipFill>
          <a:ln w="9525">
            <a:solidFill>
              <a:schemeClr val="tx1"/>
            </a:solidFill>
            <a:round/>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endParaRPr lang="zh-CN" altLang="en-US"/>
          </a:p>
        </p:txBody>
      </p:sp>
      <p:grpSp>
        <p:nvGrpSpPr>
          <p:cNvPr id="2" name="Group 26">
            <a:extLst>
              <a:ext uri="{FF2B5EF4-FFF2-40B4-BE49-F238E27FC236}">
                <a16:creationId xmlns:a16="http://schemas.microsoft.com/office/drawing/2014/main" id="{30B264CB-8AEE-0B90-D51B-FEE587BBCD5B}"/>
              </a:ext>
            </a:extLst>
          </p:cNvPr>
          <p:cNvGrpSpPr>
            <a:grpSpLocks/>
          </p:cNvGrpSpPr>
          <p:nvPr/>
        </p:nvGrpSpPr>
        <p:grpSpPr bwMode="auto">
          <a:xfrm flipH="1">
            <a:off x="2397125" y="2319338"/>
            <a:ext cx="446088" cy="822325"/>
            <a:chOff x="3652" y="2341"/>
            <a:chExt cx="233" cy="1123"/>
          </a:xfrm>
        </p:grpSpPr>
        <p:sp>
          <p:nvSpPr>
            <p:cNvPr id="26665" name="Line 27">
              <a:extLst>
                <a:ext uri="{FF2B5EF4-FFF2-40B4-BE49-F238E27FC236}">
                  <a16:creationId xmlns:a16="http://schemas.microsoft.com/office/drawing/2014/main" id="{7915BF91-08CC-E2A2-AC2F-5047932E7B9A}"/>
                </a:ext>
              </a:extLst>
            </p:cNvPr>
            <p:cNvSpPr>
              <a:spLocks noChangeShapeType="1"/>
            </p:cNvSpPr>
            <p:nvPr/>
          </p:nvSpPr>
          <p:spPr bwMode="auto">
            <a:xfrm>
              <a:off x="3652" y="2341"/>
              <a:ext cx="0" cy="771"/>
            </a:xfrm>
            <a:prstGeom prst="line">
              <a:avLst/>
            </a:prstGeom>
            <a:noFill/>
            <a:ln w="57150">
              <a:solidFill>
                <a:srgbClr val="FF7C8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6" name="Text Box 28">
              <a:extLst>
                <a:ext uri="{FF2B5EF4-FFF2-40B4-BE49-F238E27FC236}">
                  <a16:creationId xmlns:a16="http://schemas.microsoft.com/office/drawing/2014/main" id="{2AD24693-C39C-E5BC-1131-90E813DB3919}"/>
                </a:ext>
              </a:extLst>
            </p:cNvPr>
            <p:cNvSpPr txBox="1">
              <a:spLocks noChangeArrowheads="1"/>
            </p:cNvSpPr>
            <p:nvPr/>
          </p:nvSpPr>
          <p:spPr bwMode="auto">
            <a:xfrm>
              <a:off x="3674" y="2840"/>
              <a:ext cx="211"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i="1">
                  <a:solidFill>
                    <a:srgbClr val="FF7C80"/>
                  </a:solidFill>
                  <a:latin typeface="Times New Roman" panose="02020603050405020304" pitchFamily="18" charset="0"/>
                  <a:ea typeface="宋体" panose="02010600030101010101" pitchFamily="2" charset="-122"/>
                </a:rPr>
                <a:t>G</a:t>
              </a:r>
            </a:p>
          </p:txBody>
        </p:sp>
      </p:grpSp>
      <p:sp>
        <p:nvSpPr>
          <p:cNvPr id="802845" name="Text Box 29">
            <a:extLst>
              <a:ext uri="{FF2B5EF4-FFF2-40B4-BE49-F238E27FC236}">
                <a16:creationId xmlns:a16="http://schemas.microsoft.com/office/drawing/2014/main" id="{A781333F-F7BE-8909-8805-F82F2FB40419}"/>
              </a:ext>
            </a:extLst>
          </p:cNvPr>
          <p:cNvSpPr txBox="1">
            <a:spLocks noChangeArrowheads="1"/>
          </p:cNvSpPr>
          <p:nvPr/>
        </p:nvSpPr>
        <p:spPr bwMode="auto">
          <a:xfrm>
            <a:off x="6667500" y="1073150"/>
            <a:ext cx="2224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i="1">
                <a:latin typeface="Times New Roman" panose="02020603050405020304" pitchFamily="18" charset="0"/>
                <a:ea typeface="宋体" panose="02010600030101010101" pitchFamily="2" charset="-122"/>
              </a:rPr>
              <a:t>M</a:t>
            </a:r>
            <a:r>
              <a:rPr lang="en-US" altLang="zh-CN" sz="3200" baseline="-25000">
                <a:latin typeface="Times New Roman" panose="02020603050405020304" pitchFamily="18" charset="0"/>
                <a:ea typeface="宋体" panose="02010600030101010101" pitchFamily="2" charset="-122"/>
              </a:rPr>
              <a:t>z</a:t>
            </a:r>
            <a:r>
              <a:rPr lang="zh-CN" altLang="en-US">
                <a:solidFill>
                  <a:srgbClr val="FFCC66"/>
                </a:solidFill>
                <a:latin typeface="Times New Roman" panose="02020603050405020304" pitchFamily="18" charset="0"/>
                <a:ea typeface="宋体" panose="02010600030101010101" pitchFamily="2" charset="-122"/>
              </a:rPr>
              <a:t>角</a:t>
            </a:r>
            <a:r>
              <a:rPr kumimoji="1" lang="zh-CN" altLang="en-US">
                <a:solidFill>
                  <a:srgbClr val="FFCC66"/>
                </a:solidFill>
                <a:latin typeface="Times New Roman" panose="02020603050405020304" pitchFamily="18" charset="0"/>
                <a:ea typeface="宋体" panose="02010600030101010101" pitchFamily="2" charset="-122"/>
              </a:rPr>
              <a:t>动量守恒</a:t>
            </a:r>
          </a:p>
        </p:txBody>
      </p:sp>
      <p:sp>
        <p:nvSpPr>
          <p:cNvPr id="802846" name="Rectangle 30">
            <a:extLst>
              <a:ext uri="{FF2B5EF4-FFF2-40B4-BE49-F238E27FC236}">
                <a16:creationId xmlns:a16="http://schemas.microsoft.com/office/drawing/2014/main" id="{370A6C28-E895-2852-DF31-E018C8406F4D}"/>
              </a:ext>
            </a:extLst>
          </p:cNvPr>
          <p:cNvSpPr>
            <a:spLocks noChangeArrowheads="1"/>
          </p:cNvSpPr>
          <p:nvPr/>
        </p:nvSpPr>
        <p:spPr bwMode="auto">
          <a:xfrm>
            <a:off x="7343775" y="3286125"/>
            <a:ext cx="973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b="0" i="1">
                <a:solidFill>
                  <a:srgbClr val="FFFF66"/>
                </a:solidFill>
                <a:latin typeface="Bookman Old Style" panose="02050604050505020204" pitchFamily="18" charset="0"/>
                <a:ea typeface="宋体" panose="02010600030101010101" pitchFamily="2" charset="-122"/>
              </a:rPr>
              <a:t>mv</a:t>
            </a:r>
            <a:r>
              <a:rPr kumimoji="1" lang="en-US" altLang="zh-CN" b="0" i="1" baseline="-20000">
                <a:solidFill>
                  <a:srgbClr val="FFFF66"/>
                </a:solidFill>
                <a:latin typeface="Times New Roman" panose="02020603050405020304" pitchFamily="18" charset="0"/>
                <a:ea typeface="宋体" panose="02010600030101010101" pitchFamily="2" charset="-122"/>
              </a:rPr>
              <a:t>0 </a:t>
            </a:r>
            <a:r>
              <a:rPr kumimoji="1" lang="en-US" altLang="zh-CN" i="1">
                <a:solidFill>
                  <a:srgbClr val="FFFF66"/>
                </a:solidFill>
                <a:latin typeface="Times New Roman" panose="02020603050405020304" pitchFamily="18" charset="0"/>
                <a:ea typeface="宋体" panose="02010600030101010101" pitchFamily="2" charset="-122"/>
              </a:rPr>
              <a:t>R</a:t>
            </a:r>
          </a:p>
        </p:txBody>
      </p:sp>
      <p:sp>
        <p:nvSpPr>
          <p:cNvPr id="802847" name="Rectangle 31">
            <a:extLst>
              <a:ext uri="{FF2B5EF4-FFF2-40B4-BE49-F238E27FC236}">
                <a16:creationId xmlns:a16="http://schemas.microsoft.com/office/drawing/2014/main" id="{35EF3DB7-EB01-AE14-B751-60E6921C7310}"/>
              </a:ext>
            </a:extLst>
          </p:cNvPr>
          <p:cNvSpPr>
            <a:spLocks noChangeArrowheads="1"/>
          </p:cNvSpPr>
          <p:nvPr/>
        </p:nvSpPr>
        <p:spPr bwMode="auto">
          <a:xfrm>
            <a:off x="7164388" y="1916113"/>
            <a:ext cx="1260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b="0" i="1">
                <a:solidFill>
                  <a:srgbClr val="FFFF66"/>
                </a:solidFill>
                <a:latin typeface="Bookman Old Style" panose="02050604050505020204" pitchFamily="18" charset="0"/>
                <a:ea typeface="宋体" panose="02010600030101010101" pitchFamily="2" charset="-122"/>
              </a:rPr>
              <a:t>mv</a:t>
            </a:r>
            <a:r>
              <a:rPr kumimoji="1" lang="en-US" altLang="zh-CN" b="0" i="1" baseline="-20000">
                <a:solidFill>
                  <a:srgbClr val="FFFF66"/>
                </a:solidFill>
                <a:latin typeface="Times New Roman" panose="02020603050405020304" pitchFamily="18" charset="0"/>
                <a:ea typeface="宋体" panose="02010600030101010101" pitchFamily="2" charset="-122"/>
              </a:rPr>
              <a:t> </a:t>
            </a:r>
            <a:r>
              <a:rPr kumimoji="1" lang="en-US" altLang="zh-CN" i="1">
                <a:solidFill>
                  <a:srgbClr val="FFFF66"/>
                </a:solidFill>
                <a:latin typeface="Times New Roman" panose="02020603050405020304" pitchFamily="18" charset="0"/>
                <a:ea typeface="宋体" panose="02010600030101010101" pitchFamily="2" charset="-122"/>
              </a:rPr>
              <a:t>R / 2</a:t>
            </a:r>
          </a:p>
        </p:txBody>
      </p:sp>
      <p:grpSp>
        <p:nvGrpSpPr>
          <p:cNvPr id="3" name="Group 32">
            <a:extLst>
              <a:ext uri="{FF2B5EF4-FFF2-40B4-BE49-F238E27FC236}">
                <a16:creationId xmlns:a16="http://schemas.microsoft.com/office/drawing/2014/main" id="{2A738122-172F-4FB9-7961-E620FEDB5964}"/>
              </a:ext>
            </a:extLst>
          </p:cNvPr>
          <p:cNvGrpSpPr>
            <a:grpSpLocks/>
          </p:cNvGrpSpPr>
          <p:nvPr/>
        </p:nvGrpSpPr>
        <p:grpSpPr bwMode="auto">
          <a:xfrm>
            <a:off x="7667625" y="2565400"/>
            <a:ext cx="144463" cy="647700"/>
            <a:chOff x="4830" y="1661"/>
            <a:chExt cx="91" cy="408"/>
          </a:xfrm>
        </p:grpSpPr>
        <p:sp>
          <p:nvSpPr>
            <p:cNvPr id="26663" name="Line 33">
              <a:extLst>
                <a:ext uri="{FF2B5EF4-FFF2-40B4-BE49-F238E27FC236}">
                  <a16:creationId xmlns:a16="http://schemas.microsoft.com/office/drawing/2014/main" id="{DBA7E77C-5EDF-DCB8-7435-D14522F50A80}"/>
                </a:ext>
              </a:extLst>
            </p:cNvPr>
            <p:cNvSpPr>
              <a:spLocks noChangeShapeType="1"/>
            </p:cNvSpPr>
            <p:nvPr/>
          </p:nvSpPr>
          <p:spPr bwMode="auto">
            <a:xfrm>
              <a:off x="4830" y="1661"/>
              <a:ext cx="0" cy="40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4" name="Line 34">
              <a:extLst>
                <a:ext uri="{FF2B5EF4-FFF2-40B4-BE49-F238E27FC236}">
                  <a16:creationId xmlns:a16="http://schemas.microsoft.com/office/drawing/2014/main" id="{5472D37B-F7A1-1D9A-7ACD-3AD6FC9F3B8C}"/>
                </a:ext>
              </a:extLst>
            </p:cNvPr>
            <p:cNvSpPr>
              <a:spLocks noChangeShapeType="1"/>
            </p:cNvSpPr>
            <p:nvPr/>
          </p:nvSpPr>
          <p:spPr bwMode="auto">
            <a:xfrm>
              <a:off x="4921" y="1661"/>
              <a:ext cx="0" cy="40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02851" name="Rectangle 35">
            <a:extLst>
              <a:ext uri="{FF2B5EF4-FFF2-40B4-BE49-F238E27FC236}">
                <a16:creationId xmlns:a16="http://schemas.microsoft.com/office/drawing/2014/main" id="{94B2E56E-E2C9-943F-A1C4-B331D40D69A9}"/>
              </a:ext>
            </a:extLst>
          </p:cNvPr>
          <p:cNvSpPr>
            <a:spLocks noChangeArrowheads="1"/>
          </p:cNvSpPr>
          <p:nvPr/>
        </p:nvSpPr>
        <p:spPr bwMode="auto">
          <a:xfrm>
            <a:off x="7258050" y="4724400"/>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en-US" altLang="zh-CN" b="0" i="1">
                <a:solidFill>
                  <a:srgbClr val="FFFF66"/>
                </a:solidFill>
                <a:latin typeface="Bookman Old Style" panose="02050604050505020204" pitchFamily="18" charset="0"/>
                <a:ea typeface="宋体" panose="02010600030101010101" pitchFamily="2" charset="-122"/>
              </a:rPr>
              <a:t>v </a:t>
            </a:r>
            <a:r>
              <a:rPr kumimoji="1" lang="en-US" altLang="zh-CN" b="0" i="1">
                <a:solidFill>
                  <a:srgbClr val="FFFF66"/>
                </a:solidFill>
                <a:latin typeface="Times New Roman" panose="02020603050405020304" pitchFamily="18" charset="0"/>
                <a:ea typeface="宋体" panose="02010600030101010101" pitchFamily="2" charset="-122"/>
              </a:rPr>
              <a:t>= 2</a:t>
            </a:r>
            <a:r>
              <a:rPr kumimoji="1" lang="en-US" altLang="zh-CN" b="0" i="1">
                <a:solidFill>
                  <a:srgbClr val="FFFF66"/>
                </a:solidFill>
                <a:latin typeface="Bookman Old Style" panose="02050604050505020204" pitchFamily="18" charset="0"/>
                <a:ea typeface="宋体" panose="02010600030101010101" pitchFamily="2" charset="-122"/>
              </a:rPr>
              <a:t>v</a:t>
            </a:r>
            <a:r>
              <a:rPr kumimoji="1" lang="en-US" altLang="zh-CN" b="0" i="1" baseline="-20000">
                <a:solidFill>
                  <a:srgbClr val="FFFF66"/>
                </a:solidFill>
                <a:latin typeface="Times New Roman" panose="02020603050405020304" pitchFamily="18" charset="0"/>
                <a:ea typeface="宋体" panose="02010600030101010101" pitchFamily="2" charset="-122"/>
              </a:rPr>
              <a:t>0</a:t>
            </a:r>
            <a:endParaRPr kumimoji="1" lang="en-US" altLang="zh-CN" b="0">
              <a:solidFill>
                <a:srgbClr val="FFFF66"/>
              </a:solidFill>
              <a:latin typeface="Times New Roman" panose="02020603050405020304" pitchFamily="18" charset="0"/>
              <a:ea typeface="宋体" panose="02010600030101010101" pitchFamily="2" charset="-122"/>
            </a:endParaRPr>
          </a:p>
        </p:txBody>
      </p:sp>
      <p:sp>
        <p:nvSpPr>
          <p:cNvPr id="26656" name="Rectangle 36">
            <a:extLst>
              <a:ext uri="{FF2B5EF4-FFF2-40B4-BE49-F238E27FC236}">
                <a16:creationId xmlns:a16="http://schemas.microsoft.com/office/drawing/2014/main" id="{85DEA6BB-4E89-1120-0727-75651E4EA080}"/>
              </a:ext>
            </a:extLst>
          </p:cNvPr>
          <p:cNvSpPr>
            <a:spLocks noChangeArrowheads="1"/>
          </p:cNvSpPr>
          <p:nvPr/>
        </p:nvSpPr>
        <p:spPr bwMode="auto">
          <a:xfrm>
            <a:off x="338138" y="40481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例</a:t>
            </a:r>
          </a:p>
        </p:txBody>
      </p:sp>
      <p:sp>
        <p:nvSpPr>
          <p:cNvPr id="802853" name="Line 37">
            <a:extLst>
              <a:ext uri="{FF2B5EF4-FFF2-40B4-BE49-F238E27FC236}">
                <a16:creationId xmlns:a16="http://schemas.microsoft.com/office/drawing/2014/main" id="{8CDADA0F-25D1-C909-5688-033C91E39B6F}"/>
              </a:ext>
            </a:extLst>
          </p:cNvPr>
          <p:cNvSpPr>
            <a:spLocks noChangeShapeType="1"/>
          </p:cNvSpPr>
          <p:nvPr/>
        </p:nvSpPr>
        <p:spPr bwMode="auto">
          <a:xfrm>
            <a:off x="3708400" y="2493963"/>
            <a:ext cx="215900" cy="0"/>
          </a:xfrm>
          <a:prstGeom prst="line">
            <a:avLst/>
          </a:prstGeom>
          <a:noFill/>
          <a:ln w="9525">
            <a:solidFill>
              <a:srgbClr val="FFFF66"/>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 name="Group 38">
            <a:extLst>
              <a:ext uri="{FF2B5EF4-FFF2-40B4-BE49-F238E27FC236}">
                <a16:creationId xmlns:a16="http://schemas.microsoft.com/office/drawing/2014/main" id="{5C9573DA-A95B-8811-BC59-B2CB75E8AE79}"/>
              </a:ext>
            </a:extLst>
          </p:cNvPr>
          <p:cNvGrpSpPr>
            <a:grpSpLocks/>
          </p:cNvGrpSpPr>
          <p:nvPr/>
        </p:nvGrpSpPr>
        <p:grpSpPr bwMode="auto">
          <a:xfrm flipH="1">
            <a:off x="2771775" y="1557338"/>
            <a:ext cx="577850" cy="639762"/>
            <a:chOff x="3198" y="1645"/>
            <a:chExt cx="436" cy="515"/>
          </a:xfrm>
        </p:grpSpPr>
        <p:sp>
          <p:nvSpPr>
            <p:cNvPr id="26661" name="Line 39">
              <a:extLst>
                <a:ext uri="{FF2B5EF4-FFF2-40B4-BE49-F238E27FC236}">
                  <a16:creationId xmlns:a16="http://schemas.microsoft.com/office/drawing/2014/main" id="{4ED4FCB3-B166-5083-25B3-45A5361827B3}"/>
                </a:ext>
              </a:extLst>
            </p:cNvPr>
            <p:cNvSpPr>
              <a:spLocks noChangeShapeType="1"/>
            </p:cNvSpPr>
            <p:nvPr/>
          </p:nvSpPr>
          <p:spPr bwMode="auto">
            <a:xfrm flipH="1" flipV="1">
              <a:off x="3198" y="1706"/>
              <a:ext cx="363" cy="454"/>
            </a:xfrm>
            <a:prstGeom prst="line">
              <a:avLst/>
            </a:prstGeom>
            <a:noFill/>
            <a:ln w="57150">
              <a:solidFill>
                <a:srgbClr val="FF7C8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2" name="Text Box 40">
              <a:extLst>
                <a:ext uri="{FF2B5EF4-FFF2-40B4-BE49-F238E27FC236}">
                  <a16:creationId xmlns:a16="http://schemas.microsoft.com/office/drawing/2014/main" id="{1983F19B-16F5-22EC-207D-2D64629974CC}"/>
                </a:ext>
              </a:extLst>
            </p:cNvPr>
            <p:cNvSpPr txBox="1">
              <a:spLocks noChangeArrowheads="1"/>
            </p:cNvSpPr>
            <p:nvPr/>
          </p:nvSpPr>
          <p:spPr bwMode="auto">
            <a:xfrm>
              <a:off x="3199" y="1645"/>
              <a:ext cx="435"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endParaRPr kumimoji="1" lang="zh-CN" altLang="zh-CN" i="1">
                <a:solidFill>
                  <a:srgbClr val="FFFF00"/>
                </a:solidFill>
                <a:latin typeface="Times New Roman" panose="02020603050405020304" pitchFamily="18" charset="0"/>
                <a:ea typeface="宋体" panose="02010600030101010101" pitchFamily="2" charset="-122"/>
              </a:endParaRPr>
            </a:p>
          </p:txBody>
        </p:sp>
      </p:grpSp>
      <p:sp>
        <p:nvSpPr>
          <p:cNvPr id="802857" name="Line 41">
            <a:extLst>
              <a:ext uri="{FF2B5EF4-FFF2-40B4-BE49-F238E27FC236}">
                <a16:creationId xmlns:a16="http://schemas.microsoft.com/office/drawing/2014/main" id="{53D2BCC5-CD91-E4F0-FC43-42505040285F}"/>
              </a:ext>
            </a:extLst>
          </p:cNvPr>
          <p:cNvSpPr>
            <a:spLocks noChangeShapeType="1"/>
          </p:cNvSpPr>
          <p:nvPr/>
        </p:nvSpPr>
        <p:spPr bwMode="auto">
          <a:xfrm>
            <a:off x="7740650" y="3860800"/>
            <a:ext cx="0" cy="792163"/>
          </a:xfrm>
          <a:prstGeom prst="line">
            <a:avLst/>
          </a:prstGeom>
          <a:noFill/>
          <a:ln w="76200">
            <a:solidFill>
              <a:srgbClr val="FF99FF"/>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pic>
        <p:nvPicPr>
          <p:cNvPr id="802858" name="Picture 42" descr="j0293240">
            <a:extLst>
              <a:ext uri="{FF2B5EF4-FFF2-40B4-BE49-F238E27FC236}">
                <a16:creationId xmlns:a16="http://schemas.microsoft.com/office/drawing/2014/main" id="{65C157F2-EF4C-F492-D2DD-FE96B34105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32813" y="6405563"/>
            <a:ext cx="61118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02840"/>
                                        </p:tgtEl>
                                        <p:attrNameLst>
                                          <p:attrName>style.visibility</p:attrName>
                                        </p:attrNameLst>
                                      </p:cBhvr>
                                      <p:to>
                                        <p:strVal val="visible"/>
                                      </p:to>
                                    </p:set>
                                    <p:animEffect transition="in" filter="dissolve">
                                      <p:cBhvr>
                                        <p:cTn id="7" dur="500"/>
                                        <p:tgtEl>
                                          <p:spTgt spid="802840"/>
                                        </p:tgtEl>
                                      </p:cBhvr>
                                    </p:animEffect>
                                  </p:childTnLst>
                                </p:cTn>
                              </p:par>
                            </p:childTnLst>
                          </p:cTn>
                        </p:par>
                        <p:par>
                          <p:cTn id="8" fill="hold" nodeType="afterGroup">
                            <p:stCondLst>
                              <p:cond delay="500"/>
                            </p:stCondLst>
                            <p:childTnLst>
                              <p:par>
                                <p:cTn id="9" presetID="18" presetClass="entr" presetSubtype="9" fill="hold" nodeType="afterEffect">
                                  <p:stCondLst>
                                    <p:cond delay="0"/>
                                  </p:stCondLst>
                                  <p:childTnLst>
                                    <p:set>
                                      <p:cBhvr>
                                        <p:cTn id="10" dur="1" fill="hold">
                                          <p:stCondLst>
                                            <p:cond delay="0"/>
                                          </p:stCondLst>
                                        </p:cTn>
                                        <p:tgtEl>
                                          <p:spTgt spid="802832"/>
                                        </p:tgtEl>
                                        <p:attrNameLst>
                                          <p:attrName>style.visibility</p:attrName>
                                        </p:attrNameLst>
                                      </p:cBhvr>
                                      <p:to>
                                        <p:strVal val="visible"/>
                                      </p:to>
                                    </p:set>
                                    <p:animEffect transition="in" filter="strips(upLeft)">
                                      <p:cBhvr>
                                        <p:cTn id="11" dur="1000"/>
                                        <p:tgtEl>
                                          <p:spTgt spid="802832"/>
                                        </p:tgtEl>
                                      </p:cBhvr>
                                    </p:animEffect>
                                  </p:childTnLst>
                                </p:cTn>
                              </p:par>
                            </p:childTnLst>
                          </p:cTn>
                        </p:par>
                        <p:par>
                          <p:cTn id="12" fill="hold" nodeType="afterGroup">
                            <p:stCondLst>
                              <p:cond delay="1500"/>
                            </p:stCondLst>
                            <p:childTnLst>
                              <p:par>
                                <p:cTn id="13" presetID="22" presetClass="entr" presetSubtype="1" fill="hold" nodeType="afterEffect">
                                  <p:stCondLst>
                                    <p:cond delay="0"/>
                                  </p:stCondLst>
                                  <p:childTnLst>
                                    <p:set>
                                      <p:cBhvr>
                                        <p:cTn id="14" dur="1" fill="hold">
                                          <p:stCondLst>
                                            <p:cond delay="0"/>
                                          </p:stCondLst>
                                        </p:cTn>
                                        <p:tgtEl>
                                          <p:spTgt spid="802830"/>
                                        </p:tgtEl>
                                        <p:attrNameLst>
                                          <p:attrName>style.visibility</p:attrName>
                                        </p:attrNameLst>
                                      </p:cBhvr>
                                      <p:to>
                                        <p:strVal val="visible"/>
                                      </p:to>
                                    </p:set>
                                    <p:animEffect transition="in" filter="wipe(up)">
                                      <p:cBhvr>
                                        <p:cTn id="15" dur="1000"/>
                                        <p:tgtEl>
                                          <p:spTgt spid="80283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1" presetClass="entr" presetSubtype="4" fill="hold" nodeType="clickEffect">
                                  <p:stCondLst>
                                    <p:cond delay="0"/>
                                  </p:stCondLst>
                                  <p:childTnLst>
                                    <p:set>
                                      <p:cBhvr>
                                        <p:cTn id="19" dur="1" fill="hold">
                                          <p:stCondLst>
                                            <p:cond delay="0"/>
                                          </p:stCondLst>
                                        </p:cTn>
                                        <p:tgtEl>
                                          <p:spTgt spid="802820"/>
                                        </p:tgtEl>
                                        <p:attrNameLst>
                                          <p:attrName>style.visibility</p:attrName>
                                        </p:attrNameLst>
                                      </p:cBhvr>
                                      <p:to>
                                        <p:strVal val="visible"/>
                                      </p:to>
                                    </p:set>
                                    <p:animEffect transition="in" filter="wheel(4)">
                                      <p:cBhvr>
                                        <p:cTn id="20" dur="2000"/>
                                        <p:tgtEl>
                                          <p:spTgt spid="802820"/>
                                        </p:tgtEl>
                                      </p:cBhvr>
                                    </p:animEffect>
                                  </p:childTnLst>
                                </p:cTn>
                              </p:par>
                              <p:par>
                                <p:cTn id="21" presetID="9" presetClass="entr" presetSubtype="0" fill="hold" nodeType="withEffect">
                                  <p:stCondLst>
                                    <p:cond delay="0"/>
                                  </p:stCondLst>
                                  <p:childTnLst>
                                    <p:set>
                                      <p:cBhvr>
                                        <p:cTn id="22" dur="1" fill="hold">
                                          <p:stCondLst>
                                            <p:cond delay="0"/>
                                          </p:stCondLst>
                                        </p:cTn>
                                        <p:tgtEl>
                                          <p:spTgt spid="802833"/>
                                        </p:tgtEl>
                                        <p:attrNameLst>
                                          <p:attrName>style.visibility</p:attrName>
                                        </p:attrNameLst>
                                      </p:cBhvr>
                                      <p:to>
                                        <p:strVal val="visible"/>
                                      </p:to>
                                    </p:set>
                                    <p:animEffect transition="in" filter="dissolve">
                                      <p:cBhvr>
                                        <p:cTn id="23" dur="500"/>
                                        <p:tgtEl>
                                          <p:spTgt spid="802833"/>
                                        </p:tgtEl>
                                      </p:cBhvr>
                                    </p:animEffect>
                                  </p:childTnLst>
                                </p:cTn>
                              </p:par>
                            </p:childTnLst>
                          </p:cTn>
                        </p:par>
                        <p:par>
                          <p:cTn id="24" fill="hold" nodeType="afterGroup">
                            <p:stCondLst>
                              <p:cond delay="2000"/>
                            </p:stCondLst>
                            <p:childTnLst>
                              <p:par>
                                <p:cTn id="25" presetID="1" presetClass="entr" presetSubtype="0" fill="hold" nodeType="afterEffect">
                                  <p:stCondLst>
                                    <p:cond delay="0"/>
                                  </p:stCondLst>
                                  <p:childTnLst>
                                    <p:set>
                                      <p:cBhvr>
                                        <p:cTn id="26" dur="1" fill="hold">
                                          <p:stCondLst>
                                            <p:cond delay="0"/>
                                          </p:stCondLst>
                                        </p:cTn>
                                        <p:tgtEl>
                                          <p:spTgt spid="80283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802835"/>
                                        </p:tgtEl>
                                        <p:attrNameLst>
                                          <p:attrName>style.visibility</p:attrName>
                                        </p:attrNameLst>
                                      </p:cBhvr>
                                      <p:to>
                                        <p:strVal val="visible"/>
                                      </p:to>
                                    </p:set>
                                    <p:animEffect transition="in" filter="dissolve">
                                      <p:cBhvr>
                                        <p:cTn id="31" dur="500"/>
                                        <p:tgtEl>
                                          <p:spTgt spid="802835"/>
                                        </p:tgtEl>
                                      </p:cBhvr>
                                    </p:animEffect>
                                  </p:childTnLst>
                                </p:cTn>
                              </p:par>
                              <p:par>
                                <p:cTn id="32" presetID="9" presetClass="entr" presetSubtype="0" fill="hold" nodeType="withEffect">
                                  <p:stCondLst>
                                    <p:cond delay="0"/>
                                  </p:stCondLst>
                                  <p:childTnLst>
                                    <p:set>
                                      <p:cBhvr>
                                        <p:cTn id="33" dur="1" fill="hold">
                                          <p:stCondLst>
                                            <p:cond delay="0"/>
                                          </p:stCondLst>
                                        </p:cTn>
                                        <p:tgtEl>
                                          <p:spTgt spid="802836"/>
                                        </p:tgtEl>
                                        <p:attrNameLst>
                                          <p:attrName>style.visibility</p:attrName>
                                        </p:attrNameLst>
                                      </p:cBhvr>
                                      <p:to>
                                        <p:strVal val="visible"/>
                                      </p:to>
                                    </p:set>
                                    <p:animEffect transition="in" filter="dissolve">
                                      <p:cBhvr>
                                        <p:cTn id="34" dur="500"/>
                                        <p:tgtEl>
                                          <p:spTgt spid="802836"/>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802834"/>
                                        </p:tgtEl>
                                        <p:attrNameLst>
                                          <p:attrName>style.visibility</p:attrName>
                                        </p:attrNameLst>
                                      </p:cBhvr>
                                      <p:to>
                                        <p:strVal val="visible"/>
                                      </p:to>
                                    </p:set>
                                    <p:animEffect transition="in" filter="wipe(up)">
                                      <p:cBhvr>
                                        <p:cTn id="39" dur="1000"/>
                                        <p:tgtEl>
                                          <p:spTgt spid="802834"/>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9" presetClass="entr" presetSubtype="0" fill="hold" nodeType="clickEffect">
                                  <p:stCondLst>
                                    <p:cond delay="0"/>
                                  </p:stCondLst>
                                  <p:childTnLst>
                                    <p:set>
                                      <p:cBhvr>
                                        <p:cTn id="43" dur="1" fill="hold">
                                          <p:stCondLst>
                                            <p:cond delay="0"/>
                                          </p:stCondLst>
                                        </p:cTn>
                                        <p:tgtEl>
                                          <p:spTgt spid="802841"/>
                                        </p:tgtEl>
                                        <p:attrNameLst>
                                          <p:attrName>style.visibility</p:attrName>
                                        </p:attrNameLst>
                                      </p:cBhvr>
                                      <p:to>
                                        <p:strVal val="visible"/>
                                      </p:to>
                                    </p:set>
                                    <p:animEffect transition="in" filter="dissolve">
                                      <p:cBhvr>
                                        <p:cTn id="44" dur="1000"/>
                                        <p:tgtEl>
                                          <p:spTgt spid="802841"/>
                                        </p:tgtEl>
                                      </p:cBhvr>
                                    </p:animEffect>
                                  </p:childTnLst>
                                </p:cTn>
                              </p:par>
                              <p:par>
                                <p:cTn id="45" presetID="9" presetClass="entr" presetSubtype="0" fill="hold" nodeType="withEffect">
                                  <p:stCondLst>
                                    <p:cond delay="0"/>
                                  </p:stCondLst>
                                  <p:childTnLst>
                                    <p:set>
                                      <p:cBhvr>
                                        <p:cTn id="46" dur="1" fill="hold">
                                          <p:stCondLst>
                                            <p:cond delay="0"/>
                                          </p:stCondLst>
                                        </p:cTn>
                                        <p:tgtEl>
                                          <p:spTgt spid="802831"/>
                                        </p:tgtEl>
                                        <p:attrNameLst>
                                          <p:attrName>style.visibility</p:attrName>
                                        </p:attrNameLst>
                                      </p:cBhvr>
                                      <p:to>
                                        <p:strVal val="visible"/>
                                      </p:to>
                                    </p:set>
                                    <p:animEffect transition="in" filter="dissolve">
                                      <p:cBhvr>
                                        <p:cTn id="47" dur="500"/>
                                        <p:tgtEl>
                                          <p:spTgt spid="802831"/>
                                        </p:tgtEl>
                                      </p:cBhvr>
                                    </p:animEffect>
                                  </p:childTnLst>
                                </p:cTn>
                              </p:par>
                              <p:par>
                                <p:cTn id="48" presetID="9" presetClass="exit" presetSubtype="0" fill="hold" nodeType="withEffect">
                                  <p:stCondLst>
                                    <p:cond delay="0"/>
                                  </p:stCondLst>
                                  <p:childTnLst>
                                    <p:animEffect transition="out" filter="dissolve">
                                      <p:cBhvr>
                                        <p:cTn id="49" dur="500"/>
                                        <p:tgtEl>
                                          <p:spTgt spid="802840"/>
                                        </p:tgtEl>
                                      </p:cBhvr>
                                    </p:animEffect>
                                    <p:set>
                                      <p:cBhvr>
                                        <p:cTn id="50" dur="1" fill="hold">
                                          <p:stCondLst>
                                            <p:cond delay="499"/>
                                          </p:stCondLst>
                                        </p:cTn>
                                        <p:tgtEl>
                                          <p:spTgt spid="802840"/>
                                        </p:tgtEl>
                                        <p:attrNameLst>
                                          <p:attrName>style.visibility</p:attrName>
                                        </p:attrNameLst>
                                      </p:cBhvr>
                                      <p:to>
                                        <p:strVal val="hidden"/>
                                      </p:to>
                                    </p:set>
                                  </p:childTnLst>
                                </p:cTn>
                              </p:par>
                              <p:par>
                                <p:cTn id="51" presetID="9" presetClass="exit" presetSubtype="0" fill="hold" nodeType="withEffect">
                                  <p:stCondLst>
                                    <p:cond delay="0"/>
                                  </p:stCondLst>
                                  <p:childTnLst>
                                    <p:animEffect transition="out" filter="dissolve">
                                      <p:cBhvr>
                                        <p:cTn id="52" dur="500"/>
                                        <p:tgtEl>
                                          <p:spTgt spid="802832"/>
                                        </p:tgtEl>
                                      </p:cBhvr>
                                    </p:animEffect>
                                    <p:set>
                                      <p:cBhvr>
                                        <p:cTn id="53" dur="1" fill="hold">
                                          <p:stCondLst>
                                            <p:cond delay="499"/>
                                          </p:stCondLst>
                                        </p:cTn>
                                        <p:tgtEl>
                                          <p:spTgt spid="802832"/>
                                        </p:tgtEl>
                                        <p:attrNameLst>
                                          <p:attrName>style.visibility</p:attrName>
                                        </p:attrNameLst>
                                      </p:cBhvr>
                                      <p:to>
                                        <p:strVal val="hidden"/>
                                      </p:to>
                                    </p:set>
                                  </p:childTnLst>
                                </p:cTn>
                              </p:par>
                            </p:childTnLst>
                          </p:cTn>
                        </p:par>
                        <p:par>
                          <p:cTn id="54" fill="hold" nodeType="afterGroup">
                            <p:stCondLst>
                              <p:cond delay="1000"/>
                            </p:stCondLst>
                            <p:childTnLst>
                              <p:par>
                                <p:cTn id="55" presetID="21" presetClass="entr" presetSubtype="4" fill="hold" nodeType="afterEffect">
                                  <p:stCondLst>
                                    <p:cond delay="0"/>
                                  </p:stCondLst>
                                  <p:childTnLst>
                                    <p:set>
                                      <p:cBhvr>
                                        <p:cTn id="56" dur="1" fill="hold">
                                          <p:stCondLst>
                                            <p:cond delay="0"/>
                                          </p:stCondLst>
                                        </p:cTn>
                                        <p:tgtEl>
                                          <p:spTgt spid="802824"/>
                                        </p:tgtEl>
                                        <p:attrNameLst>
                                          <p:attrName>style.visibility</p:attrName>
                                        </p:attrNameLst>
                                      </p:cBhvr>
                                      <p:to>
                                        <p:strVal val="visible"/>
                                      </p:to>
                                    </p:set>
                                    <p:animEffect transition="in" filter="wheel(4)">
                                      <p:cBhvr>
                                        <p:cTn id="57" dur="2000"/>
                                        <p:tgtEl>
                                          <p:spTgt spid="80282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nodeType="clickEffect">
                                  <p:stCondLst>
                                    <p:cond delay="0"/>
                                  </p:stCondLst>
                                  <p:childTnLst>
                                    <p:set>
                                      <p:cBhvr>
                                        <p:cTn id="61" dur="1" fill="hold">
                                          <p:stCondLst>
                                            <p:cond delay="0"/>
                                          </p:stCondLst>
                                        </p:cTn>
                                        <p:tgtEl>
                                          <p:spTgt spid="802837"/>
                                        </p:tgtEl>
                                        <p:attrNameLst>
                                          <p:attrName>style.visibility</p:attrName>
                                        </p:attrNameLst>
                                      </p:cBhvr>
                                      <p:to>
                                        <p:strVal val="visible"/>
                                      </p:to>
                                    </p:set>
                                    <p:animEffect transition="in" filter="dissolve">
                                      <p:cBhvr>
                                        <p:cTn id="62" dur="500"/>
                                        <p:tgtEl>
                                          <p:spTgt spid="80283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50" presetClass="entr" presetSubtype="0" decel="100000" fill="hold" nodeType="clickEffect">
                                  <p:stCondLst>
                                    <p:cond delay="0"/>
                                  </p:stCondLst>
                                  <p:childTnLst>
                                    <p:set>
                                      <p:cBhvr>
                                        <p:cTn id="66" dur="1" fill="hold">
                                          <p:stCondLst>
                                            <p:cond delay="0"/>
                                          </p:stCondLst>
                                        </p:cTn>
                                        <p:tgtEl>
                                          <p:spTgt spid="802838"/>
                                        </p:tgtEl>
                                        <p:attrNameLst>
                                          <p:attrName>style.visibility</p:attrName>
                                        </p:attrNameLst>
                                      </p:cBhvr>
                                      <p:to>
                                        <p:strVal val="visible"/>
                                      </p:to>
                                    </p:set>
                                    <p:anim calcmode="lin" valueType="num">
                                      <p:cBhvr>
                                        <p:cTn id="67" dur="1000" fill="hold"/>
                                        <p:tgtEl>
                                          <p:spTgt spid="802838"/>
                                        </p:tgtEl>
                                        <p:attrNameLst>
                                          <p:attrName>ppt_w</p:attrName>
                                        </p:attrNameLst>
                                      </p:cBhvr>
                                      <p:tavLst>
                                        <p:tav tm="0">
                                          <p:val>
                                            <p:strVal val="#ppt_w+.3"/>
                                          </p:val>
                                        </p:tav>
                                        <p:tav tm="100000">
                                          <p:val>
                                            <p:strVal val="#ppt_w"/>
                                          </p:val>
                                        </p:tav>
                                      </p:tavLst>
                                    </p:anim>
                                    <p:anim calcmode="lin" valueType="num">
                                      <p:cBhvr>
                                        <p:cTn id="68" dur="1000" fill="hold"/>
                                        <p:tgtEl>
                                          <p:spTgt spid="802838"/>
                                        </p:tgtEl>
                                        <p:attrNameLst>
                                          <p:attrName>ppt_h</p:attrName>
                                        </p:attrNameLst>
                                      </p:cBhvr>
                                      <p:tavLst>
                                        <p:tav tm="0">
                                          <p:val>
                                            <p:strVal val="#ppt_h"/>
                                          </p:val>
                                        </p:tav>
                                        <p:tav tm="100000">
                                          <p:val>
                                            <p:strVal val="#ppt_h"/>
                                          </p:val>
                                        </p:tav>
                                      </p:tavLst>
                                    </p:anim>
                                    <p:animEffect transition="in" filter="fade">
                                      <p:cBhvr>
                                        <p:cTn id="69" dur="1000"/>
                                        <p:tgtEl>
                                          <p:spTgt spid="802838"/>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9" presetClass="entr" presetSubtype="0" fill="hold" nodeType="clickEffect">
                                  <p:stCondLst>
                                    <p:cond delay="0"/>
                                  </p:stCondLst>
                                  <p:childTnLst>
                                    <p:set>
                                      <p:cBhvr>
                                        <p:cTn id="73" dur="1" fill="hold">
                                          <p:stCondLst>
                                            <p:cond delay="0"/>
                                          </p:stCondLst>
                                        </p:cTn>
                                        <p:tgtEl>
                                          <p:spTgt spid="4"/>
                                        </p:tgtEl>
                                        <p:attrNameLst>
                                          <p:attrName>style.visibility</p:attrName>
                                        </p:attrNameLst>
                                      </p:cBhvr>
                                      <p:to>
                                        <p:strVal val="visible"/>
                                      </p:to>
                                    </p:set>
                                    <p:animEffect transition="in" filter="dissolve">
                                      <p:cBhvr>
                                        <p:cTn id="74" dur="500"/>
                                        <p:tgtEl>
                                          <p:spTgt spid="4"/>
                                        </p:tgtEl>
                                      </p:cBhvr>
                                    </p:animEffect>
                                  </p:childTnLst>
                                </p:cTn>
                              </p:par>
                              <p:par>
                                <p:cTn id="75" presetID="9" presetClass="entr" presetSubtype="0" fill="hold" nodeType="withEffect">
                                  <p:stCondLst>
                                    <p:cond delay="0"/>
                                  </p:stCondLst>
                                  <p:childTnLst>
                                    <p:set>
                                      <p:cBhvr>
                                        <p:cTn id="76" dur="1" fill="hold">
                                          <p:stCondLst>
                                            <p:cond delay="0"/>
                                          </p:stCondLst>
                                        </p:cTn>
                                        <p:tgtEl>
                                          <p:spTgt spid="2"/>
                                        </p:tgtEl>
                                        <p:attrNameLst>
                                          <p:attrName>style.visibility</p:attrName>
                                        </p:attrNameLst>
                                      </p:cBhvr>
                                      <p:to>
                                        <p:strVal val="visible"/>
                                      </p:to>
                                    </p:set>
                                    <p:animEffect transition="in" filter="dissolve">
                                      <p:cBhvr>
                                        <p:cTn id="77" dur="500"/>
                                        <p:tgtEl>
                                          <p:spTgt spid="2"/>
                                        </p:tgtEl>
                                      </p:cBhvr>
                                    </p:animEffect>
                                  </p:childTnLst>
                                </p:cTn>
                              </p:par>
                            </p:childTnLst>
                          </p:cTn>
                        </p:par>
                        <p:par>
                          <p:cTn id="78" fill="hold" nodeType="afterGroup">
                            <p:stCondLst>
                              <p:cond delay="500"/>
                            </p:stCondLst>
                            <p:childTnLst>
                              <p:par>
                                <p:cTn id="79" presetID="1" presetClass="entr" presetSubtype="0" fill="hold" nodeType="afterEffect">
                                  <p:stCondLst>
                                    <p:cond delay="0"/>
                                  </p:stCondLst>
                                  <p:childTnLst>
                                    <p:set>
                                      <p:cBhvr>
                                        <p:cTn id="80" dur="1" fill="hold">
                                          <p:stCondLst>
                                            <p:cond delay="0"/>
                                          </p:stCondLst>
                                        </p:cTn>
                                        <p:tgtEl>
                                          <p:spTgt spid="802853"/>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9" presetClass="entr" presetSubtype="0" fill="hold" nodeType="clickEffect">
                                  <p:stCondLst>
                                    <p:cond delay="0"/>
                                  </p:stCondLst>
                                  <p:childTnLst>
                                    <p:set>
                                      <p:cBhvr>
                                        <p:cTn id="84" dur="1" fill="hold">
                                          <p:stCondLst>
                                            <p:cond delay="0"/>
                                          </p:stCondLst>
                                        </p:cTn>
                                        <p:tgtEl>
                                          <p:spTgt spid="802845"/>
                                        </p:tgtEl>
                                        <p:attrNameLst>
                                          <p:attrName>style.visibility</p:attrName>
                                        </p:attrNameLst>
                                      </p:cBhvr>
                                      <p:to>
                                        <p:strVal val="visible"/>
                                      </p:to>
                                    </p:set>
                                    <p:animEffect transition="in" filter="dissolve">
                                      <p:cBhvr>
                                        <p:cTn id="85" dur="500"/>
                                        <p:tgtEl>
                                          <p:spTgt spid="802845"/>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9" presetClass="entr" presetSubtype="0" fill="hold" nodeType="clickEffect">
                                  <p:stCondLst>
                                    <p:cond delay="0"/>
                                  </p:stCondLst>
                                  <p:childTnLst>
                                    <p:set>
                                      <p:cBhvr>
                                        <p:cTn id="89" dur="1" fill="hold">
                                          <p:stCondLst>
                                            <p:cond delay="0"/>
                                          </p:stCondLst>
                                        </p:cTn>
                                        <p:tgtEl>
                                          <p:spTgt spid="802846"/>
                                        </p:tgtEl>
                                        <p:attrNameLst>
                                          <p:attrName>style.visibility</p:attrName>
                                        </p:attrNameLst>
                                      </p:cBhvr>
                                      <p:to>
                                        <p:strVal val="visible"/>
                                      </p:to>
                                    </p:set>
                                    <p:animEffect transition="in" filter="dissolve">
                                      <p:cBhvr>
                                        <p:cTn id="90" dur="500"/>
                                        <p:tgtEl>
                                          <p:spTgt spid="802846"/>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9" presetClass="entr" presetSubtype="0" fill="hold" nodeType="clickEffect">
                                  <p:stCondLst>
                                    <p:cond delay="0"/>
                                  </p:stCondLst>
                                  <p:childTnLst>
                                    <p:set>
                                      <p:cBhvr>
                                        <p:cTn id="94" dur="1" fill="hold">
                                          <p:stCondLst>
                                            <p:cond delay="0"/>
                                          </p:stCondLst>
                                        </p:cTn>
                                        <p:tgtEl>
                                          <p:spTgt spid="802847"/>
                                        </p:tgtEl>
                                        <p:attrNameLst>
                                          <p:attrName>style.visibility</p:attrName>
                                        </p:attrNameLst>
                                      </p:cBhvr>
                                      <p:to>
                                        <p:strVal val="visible"/>
                                      </p:to>
                                    </p:set>
                                    <p:animEffect transition="in" filter="dissolve">
                                      <p:cBhvr>
                                        <p:cTn id="95" dur="500"/>
                                        <p:tgtEl>
                                          <p:spTgt spid="802847"/>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1" fill="hold" nodeType="clickEffect">
                                  <p:stCondLst>
                                    <p:cond delay="0"/>
                                  </p:stCondLst>
                                  <p:childTnLst>
                                    <p:set>
                                      <p:cBhvr>
                                        <p:cTn id="99" dur="1" fill="hold">
                                          <p:stCondLst>
                                            <p:cond delay="0"/>
                                          </p:stCondLst>
                                        </p:cTn>
                                        <p:tgtEl>
                                          <p:spTgt spid="3"/>
                                        </p:tgtEl>
                                        <p:attrNameLst>
                                          <p:attrName>style.visibility</p:attrName>
                                        </p:attrNameLst>
                                      </p:cBhvr>
                                      <p:to>
                                        <p:strVal val="visible"/>
                                      </p:to>
                                    </p:set>
                                    <p:animEffect transition="in" filter="wipe(up)">
                                      <p:cBhvr>
                                        <p:cTn id="100" dur="500"/>
                                        <p:tgtEl>
                                          <p:spTgt spid="3"/>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1" fill="hold" nodeType="clickEffect">
                                  <p:stCondLst>
                                    <p:cond delay="0"/>
                                  </p:stCondLst>
                                  <p:childTnLst>
                                    <p:set>
                                      <p:cBhvr>
                                        <p:cTn id="104" dur="1" fill="hold">
                                          <p:stCondLst>
                                            <p:cond delay="0"/>
                                          </p:stCondLst>
                                        </p:cTn>
                                        <p:tgtEl>
                                          <p:spTgt spid="802857"/>
                                        </p:tgtEl>
                                        <p:attrNameLst>
                                          <p:attrName>style.visibility</p:attrName>
                                        </p:attrNameLst>
                                      </p:cBhvr>
                                      <p:to>
                                        <p:strVal val="visible"/>
                                      </p:to>
                                    </p:set>
                                    <p:animEffect transition="in" filter="wipe(up)">
                                      <p:cBhvr>
                                        <p:cTn id="105" dur="500"/>
                                        <p:tgtEl>
                                          <p:spTgt spid="802857"/>
                                        </p:tgtEl>
                                      </p:cBhvr>
                                    </p:animEffect>
                                  </p:childTnLst>
                                </p:cTn>
                              </p:par>
                            </p:childTnLst>
                          </p:cTn>
                        </p:par>
                        <p:par>
                          <p:cTn id="106" fill="hold" nodeType="afterGroup">
                            <p:stCondLst>
                              <p:cond delay="500"/>
                            </p:stCondLst>
                            <p:childTnLst>
                              <p:par>
                                <p:cTn id="107" presetID="50" presetClass="entr" presetSubtype="0" decel="100000" fill="hold" nodeType="afterEffect">
                                  <p:stCondLst>
                                    <p:cond delay="0"/>
                                  </p:stCondLst>
                                  <p:childTnLst>
                                    <p:set>
                                      <p:cBhvr>
                                        <p:cTn id="108" dur="1" fill="hold">
                                          <p:stCondLst>
                                            <p:cond delay="0"/>
                                          </p:stCondLst>
                                        </p:cTn>
                                        <p:tgtEl>
                                          <p:spTgt spid="802851"/>
                                        </p:tgtEl>
                                        <p:attrNameLst>
                                          <p:attrName>style.visibility</p:attrName>
                                        </p:attrNameLst>
                                      </p:cBhvr>
                                      <p:to>
                                        <p:strVal val="visible"/>
                                      </p:to>
                                    </p:set>
                                    <p:anim calcmode="lin" valueType="num">
                                      <p:cBhvr>
                                        <p:cTn id="109" dur="1000" fill="hold"/>
                                        <p:tgtEl>
                                          <p:spTgt spid="802851"/>
                                        </p:tgtEl>
                                        <p:attrNameLst>
                                          <p:attrName>ppt_w</p:attrName>
                                        </p:attrNameLst>
                                      </p:cBhvr>
                                      <p:tavLst>
                                        <p:tav tm="0">
                                          <p:val>
                                            <p:strVal val="#ppt_w+.3"/>
                                          </p:val>
                                        </p:tav>
                                        <p:tav tm="100000">
                                          <p:val>
                                            <p:strVal val="#ppt_w"/>
                                          </p:val>
                                        </p:tav>
                                      </p:tavLst>
                                    </p:anim>
                                    <p:anim calcmode="lin" valueType="num">
                                      <p:cBhvr>
                                        <p:cTn id="110" dur="1000" fill="hold"/>
                                        <p:tgtEl>
                                          <p:spTgt spid="802851"/>
                                        </p:tgtEl>
                                        <p:attrNameLst>
                                          <p:attrName>ppt_h</p:attrName>
                                        </p:attrNameLst>
                                      </p:cBhvr>
                                      <p:tavLst>
                                        <p:tav tm="0">
                                          <p:val>
                                            <p:strVal val="#ppt_h"/>
                                          </p:val>
                                        </p:tav>
                                        <p:tav tm="100000">
                                          <p:val>
                                            <p:strVal val="#ppt_h"/>
                                          </p:val>
                                        </p:tav>
                                      </p:tavLst>
                                    </p:anim>
                                    <p:animEffect transition="in" filter="fade">
                                      <p:cBhvr>
                                        <p:cTn id="111" dur="1000"/>
                                        <p:tgtEl>
                                          <p:spTgt spid="802851"/>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 presetClass="entr" presetSubtype="2" fill="hold" nodeType="clickEffect">
                                  <p:stCondLst>
                                    <p:cond delay="0"/>
                                  </p:stCondLst>
                                  <p:childTnLst>
                                    <p:set>
                                      <p:cBhvr>
                                        <p:cTn id="115" dur="1" fill="hold">
                                          <p:stCondLst>
                                            <p:cond delay="0"/>
                                          </p:stCondLst>
                                        </p:cTn>
                                        <p:tgtEl>
                                          <p:spTgt spid="802858"/>
                                        </p:tgtEl>
                                        <p:attrNameLst>
                                          <p:attrName>style.visibility</p:attrName>
                                        </p:attrNameLst>
                                      </p:cBhvr>
                                      <p:to>
                                        <p:strVal val="visible"/>
                                      </p:to>
                                    </p:set>
                                    <p:anim calcmode="lin" valueType="num">
                                      <p:cBhvr additive="base">
                                        <p:cTn id="116" dur="500" fill="hold"/>
                                        <p:tgtEl>
                                          <p:spTgt spid="802858"/>
                                        </p:tgtEl>
                                        <p:attrNameLst>
                                          <p:attrName>ppt_x</p:attrName>
                                        </p:attrNameLst>
                                      </p:cBhvr>
                                      <p:tavLst>
                                        <p:tav tm="0">
                                          <p:val>
                                            <p:strVal val="1+#ppt_w/2"/>
                                          </p:val>
                                        </p:tav>
                                        <p:tav tm="100000">
                                          <p:val>
                                            <p:strVal val="#ppt_x"/>
                                          </p:val>
                                        </p:tav>
                                      </p:tavLst>
                                    </p:anim>
                                    <p:anim calcmode="lin" valueType="num">
                                      <p:cBhvr additive="base">
                                        <p:cTn id="117" dur="500" fill="hold"/>
                                        <p:tgtEl>
                                          <p:spTgt spid="8028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2820" grpId="0" animBg="1"/>
      <p:bldP spid="802824" grpId="0" animBg="1"/>
      <p:bldP spid="802833" grpId="0"/>
      <p:bldP spid="802835" grpId="0"/>
      <p:bldP spid="802836" grpId="0"/>
      <p:bldP spid="802837" grpId="0"/>
      <p:bldP spid="802838" grpId="0"/>
      <p:bldP spid="802840" grpId="0" animBg="1"/>
      <p:bldP spid="802840" grpId="1" animBg="1"/>
      <p:bldP spid="802841" grpId="0" animBg="1"/>
      <p:bldP spid="802845" grpId="0"/>
      <p:bldP spid="802846" grpId="0"/>
      <p:bldP spid="802847" grpId="0"/>
      <p:bldP spid="80285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506" name="Text Box 2">
            <a:extLst>
              <a:ext uri="{FF2B5EF4-FFF2-40B4-BE49-F238E27FC236}">
                <a16:creationId xmlns:a16="http://schemas.microsoft.com/office/drawing/2014/main" id="{0B2EC01C-0566-D314-B765-28CF6C786D61}"/>
              </a:ext>
            </a:extLst>
          </p:cNvPr>
          <p:cNvSpPr txBox="1">
            <a:spLocks noChangeArrowheads="1"/>
          </p:cNvSpPr>
          <p:nvPr/>
        </p:nvSpPr>
        <p:spPr bwMode="auto">
          <a:xfrm>
            <a:off x="177800" y="307975"/>
            <a:ext cx="84264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sz="2800">
                <a:solidFill>
                  <a:srgbClr val="FFFF00"/>
                </a:solidFill>
                <a:latin typeface="宋体" panose="02010600030101010101" pitchFamily="2" charset="-122"/>
                <a:ea typeface="宋体" panose="02010600030101010101" pitchFamily="2" charset="-122"/>
              </a:rPr>
              <a:t>二</a:t>
            </a:r>
            <a:r>
              <a:rPr lang="en-US" altLang="zh-CN" sz="2800">
                <a:solidFill>
                  <a:srgbClr val="FFFF00"/>
                </a:solidFill>
                <a:latin typeface="宋体" panose="02010600030101010101" pitchFamily="2" charset="-122"/>
                <a:ea typeface="宋体" panose="02010600030101010101" pitchFamily="2" charset="-122"/>
              </a:rPr>
              <a:t>.</a:t>
            </a:r>
            <a:r>
              <a:rPr lang="zh-CN" altLang="en-US" sz="2800">
                <a:solidFill>
                  <a:srgbClr val="FFFF00"/>
                </a:solidFill>
                <a:latin typeface="宋体" panose="02010600030101010101" pitchFamily="2" charset="-122"/>
                <a:ea typeface="宋体" panose="02010600030101010101" pitchFamily="2" charset="-122"/>
              </a:rPr>
              <a:t>质点系的动量矩定理和动量矩守恒定律</a:t>
            </a:r>
            <a:endParaRPr lang="zh-CN" altLang="en-US" sz="2800" b="0">
              <a:solidFill>
                <a:srgbClr val="FFFF00"/>
              </a:solidFill>
              <a:latin typeface="宋体" panose="02010600030101010101" pitchFamily="2" charset="-122"/>
              <a:ea typeface="宋体" panose="02010600030101010101" pitchFamily="2" charset="-122"/>
            </a:endParaRPr>
          </a:p>
        </p:txBody>
      </p:sp>
      <p:sp>
        <p:nvSpPr>
          <p:cNvPr id="789507" name="Text Box 3">
            <a:extLst>
              <a:ext uri="{FF2B5EF4-FFF2-40B4-BE49-F238E27FC236}">
                <a16:creationId xmlns:a16="http://schemas.microsoft.com/office/drawing/2014/main" id="{9AB7B4E2-5FBA-D6E1-29C2-133C57E355B3}"/>
              </a:ext>
            </a:extLst>
          </p:cNvPr>
          <p:cNvSpPr txBox="1">
            <a:spLocks noChangeArrowheads="1"/>
          </p:cNvSpPr>
          <p:nvPr/>
        </p:nvSpPr>
        <p:spPr bwMode="auto">
          <a:xfrm>
            <a:off x="684213" y="1196975"/>
            <a:ext cx="4354512"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Tx/>
              <a:buFontTx/>
              <a:buNone/>
            </a:pPr>
            <a:r>
              <a:rPr lang="zh-CN" altLang="en-US" sz="2000">
                <a:latin typeface="楷体_GB2312" pitchFamily="49" charset="-122"/>
                <a:ea typeface="楷体_GB2312" pitchFamily="49" charset="-122"/>
              </a:rPr>
              <a:t>质点系对参考点</a:t>
            </a:r>
            <a:r>
              <a:rPr lang="en-US" altLang="zh-CN" sz="2000" i="1">
                <a:solidFill>
                  <a:srgbClr val="66FFFF"/>
                </a:solidFill>
                <a:latin typeface="楷体_GB2312" pitchFamily="49" charset="-122"/>
                <a:ea typeface="楷体_GB2312" pitchFamily="49" charset="-122"/>
              </a:rPr>
              <a:t>O </a:t>
            </a:r>
            <a:r>
              <a:rPr lang="zh-CN" altLang="en-US" sz="2000">
                <a:latin typeface="楷体_GB2312" pitchFamily="49" charset="-122"/>
                <a:ea typeface="楷体_GB2312" pitchFamily="49" charset="-122"/>
              </a:rPr>
              <a:t>的动量矩就是质点系所有质点对同一参考点的动量矩的矢量和</a:t>
            </a:r>
          </a:p>
        </p:txBody>
      </p:sp>
      <p:graphicFrame>
        <p:nvGraphicFramePr>
          <p:cNvPr id="789508" name="Object 4">
            <a:extLst>
              <a:ext uri="{FF2B5EF4-FFF2-40B4-BE49-F238E27FC236}">
                <a16:creationId xmlns:a16="http://schemas.microsoft.com/office/drawing/2014/main" id="{15ACE2C3-8790-85E9-90FE-4C39B16E623E}"/>
              </a:ext>
            </a:extLst>
          </p:cNvPr>
          <p:cNvGraphicFramePr>
            <a:graphicFrameLocks/>
          </p:cNvGraphicFramePr>
          <p:nvPr/>
        </p:nvGraphicFramePr>
        <p:xfrm>
          <a:off x="1763713" y="2420938"/>
          <a:ext cx="3116262" cy="569912"/>
        </p:xfrm>
        <a:graphic>
          <a:graphicData uri="http://schemas.openxmlformats.org/presentationml/2006/ole">
            <mc:AlternateContent xmlns:mc="http://schemas.openxmlformats.org/markup-compatibility/2006">
              <mc:Choice xmlns:v="urn:schemas-microsoft-com:vml" Requires="v">
                <p:oleObj name="公式" r:id="rId2" imgW="3543120" imgH="647640" progId="Equation.3">
                  <p:embed/>
                </p:oleObj>
              </mc:Choice>
              <mc:Fallback>
                <p:oleObj name="公式" r:id="rId2" imgW="3543120" imgH="647640" progId="Equation.3">
                  <p:embed/>
                  <p:pic>
                    <p:nvPicPr>
                      <p:cNvPr id="0" name="Object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713" y="2420938"/>
                        <a:ext cx="3116262" cy="569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89509" name="Object 5">
            <a:extLst>
              <a:ext uri="{FF2B5EF4-FFF2-40B4-BE49-F238E27FC236}">
                <a16:creationId xmlns:a16="http://schemas.microsoft.com/office/drawing/2014/main" id="{8B26640A-BA36-BA43-0BE5-375FD3E2CF34}"/>
              </a:ext>
            </a:extLst>
          </p:cNvPr>
          <p:cNvGraphicFramePr>
            <a:graphicFrameLocks/>
          </p:cNvGraphicFramePr>
          <p:nvPr/>
        </p:nvGraphicFramePr>
        <p:xfrm>
          <a:off x="1835150" y="3573463"/>
          <a:ext cx="323850" cy="379412"/>
        </p:xfrm>
        <a:graphic>
          <a:graphicData uri="http://schemas.openxmlformats.org/presentationml/2006/ole">
            <mc:AlternateContent xmlns:mc="http://schemas.openxmlformats.org/markup-compatibility/2006">
              <mc:Choice xmlns:v="urn:schemas-microsoft-com:vml" Requires="v">
                <p:oleObj name="公式" r:id="rId4" imgW="368280" imgH="431640" progId="Equation.3">
                  <p:embed/>
                </p:oleObj>
              </mc:Choice>
              <mc:Fallback>
                <p:oleObj name="公式" r:id="rId4" imgW="368280" imgH="431640" progId="Equation.3">
                  <p:embed/>
                  <p:pic>
                    <p:nvPicPr>
                      <p:cNvPr id="0" name="Object 5"/>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5150" y="3573463"/>
                        <a:ext cx="323850" cy="379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89510" name="Text Box 6">
            <a:extLst>
              <a:ext uri="{FF2B5EF4-FFF2-40B4-BE49-F238E27FC236}">
                <a16:creationId xmlns:a16="http://schemas.microsoft.com/office/drawing/2014/main" id="{C66A03A5-80B3-9C47-0A60-FC21F13A3EF6}"/>
              </a:ext>
            </a:extLst>
          </p:cNvPr>
          <p:cNvSpPr txBox="1">
            <a:spLocks noChangeArrowheads="1"/>
          </p:cNvSpPr>
          <p:nvPr/>
        </p:nvSpPr>
        <p:spPr bwMode="auto">
          <a:xfrm>
            <a:off x="323850" y="2997200"/>
            <a:ext cx="5327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
                <a:srgbClr val="FF9900"/>
              </a:buClr>
              <a:buFont typeface="Wingdings" panose="05000000000000000000" pitchFamily="2" charset="2"/>
              <a:buChar char="l"/>
            </a:pPr>
            <a:r>
              <a:rPr kumimoji="1" lang="en-US" altLang="zh-CN">
                <a:latin typeface="Times New Roman" panose="02020603050405020304" pitchFamily="18" charset="0"/>
                <a:ea typeface="宋体" panose="02010600030101010101" pitchFamily="2" charset="-122"/>
              </a:rPr>
              <a:t>  </a:t>
            </a:r>
            <a:r>
              <a:rPr kumimoji="1" lang="zh-CN" altLang="en-US">
                <a:latin typeface="Times New Roman" panose="02020603050405020304" pitchFamily="18" charset="0"/>
                <a:ea typeface="宋体" panose="02010600030101010101" pitchFamily="2" charset="-122"/>
              </a:rPr>
              <a:t>以质心 </a:t>
            </a:r>
            <a:r>
              <a:rPr kumimoji="1" lang="en-US" altLang="zh-CN" i="1">
                <a:solidFill>
                  <a:srgbClr val="FFFF00"/>
                </a:solidFill>
                <a:latin typeface="Times New Roman" panose="02020603050405020304" pitchFamily="18" charset="0"/>
                <a:ea typeface="宋体" panose="02010600030101010101" pitchFamily="2" charset="-122"/>
              </a:rPr>
              <a:t>C</a:t>
            </a:r>
            <a:r>
              <a:rPr kumimoji="1" lang="en-US" altLang="zh-CN" i="1">
                <a:solidFill>
                  <a:srgbClr val="66FFFF"/>
                </a:solidFill>
                <a:latin typeface="Times New Roman" panose="02020603050405020304" pitchFamily="18" charset="0"/>
                <a:ea typeface="宋体" panose="02010600030101010101" pitchFamily="2" charset="-122"/>
              </a:rPr>
              <a:t> </a:t>
            </a:r>
            <a:r>
              <a:rPr kumimoji="1" lang="zh-CN" altLang="en-US" sz="2000">
                <a:solidFill>
                  <a:srgbClr val="66FFFF"/>
                </a:solidFill>
                <a:latin typeface="Times New Roman" panose="02020603050405020304" pitchFamily="18" charset="0"/>
                <a:ea typeface="楷体_GB2312" pitchFamily="49" charset="-122"/>
              </a:rPr>
              <a:t>为动参照系</a:t>
            </a:r>
            <a:r>
              <a:rPr kumimoji="1" lang="zh-CN" altLang="en-US" sz="2000">
                <a:latin typeface="Times New Roman" panose="02020603050405020304" pitchFamily="18" charset="0"/>
                <a:ea typeface="宋体" panose="02010600030101010101" pitchFamily="2" charset="-122"/>
              </a:rPr>
              <a:t>的原点</a:t>
            </a:r>
            <a:endParaRPr kumimoji="1" lang="zh-CN" altLang="en-US" b="0">
              <a:latin typeface="Times New Roman" panose="02020603050405020304" pitchFamily="18" charset="0"/>
              <a:ea typeface="宋体" panose="02010600030101010101" pitchFamily="2" charset="-122"/>
            </a:endParaRPr>
          </a:p>
        </p:txBody>
      </p:sp>
      <p:graphicFrame>
        <p:nvGraphicFramePr>
          <p:cNvPr id="789511" name="Object 7">
            <a:extLst>
              <a:ext uri="{FF2B5EF4-FFF2-40B4-BE49-F238E27FC236}">
                <a16:creationId xmlns:a16="http://schemas.microsoft.com/office/drawing/2014/main" id="{3F3EE422-E98A-D737-5CAB-8D8857AC402D}"/>
              </a:ext>
            </a:extLst>
          </p:cNvPr>
          <p:cNvGraphicFramePr>
            <a:graphicFrameLocks/>
          </p:cNvGraphicFramePr>
          <p:nvPr/>
        </p:nvGraphicFramePr>
        <p:xfrm>
          <a:off x="1258888" y="3573463"/>
          <a:ext cx="257175" cy="379412"/>
        </p:xfrm>
        <a:graphic>
          <a:graphicData uri="http://schemas.openxmlformats.org/presentationml/2006/ole">
            <mc:AlternateContent xmlns:mc="http://schemas.openxmlformats.org/markup-compatibility/2006">
              <mc:Choice xmlns:v="urn:schemas-microsoft-com:vml" Requires="v">
                <p:oleObj name="公式" r:id="rId6" imgW="291960" imgH="431640" progId="Equation.3">
                  <p:embed/>
                </p:oleObj>
              </mc:Choice>
              <mc:Fallback>
                <p:oleObj name="公式" r:id="rId6" imgW="291960" imgH="431640" progId="Equation.3">
                  <p:embed/>
                  <p:pic>
                    <p:nvPicPr>
                      <p:cNvPr id="0" name="Object 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8888" y="3573463"/>
                        <a:ext cx="257175" cy="379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89512" name="Text Box 8">
            <a:extLst>
              <a:ext uri="{FF2B5EF4-FFF2-40B4-BE49-F238E27FC236}">
                <a16:creationId xmlns:a16="http://schemas.microsoft.com/office/drawing/2014/main" id="{E25F6657-F7D9-103B-3E78-4FA92F43F3B1}"/>
              </a:ext>
            </a:extLst>
          </p:cNvPr>
          <p:cNvSpPr txBox="1">
            <a:spLocks noChangeArrowheads="1"/>
          </p:cNvSpPr>
          <p:nvPr/>
        </p:nvSpPr>
        <p:spPr bwMode="auto">
          <a:xfrm>
            <a:off x="2195513" y="3573463"/>
            <a:ext cx="338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宋体" panose="02010600030101010101" pitchFamily="2" charset="-122"/>
              </a:rPr>
              <a:t>，对第 </a:t>
            </a:r>
            <a:r>
              <a:rPr kumimoji="1" lang="en-US" altLang="zh-CN" i="1">
                <a:solidFill>
                  <a:srgbClr val="66FFFF"/>
                </a:solidFill>
                <a:latin typeface="Times New Roman" panose="02020603050405020304" pitchFamily="18" charset="0"/>
                <a:ea typeface="宋体" panose="02010600030101010101" pitchFamily="2" charset="-122"/>
              </a:rPr>
              <a:t>i </a:t>
            </a:r>
            <a:r>
              <a:rPr kumimoji="1" lang="zh-CN" altLang="en-US">
                <a:latin typeface="Times New Roman" panose="02020603050405020304" pitchFamily="18" charset="0"/>
                <a:ea typeface="宋体" panose="02010600030101010101" pitchFamily="2" charset="-122"/>
              </a:rPr>
              <a:t>个质点：</a:t>
            </a:r>
          </a:p>
        </p:txBody>
      </p:sp>
      <p:graphicFrame>
        <p:nvGraphicFramePr>
          <p:cNvPr id="789513" name="Object 9">
            <a:extLst>
              <a:ext uri="{FF2B5EF4-FFF2-40B4-BE49-F238E27FC236}">
                <a16:creationId xmlns:a16="http://schemas.microsoft.com/office/drawing/2014/main" id="{2B97317F-BFCB-2BC0-7118-9523F883F0D6}"/>
              </a:ext>
            </a:extLst>
          </p:cNvPr>
          <p:cNvGraphicFramePr>
            <a:graphicFrameLocks/>
          </p:cNvGraphicFramePr>
          <p:nvPr/>
        </p:nvGraphicFramePr>
        <p:xfrm>
          <a:off x="6732588" y="4129088"/>
          <a:ext cx="312737" cy="379412"/>
        </p:xfrm>
        <a:graphic>
          <a:graphicData uri="http://schemas.openxmlformats.org/presentationml/2006/ole">
            <mc:AlternateContent xmlns:mc="http://schemas.openxmlformats.org/markup-compatibility/2006">
              <mc:Choice xmlns:v="urn:schemas-microsoft-com:vml" Requires="v">
                <p:oleObj name="公式" r:id="rId8" imgW="355320" imgH="431640" progId="Equation.3">
                  <p:embed/>
                </p:oleObj>
              </mc:Choice>
              <mc:Fallback>
                <p:oleObj name="公式" r:id="rId8" imgW="355320" imgH="431640" progId="Equation.3">
                  <p:embed/>
                  <p:pic>
                    <p:nvPicPr>
                      <p:cNvPr id="0" name="Object 9"/>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32588" y="4129088"/>
                        <a:ext cx="312737" cy="379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89514" name="Text Box 10">
            <a:extLst>
              <a:ext uri="{FF2B5EF4-FFF2-40B4-BE49-F238E27FC236}">
                <a16:creationId xmlns:a16="http://schemas.microsoft.com/office/drawing/2014/main" id="{B896244A-9DF6-EE71-148D-509E3E2DFD7E}"/>
              </a:ext>
            </a:extLst>
          </p:cNvPr>
          <p:cNvSpPr txBox="1">
            <a:spLocks noChangeArrowheads="1"/>
          </p:cNvSpPr>
          <p:nvPr/>
        </p:nvSpPr>
        <p:spPr bwMode="auto">
          <a:xfrm>
            <a:off x="7092950" y="4051300"/>
            <a:ext cx="800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FFFFFF"/>
                </a:solidFill>
                <a:latin typeface="Times New Roman" panose="02020603050405020304" pitchFamily="18" charset="0"/>
                <a:ea typeface="宋体" panose="02010600030101010101" pitchFamily="2" charset="-122"/>
              </a:rPr>
              <a:t>，则</a:t>
            </a:r>
          </a:p>
        </p:txBody>
      </p:sp>
      <p:graphicFrame>
        <p:nvGraphicFramePr>
          <p:cNvPr id="789515" name="Object 11">
            <a:extLst>
              <a:ext uri="{FF2B5EF4-FFF2-40B4-BE49-F238E27FC236}">
                <a16:creationId xmlns:a16="http://schemas.microsoft.com/office/drawing/2014/main" id="{66D29B52-1D86-1283-34B6-91F8E7CA7391}"/>
              </a:ext>
            </a:extLst>
          </p:cNvPr>
          <p:cNvGraphicFramePr>
            <a:graphicFrameLocks/>
          </p:cNvGraphicFramePr>
          <p:nvPr/>
        </p:nvGraphicFramePr>
        <p:xfrm>
          <a:off x="4859338" y="4129088"/>
          <a:ext cx="301625" cy="379412"/>
        </p:xfrm>
        <a:graphic>
          <a:graphicData uri="http://schemas.openxmlformats.org/presentationml/2006/ole">
            <mc:AlternateContent xmlns:mc="http://schemas.openxmlformats.org/markup-compatibility/2006">
              <mc:Choice xmlns:v="urn:schemas-microsoft-com:vml" Requires="v">
                <p:oleObj name="公式" r:id="rId10" imgW="342720" imgH="431640" progId="Equation.3">
                  <p:embed/>
                </p:oleObj>
              </mc:Choice>
              <mc:Fallback>
                <p:oleObj name="公式" r:id="rId10" imgW="342720" imgH="431640" progId="Equation.3">
                  <p:embed/>
                  <p:pic>
                    <p:nvPicPr>
                      <p:cNvPr id="0" name="Object 11"/>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59338" y="4129088"/>
                        <a:ext cx="301625" cy="379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89516" name="Text Box 12">
            <a:extLst>
              <a:ext uri="{FF2B5EF4-FFF2-40B4-BE49-F238E27FC236}">
                <a16:creationId xmlns:a16="http://schemas.microsoft.com/office/drawing/2014/main" id="{9BB8178A-5073-B95A-FE3D-7709029FB685}"/>
              </a:ext>
            </a:extLst>
          </p:cNvPr>
          <p:cNvSpPr txBox="1">
            <a:spLocks noChangeArrowheads="1"/>
          </p:cNvSpPr>
          <p:nvPr/>
        </p:nvSpPr>
        <p:spPr bwMode="auto">
          <a:xfrm>
            <a:off x="684213" y="4051300"/>
            <a:ext cx="5400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宋体" panose="02010600030101010101" pitchFamily="2" charset="-122"/>
              </a:rPr>
              <a:t>设其相对于质心的位置矢量为</a:t>
            </a:r>
          </a:p>
        </p:txBody>
      </p:sp>
      <p:sp>
        <p:nvSpPr>
          <p:cNvPr id="789517" name="Text Box 13">
            <a:extLst>
              <a:ext uri="{FF2B5EF4-FFF2-40B4-BE49-F238E27FC236}">
                <a16:creationId xmlns:a16="http://schemas.microsoft.com/office/drawing/2014/main" id="{B3D7E1D4-428D-E854-DEBA-883866B88054}"/>
              </a:ext>
            </a:extLst>
          </p:cNvPr>
          <p:cNvSpPr txBox="1">
            <a:spLocks noChangeArrowheads="1"/>
          </p:cNvSpPr>
          <p:nvPr/>
        </p:nvSpPr>
        <p:spPr bwMode="auto">
          <a:xfrm>
            <a:off x="5219700" y="4051300"/>
            <a:ext cx="1871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宋体" panose="02010600030101010101" pitchFamily="2" charset="-122"/>
              </a:rPr>
              <a:t>，速度为</a:t>
            </a:r>
            <a:endParaRPr kumimoji="1" lang="zh-CN" altLang="en-US" b="0">
              <a:latin typeface="Times New Roman" panose="02020603050405020304" pitchFamily="18" charset="0"/>
              <a:ea typeface="宋体" panose="02010600030101010101" pitchFamily="2" charset="-122"/>
            </a:endParaRPr>
          </a:p>
        </p:txBody>
      </p:sp>
      <p:graphicFrame>
        <p:nvGraphicFramePr>
          <p:cNvPr id="789518" name="Object 14">
            <a:extLst>
              <a:ext uri="{FF2B5EF4-FFF2-40B4-BE49-F238E27FC236}">
                <a16:creationId xmlns:a16="http://schemas.microsoft.com/office/drawing/2014/main" id="{6E3250C3-B047-6770-0BDC-370CB09ECF50}"/>
              </a:ext>
            </a:extLst>
          </p:cNvPr>
          <p:cNvGraphicFramePr>
            <a:graphicFrameLocks/>
          </p:cNvGraphicFramePr>
          <p:nvPr/>
        </p:nvGraphicFramePr>
        <p:xfrm>
          <a:off x="4067175" y="4652963"/>
          <a:ext cx="1474788" cy="379412"/>
        </p:xfrm>
        <a:graphic>
          <a:graphicData uri="http://schemas.openxmlformats.org/presentationml/2006/ole">
            <mc:AlternateContent xmlns:mc="http://schemas.openxmlformats.org/markup-compatibility/2006">
              <mc:Choice xmlns:v="urn:schemas-microsoft-com:vml" Requires="v">
                <p:oleObj name="公式" r:id="rId12" imgW="1676160" imgH="431640" progId="Equation.3">
                  <p:embed/>
                </p:oleObj>
              </mc:Choice>
              <mc:Fallback>
                <p:oleObj name="公式" r:id="rId12" imgW="1676160" imgH="431640" progId="Equation.3">
                  <p:embed/>
                  <p:pic>
                    <p:nvPicPr>
                      <p:cNvPr id="0" name="Object 14"/>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67175" y="4652963"/>
                        <a:ext cx="1474788" cy="379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89519" name="Object 15">
            <a:extLst>
              <a:ext uri="{FF2B5EF4-FFF2-40B4-BE49-F238E27FC236}">
                <a16:creationId xmlns:a16="http://schemas.microsoft.com/office/drawing/2014/main" id="{CD9C53B9-FA9D-079C-7AD5-3A95D045E3D1}"/>
              </a:ext>
            </a:extLst>
          </p:cNvPr>
          <p:cNvGraphicFramePr>
            <a:graphicFrameLocks/>
          </p:cNvGraphicFramePr>
          <p:nvPr/>
        </p:nvGraphicFramePr>
        <p:xfrm>
          <a:off x="1835150" y="4652963"/>
          <a:ext cx="1339850" cy="379412"/>
        </p:xfrm>
        <a:graphic>
          <a:graphicData uri="http://schemas.openxmlformats.org/presentationml/2006/ole">
            <mc:AlternateContent xmlns:mc="http://schemas.openxmlformats.org/markup-compatibility/2006">
              <mc:Choice xmlns:v="urn:schemas-microsoft-com:vml" Requires="v">
                <p:oleObj name="公式" r:id="rId14" imgW="1523880" imgH="431640" progId="Equation.3">
                  <p:embed/>
                </p:oleObj>
              </mc:Choice>
              <mc:Fallback>
                <p:oleObj name="公式" r:id="rId14" imgW="1523880" imgH="431640" progId="Equation.3">
                  <p:embed/>
                  <p:pic>
                    <p:nvPicPr>
                      <p:cNvPr id="0" name="Object 15"/>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35150" y="4652963"/>
                        <a:ext cx="1339850" cy="379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89520" name="Object 16">
            <a:extLst>
              <a:ext uri="{FF2B5EF4-FFF2-40B4-BE49-F238E27FC236}">
                <a16:creationId xmlns:a16="http://schemas.microsoft.com/office/drawing/2014/main" id="{066B9DC7-D480-F086-A0FF-E6E8C982EF06}"/>
              </a:ext>
            </a:extLst>
          </p:cNvPr>
          <p:cNvGraphicFramePr>
            <a:graphicFrameLocks/>
          </p:cNvGraphicFramePr>
          <p:nvPr/>
        </p:nvGraphicFramePr>
        <p:xfrm>
          <a:off x="885825" y="5268913"/>
          <a:ext cx="3005138" cy="446087"/>
        </p:xfrm>
        <a:graphic>
          <a:graphicData uri="http://schemas.openxmlformats.org/presentationml/2006/ole">
            <mc:AlternateContent xmlns:mc="http://schemas.openxmlformats.org/markup-compatibility/2006">
              <mc:Choice xmlns:v="urn:schemas-microsoft-com:vml" Requires="v">
                <p:oleObj name="公式" r:id="rId16" imgW="3416040" imgH="507960" progId="Equation.3">
                  <p:embed/>
                </p:oleObj>
              </mc:Choice>
              <mc:Fallback>
                <p:oleObj name="公式" r:id="rId16" imgW="3416040" imgH="507960" progId="Equation.3">
                  <p:embed/>
                  <p:pic>
                    <p:nvPicPr>
                      <p:cNvPr id="0" name="Object 16"/>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85825" y="5268913"/>
                        <a:ext cx="3005138" cy="446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89521" name="Object 17">
            <a:extLst>
              <a:ext uri="{FF2B5EF4-FFF2-40B4-BE49-F238E27FC236}">
                <a16:creationId xmlns:a16="http://schemas.microsoft.com/office/drawing/2014/main" id="{EBD67D67-B7B2-DABE-3309-DECF2109ADA6}"/>
              </a:ext>
            </a:extLst>
          </p:cNvPr>
          <p:cNvGraphicFramePr>
            <a:graphicFrameLocks/>
          </p:cNvGraphicFramePr>
          <p:nvPr/>
        </p:nvGraphicFramePr>
        <p:xfrm>
          <a:off x="1258888" y="5973763"/>
          <a:ext cx="1676400" cy="446087"/>
        </p:xfrm>
        <a:graphic>
          <a:graphicData uri="http://schemas.openxmlformats.org/presentationml/2006/ole">
            <mc:AlternateContent xmlns:mc="http://schemas.openxmlformats.org/markup-compatibility/2006">
              <mc:Choice xmlns:v="urn:schemas-microsoft-com:vml" Requires="v">
                <p:oleObj name="公式" r:id="rId18" imgW="1904760" imgH="507960" progId="Equation.3">
                  <p:embed/>
                </p:oleObj>
              </mc:Choice>
              <mc:Fallback>
                <p:oleObj name="公式" r:id="rId18" imgW="1904760" imgH="507960" progId="Equation.3">
                  <p:embed/>
                  <p:pic>
                    <p:nvPicPr>
                      <p:cNvPr id="0" name="Object 17"/>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258888" y="5973763"/>
                        <a:ext cx="1676400" cy="446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89522" name="Object 18">
            <a:extLst>
              <a:ext uri="{FF2B5EF4-FFF2-40B4-BE49-F238E27FC236}">
                <a16:creationId xmlns:a16="http://schemas.microsoft.com/office/drawing/2014/main" id="{D5F960C0-177C-9D18-E87A-85F75F284AD2}"/>
              </a:ext>
            </a:extLst>
          </p:cNvPr>
          <p:cNvGraphicFramePr>
            <a:graphicFrameLocks/>
          </p:cNvGraphicFramePr>
          <p:nvPr/>
        </p:nvGraphicFramePr>
        <p:xfrm>
          <a:off x="3132138" y="5973763"/>
          <a:ext cx="2592387" cy="446087"/>
        </p:xfrm>
        <a:graphic>
          <a:graphicData uri="http://schemas.openxmlformats.org/presentationml/2006/ole">
            <mc:AlternateContent xmlns:mc="http://schemas.openxmlformats.org/markup-compatibility/2006">
              <mc:Choice xmlns:v="urn:schemas-microsoft-com:vml" Requires="v">
                <p:oleObj name="公式" r:id="rId20" imgW="2946240" imgH="507960" progId="Equation.3">
                  <p:embed/>
                </p:oleObj>
              </mc:Choice>
              <mc:Fallback>
                <p:oleObj name="公式" r:id="rId20" imgW="2946240" imgH="507960" progId="Equation.3">
                  <p:embed/>
                  <p:pic>
                    <p:nvPicPr>
                      <p:cNvPr id="0" name="Object 18"/>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132138" y="5973763"/>
                        <a:ext cx="2592387" cy="446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89523" name="Text Box 19">
            <a:extLst>
              <a:ext uri="{FF2B5EF4-FFF2-40B4-BE49-F238E27FC236}">
                <a16:creationId xmlns:a16="http://schemas.microsoft.com/office/drawing/2014/main" id="{B9F1E730-B827-3D84-4160-819636A45302}"/>
              </a:ext>
            </a:extLst>
          </p:cNvPr>
          <p:cNvSpPr txBox="1">
            <a:spLocks noChangeArrowheads="1"/>
          </p:cNvSpPr>
          <p:nvPr/>
        </p:nvSpPr>
        <p:spPr bwMode="auto">
          <a:xfrm>
            <a:off x="395288" y="836613"/>
            <a:ext cx="37449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spcBef>
                <a:spcPct val="50000"/>
              </a:spcBef>
              <a:buClrTx/>
              <a:buFontTx/>
              <a:buNone/>
            </a:pPr>
            <a:r>
              <a:rPr lang="en-US" altLang="zh-CN">
                <a:solidFill>
                  <a:srgbClr val="66FFFF"/>
                </a:solidFill>
                <a:latin typeface="Times New Roman" panose="02020603050405020304" pitchFamily="18" charset="0"/>
                <a:ea typeface="宋体" panose="02010600030101010101" pitchFamily="2" charset="-122"/>
              </a:rPr>
              <a:t>1. </a:t>
            </a:r>
            <a:r>
              <a:rPr lang="zh-CN" altLang="en-US">
                <a:solidFill>
                  <a:srgbClr val="66FFFF"/>
                </a:solidFill>
                <a:latin typeface="Times New Roman" panose="02020603050405020304" pitchFamily="18" charset="0"/>
                <a:ea typeface="宋体" panose="02010600030101010101" pitchFamily="2" charset="-122"/>
              </a:rPr>
              <a:t>质点系的动量矩</a:t>
            </a:r>
          </a:p>
        </p:txBody>
      </p:sp>
      <p:sp>
        <p:nvSpPr>
          <p:cNvPr id="789524" name="Freeform 20">
            <a:extLst>
              <a:ext uri="{FF2B5EF4-FFF2-40B4-BE49-F238E27FC236}">
                <a16:creationId xmlns:a16="http://schemas.microsoft.com/office/drawing/2014/main" id="{A035D314-0650-9C6F-2663-3787AE00F67E}"/>
              </a:ext>
            </a:extLst>
          </p:cNvPr>
          <p:cNvSpPr>
            <a:spLocks/>
          </p:cNvSpPr>
          <p:nvPr/>
        </p:nvSpPr>
        <p:spPr bwMode="auto">
          <a:xfrm>
            <a:off x="6300788" y="982663"/>
            <a:ext cx="2362200" cy="2374900"/>
          </a:xfrm>
          <a:custGeom>
            <a:avLst/>
            <a:gdLst/>
            <a:ahLst/>
            <a:cxnLst>
              <a:cxn ang="0">
                <a:pos x="816" y="8"/>
              </a:cxn>
              <a:cxn ang="0">
                <a:pos x="240" y="248"/>
              </a:cxn>
              <a:cxn ang="0">
                <a:pos x="144" y="1160"/>
              </a:cxn>
              <a:cxn ang="0">
                <a:pos x="1104" y="1448"/>
              </a:cxn>
              <a:cxn ang="0">
                <a:pos x="1632" y="824"/>
              </a:cxn>
              <a:cxn ang="0">
                <a:pos x="1536" y="296"/>
              </a:cxn>
              <a:cxn ang="0">
                <a:pos x="816" y="8"/>
              </a:cxn>
            </a:cxnLst>
            <a:rect l="0" t="0" r="r" b="b"/>
            <a:pathLst>
              <a:path w="1704" h="1504">
                <a:moveTo>
                  <a:pt x="816" y="8"/>
                </a:moveTo>
                <a:cubicBezTo>
                  <a:pt x="600" y="0"/>
                  <a:pt x="352" y="56"/>
                  <a:pt x="240" y="248"/>
                </a:cubicBezTo>
                <a:cubicBezTo>
                  <a:pt x="128" y="440"/>
                  <a:pt x="0" y="960"/>
                  <a:pt x="144" y="1160"/>
                </a:cubicBezTo>
                <a:cubicBezTo>
                  <a:pt x="288" y="1360"/>
                  <a:pt x="856" y="1504"/>
                  <a:pt x="1104" y="1448"/>
                </a:cubicBezTo>
                <a:cubicBezTo>
                  <a:pt x="1352" y="1392"/>
                  <a:pt x="1560" y="1016"/>
                  <a:pt x="1632" y="824"/>
                </a:cubicBezTo>
                <a:cubicBezTo>
                  <a:pt x="1704" y="632"/>
                  <a:pt x="1672" y="432"/>
                  <a:pt x="1536" y="296"/>
                </a:cubicBezTo>
                <a:cubicBezTo>
                  <a:pt x="1400" y="160"/>
                  <a:pt x="1032" y="16"/>
                  <a:pt x="816" y="8"/>
                </a:cubicBezTo>
                <a:close/>
              </a:path>
            </a:pathLst>
          </a:custGeom>
          <a:solidFill>
            <a:srgbClr val="CCFFCC"/>
          </a:solidFill>
          <a:ln w="9525">
            <a:solidFill>
              <a:schemeClr val="tx1"/>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grpSp>
        <p:nvGrpSpPr>
          <p:cNvPr id="2" name="Group 21">
            <a:extLst>
              <a:ext uri="{FF2B5EF4-FFF2-40B4-BE49-F238E27FC236}">
                <a16:creationId xmlns:a16="http://schemas.microsoft.com/office/drawing/2014/main" id="{3A59D884-0A19-2E16-B747-B753DB6CB81C}"/>
              </a:ext>
            </a:extLst>
          </p:cNvPr>
          <p:cNvGrpSpPr>
            <a:grpSpLocks/>
          </p:cNvGrpSpPr>
          <p:nvPr/>
        </p:nvGrpSpPr>
        <p:grpSpPr bwMode="auto">
          <a:xfrm>
            <a:off x="6710363" y="1285875"/>
            <a:ext cx="1358900" cy="493713"/>
            <a:chOff x="4080" y="1008"/>
            <a:chExt cx="856" cy="311"/>
          </a:xfrm>
        </p:grpSpPr>
        <p:sp>
          <p:nvSpPr>
            <p:cNvPr id="789526" name="Oval 22">
              <a:extLst>
                <a:ext uri="{FF2B5EF4-FFF2-40B4-BE49-F238E27FC236}">
                  <a16:creationId xmlns:a16="http://schemas.microsoft.com/office/drawing/2014/main" id="{25400608-635E-C270-CE5A-D4266DB53ED5}"/>
                </a:ext>
              </a:extLst>
            </p:cNvPr>
            <p:cNvSpPr>
              <a:spLocks noChangeArrowheads="1"/>
            </p:cNvSpPr>
            <p:nvPr/>
          </p:nvSpPr>
          <p:spPr bwMode="auto">
            <a:xfrm>
              <a:off x="4328" y="1105"/>
              <a:ext cx="96" cy="96"/>
            </a:xfrm>
            <a:prstGeom prst="ellipse">
              <a:avLst/>
            </a:prstGeom>
            <a:solidFill>
              <a:srgbClr val="990033"/>
            </a:solidFill>
            <a:ln w="9525">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89527" name="Line 23">
              <a:extLst>
                <a:ext uri="{FF2B5EF4-FFF2-40B4-BE49-F238E27FC236}">
                  <a16:creationId xmlns:a16="http://schemas.microsoft.com/office/drawing/2014/main" id="{2360E8B3-403E-A694-F1BE-FFB927AFD6F4}"/>
                </a:ext>
              </a:extLst>
            </p:cNvPr>
            <p:cNvSpPr>
              <a:spLocks noChangeShapeType="1"/>
            </p:cNvSpPr>
            <p:nvPr/>
          </p:nvSpPr>
          <p:spPr bwMode="auto">
            <a:xfrm>
              <a:off x="4424" y="1153"/>
              <a:ext cx="288" cy="0"/>
            </a:xfrm>
            <a:prstGeom prst="line">
              <a:avLst/>
            </a:prstGeom>
            <a:noFill/>
            <a:ln w="28575">
              <a:solidFill>
                <a:schemeClr val="accent2"/>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graphicFrame>
          <p:nvGraphicFramePr>
            <p:cNvPr id="8213" name="Object 24">
              <a:extLst>
                <a:ext uri="{FF2B5EF4-FFF2-40B4-BE49-F238E27FC236}">
                  <a16:creationId xmlns:a16="http://schemas.microsoft.com/office/drawing/2014/main" id="{6749379F-84D7-5437-CFD4-7F292B7E4626}"/>
                </a:ext>
              </a:extLst>
            </p:cNvPr>
            <p:cNvGraphicFramePr>
              <a:graphicFrameLocks/>
            </p:cNvGraphicFramePr>
            <p:nvPr/>
          </p:nvGraphicFramePr>
          <p:xfrm>
            <a:off x="4080" y="1056"/>
            <a:ext cx="224" cy="263"/>
          </p:xfrm>
          <a:graphic>
            <a:graphicData uri="http://schemas.openxmlformats.org/presentationml/2006/ole">
              <mc:AlternateContent xmlns:mc="http://schemas.openxmlformats.org/markup-compatibility/2006">
                <mc:Choice xmlns:v="urn:schemas-microsoft-com:vml" Requires="v">
                  <p:oleObj name="Equation" r:id="rId22" imgW="355320" imgH="419040" progId="Equation.3">
                    <p:embed/>
                  </p:oleObj>
                </mc:Choice>
                <mc:Fallback>
                  <p:oleObj name="Equation" r:id="rId22" imgW="355320" imgH="419040" progId="Equation.3">
                    <p:embed/>
                    <p:pic>
                      <p:nvPicPr>
                        <p:cNvPr id="0" name="Object 24"/>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080" y="1056"/>
                          <a:ext cx="224"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4" name="Object 25">
              <a:extLst>
                <a:ext uri="{FF2B5EF4-FFF2-40B4-BE49-F238E27FC236}">
                  <a16:creationId xmlns:a16="http://schemas.microsoft.com/office/drawing/2014/main" id="{6A91699A-6C5D-D7BC-57BE-083DA9441C87}"/>
                </a:ext>
              </a:extLst>
            </p:cNvPr>
            <p:cNvGraphicFramePr>
              <a:graphicFrameLocks/>
            </p:cNvGraphicFramePr>
            <p:nvPr/>
          </p:nvGraphicFramePr>
          <p:xfrm>
            <a:off x="4752" y="1008"/>
            <a:ext cx="184" cy="263"/>
          </p:xfrm>
          <a:graphic>
            <a:graphicData uri="http://schemas.openxmlformats.org/presentationml/2006/ole">
              <mc:AlternateContent xmlns:mc="http://schemas.openxmlformats.org/markup-compatibility/2006">
                <mc:Choice xmlns:v="urn:schemas-microsoft-com:vml" Requires="v">
                  <p:oleObj name="Equation" r:id="rId24" imgW="291960" imgH="419040" progId="Equation.3">
                    <p:embed/>
                  </p:oleObj>
                </mc:Choice>
                <mc:Fallback>
                  <p:oleObj name="Equation" r:id="rId24" imgW="291960" imgH="419040" progId="Equation.3">
                    <p:embed/>
                    <p:pic>
                      <p:nvPicPr>
                        <p:cNvPr id="0" name="Object 25"/>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752" y="1008"/>
                          <a:ext cx="184"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26">
            <a:extLst>
              <a:ext uri="{FF2B5EF4-FFF2-40B4-BE49-F238E27FC236}">
                <a16:creationId xmlns:a16="http://schemas.microsoft.com/office/drawing/2014/main" id="{F8196FD5-20F0-B88B-3D00-9D95B02DE145}"/>
              </a:ext>
            </a:extLst>
          </p:cNvPr>
          <p:cNvGrpSpPr>
            <a:grpSpLocks/>
          </p:cNvGrpSpPr>
          <p:nvPr/>
        </p:nvGrpSpPr>
        <p:grpSpPr bwMode="auto">
          <a:xfrm>
            <a:off x="6557963" y="1785938"/>
            <a:ext cx="990600" cy="717550"/>
            <a:chOff x="3984" y="1323"/>
            <a:chExt cx="624" cy="452"/>
          </a:xfrm>
        </p:grpSpPr>
        <p:sp>
          <p:nvSpPr>
            <p:cNvPr id="789531" name="Oval 27">
              <a:extLst>
                <a:ext uri="{FF2B5EF4-FFF2-40B4-BE49-F238E27FC236}">
                  <a16:creationId xmlns:a16="http://schemas.microsoft.com/office/drawing/2014/main" id="{1A966FD8-1EAD-5BE8-BB08-9422CD049EAC}"/>
                </a:ext>
              </a:extLst>
            </p:cNvPr>
            <p:cNvSpPr>
              <a:spLocks noChangeArrowheads="1"/>
            </p:cNvSpPr>
            <p:nvPr/>
          </p:nvSpPr>
          <p:spPr bwMode="auto">
            <a:xfrm>
              <a:off x="4184" y="1489"/>
              <a:ext cx="96" cy="96"/>
            </a:xfrm>
            <a:prstGeom prst="ellipse">
              <a:avLst/>
            </a:prstGeom>
            <a:solidFill>
              <a:srgbClr val="990033"/>
            </a:solidFill>
            <a:ln w="9525">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8211" name="Object 28">
              <a:extLst>
                <a:ext uri="{FF2B5EF4-FFF2-40B4-BE49-F238E27FC236}">
                  <a16:creationId xmlns:a16="http://schemas.microsoft.com/office/drawing/2014/main" id="{38F37DAC-8974-71B9-3928-230BDCC71BC6}"/>
                </a:ext>
              </a:extLst>
            </p:cNvPr>
            <p:cNvGraphicFramePr>
              <a:graphicFrameLocks/>
            </p:cNvGraphicFramePr>
            <p:nvPr/>
          </p:nvGraphicFramePr>
          <p:xfrm>
            <a:off x="3984" y="1512"/>
            <a:ext cx="247" cy="263"/>
          </p:xfrm>
          <a:graphic>
            <a:graphicData uri="http://schemas.openxmlformats.org/presentationml/2006/ole">
              <mc:AlternateContent xmlns:mc="http://schemas.openxmlformats.org/markup-compatibility/2006">
                <mc:Choice xmlns:v="urn:schemas-microsoft-com:vml" Requires="v">
                  <p:oleObj name="Equation" r:id="rId26" imgW="393480" imgH="419040" progId="Equation.3">
                    <p:embed/>
                  </p:oleObj>
                </mc:Choice>
                <mc:Fallback>
                  <p:oleObj name="Equation" r:id="rId26" imgW="393480" imgH="419040" progId="Equation.3">
                    <p:embed/>
                    <p:pic>
                      <p:nvPicPr>
                        <p:cNvPr id="0" name="Object 28"/>
                        <p:cNvPicPr>
                          <a:picLocks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984" y="1512"/>
                          <a:ext cx="247"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89533" name="Line 29">
              <a:extLst>
                <a:ext uri="{FF2B5EF4-FFF2-40B4-BE49-F238E27FC236}">
                  <a16:creationId xmlns:a16="http://schemas.microsoft.com/office/drawing/2014/main" id="{DFD9EC84-8C53-3D4C-9A9D-C05C819086B9}"/>
                </a:ext>
              </a:extLst>
            </p:cNvPr>
            <p:cNvSpPr>
              <a:spLocks noChangeShapeType="1"/>
            </p:cNvSpPr>
            <p:nvPr/>
          </p:nvSpPr>
          <p:spPr bwMode="auto">
            <a:xfrm flipV="1">
              <a:off x="4269" y="1323"/>
              <a:ext cx="192" cy="192"/>
            </a:xfrm>
            <a:prstGeom prst="line">
              <a:avLst/>
            </a:prstGeom>
            <a:noFill/>
            <a:ln w="28575">
              <a:solidFill>
                <a:schemeClr val="accent2"/>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graphicFrame>
          <p:nvGraphicFramePr>
            <p:cNvPr id="8212" name="Object 30">
              <a:extLst>
                <a:ext uri="{FF2B5EF4-FFF2-40B4-BE49-F238E27FC236}">
                  <a16:creationId xmlns:a16="http://schemas.microsoft.com/office/drawing/2014/main" id="{66BBD6B0-29C2-724C-F760-31E272EA1A69}"/>
                </a:ext>
              </a:extLst>
            </p:cNvPr>
            <p:cNvGraphicFramePr>
              <a:graphicFrameLocks/>
            </p:cNvGraphicFramePr>
            <p:nvPr/>
          </p:nvGraphicFramePr>
          <p:xfrm>
            <a:off x="4399" y="1369"/>
            <a:ext cx="209" cy="263"/>
          </p:xfrm>
          <a:graphic>
            <a:graphicData uri="http://schemas.openxmlformats.org/presentationml/2006/ole">
              <mc:AlternateContent xmlns:mc="http://schemas.openxmlformats.org/markup-compatibility/2006">
                <mc:Choice xmlns:v="urn:schemas-microsoft-com:vml" Requires="v">
                  <p:oleObj name="Equation" r:id="rId28" imgW="330120" imgH="419040" progId="Equation.3">
                    <p:embed/>
                  </p:oleObj>
                </mc:Choice>
                <mc:Fallback>
                  <p:oleObj name="Equation" r:id="rId28" imgW="330120" imgH="419040" progId="Equation.3">
                    <p:embed/>
                    <p:pic>
                      <p:nvPicPr>
                        <p:cNvPr id="0" name="Object 30"/>
                        <p:cNvPicPr>
                          <a:picLocks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399" y="1369"/>
                          <a:ext cx="209"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31">
            <a:extLst>
              <a:ext uri="{FF2B5EF4-FFF2-40B4-BE49-F238E27FC236}">
                <a16:creationId xmlns:a16="http://schemas.microsoft.com/office/drawing/2014/main" id="{8D5FDF61-1DD3-BC0F-FAB1-D64B919EE0C8}"/>
              </a:ext>
            </a:extLst>
          </p:cNvPr>
          <p:cNvGrpSpPr>
            <a:grpSpLocks/>
          </p:cNvGrpSpPr>
          <p:nvPr/>
        </p:nvGrpSpPr>
        <p:grpSpPr bwMode="auto">
          <a:xfrm>
            <a:off x="6710363" y="2581275"/>
            <a:ext cx="1003300" cy="666750"/>
            <a:chOff x="4080" y="1824"/>
            <a:chExt cx="632" cy="420"/>
          </a:xfrm>
        </p:grpSpPr>
        <p:sp>
          <p:nvSpPr>
            <p:cNvPr id="789536" name="Oval 32">
              <a:extLst>
                <a:ext uri="{FF2B5EF4-FFF2-40B4-BE49-F238E27FC236}">
                  <a16:creationId xmlns:a16="http://schemas.microsoft.com/office/drawing/2014/main" id="{C61E5966-4163-C77E-8BF4-C166645F3F99}"/>
                </a:ext>
              </a:extLst>
            </p:cNvPr>
            <p:cNvSpPr>
              <a:spLocks noChangeArrowheads="1"/>
            </p:cNvSpPr>
            <p:nvPr/>
          </p:nvSpPr>
          <p:spPr bwMode="auto">
            <a:xfrm>
              <a:off x="4328" y="1873"/>
              <a:ext cx="96" cy="96"/>
            </a:xfrm>
            <a:prstGeom prst="ellipse">
              <a:avLst/>
            </a:prstGeom>
            <a:solidFill>
              <a:srgbClr val="990033"/>
            </a:solidFill>
            <a:ln w="9525">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89537" name="Line 33">
              <a:extLst>
                <a:ext uri="{FF2B5EF4-FFF2-40B4-BE49-F238E27FC236}">
                  <a16:creationId xmlns:a16="http://schemas.microsoft.com/office/drawing/2014/main" id="{F5CFEB91-3CD7-578F-E609-14E1D1B2C88F}"/>
                </a:ext>
              </a:extLst>
            </p:cNvPr>
            <p:cNvSpPr>
              <a:spLocks noChangeShapeType="1"/>
            </p:cNvSpPr>
            <p:nvPr/>
          </p:nvSpPr>
          <p:spPr bwMode="auto">
            <a:xfrm>
              <a:off x="4424" y="1921"/>
              <a:ext cx="288" cy="96"/>
            </a:xfrm>
            <a:prstGeom prst="line">
              <a:avLst/>
            </a:prstGeom>
            <a:noFill/>
            <a:ln w="28575">
              <a:solidFill>
                <a:schemeClr val="accent2"/>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graphicFrame>
          <p:nvGraphicFramePr>
            <p:cNvPr id="8209" name="Object 34">
              <a:extLst>
                <a:ext uri="{FF2B5EF4-FFF2-40B4-BE49-F238E27FC236}">
                  <a16:creationId xmlns:a16="http://schemas.microsoft.com/office/drawing/2014/main" id="{7EE9B47F-A695-A978-2DA3-8F8FA8D461CB}"/>
                </a:ext>
              </a:extLst>
            </p:cNvPr>
            <p:cNvGraphicFramePr>
              <a:graphicFrameLocks/>
            </p:cNvGraphicFramePr>
            <p:nvPr/>
          </p:nvGraphicFramePr>
          <p:xfrm>
            <a:off x="4080" y="1824"/>
            <a:ext cx="240" cy="272"/>
          </p:xfrm>
          <a:graphic>
            <a:graphicData uri="http://schemas.openxmlformats.org/presentationml/2006/ole">
              <mc:AlternateContent xmlns:mc="http://schemas.openxmlformats.org/markup-compatibility/2006">
                <mc:Choice xmlns:v="urn:schemas-microsoft-com:vml" Requires="v">
                  <p:oleObj name="Equation" r:id="rId30" imgW="380880" imgH="431640" progId="Equation.3">
                    <p:embed/>
                  </p:oleObj>
                </mc:Choice>
                <mc:Fallback>
                  <p:oleObj name="Equation" r:id="rId30" imgW="380880" imgH="431640" progId="Equation.3">
                    <p:embed/>
                    <p:pic>
                      <p:nvPicPr>
                        <p:cNvPr id="0" name="Object 34"/>
                        <p:cNvPicPr>
                          <a:picLocks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080" y="1824"/>
                          <a:ext cx="240"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10" name="Object 35">
              <a:extLst>
                <a:ext uri="{FF2B5EF4-FFF2-40B4-BE49-F238E27FC236}">
                  <a16:creationId xmlns:a16="http://schemas.microsoft.com/office/drawing/2014/main" id="{4226CE94-1504-3B33-90CD-F8C0E8BFAAB8}"/>
                </a:ext>
              </a:extLst>
            </p:cNvPr>
            <p:cNvGraphicFramePr>
              <a:graphicFrameLocks/>
            </p:cNvGraphicFramePr>
            <p:nvPr/>
          </p:nvGraphicFramePr>
          <p:xfrm>
            <a:off x="4479" y="1972"/>
            <a:ext cx="199" cy="272"/>
          </p:xfrm>
          <a:graphic>
            <a:graphicData uri="http://schemas.openxmlformats.org/presentationml/2006/ole">
              <mc:AlternateContent xmlns:mc="http://schemas.openxmlformats.org/markup-compatibility/2006">
                <mc:Choice xmlns:v="urn:schemas-microsoft-com:vml" Requires="v">
                  <p:oleObj name="Equation" r:id="rId32" imgW="317160" imgH="431640" progId="Equation.3">
                    <p:embed/>
                  </p:oleObj>
                </mc:Choice>
                <mc:Fallback>
                  <p:oleObj name="Equation" r:id="rId32" imgW="317160" imgH="431640" progId="Equation.3">
                    <p:embed/>
                    <p:pic>
                      <p:nvPicPr>
                        <p:cNvPr id="0" name="Object 35"/>
                        <p:cNvPicPr>
                          <a:picLocks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479" y="1972"/>
                          <a:ext cx="199"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36">
            <a:extLst>
              <a:ext uri="{FF2B5EF4-FFF2-40B4-BE49-F238E27FC236}">
                <a16:creationId xmlns:a16="http://schemas.microsoft.com/office/drawing/2014/main" id="{524D77BD-49F3-D10E-A0E5-FE71D12BF414}"/>
              </a:ext>
            </a:extLst>
          </p:cNvPr>
          <p:cNvGrpSpPr>
            <a:grpSpLocks/>
          </p:cNvGrpSpPr>
          <p:nvPr/>
        </p:nvGrpSpPr>
        <p:grpSpPr bwMode="auto">
          <a:xfrm>
            <a:off x="7197725" y="1668463"/>
            <a:ext cx="903288" cy="1027112"/>
            <a:chOff x="4387" y="1249"/>
            <a:chExt cx="569" cy="647"/>
          </a:xfrm>
        </p:grpSpPr>
        <p:sp>
          <p:nvSpPr>
            <p:cNvPr id="789541" name="Oval 37">
              <a:extLst>
                <a:ext uri="{FF2B5EF4-FFF2-40B4-BE49-F238E27FC236}">
                  <a16:creationId xmlns:a16="http://schemas.microsoft.com/office/drawing/2014/main" id="{8263624A-7918-0D13-D6F3-306E6D7F418F}"/>
                </a:ext>
              </a:extLst>
            </p:cNvPr>
            <p:cNvSpPr>
              <a:spLocks noChangeArrowheads="1"/>
            </p:cNvSpPr>
            <p:nvPr/>
          </p:nvSpPr>
          <p:spPr bwMode="auto">
            <a:xfrm>
              <a:off x="4712" y="1489"/>
              <a:ext cx="96" cy="96"/>
            </a:xfrm>
            <a:prstGeom prst="ellipse">
              <a:avLst/>
            </a:prstGeom>
            <a:solidFill>
              <a:srgbClr val="990033"/>
            </a:solidFill>
            <a:ln w="9525">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89542" name="Line 38">
              <a:extLst>
                <a:ext uri="{FF2B5EF4-FFF2-40B4-BE49-F238E27FC236}">
                  <a16:creationId xmlns:a16="http://schemas.microsoft.com/office/drawing/2014/main" id="{14E94C69-A19E-84F0-E4B7-21414BD29E11}"/>
                </a:ext>
              </a:extLst>
            </p:cNvPr>
            <p:cNvSpPr>
              <a:spLocks noChangeShapeType="1"/>
            </p:cNvSpPr>
            <p:nvPr/>
          </p:nvSpPr>
          <p:spPr bwMode="auto">
            <a:xfrm flipH="1">
              <a:off x="4590" y="1574"/>
              <a:ext cx="144" cy="192"/>
            </a:xfrm>
            <a:prstGeom prst="line">
              <a:avLst/>
            </a:prstGeom>
            <a:noFill/>
            <a:ln w="28575">
              <a:solidFill>
                <a:schemeClr val="accent2"/>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graphicFrame>
          <p:nvGraphicFramePr>
            <p:cNvPr id="8207" name="Object 39">
              <a:extLst>
                <a:ext uri="{FF2B5EF4-FFF2-40B4-BE49-F238E27FC236}">
                  <a16:creationId xmlns:a16="http://schemas.microsoft.com/office/drawing/2014/main" id="{A70A6B03-BC8E-FBBD-15C9-059D6B7F6676}"/>
                </a:ext>
              </a:extLst>
            </p:cNvPr>
            <p:cNvGraphicFramePr>
              <a:graphicFrameLocks/>
            </p:cNvGraphicFramePr>
            <p:nvPr/>
          </p:nvGraphicFramePr>
          <p:xfrm>
            <a:off x="4709" y="1249"/>
            <a:ext cx="247" cy="263"/>
          </p:xfrm>
          <a:graphic>
            <a:graphicData uri="http://schemas.openxmlformats.org/presentationml/2006/ole">
              <mc:AlternateContent xmlns:mc="http://schemas.openxmlformats.org/markup-compatibility/2006">
                <mc:Choice xmlns:v="urn:schemas-microsoft-com:vml" Requires="v">
                  <p:oleObj name="Equation" r:id="rId34" imgW="393480" imgH="419040" progId="Equation.3">
                    <p:embed/>
                  </p:oleObj>
                </mc:Choice>
                <mc:Fallback>
                  <p:oleObj name="Equation" r:id="rId34" imgW="393480" imgH="419040" progId="Equation.3">
                    <p:embed/>
                    <p:pic>
                      <p:nvPicPr>
                        <p:cNvPr id="0" name="Object 39"/>
                        <p:cNvPicPr>
                          <a:picLocks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4709" y="1249"/>
                          <a:ext cx="247"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08" name="Object 40">
              <a:extLst>
                <a:ext uri="{FF2B5EF4-FFF2-40B4-BE49-F238E27FC236}">
                  <a16:creationId xmlns:a16="http://schemas.microsoft.com/office/drawing/2014/main" id="{3C7867D2-B0F4-AE2A-2E5D-BDA7BD275723}"/>
                </a:ext>
              </a:extLst>
            </p:cNvPr>
            <p:cNvGraphicFramePr>
              <a:graphicFrameLocks/>
            </p:cNvGraphicFramePr>
            <p:nvPr/>
          </p:nvGraphicFramePr>
          <p:xfrm>
            <a:off x="4387" y="1633"/>
            <a:ext cx="209" cy="263"/>
          </p:xfrm>
          <a:graphic>
            <a:graphicData uri="http://schemas.openxmlformats.org/presentationml/2006/ole">
              <mc:AlternateContent xmlns:mc="http://schemas.openxmlformats.org/markup-compatibility/2006">
                <mc:Choice xmlns:v="urn:schemas-microsoft-com:vml" Requires="v">
                  <p:oleObj name="Equation" r:id="rId36" imgW="330120" imgH="419040" progId="Equation.3">
                    <p:embed/>
                  </p:oleObj>
                </mc:Choice>
                <mc:Fallback>
                  <p:oleObj name="Equation" r:id="rId36" imgW="330120" imgH="419040" progId="Equation.3">
                    <p:embed/>
                    <p:pic>
                      <p:nvPicPr>
                        <p:cNvPr id="0" name="Object 40"/>
                        <p:cNvPicPr>
                          <a:picLocks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387" y="1633"/>
                          <a:ext cx="209" cy="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 name="Group 41">
            <a:extLst>
              <a:ext uri="{FF2B5EF4-FFF2-40B4-BE49-F238E27FC236}">
                <a16:creationId xmlns:a16="http://schemas.microsoft.com/office/drawing/2014/main" id="{32D0B74A-6A80-10FE-3566-21F67B417080}"/>
              </a:ext>
            </a:extLst>
          </p:cNvPr>
          <p:cNvGrpSpPr>
            <a:grpSpLocks/>
          </p:cNvGrpSpPr>
          <p:nvPr/>
        </p:nvGrpSpPr>
        <p:grpSpPr bwMode="auto">
          <a:xfrm>
            <a:off x="7942263" y="2125663"/>
            <a:ext cx="152400" cy="609600"/>
            <a:chOff x="5040" y="2592"/>
            <a:chExt cx="96" cy="384"/>
          </a:xfrm>
        </p:grpSpPr>
        <p:sp>
          <p:nvSpPr>
            <p:cNvPr id="789546" name="Oval 42">
              <a:extLst>
                <a:ext uri="{FF2B5EF4-FFF2-40B4-BE49-F238E27FC236}">
                  <a16:creationId xmlns:a16="http://schemas.microsoft.com/office/drawing/2014/main" id="{074CFF43-D808-D7C4-3699-DA6F1BB0997C}"/>
                </a:ext>
              </a:extLst>
            </p:cNvPr>
            <p:cNvSpPr>
              <a:spLocks noChangeArrowheads="1"/>
            </p:cNvSpPr>
            <p:nvPr/>
          </p:nvSpPr>
          <p:spPr bwMode="auto">
            <a:xfrm>
              <a:off x="5040" y="2880"/>
              <a:ext cx="96" cy="96"/>
            </a:xfrm>
            <a:prstGeom prst="ellipse">
              <a:avLst/>
            </a:prstGeom>
            <a:solidFill>
              <a:srgbClr val="990033"/>
            </a:solidFill>
            <a:ln w="9525">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89547" name="Line 43">
              <a:extLst>
                <a:ext uri="{FF2B5EF4-FFF2-40B4-BE49-F238E27FC236}">
                  <a16:creationId xmlns:a16="http://schemas.microsoft.com/office/drawing/2014/main" id="{25C27C46-55C8-88AD-57FF-5FB107935082}"/>
                </a:ext>
              </a:extLst>
            </p:cNvPr>
            <p:cNvSpPr>
              <a:spLocks noChangeShapeType="1"/>
            </p:cNvSpPr>
            <p:nvPr/>
          </p:nvSpPr>
          <p:spPr bwMode="auto">
            <a:xfrm flipV="1">
              <a:off x="5088" y="2592"/>
              <a:ext cx="0" cy="288"/>
            </a:xfrm>
            <a:prstGeom prst="line">
              <a:avLst/>
            </a:prstGeom>
            <a:noFill/>
            <a:ln w="28575">
              <a:solidFill>
                <a:schemeClr val="accent2"/>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grpSp>
      <p:sp>
        <p:nvSpPr>
          <p:cNvPr id="789548" name="Oval 44">
            <a:extLst>
              <a:ext uri="{FF2B5EF4-FFF2-40B4-BE49-F238E27FC236}">
                <a16:creationId xmlns:a16="http://schemas.microsoft.com/office/drawing/2014/main" id="{DF6ACC1F-4672-1BFF-D16F-879B7ECAC50C}"/>
              </a:ext>
            </a:extLst>
          </p:cNvPr>
          <p:cNvSpPr>
            <a:spLocks noChangeArrowheads="1"/>
          </p:cNvSpPr>
          <p:nvPr/>
        </p:nvSpPr>
        <p:spPr bwMode="auto">
          <a:xfrm flipH="1">
            <a:off x="8316913" y="1773238"/>
            <a:ext cx="73025" cy="73025"/>
          </a:xfrm>
          <a:prstGeom prst="ellipse">
            <a:avLst/>
          </a:prstGeom>
          <a:solidFill>
            <a:srgbClr val="00CC00"/>
          </a:solidFill>
          <a:ln w="9525">
            <a:solidFill>
              <a:srgbClr val="00CC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89549" name="Text Box 45">
            <a:extLst>
              <a:ext uri="{FF2B5EF4-FFF2-40B4-BE49-F238E27FC236}">
                <a16:creationId xmlns:a16="http://schemas.microsoft.com/office/drawing/2014/main" id="{B3BFA9D6-4B4D-27A2-264C-0BEC67348B3E}"/>
              </a:ext>
            </a:extLst>
          </p:cNvPr>
          <p:cNvSpPr txBox="1">
            <a:spLocks noChangeArrowheads="1"/>
          </p:cNvSpPr>
          <p:nvPr/>
        </p:nvSpPr>
        <p:spPr bwMode="auto">
          <a:xfrm>
            <a:off x="8172450" y="1773238"/>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en-US" altLang="zh-CN" b="0" i="1">
                <a:solidFill>
                  <a:schemeClr val="tx1"/>
                </a:solidFill>
                <a:latin typeface="Times New Roman" panose="02020603050405020304" pitchFamily="18" charset="0"/>
                <a:ea typeface="宋体" panose="02010600030101010101" pitchFamily="2" charset="-122"/>
              </a:rPr>
              <a:t>O</a:t>
            </a:r>
          </a:p>
        </p:txBody>
      </p:sp>
      <p:grpSp>
        <p:nvGrpSpPr>
          <p:cNvPr id="7" name="Group 46">
            <a:extLst>
              <a:ext uri="{FF2B5EF4-FFF2-40B4-BE49-F238E27FC236}">
                <a16:creationId xmlns:a16="http://schemas.microsoft.com/office/drawing/2014/main" id="{68F63D8A-963B-FA06-5596-33342B542DC3}"/>
              </a:ext>
            </a:extLst>
          </p:cNvPr>
          <p:cNvGrpSpPr>
            <a:grpSpLocks/>
          </p:cNvGrpSpPr>
          <p:nvPr/>
        </p:nvGrpSpPr>
        <p:grpSpPr bwMode="auto">
          <a:xfrm>
            <a:off x="6156325" y="4652963"/>
            <a:ext cx="2879725" cy="1825625"/>
            <a:chOff x="3878" y="2931"/>
            <a:chExt cx="1814" cy="1150"/>
          </a:xfrm>
        </p:grpSpPr>
        <p:sp>
          <p:nvSpPr>
            <p:cNvPr id="789551" name="Oval 47">
              <a:extLst>
                <a:ext uri="{FF2B5EF4-FFF2-40B4-BE49-F238E27FC236}">
                  <a16:creationId xmlns:a16="http://schemas.microsoft.com/office/drawing/2014/main" id="{0FAA4DFE-BBA6-0366-6BD5-B98DB06B963C}"/>
                </a:ext>
              </a:extLst>
            </p:cNvPr>
            <p:cNvSpPr>
              <a:spLocks noChangeArrowheads="1"/>
            </p:cNvSpPr>
            <p:nvPr/>
          </p:nvSpPr>
          <p:spPr bwMode="auto">
            <a:xfrm>
              <a:off x="4955" y="3091"/>
              <a:ext cx="102" cy="113"/>
            </a:xfrm>
            <a:prstGeom prst="ellipse">
              <a:avLst/>
            </a:prstGeom>
            <a:solidFill>
              <a:srgbClr val="FFFF00"/>
            </a:solidFill>
            <a:ln w="9525">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89552" name="Freeform 48">
              <a:extLst>
                <a:ext uri="{FF2B5EF4-FFF2-40B4-BE49-F238E27FC236}">
                  <a16:creationId xmlns:a16="http://schemas.microsoft.com/office/drawing/2014/main" id="{15F6F43A-C72F-3E59-19CB-1CC53D19A174}"/>
                </a:ext>
              </a:extLst>
            </p:cNvPr>
            <p:cNvSpPr>
              <a:spLocks/>
            </p:cNvSpPr>
            <p:nvPr/>
          </p:nvSpPr>
          <p:spPr bwMode="auto">
            <a:xfrm>
              <a:off x="4195" y="2931"/>
              <a:ext cx="1225" cy="1134"/>
            </a:xfrm>
            <a:custGeom>
              <a:avLst/>
              <a:gdLst/>
              <a:ahLst/>
              <a:cxnLst>
                <a:cxn ang="0">
                  <a:pos x="500" y="969"/>
                </a:cxn>
                <a:cxn ang="0">
                  <a:pos x="765" y="996"/>
                </a:cxn>
                <a:cxn ang="0">
                  <a:pos x="903" y="941"/>
                </a:cxn>
                <a:cxn ang="0">
                  <a:pos x="957" y="749"/>
                </a:cxn>
                <a:cxn ang="0">
                  <a:pos x="976" y="694"/>
                </a:cxn>
                <a:cxn ang="0">
                  <a:pos x="1012" y="640"/>
                </a:cxn>
                <a:cxn ang="0">
                  <a:pos x="1058" y="566"/>
                </a:cxn>
                <a:cxn ang="0">
                  <a:pos x="1067" y="539"/>
                </a:cxn>
                <a:cxn ang="0">
                  <a:pos x="1095" y="521"/>
                </a:cxn>
                <a:cxn ang="0">
                  <a:pos x="1140" y="438"/>
                </a:cxn>
                <a:cxn ang="0">
                  <a:pos x="1159" y="411"/>
                </a:cxn>
                <a:cxn ang="0">
                  <a:pos x="1177" y="356"/>
                </a:cxn>
                <a:cxn ang="0">
                  <a:pos x="1186" y="329"/>
                </a:cxn>
                <a:cxn ang="0">
                  <a:pos x="1168" y="192"/>
                </a:cxn>
                <a:cxn ang="0">
                  <a:pos x="884" y="27"/>
                </a:cxn>
                <a:cxn ang="0">
                  <a:pos x="720" y="0"/>
                </a:cxn>
                <a:cxn ang="0">
                  <a:pos x="509" y="9"/>
                </a:cxn>
                <a:cxn ang="0">
                  <a:pos x="455" y="18"/>
                </a:cxn>
                <a:cxn ang="0">
                  <a:pos x="418" y="54"/>
                </a:cxn>
                <a:cxn ang="0">
                  <a:pos x="299" y="100"/>
                </a:cxn>
                <a:cxn ang="0">
                  <a:pos x="180" y="137"/>
                </a:cxn>
                <a:cxn ang="0">
                  <a:pos x="125" y="164"/>
                </a:cxn>
                <a:cxn ang="0">
                  <a:pos x="43" y="246"/>
                </a:cxn>
                <a:cxn ang="0">
                  <a:pos x="25" y="301"/>
                </a:cxn>
                <a:cxn ang="0">
                  <a:pos x="16" y="329"/>
                </a:cxn>
                <a:cxn ang="0">
                  <a:pos x="71" y="548"/>
                </a:cxn>
                <a:cxn ang="0">
                  <a:pos x="98" y="603"/>
                </a:cxn>
                <a:cxn ang="0">
                  <a:pos x="189" y="749"/>
                </a:cxn>
                <a:cxn ang="0">
                  <a:pos x="308" y="868"/>
                </a:cxn>
                <a:cxn ang="0">
                  <a:pos x="381" y="923"/>
                </a:cxn>
                <a:cxn ang="0">
                  <a:pos x="500" y="969"/>
                </a:cxn>
              </a:cxnLst>
              <a:rect l="0" t="0" r="r" b="b"/>
              <a:pathLst>
                <a:path w="1196" h="996">
                  <a:moveTo>
                    <a:pt x="500" y="969"/>
                  </a:moveTo>
                  <a:cubicBezTo>
                    <a:pt x="590" y="975"/>
                    <a:pt x="676" y="985"/>
                    <a:pt x="765" y="996"/>
                  </a:cubicBezTo>
                  <a:cubicBezTo>
                    <a:pt x="842" y="981"/>
                    <a:pt x="855" y="989"/>
                    <a:pt x="903" y="941"/>
                  </a:cubicBezTo>
                  <a:cubicBezTo>
                    <a:pt x="919" y="875"/>
                    <a:pt x="908" y="801"/>
                    <a:pt x="957" y="749"/>
                  </a:cubicBezTo>
                  <a:cubicBezTo>
                    <a:pt x="964" y="731"/>
                    <a:pt x="967" y="711"/>
                    <a:pt x="976" y="694"/>
                  </a:cubicBezTo>
                  <a:cubicBezTo>
                    <a:pt x="986" y="675"/>
                    <a:pt x="1012" y="640"/>
                    <a:pt x="1012" y="640"/>
                  </a:cubicBezTo>
                  <a:cubicBezTo>
                    <a:pt x="1023" y="607"/>
                    <a:pt x="1043" y="597"/>
                    <a:pt x="1058" y="566"/>
                  </a:cubicBezTo>
                  <a:cubicBezTo>
                    <a:pt x="1062" y="557"/>
                    <a:pt x="1061" y="546"/>
                    <a:pt x="1067" y="539"/>
                  </a:cubicBezTo>
                  <a:cubicBezTo>
                    <a:pt x="1074" y="530"/>
                    <a:pt x="1086" y="527"/>
                    <a:pt x="1095" y="521"/>
                  </a:cubicBezTo>
                  <a:cubicBezTo>
                    <a:pt x="1110" y="473"/>
                    <a:pt x="1100" y="498"/>
                    <a:pt x="1140" y="438"/>
                  </a:cubicBezTo>
                  <a:cubicBezTo>
                    <a:pt x="1146" y="429"/>
                    <a:pt x="1159" y="411"/>
                    <a:pt x="1159" y="411"/>
                  </a:cubicBezTo>
                  <a:cubicBezTo>
                    <a:pt x="1165" y="393"/>
                    <a:pt x="1171" y="374"/>
                    <a:pt x="1177" y="356"/>
                  </a:cubicBezTo>
                  <a:cubicBezTo>
                    <a:pt x="1180" y="347"/>
                    <a:pt x="1186" y="329"/>
                    <a:pt x="1186" y="329"/>
                  </a:cubicBezTo>
                  <a:cubicBezTo>
                    <a:pt x="1182" y="283"/>
                    <a:pt x="1196" y="229"/>
                    <a:pt x="1168" y="192"/>
                  </a:cubicBezTo>
                  <a:cubicBezTo>
                    <a:pt x="1105" y="108"/>
                    <a:pt x="984" y="45"/>
                    <a:pt x="884" y="27"/>
                  </a:cubicBezTo>
                  <a:cubicBezTo>
                    <a:pt x="829" y="17"/>
                    <a:pt x="775" y="14"/>
                    <a:pt x="720" y="0"/>
                  </a:cubicBezTo>
                  <a:cubicBezTo>
                    <a:pt x="650" y="3"/>
                    <a:pt x="579" y="4"/>
                    <a:pt x="509" y="9"/>
                  </a:cubicBezTo>
                  <a:cubicBezTo>
                    <a:pt x="491" y="10"/>
                    <a:pt x="471" y="9"/>
                    <a:pt x="455" y="18"/>
                  </a:cubicBezTo>
                  <a:cubicBezTo>
                    <a:pt x="318" y="95"/>
                    <a:pt x="577" y="1"/>
                    <a:pt x="418" y="54"/>
                  </a:cubicBezTo>
                  <a:cubicBezTo>
                    <a:pt x="386" y="88"/>
                    <a:pt x="346" y="88"/>
                    <a:pt x="299" y="100"/>
                  </a:cubicBezTo>
                  <a:cubicBezTo>
                    <a:pt x="258" y="110"/>
                    <a:pt x="220" y="124"/>
                    <a:pt x="180" y="137"/>
                  </a:cubicBezTo>
                  <a:cubicBezTo>
                    <a:pt x="104" y="188"/>
                    <a:pt x="200" y="127"/>
                    <a:pt x="125" y="164"/>
                  </a:cubicBezTo>
                  <a:cubicBezTo>
                    <a:pt x="91" y="181"/>
                    <a:pt x="64" y="215"/>
                    <a:pt x="43" y="246"/>
                  </a:cubicBezTo>
                  <a:cubicBezTo>
                    <a:pt x="37" y="264"/>
                    <a:pt x="31" y="283"/>
                    <a:pt x="25" y="301"/>
                  </a:cubicBezTo>
                  <a:cubicBezTo>
                    <a:pt x="22" y="310"/>
                    <a:pt x="16" y="329"/>
                    <a:pt x="16" y="329"/>
                  </a:cubicBezTo>
                  <a:cubicBezTo>
                    <a:pt x="21" y="404"/>
                    <a:pt x="0" y="502"/>
                    <a:pt x="71" y="548"/>
                  </a:cubicBezTo>
                  <a:cubicBezTo>
                    <a:pt x="103" y="648"/>
                    <a:pt x="53" y="500"/>
                    <a:pt x="98" y="603"/>
                  </a:cubicBezTo>
                  <a:cubicBezTo>
                    <a:pt x="123" y="659"/>
                    <a:pt x="122" y="727"/>
                    <a:pt x="189" y="749"/>
                  </a:cubicBezTo>
                  <a:cubicBezTo>
                    <a:pt x="230" y="790"/>
                    <a:pt x="271" y="823"/>
                    <a:pt x="308" y="868"/>
                  </a:cubicBezTo>
                  <a:cubicBezTo>
                    <a:pt x="327" y="892"/>
                    <a:pt x="381" y="923"/>
                    <a:pt x="381" y="923"/>
                  </a:cubicBezTo>
                  <a:cubicBezTo>
                    <a:pt x="400" y="974"/>
                    <a:pt x="448" y="969"/>
                    <a:pt x="500" y="969"/>
                  </a:cubicBezTo>
                  <a:close/>
                </a:path>
              </a:pathLst>
            </a:custGeom>
            <a:noFill/>
            <a:ln w="9525">
              <a:solidFill>
                <a:srgbClr val="00CC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89553" name="Oval 49">
              <a:extLst>
                <a:ext uri="{FF2B5EF4-FFF2-40B4-BE49-F238E27FC236}">
                  <a16:creationId xmlns:a16="http://schemas.microsoft.com/office/drawing/2014/main" id="{4AA99B53-5E5B-F7A6-8CF1-2D11ED28189F}"/>
                </a:ext>
              </a:extLst>
            </p:cNvPr>
            <p:cNvSpPr>
              <a:spLocks noChangeArrowheads="1"/>
            </p:cNvSpPr>
            <p:nvPr/>
          </p:nvSpPr>
          <p:spPr bwMode="auto">
            <a:xfrm>
              <a:off x="4241" y="3339"/>
              <a:ext cx="1088" cy="227"/>
            </a:xfrm>
            <a:prstGeom prst="ellipse">
              <a:avLst/>
            </a:prstGeom>
            <a:noFill/>
            <a:ln w="9525">
              <a:solidFill>
                <a:srgbClr val="00CC00"/>
              </a:solidFill>
              <a:prstDash val="dash"/>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89554" name="Oval 50">
              <a:extLst>
                <a:ext uri="{FF2B5EF4-FFF2-40B4-BE49-F238E27FC236}">
                  <a16:creationId xmlns:a16="http://schemas.microsoft.com/office/drawing/2014/main" id="{20FE1F6B-F908-793B-0E4D-19D6F3DD1D2F}"/>
                </a:ext>
              </a:extLst>
            </p:cNvPr>
            <p:cNvSpPr>
              <a:spLocks noChangeArrowheads="1"/>
            </p:cNvSpPr>
            <p:nvPr/>
          </p:nvSpPr>
          <p:spPr bwMode="auto">
            <a:xfrm flipH="1">
              <a:off x="4784" y="3430"/>
              <a:ext cx="46" cy="46"/>
            </a:xfrm>
            <a:prstGeom prst="ellipse">
              <a:avLst/>
            </a:prstGeom>
            <a:solidFill>
              <a:srgbClr val="00CC00"/>
            </a:solidFill>
            <a:ln w="9525">
              <a:solidFill>
                <a:srgbClr val="00CC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89555" name="Oval 51">
              <a:extLst>
                <a:ext uri="{FF2B5EF4-FFF2-40B4-BE49-F238E27FC236}">
                  <a16:creationId xmlns:a16="http://schemas.microsoft.com/office/drawing/2014/main" id="{C5C3F0D7-D710-360C-06A4-9EE4F26E457D}"/>
                </a:ext>
              </a:extLst>
            </p:cNvPr>
            <p:cNvSpPr>
              <a:spLocks noChangeArrowheads="1"/>
            </p:cNvSpPr>
            <p:nvPr/>
          </p:nvSpPr>
          <p:spPr bwMode="auto">
            <a:xfrm flipH="1">
              <a:off x="3969" y="3793"/>
              <a:ext cx="46" cy="46"/>
            </a:xfrm>
            <a:prstGeom prst="ellipse">
              <a:avLst/>
            </a:prstGeom>
            <a:solidFill>
              <a:schemeClr val="bg1"/>
            </a:solidFill>
            <a:ln w="9525">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239" name="Text Box 52">
              <a:extLst>
                <a:ext uri="{FF2B5EF4-FFF2-40B4-BE49-F238E27FC236}">
                  <a16:creationId xmlns:a16="http://schemas.microsoft.com/office/drawing/2014/main" id="{16BB186B-A3A7-D8AE-04DB-8B3FDC0EA219}"/>
                </a:ext>
              </a:extLst>
            </p:cNvPr>
            <p:cNvSpPr txBox="1">
              <a:spLocks noChangeArrowheads="1"/>
            </p:cNvSpPr>
            <p:nvPr/>
          </p:nvSpPr>
          <p:spPr bwMode="auto">
            <a:xfrm>
              <a:off x="3878" y="3793"/>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en-US" altLang="zh-CN" b="0" i="1">
                  <a:latin typeface="Times New Roman" panose="02020603050405020304" pitchFamily="18" charset="0"/>
                  <a:ea typeface="宋体" panose="02010600030101010101" pitchFamily="2" charset="-122"/>
                </a:rPr>
                <a:t>O</a:t>
              </a:r>
            </a:p>
          </p:txBody>
        </p:sp>
        <p:sp>
          <p:nvSpPr>
            <p:cNvPr id="789557" name="Line 53">
              <a:extLst>
                <a:ext uri="{FF2B5EF4-FFF2-40B4-BE49-F238E27FC236}">
                  <a16:creationId xmlns:a16="http://schemas.microsoft.com/office/drawing/2014/main" id="{D8CB980E-C6F3-8FA9-2895-D22D81CA5877}"/>
                </a:ext>
              </a:extLst>
            </p:cNvPr>
            <p:cNvSpPr>
              <a:spLocks noChangeShapeType="1"/>
            </p:cNvSpPr>
            <p:nvPr/>
          </p:nvSpPr>
          <p:spPr bwMode="auto">
            <a:xfrm flipV="1">
              <a:off x="4005" y="3475"/>
              <a:ext cx="780" cy="336"/>
            </a:xfrm>
            <a:prstGeom prst="line">
              <a:avLst/>
            </a:prstGeom>
            <a:noFill/>
            <a:ln w="9525">
              <a:solidFill>
                <a:schemeClr val="bg1"/>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89558" name="Line 54">
              <a:extLst>
                <a:ext uri="{FF2B5EF4-FFF2-40B4-BE49-F238E27FC236}">
                  <a16:creationId xmlns:a16="http://schemas.microsoft.com/office/drawing/2014/main" id="{117733D6-3337-4AE0-4D4F-B34452808187}"/>
                </a:ext>
              </a:extLst>
            </p:cNvPr>
            <p:cNvSpPr>
              <a:spLocks noChangeShapeType="1"/>
            </p:cNvSpPr>
            <p:nvPr/>
          </p:nvSpPr>
          <p:spPr bwMode="auto">
            <a:xfrm>
              <a:off x="5057" y="3147"/>
              <a:ext cx="318" cy="56"/>
            </a:xfrm>
            <a:prstGeom prst="line">
              <a:avLst/>
            </a:prstGeom>
            <a:noFill/>
            <a:ln w="28575">
              <a:solidFill>
                <a:srgbClr val="FF99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graphicFrame>
          <p:nvGraphicFramePr>
            <p:cNvPr id="8204" name="Object 55">
              <a:extLst>
                <a:ext uri="{FF2B5EF4-FFF2-40B4-BE49-F238E27FC236}">
                  <a16:creationId xmlns:a16="http://schemas.microsoft.com/office/drawing/2014/main" id="{F63FB342-AE52-BD36-243B-D96D6DD8F5A3}"/>
                </a:ext>
              </a:extLst>
            </p:cNvPr>
            <p:cNvGraphicFramePr>
              <a:graphicFrameLocks/>
            </p:cNvGraphicFramePr>
            <p:nvPr/>
          </p:nvGraphicFramePr>
          <p:xfrm>
            <a:off x="5385" y="2931"/>
            <a:ext cx="307" cy="453"/>
          </p:xfrm>
          <a:graphic>
            <a:graphicData uri="http://schemas.openxmlformats.org/presentationml/2006/ole">
              <mc:AlternateContent xmlns:mc="http://schemas.openxmlformats.org/markup-compatibility/2006">
                <mc:Choice xmlns:v="urn:schemas-microsoft-com:vml" Requires="v">
                  <p:oleObj name="公式" r:id="rId38" imgW="152280" imgH="228600" progId="Equation.3">
                    <p:embed/>
                  </p:oleObj>
                </mc:Choice>
                <mc:Fallback>
                  <p:oleObj name="公式" r:id="rId38" imgW="152280" imgH="228600" progId="Equation.3">
                    <p:embed/>
                    <p:pic>
                      <p:nvPicPr>
                        <p:cNvPr id="0" name="Object 55"/>
                        <p:cNvPicPr>
                          <a:picLocks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5385" y="2931"/>
                          <a:ext cx="307" cy="4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42" name="Text Box 56">
              <a:extLst>
                <a:ext uri="{FF2B5EF4-FFF2-40B4-BE49-F238E27FC236}">
                  <a16:creationId xmlns:a16="http://schemas.microsoft.com/office/drawing/2014/main" id="{9A8182B4-EE6B-AD44-6795-AB7977B25B96}"/>
                </a:ext>
              </a:extLst>
            </p:cNvPr>
            <p:cNvSpPr txBox="1">
              <a:spLocks noChangeArrowheads="1"/>
            </p:cNvSpPr>
            <p:nvPr/>
          </p:nvSpPr>
          <p:spPr bwMode="auto">
            <a:xfrm>
              <a:off x="4694" y="2931"/>
              <a:ext cx="2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en-US" altLang="zh-CN" b="0" i="1">
                  <a:latin typeface="Times New Roman" panose="02020603050405020304" pitchFamily="18" charset="0"/>
                  <a:ea typeface="宋体" panose="02010600030101010101" pitchFamily="2" charset="-122"/>
                </a:rPr>
                <a:t>m</a:t>
              </a:r>
              <a:r>
                <a:rPr lang="en-US" altLang="zh-CN" b="0" i="1" baseline="-25000">
                  <a:latin typeface="Times New Roman" panose="02020603050405020304" pitchFamily="18" charset="0"/>
                  <a:ea typeface="宋体" panose="02010600030101010101" pitchFamily="2" charset="-122"/>
                </a:rPr>
                <a:t>i</a:t>
              </a:r>
            </a:p>
          </p:txBody>
        </p:sp>
        <p:graphicFrame>
          <p:nvGraphicFramePr>
            <p:cNvPr id="8205" name="Object 57">
              <a:extLst>
                <a:ext uri="{FF2B5EF4-FFF2-40B4-BE49-F238E27FC236}">
                  <a16:creationId xmlns:a16="http://schemas.microsoft.com/office/drawing/2014/main" id="{249E98F4-014F-D16A-2DA9-41C9C65B261F}"/>
                </a:ext>
              </a:extLst>
            </p:cNvPr>
            <p:cNvGraphicFramePr>
              <a:graphicFrameLocks/>
            </p:cNvGraphicFramePr>
            <p:nvPr/>
          </p:nvGraphicFramePr>
          <p:xfrm>
            <a:off x="4967" y="3249"/>
            <a:ext cx="190" cy="239"/>
          </p:xfrm>
          <a:graphic>
            <a:graphicData uri="http://schemas.openxmlformats.org/presentationml/2006/ole">
              <mc:AlternateContent xmlns:mc="http://schemas.openxmlformats.org/markup-compatibility/2006">
                <mc:Choice xmlns:v="urn:schemas-microsoft-com:vml" Requires="v">
                  <p:oleObj name="公式" r:id="rId40" imgW="342720" imgH="431640" progId="Equation.3">
                    <p:embed/>
                  </p:oleObj>
                </mc:Choice>
                <mc:Fallback>
                  <p:oleObj name="公式" r:id="rId40" imgW="342720" imgH="431640" progId="Equation.3">
                    <p:embed/>
                    <p:pic>
                      <p:nvPicPr>
                        <p:cNvPr id="0" name="Object 57"/>
                        <p:cNvPicPr>
                          <a:picLocks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4967" y="3249"/>
                          <a:ext cx="190"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89562" name="Line 58">
              <a:extLst>
                <a:ext uri="{FF2B5EF4-FFF2-40B4-BE49-F238E27FC236}">
                  <a16:creationId xmlns:a16="http://schemas.microsoft.com/office/drawing/2014/main" id="{35D12E92-B71A-B511-6AD6-BFB2276D4969}"/>
                </a:ext>
              </a:extLst>
            </p:cNvPr>
            <p:cNvSpPr>
              <a:spLocks noChangeShapeType="1"/>
            </p:cNvSpPr>
            <p:nvPr/>
          </p:nvSpPr>
          <p:spPr bwMode="auto">
            <a:xfrm flipV="1">
              <a:off x="4821" y="3149"/>
              <a:ext cx="182" cy="272"/>
            </a:xfrm>
            <a:prstGeom prst="line">
              <a:avLst/>
            </a:prstGeom>
            <a:noFill/>
            <a:ln w="28575">
              <a:solidFill>
                <a:srgbClr val="00CC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graphicFrame>
          <p:nvGraphicFramePr>
            <p:cNvPr id="8206" name="Object 59">
              <a:extLst>
                <a:ext uri="{FF2B5EF4-FFF2-40B4-BE49-F238E27FC236}">
                  <a16:creationId xmlns:a16="http://schemas.microsoft.com/office/drawing/2014/main" id="{4B8342E7-EE18-F45B-21D0-55C07F6BC302}"/>
                </a:ext>
              </a:extLst>
            </p:cNvPr>
            <p:cNvGraphicFramePr>
              <a:graphicFrameLocks/>
            </p:cNvGraphicFramePr>
            <p:nvPr/>
          </p:nvGraphicFramePr>
          <p:xfrm>
            <a:off x="4105" y="3475"/>
            <a:ext cx="162" cy="239"/>
          </p:xfrm>
          <a:graphic>
            <a:graphicData uri="http://schemas.openxmlformats.org/presentationml/2006/ole">
              <mc:AlternateContent xmlns:mc="http://schemas.openxmlformats.org/markup-compatibility/2006">
                <mc:Choice xmlns:v="urn:schemas-microsoft-com:vml" Requires="v">
                  <p:oleObj name="公式" r:id="rId42" imgW="291960" imgH="431640" progId="Equation.3">
                    <p:embed/>
                  </p:oleObj>
                </mc:Choice>
                <mc:Fallback>
                  <p:oleObj name="公式" r:id="rId42" imgW="291960" imgH="431640" progId="Equation.3">
                    <p:embed/>
                    <p:pic>
                      <p:nvPicPr>
                        <p:cNvPr id="0" name="Object 59"/>
                        <p:cNvPicPr>
                          <a:picLocks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4105" y="3475"/>
                          <a:ext cx="162"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789564" name="Text Box 60">
            <a:extLst>
              <a:ext uri="{FF2B5EF4-FFF2-40B4-BE49-F238E27FC236}">
                <a16:creationId xmlns:a16="http://schemas.microsoft.com/office/drawing/2014/main" id="{6D14B017-A785-166C-02BF-7A6AB9C45AA3}"/>
              </a:ext>
            </a:extLst>
          </p:cNvPr>
          <p:cNvSpPr txBox="1">
            <a:spLocks noChangeArrowheads="1"/>
          </p:cNvSpPr>
          <p:nvPr/>
        </p:nvSpPr>
        <p:spPr bwMode="auto">
          <a:xfrm>
            <a:off x="7596188" y="5348288"/>
            <a:ext cx="576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en-US" altLang="zh-CN" sz="2000" i="1">
                <a:latin typeface="Times New Roman" panose="02020603050405020304" pitchFamily="18" charset="0"/>
                <a:ea typeface="宋体" panose="02010600030101010101" pitchFamily="2" charset="-122"/>
              </a:rPr>
              <a:t>C</a:t>
            </a:r>
          </a:p>
        </p:txBody>
      </p:sp>
      <p:pic>
        <p:nvPicPr>
          <p:cNvPr id="789565" name="Picture 61" descr="j0293240">
            <a:extLst>
              <a:ext uri="{FF2B5EF4-FFF2-40B4-BE49-F238E27FC236}">
                <a16:creationId xmlns:a16="http://schemas.microsoft.com/office/drawing/2014/main" id="{7231EF03-3B32-203E-EE6B-83B67AC5E363}"/>
              </a:ext>
            </a:extLst>
          </p:cNvPr>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89506"/>
                                        </p:tgtEl>
                                        <p:attrNameLst>
                                          <p:attrName>style.visibility</p:attrName>
                                        </p:attrNameLst>
                                      </p:cBhvr>
                                      <p:to>
                                        <p:strVal val="visible"/>
                                      </p:to>
                                    </p:set>
                                    <p:animEffect transition="in" filter="wipe(left)">
                                      <p:cBhvr>
                                        <p:cTn id="7" dur="500"/>
                                        <p:tgtEl>
                                          <p:spTgt spid="7895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89523"/>
                                        </p:tgtEl>
                                        <p:attrNameLst>
                                          <p:attrName>style.visibility</p:attrName>
                                        </p:attrNameLst>
                                      </p:cBhvr>
                                      <p:to>
                                        <p:strVal val="visible"/>
                                      </p:to>
                                    </p:set>
                                    <p:animEffect transition="in" filter="wipe(left)">
                                      <p:cBhvr>
                                        <p:cTn id="12" dur="500"/>
                                        <p:tgtEl>
                                          <p:spTgt spid="7895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789524"/>
                                        </p:tgtEl>
                                        <p:attrNameLst>
                                          <p:attrName>style.visibility</p:attrName>
                                        </p:attrNameLst>
                                      </p:cBhvr>
                                      <p:to>
                                        <p:strVal val="visible"/>
                                      </p:to>
                                    </p:set>
                                    <p:animEffect transition="in" filter="box(out)">
                                      <p:cBhvr>
                                        <p:cTn id="17" dur="500"/>
                                        <p:tgtEl>
                                          <p:spTgt spid="7895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dissolve">
                                      <p:cBhvr>
                                        <p:cTn id="22" dur="500"/>
                                        <p:tgtEl>
                                          <p:spTgt spid="2"/>
                                        </p:tgtEl>
                                      </p:cBhvr>
                                    </p:animEffect>
                                  </p:childTnLst>
                                </p:cTn>
                              </p:par>
                            </p:childTnLst>
                          </p:cTn>
                        </p:par>
                        <p:par>
                          <p:cTn id="23" fill="hold" nodeType="afterGroup">
                            <p:stCondLst>
                              <p:cond delay="500"/>
                            </p:stCondLst>
                            <p:childTnLst>
                              <p:par>
                                <p:cTn id="24" presetID="9" presetClass="entr" presetSubtype="0"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dissolve">
                                      <p:cBhvr>
                                        <p:cTn id="26" dur="500"/>
                                        <p:tgtEl>
                                          <p:spTgt spid="3"/>
                                        </p:tgtEl>
                                      </p:cBhvr>
                                    </p:animEffect>
                                  </p:childTnLst>
                                </p:cTn>
                              </p:par>
                            </p:childTnLst>
                          </p:cTn>
                        </p:par>
                        <p:par>
                          <p:cTn id="27" fill="hold" nodeType="afterGroup">
                            <p:stCondLst>
                              <p:cond delay="1000"/>
                            </p:stCondLst>
                            <p:childTnLst>
                              <p:par>
                                <p:cTn id="28" presetID="9" presetClass="entr" presetSubtype="0" fill="hold" nodeType="after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dissolve">
                                      <p:cBhvr>
                                        <p:cTn id="30" dur="500"/>
                                        <p:tgtEl>
                                          <p:spTgt spid="4"/>
                                        </p:tgtEl>
                                      </p:cBhvr>
                                    </p:animEffect>
                                  </p:childTnLst>
                                </p:cTn>
                              </p:par>
                            </p:childTnLst>
                          </p:cTn>
                        </p:par>
                        <p:par>
                          <p:cTn id="31" fill="hold" nodeType="afterGroup">
                            <p:stCondLst>
                              <p:cond delay="1500"/>
                            </p:stCondLst>
                            <p:childTnLst>
                              <p:par>
                                <p:cTn id="32" presetID="9" presetClass="entr" presetSubtype="0" fill="hold"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dissolve">
                                      <p:cBhvr>
                                        <p:cTn id="34" dur="500"/>
                                        <p:tgtEl>
                                          <p:spTgt spid="5"/>
                                        </p:tgtEl>
                                      </p:cBhvr>
                                    </p:animEffect>
                                  </p:childTnLst>
                                </p:cTn>
                              </p:par>
                            </p:childTnLst>
                          </p:cTn>
                        </p:par>
                        <p:par>
                          <p:cTn id="35" fill="hold" nodeType="afterGroup">
                            <p:stCondLst>
                              <p:cond delay="2000"/>
                            </p:stCondLst>
                            <p:childTnLst>
                              <p:par>
                                <p:cTn id="36" presetID="9" presetClass="entr" presetSubtype="0" fill="hold" nodeType="after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dissolve">
                                      <p:cBhvr>
                                        <p:cTn id="38" dur="500"/>
                                        <p:tgtEl>
                                          <p:spTgt spid="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nodeType="clickEffect">
                                  <p:stCondLst>
                                    <p:cond delay="0"/>
                                  </p:stCondLst>
                                  <p:childTnLst>
                                    <p:set>
                                      <p:cBhvr>
                                        <p:cTn id="42" dur="1" fill="hold">
                                          <p:stCondLst>
                                            <p:cond delay="0"/>
                                          </p:stCondLst>
                                        </p:cTn>
                                        <p:tgtEl>
                                          <p:spTgt spid="789548"/>
                                        </p:tgtEl>
                                        <p:attrNameLst>
                                          <p:attrName>style.visibility</p:attrName>
                                        </p:attrNameLst>
                                      </p:cBhvr>
                                      <p:to>
                                        <p:strVal val="visible"/>
                                      </p:to>
                                    </p:set>
                                    <p:animEffect transition="in" filter="wipe(down)">
                                      <p:cBhvr>
                                        <p:cTn id="43" dur="500"/>
                                        <p:tgtEl>
                                          <p:spTgt spid="789548"/>
                                        </p:tgtEl>
                                      </p:cBhvr>
                                    </p:animEffect>
                                  </p:childTnLst>
                                </p:cTn>
                              </p:par>
                              <p:par>
                                <p:cTn id="44" presetID="22" presetClass="entr" presetSubtype="4" fill="hold" nodeType="withEffect">
                                  <p:stCondLst>
                                    <p:cond delay="0"/>
                                  </p:stCondLst>
                                  <p:childTnLst>
                                    <p:set>
                                      <p:cBhvr>
                                        <p:cTn id="45" dur="1" fill="hold">
                                          <p:stCondLst>
                                            <p:cond delay="0"/>
                                          </p:stCondLst>
                                        </p:cTn>
                                        <p:tgtEl>
                                          <p:spTgt spid="789549"/>
                                        </p:tgtEl>
                                        <p:attrNameLst>
                                          <p:attrName>style.visibility</p:attrName>
                                        </p:attrNameLst>
                                      </p:cBhvr>
                                      <p:to>
                                        <p:strVal val="visible"/>
                                      </p:to>
                                    </p:set>
                                    <p:animEffect transition="in" filter="wipe(down)">
                                      <p:cBhvr>
                                        <p:cTn id="46" dur="500"/>
                                        <p:tgtEl>
                                          <p:spTgt spid="789549"/>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789507"/>
                                        </p:tgtEl>
                                        <p:attrNameLst>
                                          <p:attrName>style.visibility</p:attrName>
                                        </p:attrNameLst>
                                      </p:cBhvr>
                                      <p:to>
                                        <p:strVal val="visible"/>
                                      </p:to>
                                    </p:set>
                                    <p:animEffect transition="in" filter="wipe(left)">
                                      <p:cBhvr>
                                        <p:cTn id="51" dur="500"/>
                                        <p:tgtEl>
                                          <p:spTgt spid="789507"/>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789508"/>
                                        </p:tgtEl>
                                        <p:attrNameLst>
                                          <p:attrName>style.visibility</p:attrName>
                                        </p:attrNameLst>
                                      </p:cBhvr>
                                      <p:to>
                                        <p:strVal val="visible"/>
                                      </p:to>
                                    </p:set>
                                    <p:animEffect transition="in" filter="wipe(left)">
                                      <p:cBhvr>
                                        <p:cTn id="56" dur="500"/>
                                        <p:tgtEl>
                                          <p:spTgt spid="789508"/>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789510"/>
                                        </p:tgtEl>
                                        <p:attrNameLst>
                                          <p:attrName>style.visibility</p:attrName>
                                        </p:attrNameLst>
                                      </p:cBhvr>
                                      <p:to>
                                        <p:strVal val="visible"/>
                                      </p:to>
                                    </p:set>
                                    <p:animEffect transition="in" filter="wipe(left)">
                                      <p:cBhvr>
                                        <p:cTn id="61" dur="500"/>
                                        <p:tgtEl>
                                          <p:spTgt spid="789510"/>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4" fill="hold" nodeType="clickEffect">
                                  <p:stCondLst>
                                    <p:cond delay="0"/>
                                  </p:stCondLst>
                                  <p:childTnLst>
                                    <p:set>
                                      <p:cBhvr>
                                        <p:cTn id="65" dur="1" fill="hold">
                                          <p:stCondLst>
                                            <p:cond delay="0"/>
                                          </p:stCondLst>
                                        </p:cTn>
                                        <p:tgtEl>
                                          <p:spTgt spid="7"/>
                                        </p:tgtEl>
                                        <p:attrNameLst>
                                          <p:attrName>style.visibility</p:attrName>
                                        </p:attrNameLst>
                                      </p:cBhvr>
                                      <p:to>
                                        <p:strVal val="visible"/>
                                      </p:to>
                                    </p:set>
                                    <p:animEffect transition="in" filter="wipe(down)">
                                      <p:cBhvr>
                                        <p:cTn id="66" dur="500"/>
                                        <p:tgtEl>
                                          <p:spTgt spid="7"/>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789511"/>
                                        </p:tgtEl>
                                        <p:attrNameLst>
                                          <p:attrName>style.visibility</p:attrName>
                                        </p:attrNameLst>
                                      </p:cBhvr>
                                      <p:to>
                                        <p:strVal val="visible"/>
                                      </p:to>
                                    </p:set>
                                    <p:animEffect transition="in" filter="wipe(left)">
                                      <p:cBhvr>
                                        <p:cTn id="71" dur="500"/>
                                        <p:tgtEl>
                                          <p:spTgt spid="789511"/>
                                        </p:tgtEl>
                                      </p:cBhvr>
                                    </p:animEffect>
                                  </p:childTnLst>
                                </p:cTn>
                              </p:par>
                              <p:par>
                                <p:cTn id="72" presetID="22" presetClass="entr" presetSubtype="4" fill="hold" nodeType="withEffect">
                                  <p:stCondLst>
                                    <p:cond delay="0"/>
                                  </p:stCondLst>
                                  <p:childTnLst>
                                    <p:set>
                                      <p:cBhvr>
                                        <p:cTn id="73" dur="1" fill="hold">
                                          <p:stCondLst>
                                            <p:cond delay="0"/>
                                          </p:stCondLst>
                                        </p:cTn>
                                        <p:tgtEl>
                                          <p:spTgt spid="789564"/>
                                        </p:tgtEl>
                                        <p:attrNameLst>
                                          <p:attrName>style.visibility</p:attrName>
                                        </p:attrNameLst>
                                      </p:cBhvr>
                                      <p:to>
                                        <p:strVal val="visible"/>
                                      </p:to>
                                    </p:set>
                                    <p:animEffect transition="in" filter="wipe(down)">
                                      <p:cBhvr>
                                        <p:cTn id="74" dur="500"/>
                                        <p:tgtEl>
                                          <p:spTgt spid="789564"/>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789509"/>
                                        </p:tgtEl>
                                        <p:attrNameLst>
                                          <p:attrName>style.visibility</p:attrName>
                                        </p:attrNameLst>
                                      </p:cBhvr>
                                      <p:to>
                                        <p:strVal val="visible"/>
                                      </p:to>
                                    </p:set>
                                    <p:animEffect transition="in" filter="wipe(left)">
                                      <p:cBhvr>
                                        <p:cTn id="79" dur="500"/>
                                        <p:tgtEl>
                                          <p:spTgt spid="789509"/>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789512"/>
                                        </p:tgtEl>
                                        <p:attrNameLst>
                                          <p:attrName>style.visibility</p:attrName>
                                        </p:attrNameLst>
                                      </p:cBhvr>
                                      <p:to>
                                        <p:strVal val="visible"/>
                                      </p:to>
                                    </p:set>
                                    <p:animEffect transition="in" filter="wipe(left)">
                                      <p:cBhvr>
                                        <p:cTn id="84" dur="500"/>
                                        <p:tgtEl>
                                          <p:spTgt spid="789512"/>
                                        </p:tgtEl>
                                      </p:cBhvr>
                                    </p:animEffect>
                                  </p:childTnLst>
                                </p:cTn>
                              </p:par>
                            </p:childTnLst>
                          </p:cTn>
                        </p:par>
                        <p:par>
                          <p:cTn id="85" fill="hold" nodeType="afterGroup">
                            <p:stCondLst>
                              <p:cond delay="500"/>
                            </p:stCondLst>
                            <p:childTnLst>
                              <p:par>
                                <p:cTn id="86" presetID="22" presetClass="entr" presetSubtype="8" fill="hold" nodeType="afterEffect">
                                  <p:stCondLst>
                                    <p:cond delay="0"/>
                                  </p:stCondLst>
                                  <p:childTnLst>
                                    <p:set>
                                      <p:cBhvr>
                                        <p:cTn id="87" dur="1" fill="hold">
                                          <p:stCondLst>
                                            <p:cond delay="0"/>
                                          </p:stCondLst>
                                        </p:cTn>
                                        <p:tgtEl>
                                          <p:spTgt spid="789516"/>
                                        </p:tgtEl>
                                        <p:attrNameLst>
                                          <p:attrName>style.visibility</p:attrName>
                                        </p:attrNameLst>
                                      </p:cBhvr>
                                      <p:to>
                                        <p:strVal val="visible"/>
                                      </p:to>
                                    </p:set>
                                    <p:animEffect transition="in" filter="wipe(left)">
                                      <p:cBhvr>
                                        <p:cTn id="88" dur="500"/>
                                        <p:tgtEl>
                                          <p:spTgt spid="789516"/>
                                        </p:tgtEl>
                                      </p:cBhvr>
                                    </p:animEffect>
                                  </p:childTnLst>
                                </p:cTn>
                              </p:par>
                            </p:childTnLst>
                          </p:cTn>
                        </p:par>
                        <p:par>
                          <p:cTn id="89" fill="hold" nodeType="afterGroup">
                            <p:stCondLst>
                              <p:cond delay="1000"/>
                            </p:stCondLst>
                            <p:childTnLst>
                              <p:par>
                                <p:cTn id="90" presetID="22" presetClass="entr" presetSubtype="8" fill="hold" nodeType="afterEffect">
                                  <p:stCondLst>
                                    <p:cond delay="0"/>
                                  </p:stCondLst>
                                  <p:childTnLst>
                                    <p:set>
                                      <p:cBhvr>
                                        <p:cTn id="91" dur="1" fill="hold">
                                          <p:stCondLst>
                                            <p:cond delay="0"/>
                                          </p:stCondLst>
                                        </p:cTn>
                                        <p:tgtEl>
                                          <p:spTgt spid="789515"/>
                                        </p:tgtEl>
                                        <p:attrNameLst>
                                          <p:attrName>style.visibility</p:attrName>
                                        </p:attrNameLst>
                                      </p:cBhvr>
                                      <p:to>
                                        <p:strVal val="visible"/>
                                      </p:to>
                                    </p:set>
                                    <p:animEffect transition="in" filter="wipe(left)">
                                      <p:cBhvr>
                                        <p:cTn id="92" dur="500"/>
                                        <p:tgtEl>
                                          <p:spTgt spid="789515"/>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8" fill="hold" nodeType="clickEffect">
                                  <p:stCondLst>
                                    <p:cond delay="0"/>
                                  </p:stCondLst>
                                  <p:childTnLst>
                                    <p:set>
                                      <p:cBhvr>
                                        <p:cTn id="96" dur="1" fill="hold">
                                          <p:stCondLst>
                                            <p:cond delay="0"/>
                                          </p:stCondLst>
                                        </p:cTn>
                                        <p:tgtEl>
                                          <p:spTgt spid="789517"/>
                                        </p:tgtEl>
                                        <p:attrNameLst>
                                          <p:attrName>style.visibility</p:attrName>
                                        </p:attrNameLst>
                                      </p:cBhvr>
                                      <p:to>
                                        <p:strVal val="visible"/>
                                      </p:to>
                                    </p:set>
                                    <p:animEffect transition="in" filter="wipe(left)">
                                      <p:cBhvr>
                                        <p:cTn id="97" dur="500"/>
                                        <p:tgtEl>
                                          <p:spTgt spid="789517"/>
                                        </p:tgtEl>
                                      </p:cBhvr>
                                    </p:animEffect>
                                  </p:childTnLst>
                                </p:cTn>
                              </p:par>
                            </p:childTnLst>
                          </p:cTn>
                        </p:par>
                        <p:par>
                          <p:cTn id="98" fill="hold" nodeType="afterGroup">
                            <p:stCondLst>
                              <p:cond delay="500"/>
                            </p:stCondLst>
                            <p:childTnLst>
                              <p:par>
                                <p:cTn id="99" presetID="22" presetClass="entr" presetSubtype="8" fill="hold" nodeType="afterEffect">
                                  <p:stCondLst>
                                    <p:cond delay="0"/>
                                  </p:stCondLst>
                                  <p:childTnLst>
                                    <p:set>
                                      <p:cBhvr>
                                        <p:cTn id="100" dur="1" fill="hold">
                                          <p:stCondLst>
                                            <p:cond delay="0"/>
                                          </p:stCondLst>
                                        </p:cTn>
                                        <p:tgtEl>
                                          <p:spTgt spid="789513"/>
                                        </p:tgtEl>
                                        <p:attrNameLst>
                                          <p:attrName>style.visibility</p:attrName>
                                        </p:attrNameLst>
                                      </p:cBhvr>
                                      <p:to>
                                        <p:strVal val="visible"/>
                                      </p:to>
                                    </p:set>
                                    <p:animEffect transition="in" filter="wipe(left)">
                                      <p:cBhvr>
                                        <p:cTn id="101" dur="500"/>
                                        <p:tgtEl>
                                          <p:spTgt spid="789513"/>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 presetClass="entr" presetSubtype="0" fill="hold" nodeType="clickEffect">
                                  <p:stCondLst>
                                    <p:cond delay="0"/>
                                  </p:stCondLst>
                                  <p:childTnLst>
                                    <p:set>
                                      <p:cBhvr>
                                        <p:cTn id="105" dur="1" fill="hold">
                                          <p:stCondLst>
                                            <p:cond delay="0"/>
                                          </p:stCondLst>
                                        </p:cTn>
                                        <p:tgtEl>
                                          <p:spTgt spid="789514"/>
                                        </p:tgtEl>
                                        <p:attrNameLst>
                                          <p:attrName>style.visibility</p:attrName>
                                        </p:attrNameLst>
                                      </p:cBhvr>
                                      <p:to>
                                        <p:strVal val="visible"/>
                                      </p:to>
                                    </p:se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789519"/>
                                        </p:tgtEl>
                                        <p:attrNameLst>
                                          <p:attrName>style.visibility</p:attrName>
                                        </p:attrNameLst>
                                      </p:cBhvr>
                                      <p:to>
                                        <p:strVal val="visible"/>
                                      </p:to>
                                    </p:set>
                                    <p:animEffect transition="in" filter="wipe(left)">
                                      <p:cBhvr>
                                        <p:cTn id="110" dur="500"/>
                                        <p:tgtEl>
                                          <p:spTgt spid="789519"/>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789518"/>
                                        </p:tgtEl>
                                        <p:attrNameLst>
                                          <p:attrName>style.visibility</p:attrName>
                                        </p:attrNameLst>
                                      </p:cBhvr>
                                      <p:to>
                                        <p:strVal val="visible"/>
                                      </p:to>
                                    </p:set>
                                    <p:animEffect transition="in" filter="wipe(left)">
                                      <p:cBhvr>
                                        <p:cTn id="115" dur="500"/>
                                        <p:tgtEl>
                                          <p:spTgt spid="789518"/>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nodeType="clickEffect">
                                  <p:stCondLst>
                                    <p:cond delay="0"/>
                                  </p:stCondLst>
                                  <p:childTnLst>
                                    <p:set>
                                      <p:cBhvr>
                                        <p:cTn id="119" dur="1" fill="hold">
                                          <p:stCondLst>
                                            <p:cond delay="0"/>
                                          </p:stCondLst>
                                        </p:cTn>
                                        <p:tgtEl>
                                          <p:spTgt spid="789520"/>
                                        </p:tgtEl>
                                        <p:attrNameLst>
                                          <p:attrName>style.visibility</p:attrName>
                                        </p:attrNameLst>
                                      </p:cBhvr>
                                      <p:to>
                                        <p:strVal val="visible"/>
                                      </p:to>
                                    </p:set>
                                    <p:animEffect transition="in" filter="wipe(left)">
                                      <p:cBhvr>
                                        <p:cTn id="120" dur="500"/>
                                        <p:tgtEl>
                                          <p:spTgt spid="789520"/>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nodeType="clickEffect">
                                  <p:stCondLst>
                                    <p:cond delay="0"/>
                                  </p:stCondLst>
                                  <p:childTnLst>
                                    <p:set>
                                      <p:cBhvr>
                                        <p:cTn id="124" dur="1" fill="hold">
                                          <p:stCondLst>
                                            <p:cond delay="0"/>
                                          </p:stCondLst>
                                        </p:cTn>
                                        <p:tgtEl>
                                          <p:spTgt spid="789521"/>
                                        </p:tgtEl>
                                        <p:attrNameLst>
                                          <p:attrName>style.visibility</p:attrName>
                                        </p:attrNameLst>
                                      </p:cBhvr>
                                      <p:to>
                                        <p:strVal val="visible"/>
                                      </p:to>
                                    </p:set>
                                    <p:animEffect transition="in" filter="wipe(left)">
                                      <p:cBhvr>
                                        <p:cTn id="125" dur="500"/>
                                        <p:tgtEl>
                                          <p:spTgt spid="789521"/>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nodeType="clickEffect">
                                  <p:stCondLst>
                                    <p:cond delay="0"/>
                                  </p:stCondLst>
                                  <p:childTnLst>
                                    <p:set>
                                      <p:cBhvr>
                                        <p:cTn id="129" dur="1" fill="hold">
                                          <p:stCondLst>
                                            <p:cond delay="0"/>
                                          </p:stCondLst>
                                        </p:cTn>
                                        <p:tgtEl>
                                          <p:spTgt spid="789522"/>
                                        </p:tgtEl>
                                        <p:attrNameLst>
                                          <p:attrName>style.visibility</p:attrName>
                                        </p:attrNameLst>
                                      </p:cBhvr>
                                      <p:to>
                                        <p:strVal val="visible"/>
                                      </p:to>
                                    </p:set>
                                    <p:animEffect transition="in" filter="wipe(left)">
                                      <p:cBhvr>
                                        <p:cTn id="130" dur="500"/>
                                        <p:tgtEl>
                                          <p:spTgt spid="789522"/>
                                        </p:tgtEl>
                                      </p:cBhvr>
                                    </p:animEffec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2" presetClass="entr" presetSubtype="2" fill="hold" nodeType="clickEffect">
                                  <p:stCondLst>
                                    <p:cond delay="0"/>
                                  </p:stCondLst>
                                  <p:childTnLst>
                                    <p:set>
                                      <p:cBhvr>
                                        <p:cTn id="134" dur="1" fill="hold">
                                          <p:stCondLst>
                                            <p:cond delay="0"/>
                                          </p:stCondLst>
                                        </p:cTn>
                                        <p:tgtEl>
                                          <p:spTgt spid="789565"/>
                                        </p:tgtEl>
                                        <p:attrNameLst>
                                          <p:attrName>style.visibility</p:attrName>
                                        </p:attrNameLst>
                                      </p:cBhvr>
                                      <p:to>
                                        <p:strVal val="visible"/>
                                      </p:to>
                                    </p:set>
                                    <p:anim calcmode="lin" valueType="num">
                                      <p:cBhvr additive="base">
                                        <p:cTn id="135" dur="500" fill="hold"/>
                                        <p:tgtEl>
                                          <p:spTgt spid="789565"/>
                                        </p:tgtEl>
                                        <p:attrNameLst>
                                          <p:attrName>ppt_x</p:attrName>
                                        </p:attrNameLst>
                                      </p:cBhvr>
                                      <p:tavLst>
                                        <p:tav tm="0">
                                          <p:val>
                                            <p:strVal val="1+#ppt_w/2"/>
                                          </p:val>
                                        </p:tav>
                                        <p:tav tm="100000">
                                          <p:val>
                                            <p:strVal val="#ppt_x"/>
                                          </p:val>
                                        </p:tav>
                                      </p:tavLst>
                                    </p:anim>
                                    <p:anim calcmode="lin" valueType="num">
                                      <p:cBhvr additive="base">
                                        <p:cTn id="136" dur="500" fill="hold"/>
                                        <p:tgtEl>
                                          <p:spTgt spid="78956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9506" grpId="0" autoUpdateAnimBg="0"/>
      <p:bldP spid="789507" grpId="0" autoUpdateAnimBg="0"/>
      <p:bldP spid="789510" grpId="0" autoUpdateAnimBg="0"/>
      <p:bldP spid="789512" grpId="0" autoUpdateAnimBg="0"/>
      <p:bldP spid="789514" grpId="0"/>
      <p:bldP spid="789516" grpId="0" autoUpdateAnimBg="0"/>
      <p:bldP spid="789517" grpId="0" autoUpdateAnimBg="0"/>
      <p:bldP spid="789523" grpId="0"/>
      <p:bldP spid="789548" grpId="0" animBg="1"/>
      <p:bldP spid="789549" grpId="0"/>
      <p:bldP spid="78956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0530" name="Object 2">
            <a:extLst>
              <a:ext uri="{FF2B5EF4-FFF2-40B4-BE49-F238E27FC236}">
                <a16:creationId xmlns:a16="http://schemas.microsoft.com/office/drawing/2014/main" id="{9CE8C616-CFC4-AB74-1B25-BBC37D197D63}"/>
              </a:ext>
            </a:extLst>
          </p:cNvPr>
          <p:cNvGraphicFramePr>
            <a:graphicFrameLocks/>
          </p:cNvGraphicFramePr>
          <p:nvPr/>
        </p:nvGraphicFramePr>
        <p:xfrm>
          <a:off x="827088" y="966788"/>
          <a:ext cx="1374775" cy="379412"/>
        </p:xfrm>
        <a:graphic>
          <a:graphicData uri="http://schemas.openxmlformats.org/presentationml/2006/ole">
            <mc:AlternateContent xmlns:mc="http://schemas.openxmlformats.org/markup-compatibility/2006">
              <mc:Choice xmlns:v="urn:schemas-microsoft-com:vml" Requires="v">
                <p:oleObj name="公式" r:id="rId2" imgW="1562040" imgH="431640" progId="Equation.3">
                  <p:embed/>
                </p:oleObj>
              </mc:Choice>
              <mc:Fallback>
                <p:oleObj name="公式" r:id="rId2" imgW="1562040" imgH="431640"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966788"/>
                        <a:ext cx="1374775" cy="379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90531" name="Object 3">
            <a:extLst>
              <a:ext uri="{FF2B5EF4-FFF2-40B4-BE49-F238E27FC236}">
                <a16:creationId xmlns:a16="http://schemas.microsoft.com/office/drawing/2014/main" id="{13012B1C-6A10-76ED-8AE6-0C5DE1F8A1BF}"/>
              </a:ext>
            </a:extLst>
          </p:cNvPr>
          <p:cNvGraphicFramePr>
            <a:graphicFrameLocks/>
          </p:cNvGraphicFramePr>
          <p:nvPr/>
        </p:nvGraphicFramePr>
        <p:xfrm>
          <a:off x="2417763" y="895350"/>
          <a:ext cx="3776662" cy="446088"/>
        </p:xfrm>
        <a:graphic>
          <a:graphicData uri="http://schemas.openxmlformats.org/presentationml/2006/ole">
            <mc:AlternateContent xmlns:mc="http://schemas.openxmlformats.org/markup-compatibility/2006">
              <mc:Choice xmlns:v="urn:schemas-microsoft-com:vml" Requires="v">
                <p:oleObj name="公式" r:id="rId4" imgW="4292280" imgH="507960" progId="Equation.3">
                  <p:embed/>
                </p:oleObj>
              </mc:Choice>
              <mc:Fallback>
                <p:oleObj name="公式" r:id="rId4" imgW="4292280" imgH="507960"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7763" y="895350"/>
                        <a:ext cx="3776662" cy="44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90532" name="Object 4">
            <a:extLst>
              <a:ext uri="{FF2B5EF4-FFF2-40B4-BE49-F238E27FC236}">
                <a16:creationId xmlns:a16="http://schemas.microsoft.com/office/drawing/2014/main" id="{62EAA95F-0BE1-D099-D2FF-F16DE42177F9}"/>
              </a:ext>
            </a:extLst>
          </p:cNvPr>
          <p:cNvGraphicFramePr>
            <a:graphicFrameLocks/>
          </p:cNvGraphicFramePr>
          <p:nvPr/>
        </p:nvGraphicFramePr>
        <p:xfrm>
          <a:off x="877888" y="1543050"/>
          <a:ext cx="3384550" cy="446088"/>
        </p:xfrm>
        <a:graphic>
          <a:graphicData uri="http://schemas.openxmlformats.org/presentationml/2006/ole">
            <mc:AlternateContent xmlns:mc="http://schemas.openxmlformats.org/markup-compatibility/2006">
              <mc:Choice xmlns:v="urn:schemas-microsoft-com:vml" Requires="v">
                <p:oleObj name="公式" r:id="rId6" imgW="3848040" imgH="507960" progId="Equation.3">
                  <p:embed/>
                </p:oleObj>
              </mc:Choice>
              <mc:Fallback>
                <p:oleObj name="公式" r:id="rId6" imgW="3848040" imgH="507960"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7888" y="1543050"/>
                        <a:ext cx="3384550" cy="44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90533" name="Object 5">
            <a:extLst>
              <a:ext uri="{FF2B5EF4-FFF2-40B4-BE49-F238E27FC236}">
                <a16:creationId xmlns:a16="http://schemas.microsoft.com/office/drawing/2014/main" id="{57FA8B4E-1FE0-9958-C75A-E921D637514F}"/>
              </a:ext>
            </a:extLst>
          </p:cNvPr>
          <p:cNvGraphicFramePr>
            <a:graphicFrameLocks/>
          </p:cNvGraphicFramePr>
          <p:nvPr/>
        </p:nvGraphicFramePr>
        <p:xfrm>
          <a:off x="1619250" y="2132013"/>
          <a:ext cx="3798888" cy="446087"/>
        </p:xfrm>
        <a:graphic>
          <a:graphicData uri="http://schemas.openxmlformats.org/presentationml/2006/ole">
            <mc:AlternateContent xmlns:mc="http://schemas.openxmlformats.org/markup-compatibility/2006">
              <mc:Choice xmlns:v="urn:schemas-microsoft-com:vml" Requires="v">
                <p:oleObj name="公式" r:id="rId8" imgW="4317840" imgH="507960" progId="Equation.3">
                  <p:embed/>
                </p:oleObj>
              </mc:Choice>
              <mc:Fallback>
                <p:oleObj name="公式" r:id="rId8" imgW="4317840" imgH="507960"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19250" y="2132013"/>
                        <a:ext cx="3798888" cy="446087"/>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0534" name="Text Box 6">
            <a:extLst>
              <a:ext uri="{FF2B5EF4-FFF2-40B4-BE49-F238E27FC236}">
                <a16:creationId xmlns:a16="http://schemas.microsoft.com/office/drawing/2014/main" id="{8B2C80BD-2F9A-3797-DDAF-D7C1D9DF0E22}"/>
              </a:ext>
            </a:extLst>
          </p:cNvPr>
          <p:cNvSpPr txBox="1">
            <a:spLocks noChangeArrowheads="1"/>
          </p:cNvSpPr>
          <p:nvPr/>
        </p:nvSpPr>
        <p:spPr bwMode="auto">
          <a:xfrm>
            <a:off x="684213" y="2997200"/>
            <a:ext cx="59753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
                <a:srgbClr val="FFFF00"/>
              </a:buClr>
              <a:buFont typeface="Wingdings" panose="05000000000000000000" pitchFamily="2" charset="2"/>
              <a:buNone/>
            </a:pPr>
            <a:r>
              <a:rPr lang="en-US" altLang="zh-CN">
                <a:latin typeface="楷体_GB2312" pitchFamily="49" charset="-122"/>
                <a:ea typeface="楷体_GB2312" pitchFamily="49" charset="-122"/>
              </a:rPr>
              <a:t>(1)</a:t>
            </a:r>
            <a:r>
              <a:rPr lang="en-US" altLang="zh-CN">
                <a:latin typeface="Times New Roman" panose="02020603050405020304" pitchFamily="18" charset="0"/>
                <a:ea typeface="楷体_GB2312" pitchFamily="49" charset="-122"/>
              </a:rPr>
              <a:t> </a:t>
            </a:r>
            <a:r>
              <a:rPr lang="zh-CN" altLang="en-US">
                <a:latin typeface="楷体_GB2312" pitchFamily="49" charset="-122"/>
                <a:ea typeface="楷体_GB2312" pitchFamily="49" charset="-122"/>
              </a:rPr>
              <a:t>质点系的动量矩</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角动量</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可分为两项</a:t>
            </a:r>
          </a:p>
        </p:txBody>
      </p:sp>
      <p:sp>
        <p:nvSpPr>
          <p:cNvPr id="790535" name="Text Box 7">
            <a:extLst>
              <a:ext uri="{FF2B5EF4-FFF2-40B4-BE49-F238E27FC236}">
                <a16:creationId xmlns:a16="http://schemas.microsoft.com/office/drawing/2014/main" id="{0807352A-BD6B-296F-4E96-09AEC48E9A53}"/>
              </a:ext>
            </a:extLst>
          </p:cNvPr>
          <p:cNvSpPr txBox="1">
            <a:spLocks noChangeArrowheads="1"/>
          </p:cNvSpPr>
          <p:nvPr/>
        </p:nvSpPr>
        <p:spPr bwMode="auto">
          <a:xfrm>
            <a:off x="720725" y="3573463"/>
            <a:ext cx="81724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
                <a:srgbClr val="FFFF00"/>
              </a:buClr>
              <a:buFont typeface="Wingdings" panose="05000000000000000000" pitchFamily="2" charset="2"/>
              <a:buNone/>
            </a:pPr>
            <a:r>
              <a:rPr lang="zh-CN" altLang="en-US">
                <a:solidFill>
                  <a:srgbClr val="FFFF00"/>
                </a:solidFill>
                <a:latin typeface="Times New Roman" panose="02020603050405020304" pitchFamily="18" charset="0"/>
                <a:ea typeface="宋体" panose="02010600030101010101" pitchFamily="2" charset="-122"/>
              </a:rPr>
              <a:t>第一项：</a:t>
            </a:r>
            <a:r>
              <a:rPr lang="zh-CN" altLang="en-US">
                <a:latin typeface="Times New Roman" panose="02020603050405020304" pitchFamily="18" charset="0"/>
                <a:ea typeface="楷体_GB2312" pitchFamily="49" charset="-122"/>
              </a:rPr>
              <a:t>只包含系统的总质量</a:t>
            </a:r>
            <a:r>
              <a:rPr lang="zh-CN" altLang="en-US" i="1">
                <a:latin typeface="Times New Roman" panose="02020603050405020304" pitchFamily="18" charset="0"/>
                <a:ea typeface="楷体_GB2312" pitchFamily="49" charset="-122"/>
              </a:rPr>
              <a:t>、</a:t>
            </a:r>
            <a:r>
              <a:rPr lang="zh-CN" altLang="en-US">
                <a:latin typeface="Times New Roman" panose="02020603050405020304" pitchFamily="18" charset="0"/>
                <a:ea typeface="楷体_GB2312" pitchFamily="49" charset="-122"/>
              </a:rPr>
              <a:t>质心的位矢和质心的速度</a:t>
            </a:r>
            <a:r>
              <a:rPr lang="zh-CN" altLang="en-US">
                <a:latin typeface="Times New Roman" panose="02020603050405020304" pitchFamily="18" charset="0"/>
                <a:ea typeface="宋体" panose="02010600030101010101" pitchFamily="2" charset="-122"/>
              </a:rPr>
              <a:t>                </a:t>
            </a:r>
          </a:p>
        </p:txBody>
      </p:sp>
      <p:sp>
        <p:nvSpPr>
          <p:cNvPr id="790536" name="Text Box 8">
            <a:extLst>
              <a:ext uri="{FF2B5EF4-FFF2-40B4-BE49-F238E27FC236}">
                <a16:creationId xmlns:a16="http://schemas.microsoft.com/office/drawing/2014/main" id="{7D141C15-9B6D-F8A2-ACE6-B1F9B6BDB8C7}"/>
              </a:ext>
            </a:extLst>
          </p:cNvPr>
          <p:cNvSpPr txBox="1">
            <a:spLocks noChangeArrowheads="1"/>
          </p:cNvSpPr>
          <p:nvPr/>
        </p:nvSpPr>
        <p:spPr bwMode="auto">
          <a:xfrm>
            <a:off x="6203950" y="3979863"/>
            <a:ext cx="2689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FFFF66"/>
                </a:solidFill>
                <a:latin typeface="宋体" panose="02010600030101010101" pitchFamily="2" charset="-122"/>
                <a:ea typeface="楷体_GB2312" pitchFamily="49" charset="-122"/>
              </a:rPr>
              <a:t>——</a:t>
            </a:r>
            <a:r>
              <a:rPr kumimoji="1" lang="zh-CN" altLang="en-US">
                <a:solidFill>
                  <a:srgbClr val="FFFF66"/>
                </a:solidFill>
                <a:latin typeface="Times New Roman" panose="02020603050405020304" pitchFamily="18" charset="0"/>
                <a:ea typeface="楷体_GB2312" pitchFamily="49" charset="-122"/>
              </a:rPr>
              <a:t>轨道角动量</a:t>
            </a:r>
          </a:p>
        </p:txBody>
      </p:sp>
      <p:sp>
        <p:nvSpPr>
          <p:cNvPr id="790537" name="Text Box 9">
            <a:extLst>
              <a:ext uri="{FF2B5EF4-FFF2-40B4-BE49-F238E27FC236}">
                <a16:creationId xmlns:a16="http://schemas.microsoft.com/office/drawing/2014/main" id="{974ADF53-8618-C307-7960-2634860BF0D6}"/>
              </a:ext>
            </a:extLst>
          </p:cNvPr>
          <p:cNvSpPr txBox="1">
            <a:spLocks noChangeArrowheads="1"/>
          </p:cNvSpPr>
          <p:nvPr/>
        </p:nvSpPr>
        <p:spPr bwMode="auto">
          <a:xfrm>
            <a:off x="755650" y="4437063"/>
            <a:ext cx="77041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
                <a:srgbClr val="FFFF00"/>
              </a:buClr>
              <a:buFont typeface="Wingdings" panose="05000000000000000000" pitchFamily="2" charset="2"/>
              <a:buNone/>
            </a:pPr>
            <a:r>
              <a:rPr lang="zh-CN" altLang="en-US">
                <a:solidFill>
                  <a:srgbClr val="FFFF00"/>
                </a:solidFill>
                <a:latin typeface="Times New Roman" panose="02020603050405020304" pitchFamily="18" charset="0"/>
                <a:ea typeface="宋体" panose="02010600030101010101" pitchFamily="2" charset="-122"/>
              </a:rPr>
              <a:t>第二项：</a:t>
            </a:r>
            <a:r>
              <a:rPr lang="zh-CN" altLang="en-US">
                <a:latin typeface="Times New Roman" panose="02020603050405020304" pitchFamily="18" charset="0"/>
                <a:ea typeface="楷体_GB2312" pitchFamily="49" charset="-122"/>
              </a:rPr>
              <a:t>是质点系各质点相对于质心的角动量的矢量和</a:t>
            </a:r>
          </a:p>
        </p:txBody>
      </p:sp>
      <p:sp>
        <p:nvSpPr>
          <p:cNvPr id="790538" name="Text Box 10">
            <a:extLst>
              <a:ext uri="{FF2B5EF4-FFF2-40B4-BE49-F238E27FC236}">
                <a16:creationId xmlns:a16="http://schemas.microsoft.com/office/drawing/2014/main" id="{381A7CBA-C217-6746-AD72-97745E5D9098}"/>
              </a:ext>
            </a:extLst>
          </p:cNvPr>
          <p:cNvSpPr txBox="1">
            <a:spLocks noChangeArrowheads="1"/>
          </p:cNvSpPr>
          <p:nvPr/>
        </p:nvSpPr>
        <p:spPr bwMode="auto">
          <a:xfrm>
            <a:off x="6203950" y="4941888"/>
            <a:ext cx="2940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a:solidFill>
                  <a:srgbClr val="FFFF66"/>
                </a:solidFill>
                <a:latin typeface="宋体" panose="02010600030101010101" pitchFamily="2" charset="-122"/>
                <a:ea typeface="楷体_GB2312" pitchFamily="49" charset="-122"/>
              </a:rPr>
              <a:t>——</a:t>
            </a:r>
            <a:r>
              <a:rPr kumimoji="1" lang="zh-CN" altLang="en-US">
                <a:solidFill>
                  <a:srgbClr val="FFFF66"/>
                </a:solidFill>
                <a:latin typeface="Times New Roman" panose="02020603050405020304" pitchFamily="18" charset="0"/>
                <a:ea typeface="楷体_GB2312" pitchFamily="49" charset="-122"/>
              </a:rPr>
              <a:t>自旋角动量</a:t>
            </a:r>
          </a:p>
        </p:txBody>
      </p:sp>
      <p:graphicFrame>
        <p:nvGraphicFramePr>
          <p:cNvPr id="790539" name="Object 11">
            <a:extLst>
              <a:ext uri="{FF2B5EF4-FFF2-40B4-BE49-F238E27FC236}">
                <a16:creationId xmlns:a16="http://schemas.microsoft.com/office/drawing/2014/main" id="{CFC8EAB4-172E-B1EB-C7A5-CFE101606FC1}"/>
              </a:ext>
            </a:extLst>
          </p:cNvPr>
          <p:cNvGraphicFramePr>
            <a:graphicFrameLocks/>
          </p:cNvGraphicFramePr>
          <p:nvPr/>
        </p:nvGraphicFramePr>
        <p:xfrm>
          <a:off x="3059113" y="5370513"/>
          <a:ext cx="2055812" cy="434975"/>
        </p:xfrm>
        <a:graphic>
          <a:graphicData uri="http://schemas.openxmlformats.org/presentationml/2006/ole">
            <mc:AlternateContent xmlns:mc="http://schemas.openxmlformats.org/markup-compatibility/2006">
              <mc:Choice xmlns:v="urn:schemas-microsoft-com:vml" Requires="v">
                <p:oleObj name="公式" r:id="rId10" imgW="2336760" imgH="495000" progId="Equation.3">
                  <p:embed/>
                </p:oleObj>
              </mc:Choice>
              <mc:Fallback>
                <p:oleObj name="公式" r:id="rId10" imgW="2336760" imgH="495000" progId="Equation.3">
                  <p:embed/>
                  <p:pic>
                    <p:nvPicPr>
                      <p:cNvPr id="0" name="Object 11"/>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59113" y="5370513"/>
                        <a:ext cx="2055812" cy="434975"/>
                      </a:xfrm>
                      <a:prstGeom prst="rect">
                        <a:avLst/>
                      </a:prstGeom>
                      <a:noFill/>
                      <a:ln w="19050">
                        <a:solidFill>
                          <a:srgbClr val="66FF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90540" name="Object 12">
            <a:extLst>
              <a:ext uri="{FF2B5EF4-FFF2-40B4-BE49-F238E27FC236}">
                <a16:creationId xmlns:a16="http://schemas.microsoft.com/office/drawing/2014/main" id="{725E5757-32EE-C5CC-6DED-3038298E2E2B}"/>
              </a:ext>
            </a:extLst>
          </p:cNvPr>
          <p:cNvGraphicFramePr>
            <a:graphicFrameLocks/>
          </p:cNvGraphicFramePr>
          <p:nvPr/>
        </p:nvGraphicFramePr>
        <p:xfrm>
          <a:off x="1265238" y="6030913"/>
          <a:ext cx="2022475" cy="434975"/>
        </p:xfrm>
        <a:graphic>
          <a:graphicData uri="http://schemas.openxmlformats.org/presentationml/2006/ole">
            <mc:AlternateContent xmlns:mc="http://schemas.openxmlformats.org/markup-compatibility/2006">
              <mc:Choice xmlns:v="urn:schemas-microsoft-com:vml" Requires="v">
                <p:oleObj name="公式" r:id="rId12" imgW="2298600" imgH="495000" progId="Equation.3">
                  <p:embed/>
                </p:oleObj>
              </mc:Choice>
              <mc:Fallback>
                <p:oleObj name="公式" r:id="rId12" imgW="2298600" imgH="495000" progId="Equation.3">
                  <p:embed/>
                  <p:pic>
                    <p:nvPicPr>
                      <p:cNvPr id="0" name="Object 12"/>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65238" y="6030913"/>
                        <a:ext cx="2022475"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90541" name="Object 13">
            <a:extLst>
              <a:ext uri="{FF2B5EF4-FFF2-40B4-BE49-F238E27FC236}">
                <a16:creationId xmlns:a16="http://schemas.microsoft.com/office/drawing/2014/main" id="{31946C97-919D-C209-7EC9-CA6BDBB0FB83}"/>
              </a:ext>
            </a:extLst>
          </p:cNvPr>
          <p:cNvGraphicFramePr>
            <a:graphicFrameLocks/>
          </p:cNvGraphicFramePr>
          <p:nvPr/>
        </p:nvGraphicFramePr>
        <p:xfrm>
          <a:off x="4578350" y="6021388"/>
          <a:ext cx="2592388" cy="446087"/>
        </p:xfrm>
        <a:graphic>
          <a:graphicData uri="http://schemas.openxmlformats.org/presentationml/2006/ole">
            <mc:AlternateContent xmlns:mc="http://schemas.openxmlformats.org/markup-compatibility/2006">
              <mc:Choice xmlns:v="urn:schemas-microsoft-com:vml" Requires="v">
                <p:oleObj name="公式" r:id="rId14" imgW="2946240" imgH="507960" progId="Equation.3">
                  <p:embed/>
                </p:oleObj>
              </mc:Choice>
              <mc:Fallback>
                <p:oleObj name="公式" r:id="rId14" imgW="2946240" imgH="507960" progId="Equation.3">
                  <p:embed/>
                  <p:pic>
                    <p:nvPicPr>
                      <p:cNvPr id="0" name="Object 13"/>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78350" y="6021388"/>
                        <a:ext cx="2592388" cy="446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0542" name="AutoShape 14">
            <a:extLst>
              <a:ext uri="{FF2B5EF4-FFF2-40B4-BE49-F238E27FC236}">
                <a16:creationId xmlns:a16="http://schemas.microsoft.com/office/drawing/2014/main" id="{F4D785C3-2D31-CAE6-9B55-9AF4B0521749}"/>
              </a:ext>
            </a:extLst>
          </p:cNvPr>
          <p:cNvSpPr>
            <a:spLocks noChangeArrowheads="1"/>
          </p:cNvSpPr>
          <p:nvPr/>
        </p:nvSpPr>
        <p:spPr bwMode="auto">
          <a:xfrm>
            <a:off x="395288" y="2565400"/>
            <a:ext cx="360362" cy="576263"/>
          </a:xfrm>
          <a:prstGeom prst="star4">
            <a:avLst>
              <a:gd name="adj" fmla="val 18519"/>
            </a:avLst>
          </a:prstGeom>
          <a:gradFill rotWithShape="0">
            <a:gsLst>
              <a:gs pos="0">
                <a:srgbClr val="99FF99"/>
              </a:gs>
              <a:gs pos="100000">
                <a:srgbClr val="99FF99">
                  <a:gamma/>
                  <a:shade val="46275"/>
                  <a:invGamma/>
                </a:srgbClr>
              </a:gs>
            </a:gsLst>
            <a:path path="shape">
              <a:fillToRect l="50000" t="50000" r="50000" b="50000"/>
            </a:path>
          </a:gradFill>
          <a:ln w="9525">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90543" name="Text Box 15">
            <a:extLst>
              <a:ext uri="{FF2B5EF4-FFF2-40B4-BE49-F238E27FC236}">
                <a16:creationId xmlns:a16="http://schemas.microsoft.com/office/drawing/2014/main" id="{4D2FDCBE-FE42-3DFA-713F-BEFC97E61F92}"/>
              </a:ext>
            </a:extLst>
          </p:cNvPr>
          <p:cNvSpPr txBox="1">
            <a:spLocks noChangeArrowheads="1"/>
          </p:cNvSpPr>
          <p:nvPr/>
        </p:nvSpPr>
        <p:spPr bwMode="auto">
          <a:xfrm>
            <a:off x="322263" y="2636838"/>
            <a:ext cx="165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FFFF00"/>
                </a:solidFill>
                <a:latin typeface="宋体" panose="02010600030101010101" pitchFamily="2" charset="-122"/>
                <a:ea typeface="宋体" panose="02010600030101010101" pitchFamily="2" charset="-122"/>
              </a:rPr>
              <a:t>说明</a:t>
            </a:r>
          </a:p>
        </p:txBody>
      </p:sp>
      <p:grpSp>
        <p:nvGrpSpPr>
          <p:cNvPr id="9237" name="Group 16">
            <a:extLst>
              <a:ext uri="{FF2B5EF4-FFF2-40B4-BE49-F238E27FC236}">
                <a16:creationId xmlns:a16="http://schemas.microsoft.com/office/drawing/2014/main" id="{F6299206-D485-4C4E-5CE2-01F31C4FA50C}"/>
              </a:ext>
            </a:extLst>
          </p:cNvPr>
          <p:cNvGrpSpPr>
            <a:grpSpLocks/>
          </p:cNvGrpSpPr>
          <p:nvPr/>
        </p:nvGrpSpPr>
        <p:grpSpPr bwMode="auto">
          <a:xfrm>
            <a:off x="6156325" y="739775"/>
            <a:ext cx="2879725" cy="1825625"/>
            <a:chOff x="3878" y="2931"/>
            <a:chExt cx="1814" cy="1150"/>
          </a:xfrm>
        </p:grpSpPr>
        <p:sp>
          <p:nvSpPr>
            <p:cNvPr id="790545" name="Oval 17">
              <a:extLst>
                <a:ext uri="{FF2B5EF4-FFF2-40B4-BE49-F238E27FC236}">
                  <a16:creationId xmlns:a16="http://schemas.microsoft.com/office/drawing/2014/main" id="{F8DFAD47-7737-AA99-353A-9A1C61CCF6F9}"/>
                </a:ext>
              </a:extLst>
            </p:cNvPr>
            <p:cNvSpPr>
              <a:spLocks noChangeArrowheads="1"/>
            </p:cNvSpPr>
            <p:nvPr/>
          </p:nvSpPr>
          <p:spPr bwMode="auto">
            <a:xfrm>
              <a:off x="4955" y="3091"/>
              <a:ext cx="102" cy="113"/>
            </a:xfrm>
            <a:prstGeom prst="ellipse">
              <a:avLst/>
            </a:prstGeom>
            <a:solidFill>
              <a:srgbClr val="FFFF00"/>
            </a:solidFill>
            <a:ln w="9525">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90546" name="Freeform 18">
              <a:extLst>
                <a:ext uri="{FF2B5EF4-FFF2-40B4-BE49-F238E27FC236}">
                  <a16:creationId xmlns:a16="http://schemas.microsoft.com/office/drawing/2014/main" id="{0F86A0EB-7171-2469-5520-F3D1A24F6553}"/>
                </a:ext>
              </a:extLst>
            </p:cNvPr>
            <p:cNvSpPr>
              <a:spLocks/>
            </p:cNvSpPr>
            <p:nvPr/>
          </p:nvSpPr>
          <p:spPr bwMode="auto">
            <a:xfrm>
              <a:off x="4195" y="2931"/>
              <a:ext cx="1225" cy="1134"/>
            </a:xfrm>
            <a:custGeom>
              <a:avLst/>
              <a:gdLst/>
              <a:ahLst/>
              <a:cxnLst>
                <a:cxn ang="0">
                  <a:pos x="500" y="969"/>
                </a:cxn>
                <a:cxn ang="0">
                  <a:pos x="765" y="996"/>
                </a:cxn>
                <a:cxn ang="0">
                  <a:pos x="903" y="941"/>
                </a:cxn>
                <a:cxn ang="0">
                  <a:pos x="957" y="749"/>
                </a:cxn>
                <a:cxn ang="0">
                  <a:pos x="976" y="694"/>
                </a:cxn>
                <a:cxn ang="0">
                  <a:pos x="1012" y="640"/>
                </a:cxn>
                <a:cxn ang="0">
                  <a:pos x="1058" y="566"/>
                </a:cxn>
                <a:cxn ang="0">
                  <a:pos x="1067" y="539"/>
                </a:cxn>
                <a:cxn ang="0">
                  <a:pos x="1095" y="521"/>
                </a:cxn>
                <a:cxn ang="0">
                  <a:pos x="1140" y="438"/>
                </a:cxn>
                <a:cxn ang="0">
                  <a:pos x="1159" y="411"/>
                </a:cxn>
                <a:cxn ang="0">
                  <a:pos x="1177" y="356"/>
                </a:cxn>
                <a:cxn ang="0">
                  <a:pos x="1186" y="329"/>
                </a:cxn>
                <a:cxn ang="0">
                  <a:pos x="1168" y="192"/>
                </a:cxn>
                <a:cxn ang="0">
                  <a:pos x="884" y="27"/>
                </a:cxn>
                <a:cxn ang="0">
                  <a:pos x="720" y="0"/>
                </a:cxn>
                <a:cxn ang="0">
                  <a:pos x="509" y="9"/>
                </a:cxn>
                <a:cxn ang="0">
                  <a:pos x="455" y="18"/>
                </a:cxn>
                <a:cxn ang="0">
                  <a:pos x="418" y="54"/>
                </a:cxn>
                <a:cxn ang="0">
                  <a:pos x="299" y="100"/>
                </a:cxn>
                <a:cxn ang="0">
                  <a:pos x="180" y="137"/>
                </a:cxn>
                <a:cxn ang="0">
                  <a:pos x="125" y="164"/>
                </a:cxn>
                <a:cxn ang="0">
                  <a:pos x="43" y="246"/>
                </a:cxn>
                <a:cxn ang="0">
                  <a:pos x="25" y="301"/>
                </a:cxn>
                <a:cxn ang="0">
                  <a:pos x="16" y="329"/>
                </a:cxn>
                <a:cxn ang="0">
                  <a:pos x="71" y="548"/>
                </a:cxn>
                <a:cxn ang="0">
                  <a:pos x="98" y="603"/>
                </a:cxn>
                <a:cxn ang="0">
                  <a:pos x="189" y="749"/>
                </a:cxn>
                <a:cxn ang="0">
                  <a:pos x="308" y="868"/>
                </a:cxn>
                <a:cxn ang="0">
                  <a:pos x="381" y="923"/>
                </a:cxn>
                <a:cxn ang="0">
                  <a:pos x="500" y="969"/>
                </a:cxn>
              </a:cxnLst>
              <a:rect l="0" t="0" r="r" b="b"/>
              <a:pathLst>
                <a:path w="1196" h="996">
                  <a:moveTo>
                    <a:pt x="500" y="969"/>
                  </a:moveTo>
                  <a:cubicBezTo>
                    <a:pt x="590" y="975"/>
                    <a:pt x="676" y="985"/>
                    <a:pt x="765" y="996"/>
                  </a:cubicBezTo>
                  <a:cubicBezTo>
                    <a:pt x="842" y="981"/>
                    <a:pt x="855" y="989"/>
                    <a:pt x="903" y="941"/>
                  </a:cubicBezTo>
                  <a:cubicBezTo>
                    <a:pt x="919" y="875"/>
                    <a:pt x="908" y="801"/>
                    <a:pt x="957" y="749"/>
                  </a:cubicBezTo>
                  <a:cubicBezTo>
                    <a:pt x="964" y="731"/>
                    <a:pt x="967" y="711"/>
                    <a:pt x="976" y="694"/>
                  </a:cubicBezTo>
                  <a:cubicBezTo>
                    <a:pt x="986" y="675"/>
                    <a:pt x="1012" y="640"/>
                    <a:pt x="1012" y="640"/>
                  </a:cubicBezTo>
                  <a:cubicBezTo>
                    <a:pt x="1023" y="607"/>
                    <a:pt x="1043" y="597"/>
                    <a:pt x="1058" y="566"/>
                  </a:cubicBezTo>
                  <a:cubicBezTo>
                    <a:pt x="1062" y="557"/>
                    <a:pt x="1061" y="546"/>
                    <a:pt x="1067" y="539"/>
                  </a:cubicBezTo>
                  <a:cubicBezTo>
                    <a:pt x="1074" y="530"/>
                    <a:pt x="1086" y="527"/>
                    <a:pt x="1095" y="521"/>
                  </a:cubicBezTo>
                  <a:cubicBezTo>
                    <a:pt x="1110" y="473"/>
                    <a:pt x="1100" y="498"/>
                    <a:pt x="1140" y="438"/>
                  </a:cubicBezTo>
                  <a:cubicBezTo>
                    <a:pt x="1146" y="429"/>
                    <a:pt x="1159" y="411"/>
                    <a:pt x="1159" y="411"/>
                  </a:cubicBezTo>
                  <a:cubicBezTo>
                    <a:pt x="1165" y="393"/>
                    <a:pt x="1171" y="374"/>
                    <a:pt x="1177" y="356"/>
                  </a:cubicBezTo>
                  <a:cubicBezTo>
                    <a:pt x="1180" y="347"/>
                    <a:pt x="1186" y="329"/>
                    <a:pt x="1186" y="329"/>
                  </a:cubicBezTo>
                  <a:cubicBezTo>
                    <a:pt x="1182" y="283"/>
                    <a:pt x="1196" y="229"/>
                    <a:pt x="1168" y="192"/>
                  </a:cubicBezTo>
                  <a:cubicBezTo>
                    <a:pt x="1105" y="108"/>
                    <a:pt x="984" y="45"/>
                    <a:pt x="884" y="27"/>
                  </a:cubicBezTo>
                  <a:cubicBezTo>
                    <a:pt x="829" y="17"/>
                    <a:pt x="775" y="14"/>
                    <a:pt x="720" y="0"/>
                  </a:cubicBezTo>
                  <a:cubicBezTo>
                    <a:pt x="650" y="3"/>
                    <a:pt x="579" y="4"/>
                    <a:pt x="509" y="9"/>
                  </a:cubicBezTo>
                  <a:cubicBezTo>
                    <a:pt x="491" y="10"/>
                    <a:pt x="471" y="9"/>
                    <a:pt x="455" y="18"/>
                  </a:cubicBezTo>
                  <a:cubicBezTo>
                    <a:pt x="318" y="95"/>
                    <a:pt x="577" y="1"/>
                    <a:pt x="418" y="54"/>
                  </a:cubicBezTo>
                  <a:cubicBezTo>
                    <a:pt x="386" y="88"/>
                    <a:pt x="346" y="88"/>
                    <a:pt x="299" y="100"/>
                  </a:cubicBezTo>
                  <a:cubicBezTo>
                    <a:pt x="258" y="110"/>
                    <a:pt x="220" y="124"/>
                    <a:pt x="180" y="137"/>
                  </a:cubicBezTo>
                  <a:cubicBezTo>
                    <a:pt x="104" y="188"/>
                    <a:pt x="200" y="127"/>
                    <a:pt x="125" y="164"/>
                  </a:cubicBezTo>
                  <a:cubicBezTo>
                    <a:pt x="91" y="181"/>
                    <a:pt x="64" y="215"/>
                    <a:pt x="43" y="246"/>
                  </a:cubicBezTo>
                  <a:cubicBezTo>
                    <a:pt x="37" y="264"/>
                    <a:pt x="31" y="283"/>
                    <a:pt x="25" y="301"/>
                  </a:cubicBezTo>
                  <a:cubicBezTo>
                    <a:pt x="22" y="310"/>
                    <a:pt x="16" y="329"/>
                    <a:pt x="16" y="329"/>
                  </a:cubicBezTo>
                  <a:cubicBezTo>
                    <a:pt x="21" y="404"/>
                    <a:pt x="0" y="502"/>
                    <a:pt x="71" y="548"/>
                  </a:cubicBezTo>
                  <a:cubicBezTo>
                    <a:pt x="103" y="648"/>
                    <a:pt x="53" y="500"/>
                    <a:pt x="98" y="603"/>
                  </a:cubicBezTo>
                  <a:cubicBezTo>
                    <a:pt x="123" y="659"/>
                    <a:pt x="122" y="727"/>
                    <a:pt x="189" y="749"/>
                  </a:cubicBezTo>
                  <a:cubicBezTo>
                    <a:pt x="230" y="790"/>
                    <a:pt x="271" y="823"/>
                    <a:pt x="308" y="868"/>
                  </a:cubicBezTo>
                  <a:cubicBezTo>
                    <a:pt x="327" y="892"/>
                    <a:pt x="381" y="923"/>
                    <a:pt x="381" y="923"/>
                  </a:cubicBezTo>
                  <a:cubicBezTo>
                    <a:pt x="400" y="974"/>
                    <a:pt x="448" y="969"/>
                    <a:pt x="500" y="969"/>
                  </a:cubicBezTo>
                  <a:close/>
                </a:path>
              </a:pathLst>
            </a:custGeom>
            <a:noFill/>
            <a:ln w="9525">
              <a:solidFill>
                <a:srgbClr val="00CC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90547" name="Oval 19">
              <a:extLst>
                <a:ext uri="{FF2B5EF4-FFF2-40B4-BE49-F238E27FC236}">
                  <a16:creationId xmlns:a16="http://schemas.microsoft.com/office/drawing/2014/main" id="{0D5611CD-9508-D9D7-F708-EC84763817BD}"/>
                </a:ext>
              </a:extLst>
            </p:cNvPr>
            <p:cNvSpPr>
              <a:spLocks noChangeArrowheads="1"/>
            </p:cNvSpPr>
            <p:nvPr/>
          </p:nvSpPr>
          <p:spPr bwMode="auto">
            <a:xfrm>
              <a:off x="4241" y="3339"/>
              <a:ext cx="1088" cy="227"/>
            </a:xfrm>
            <a:prstGeom prst="ellipse">
              <a:avLst/>
            </a:prstGeom>
            <a:noFill/>
            <a:ln w="9525">
              <a:solidFill>
                <a:srgbClr val="00CC00"/>
              </a:solidFill>
              <a:prstDash val="dash"/>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90548" name="Oval 20">
              <a:extLst>
                <a:ext uri="{FF2B5EF4-FFF2-40B4-BE49-F238E27FC236}">
                  <a16:creationId xmlns:a16="http://schemas.microsoft.com/office/drawing/2014/main" id="{220225D4-00C0-2613-28B8-80547156D110}"/>
                </a:ext>
              </a:extLst>
            </p:cNvPr>
            <p:cNvSpPr>
              <a:spLocks noChangeArrowheads="1"/>
            </p:cNvSpPr>
            <p:nvPr/>
          </p:nvSpPr>
          <p:spPr bwMode="auto">
            <a:xfrm flipH="1">
              <a:off x="4784" y="3430"/>
              <a:ext cx="46" cy="46"/>
            </a:xfrm>
            <a:prstGeom prst="ellipse">
              <a:avLst/>
            </a:prstGeom>
            <a:solidFill>
              <a:srgbClr val="00CC00"/>
            </a:solidFill>
            <a:ln w="9525">
              <a:solidFill>
                <a:srgbClr val="00CC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90549" name="Oval 21">
              <a:extLst>
                <a:ext uri="{FF2B5EF4-FFF2-40B4-BE49-F238E27FC236}">
                  <a16:creationId xmlns:a16="http://schemas.microsoft.com/office/drawing/2014/main" id="{FAC6878D-2D1A-9046-5D12-8A65843B22D3}"/>
                </a:ext>
              </a:extLst>
            </p:cNvPr>
            <p:cNvSpPr>
              <a:spLocks noChangeArrowheads="1"/>
            </p:cNvSpPr>
            <p:nvPr/>
          </p:nvSpPr>
          <p:spPr bwMode="auto">
            <a:xfrm flipH="1">
              <a:off x="3969" y="3793"/>
              <a:ext cx="46" cy="46"/>
            </a:xfrm>
            <a:prstGeom prst="ellipse">
              <a:avLst/>
            </a:prstGeom>
            <a:solidFill>
              <a:schemeClr val="bg1"/>
            </a:solidFill>
            <a:ln w="9525">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245" name="Text Box 22">
              <a:extLst>
                <a:ext uri="{FF2B5EF4-FFF2-40B4-BE49-F238E27FC236}">
                  <a16:creationId xmlns:a16="http://schemas.microsoft.com/office/drawing/2014/main" id="{6D9C4F12-CD5C-ACE6-9DD4-10AADDBBE8A8}"/>
                </a:ext>
              </a:extLst>
            </p:cNvPr>
            <p:cNvSpPr txBox="1">
              <a:spLocks noChangeArrowheads="1"/>
            </p:cNvSpPr>
            <p:nvPr/>
          </p:nvSpPr>
          <p:spPr bwMode="auto">
            <a:xfrm>
              <a:off x="3878" y="3793"/>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en-US" altLang="zh-CN" b="0" i="1">
                  <a:latin typeface="Times New Roman" panose="02020603050405020304" pitchFamily="18" charset="0"/>
                  <a:ea typeface="宋体" panose="02010600030101010101" pitchFamily="2" charset="-122"/>
                </a:rPr>
                <a:t>O</a:t>
              </a:r>
            </a:p>
          </p:txBody>
        </p:sp>
        <p:sp>
          <p:nvSpPr>
            <p:cNvPr id="790551" name="Line 23">
              <a:extLst>
                <a:ext uri="{FF2B5EF4-FFF2-40B4-BE49-F238E27FC236}">
                  <a16:creationId xmlns:a16="http://schemas.microsoft.com/office/drawing/2014/main" id="{D150549E-E33D-C2B2-300B-876C9A6E689F}"/>
                </a:ext>
              </a:extLst>
            </p:cNvPr>
            <p:cNvSpPr>
              <a:spLocks noChangeShapeType="1"/>
            </p:cNvSpPr>
            <p:nvPr/>
          </p:nvSpPr>
          <p:spPr bwMode="auto">
            <a:xfrm flipV="1">
              <a:off x="4005" y="3475"/>
              <a:ext cx="780" cy="336"/>
            </a:xfrm>
            <a:prstGeom prst="line">
              <a:avLst/>
            </a:prstGeom>
            <a:noFill/>
            <a:ln w="9525">
              <a:solidFill>
                <a:schemeClr val="bg1"/>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790552" name="Line 24">
              <a:extLst>
                <a:ext uri="{FF2B5EF4-FFF2-40B4-BE49-F238E27FC236}">
                  <a16:creationId xmlns:a16="http://schemas.microsoft.com/office/drawing/2014/main" id="{43986268-C783-5705-B204-78F43EEBAFD1}"/>
                </a:ext>
              </a:extLst>
            </p:cNvPr>
            <p:cNvSpPr>
              <a:spLocks noChangeShapeType="1"/>
            </p:cNvSpPr>
            <p:nvPr/>
          </p:nvSpPr>
          <p:spPr bwMode="auto">
            <a:xfrm>
              <a:off x="5057" y="3147"/>
              <a:ext cx="318" cy="56"/>
            </a:xfrm>
            <a:prstGeom prst="line">
              <a:avLst/>
            </a:prstGeom>
            <a:noFill/>
            <a:ln w="28575">
              <a:solidFill>
                <a:srgbClr val="FF99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graphicFrame>
          <p:nvGraphicFramePr>
            <p:cNvPr id="9227" name="Object 25">
              <a:extLst>
                <a:ext uri="{FF2B5EF4-FFF2-40B4-BE49-F238E27FC236}">
                  <a16:creationId xmlns:a16="http://schemas.microsoft.com/office/drawing/2014/main" id="{A2AA7FBB-38D2-341E-FF33-D1670CA1EEFE}"/>
                </a:ext>
              </a:extLst>
            </p:cNvPr>
            <p:cNvGraphicFramePr>
              <a:graphicFrameLocks/>
            </p:cNvGraphicFramePr>
            <p:nvPr/>
          </p:nvGraphicFramePr>
          <p:xfrm>
            <a:off x="5385" y="2931"/>
            <a:ext cx="307" cy="453"/>
          </p:xfrm>
          <a:graphic>
            <a:graphicData uri="http://schemas.openxmlformats.org/presentationml/2006/ole">
              <mc:AlternateContent xmlns:mc="http://schemas.openxmlformats.org/markup-compatibility/2006">
                <mc:Choice xmlns:v="urn:schemas-microsoft-com:vml" Requires="v">
                  <p:oleObj name="公式" r:id="rId16" imgW="152280" imgH="228600" progId="Equation.3">
                    <p:embed/>
                  </p:oleObj>
                </mc:Choice>
                <mc:Fallback>
                  <p:oleObj name="公式" r:id="rId16" imgW="152280" imgH="228600" progId="Equation.3">
                    <p:embed/>
                    <p:pic>
                      <p:nvPicPr>
                        <p:cNvPr id="0" name="Object 25"/>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385" y="2931"/>
                          <a:ext cx="307" cy="4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48" name="Text Box 26">
              <a:extLst>
                <a:ext uri="{FF2B5EF4-FFF2-40B4-BE49-F238E27FC236}">
                  <a16:creationId xmlns:a16="http://schemas.microsoft.com/office/drawing/2014/main" id="{6F947D11-CA48-EB41-AAC1-61712521DEA2}"/>
                </a:ext>
              </a:extLst>
            </p:cNvPr>
            <p:cNvSpPr txBox="1">
              <a:spLocks noChangeArrowheads="1"/>
            </p:cNvSpPr>
            <p:nvPr/>
          </p:nvSpPr>
          <p:spPr bwMode="auto">
            <a:xfrm>
              <a:off x="4694" y="2931"/>
              <a:ext cx="2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en-US" altLang="zh-CN" b="0" i="1">
                  <a:latin typeface="Times New Roman" panose="02020603050405020304" pitchFamily="18" charset="0"/>
                  <a:ea typeface="宋体" panose="02010600030101010101" pitchFamily="2" charset="-122"/>
                </a:rPr>
                <a:t>m</a:t>
              </a:r>
              <a:r>
                <a:rPr lang="en-US" altLang="zh-CN" b="0" i="1" baseline="-25000">
                  <a:latin typeface="Times New Roman" panose="02020603050405020304" pitchFamily="18" charset="0"/>
                  <a:ea typeface="宋体" panose="02010600030101010101" pitchFamily="2" charset="-122"/>
                </a:rPr>
                <a:t>i</a:t>
              </a:r>
            </a:p>
          </p:txBody>
        </p:sp>
        <p:graphicFrame>
          <p:nvGraphicFramePr>
            <p:cNvPr id="9228" name="Object 27">
              <a:extLst>
                <a:ext uri="{FF2B5EF4-FFF2-40B4-BE49-F238E27FC236}">
                  <a16:creationId xmlns:a16="http://schemas.microsoft.com/office/drawing/2014/main" id="{924C0891-81FC-87D7-18C9-91F93A3244CC}"/>
                </a:ext>
              </a:extLst>
            </p:cNvPr>
            <p:cNvGraphicFramePr>
              <a:graphicFrameLocks/>
            </p:cNvGraphicFramePr>
            <p:nvPr/>
          </p:nvGraphicFramePr>
          <p:xfrm>
            <a:off x="4967" y="3249"/>
            <a:ext cx="190" cy="239"/>
          </p:xfrm>
          <a:graphic>
            <a:graphicData uri="http://schemas.openxmlformats.org/presentationml/2006/ole">
              <mc:AlternateContent xmlns:mc="http://schemas.openxmlformats.org/markup-compatibility/2006">
                <mc:Choice xmlns:v="urn:schemas-microsoft-com:vml" Requires="v">
                  <p:oleObj name="公式" r:id="rId18" imgW="342720" imgH="431640" progId="Equation.3">
                    <p:embed/>
                  </p:oleObj>
                </mc:Choice>
                <mc:Fallback>
                  <p:oleObj name="公式" r:id="rId18" imgW="342720" imgH="431640" progId="Equation.3">
                    <p:embed/>
                    <p:pic>
                      <p:nvPicPr>
                        <p:cNvPr id="0" name="Object 27"/>
                        <p:cNvPicPr>
                          <a:picLocks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967" y="3249"/>
                          <a:ext cx="190"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0556" name="Line 28">
              <a:extLst>
                <a:ext uri="{FF2B5EF4-FFF2-40B4-BE49-F238E27FC236}">
                  <a16:creationId xmlns:a16="http://schemas.microsoft.com/office/drawing/2014/main" id="{CE1B7C9A-78FB-9D13-5E08-AE9F23E1C4CC}"/>
                </a:ext>
              </a:extLst>
            </p:cNvPr>
            <p:cNvSpPr>
              <a:spLocks noChangeShapeType="1"/>
            </p:cNvSpPr>
            <p:nvPr/>
          </p:nvSpPr>
          <p:spPr bwMode="auto">
            <a:xfrm flipV="1">
              <a:off x="4821" y="3149"/>
              <a:ext cx="182" cy="272"/>
            </a:xfrm>
            <a:prstGeom prst="line">
              <a:avLst/>
            </a:prstGeom>
            <a:noFill/>
            <a:ln w="28575">
              <a:solidFill>
                <a:srgbClr val="00CC00"/>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graphicFrame>
          <p:nvGraphicFramePr>
            <p:cNvPr id="9229" name="Object 29">
              <a:extLst>
                <a:ext uri="{FF2B5EF4-FFF2-40B4-BE49-F238E27FC236}">
                  <a16:creationId xmlns:a16="http://schemas.microsoft.com/office/drawing/2014/main" id="{B964E147-EDC4-3605-DB90-F450AB95B8F6}"/>
                </a:ext>
              </a:extLst>
            </p:cNvPr>
            <p:cNvGraphicFramePr>
              <a:graphicFrameLocks/>
            </p:cNvGraphicFramePr>
            <p:nvPr/>
          </p:nvGraphicFramePr>
          <p:xfrm>
            <a:off x="4105" y="3475"/>
            <a:ext cx="162" cy="239"/>
          </p:xfrm>
          <a:graphic>
            <a:graphicData uri="http://schemas.openxmlformats.org/presentationml/2006/ole">
              <mc:AlternateContent xmlns:mc="http://schemas.openxmlformats.org/markup-compatibility/2006">
                <mc:Choice xmlns:v="urn:schemas-microsoft-com:vml" Requires="v">
                  <p:oleObj name="公式" r:id="rId20" imgW="291960" imgH="431640" progId="Equation.3">
                    <p:embed/>
                  </p:oleObj>
                </mc:Choice>
                <mc:Fallback>
                  <p:oleObj name="公式" r:id="rId20" imgW="291960" imgH="431640" progId="Equation.3">
                    <p:embed/>
                    <p:pic>
                      <p:nvPicPr>
                        <p:cNvPr id="0" name="Object 29"/>
                        <p:cNvPicPr>
                          <a:picLocks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05" y="3475"/>
                          <a:ext cx="162" cy="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9225" name="Object 30">
            <a:extLst>
              <a:ext uri="{FF2B5EF4-FFF2-40B4-BE49-F238E27FC236}">
                <a16:creationId xmlns:a16="http://schemas.microsoft.com/office/drawing/2014/main" id="{D09A960F-F4C0-1C97-A376-674079957882}"/>
              </a:ext>
            </a:extLst>
          </p:cNvPr>
          <p:cNvGraphicFramePr>
            <a:graphicFrameLocks/>
          </p:cNvGraphicFramePr>
          <p:nvPr/>
        </p:nvGraphicFramePr>
        <p:xfrm>
          <a:off x="1258888" y="333375"/>
          <a:ext cx="1676400" cy="446088"/>
        </p:xfrm>
        <a:graphic>
          <a:graphicData uri="http://schemas.openxmlformats.org/presentationml/2006/ole">
            <mc:AlternateContent xmlns:mc="http://schemas.openxmlformats.org/markup-compatibility/2006">
              <mc:Choice xmlns:v="urn:schemas-microsoft-com:vml" Requires="v">
                <p:oleObj name="公式" r:id="rId22" imgW="1904760" imgH="507960" progId="Equation.3">
                  <p:embed/>
                </p:oleObj>
              </mc:Choice>
              <mc:Fallback>
                <p:oleObj name="公式" r:id="rId22" imgW="1904760" imgH="507960" progId="Equation.3">
                  <p:embed/>
                  <p:pic>
                    <p:nvPicPr>
                      <p:cNvPr id="0" name="Object 30"/>
                      <p:cNvPicPr>
                        <a:picLocks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258888" y="333375"/>
                        <a:ext cx="1676400" cy="446088"/>
                      </a:xfrm>
                      <a:prstGeom prst="rect">
                        <a:avLst/>
                      </a:prstGeom>
                      <a:solidFill>
                        <a:srgbClr val="0000CC"/>
                      </a:solidFill>
                      <a:ln>
                        <a:noFill/>
                      </a:ln>
                      <a:effectLst/>
                      <a:extLs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226" name="Object 31">
            <a:extLst>
              <a:ext uri="{FF2B5EF4-FFF2-40B4-BE49-F238E27FC236}">
                <a16:creationId xmlns:a16="http://schemas.microsoft.com/office/drawing/2014/main" id="{BB8E6F45-0703-779C-5F20-CCCE00ACD4A7}"/>
              </a:ext>
            </a:extLst>
          </p:cNvPr>
          <p:cNvGraphicFramePr>
            <a:graphicFrameLocks/>
          </p:cNvGraphicFramePr>
          <p:nvPr/>
        </p:nvGraphicFramePr>
        <p:xfrm>
          <a:off x="2916238" y="333375"/>
          <a:ext cx="2592387" cy="446088"/>
        </p:xfrm>
        <a:graphic>
          <a:graphicData uri="http://schemas.openxmlformats.org/presentationml/2006/ole">
            <mc:AlternateContent xmlns:mc="http://schemas.openxmlformats.org/markup-compatibility/2006">
              <mc:Choice xmlns:v="urn:schemas-microsoft-com:vml" Requires="v">
                <p:oleObj name="公式" r:id="rId24" imgW="2946240" imgH="507960" progId="Equation.3">
                  <p:embed/>
                </p:oleObj>
              </mc:Choice>
              <mc:Fallback>
                <p:oleObj name="公式" r:id="rId24" imgW="2946240" imgH="507960" progId="Equation.3">
                  <p:embed/>
                  <p:pic>
                    <p:nvPicPr>
                      <p:cNvPr id="0" name="Object 31"/>
                      <p:cNvPicPr>
                        <a:picLocks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916238" y="333375"/>
                        <a:ext cx="2592387" cy="446088"/>
                      </a:xfrm>
                      <a:prstGeom prst="rect">
                        <a:avLst/>
                      </a:prstGeom>
                      <a:solidFill>
                        <a:srgbClr val="0000CC"/>
                      </a:solidFill>
                      <a:ln>
                        <a:noFill/>
                      </a:ln>
                      <a:effectLst/>
                      <a:extLs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38" name="Text Box 32">
            <a:extLst>
              <a:ext uri="{FF2B5EF4-FFF2-40B4-BE49-F238E27FC236}">
                <a16:creationId xmlns:a16="http://schemas.microsoft.com/office/drawing/2014/main" id="{D6CAAB94-D089-CB9D-B2B0-39BD16B68A13}"/>
              </a:ext>
            </a:extLst>
          </p:cNvPr>
          <p:cNvSpPr txBox="1">
            <a:spLocks noChangeArrowheads="1"/>
          </p:cNvSpPr>
          <p:nvPr/>
        </p:nvSpPr>
        <p:spPr bwMode="auto">
          <a:xfrm>
            <a:off x="7596188" y="1447800"/>
            <a:ext cx="5762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en-US" altLang="zh-CN" sz="2000" i="1">
                <a:latin typeface="Times New Roman" panose="02020603050405020304" pitchFamily="18" charset="0"/>
                <a:ea typeface="宋体" panose="02010600030101010101" pitchFamily="2" charset="-122"/>
              </a:rPr>
              <a:t>C</a:t>
            </a:r>
          </a:p>
        </p:txBody>
      </p:sp>
      <p:pic>
        <p:nvPicPr>
          <p:cNvPr id="790561" name="Picture 33" descr="j0293240">
            <a:extLst>
              <a:ext uri="{FF2B5EF4-FFF2-40B4-BE49-F238E27FC236}">
                <a16:creationId xmlns:a16="http://schemas.microsoft.com/office/drawing/2014/main" id="{C0C1582F-A096-64DF-2C6B-4175F5C4D373}"/>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90530"/>
                                        </p:tgtEl>
                                        <p:attrNameLst>
                                          <p:attrName>style.visibility</p:attrName>
                                        </p:attrNameLst>
                                      </p:cBhvr>
                                      <p:to>
                                        <p:strVal val="visible"/>
                                      </p:to>
                                    </p:set>
                                    <p:animEffect transition="in" filter="wipe(left)">
                                      <p:cBhvr>
                                        <p:cTn id="7" dur="500"/>
                                        <p:tgtEl>
                                          <p:spTgt spid="7905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90531"/>
                                        </p:tgtEl>
                                        <p:attrNameLst>
                                          <p:attrName>style.visibility</p:attrName>
                                        </p:attrNameLst>
                                      </p:cBhvr>
                                      <p:to>
                                        <p:strVal val="visible"/>
                                      </p:to>
                                    </p:set>
                                    <p:animEffect transition="in" filter="wipe(left)">
                                      <p:cBhvr>
                                        <p:cTn id="12" dur="500"/>
                                        <p:tgtEl>
                                          <p:spTgt spid="7905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90532"/>
                                        </p:tgtEl>
                                        <p:attrNameLst>
                                          <p:attrName>style.visibility</p:attrName>
                                        </p:attrNameLst>
                                      </p:cBhvr>
                                      <p:to>
                                        <p:strVal val="visible"/>
                                      </p:to>
                                    </p:set>
                                    <p:animEffect transition="in" filter="wipe(left)">
                                      <p:cBhvr>
                                        <p:cTn id="17" dur="500"/>
                                        <p:tgtEl>
                                          <p:spTgt spid="7905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90533"/>
                                        </p:tgtEl>
                                        <p:attrNameLst>
                                          <p:attrName>style.visibility</p:attrName>
                                        </p:attrNameLst>
                                      </p:cBhvr>
                                      <p:to>
                                        <p:strVal val="visible"/>
                                      </p:to>
                                    </p:set>
                                    <p:animEffect transition="in" filter="wipe(left)">
                                      <p:cBhvr>
                                        <p:cTn id="22" dur="500"/>
                                        <p:tgtEl>
                                          <p:spTgt spid="79053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0" presetClass="entr" presetSubtype="0" decel="100000" fill="hold" nodeType="clickEffect">
                                  <p:stCondLst>
                                    <p:cond delay="0"/>
                                  </p:stCondLst>
                                  <p:childTnLst>
                                    <p:set>
                                      <p:cBhvr>
                                        <p:cTn id="26" dur="1" fill="hold">
                                          <p:stCondLst>
                                            <p:cond delay="0"/>
                                          </p:stCondLst>
                                        </p:cTn>
                                        <p:tgtEl>
                                          <p:spTgt spid="790542"/>
                                        </p:tgtEl>
                                        <p:attrNameLst>
                                          <p:attrName>style.visibility</p:attrName>
                                        </p:attrNameLst>
                                      </p:cBhvr>
                                      <p:to>
                                        <p:strVal val="visible"/>
                                      </p:to>
                                    </p:set>
                                    <p:anim calcmode="lin" valueType="num">
                                      <p:cBhvr>
                                        <p:cTn id="27" dur="1000" fill="hold"/>
                                        <p:tgtEl>
                                          <p:spTgt spid="790542"/>
                                        </p:tgtEl>
                                        <p:attrNameLst>
                                          <p:attrName>ppt_w</p:attrName>
                                        </p:attrNameLst>
                                      </p:cBhvr>
                                      <p:tavLst>
                                        <p:tav tm="0">
                                          <p:val>
                                            <p:strVal val="#ppt_w+.3"/>
                                          </p:val>
                                        </p:tav>
                                        <p:tav tm="100000">
                                          <p:val>
                                            <p:strVal val="#ppt_w"/>
                                          </p:val>
                                        </p:tav>
                                      </p:tavLst>
                                    </p:anim>
                                    <p:anim calcmode="lin" valueType="num">
                                      <p:cBhvr>
                                        <p:cTn id="28" dur="1000" fill="hold"/>
                                        <p:tgtEl>
                                          <p:spTgt spid="790542"/>
                                        </p:tgtEl>
                                        <p:attrNameLst>
                                          <p:attrName>ppt_h</p:attrName>
                                        </p:attrNameLst>
                                      </p:cBhvr>
                                      <p:tavLst>
                                        <p:tav tm="0">
                                          <p:val>
                                            <p:strVal val="#ppt_h"/>
                                          </p:val>
                                        </p:tav>
                                        <p:tav tm="100000">
                                          <p:val>
                                            <p:strVal val="#ppt_h"/>
                                          </p:val>
                                        </p:tav>
                                      </p:tavLst>
                                    </p:anim>
                                    <p:animEffect transition="in" filter="fade">
                                      <p:cBhvr>
                                        <p:cTn id="29" dur="1000"/>
                                        <p:tgtEl>
                                          <p:spTgt spid="79054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nodeType="clickEffect">
                                  <p:stCondLst>
                                    <p:cond delay="0"/>
                                  </p:stCondLst>
                                  <p:childTnLst>
                                    <p:set>
                                      <p:cBhvr>
                                        <p:cTn id="33" dur="1" fill="hold">
                                          <p:stCondLst>
                                            <p:cond delay="0"/>
                                          </p:stCondLst>
                                        </p:cTn>
                                        <p:tgtEl>
                                          <p:spTgt spid="790543"/>
                                        </p:tgtEl>
                                        <p:attrNameLst>
                                          <p:attrName>style.visibility</p:attrName>
                                        </p:attrNameLst>
                                      </p:cBhvr>
                                      <p:to>
                                        <p:strVal val="visible"/>
                                      </p:to>
                                    </p:set>
                                    <p:animEffect transition="in" filter="wipe(left)">
                                      <p:cBhvr>
                                        <p:cTn id="34" dur="500"/>
                                        <p:tgtEl>
                                          <p:spTgt spid="79054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790534"/>
                                        </p:tgtEl>
                                        <p:attrNameLst>
                                          <p:attrName>style.visibility</p:attrName>
                                        </p:attrNameLst>
                                      </p:cBhvr>
                                      <p:to>
                                        <p:strVal val="visible"/>
                                      </p:to>
                                    </p:set>
                                    <p:animEffect transition="in" filter="wipe(left)">
                                      <p:cBhvr>
                                        <p:cTn id="39" dur="500"/>
                                        <p:tgtEl>
                                          <p:spTgt spid="790534"/>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790535"/>
                                        </p:tgtEl>
                                        <p:attrNameLst>
                                          <p:attrName>style.visibility</p:attrName>
                                        </p:attrNameLst>
                                      </p:cBhvr>
                                      <p:to>
                                        <p:strVal val="visible"/>
                                      </p:to>
                                    </p:set>
                                    <p:animEffect transition="in" filter="wipe(left)">
                                      <p:cBhvr>
                                        <p:cTn id="44" dur="500"/>
                                        <p:tgtEl>
                                          <p:spTgt spid="790535"/>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790536"/>
                                        </p:tgtEl>
                                        <p:attrNameLst>
                                          <p:attrName>style.visibility</p:attrName>
                                        </p:attrNameLst>
                                      </p:cBhvr>
                                      <p:to>
                                        <p:strVal val="visible"/>
                                      </p:to>
                                    </p:set>
                                    <p:animEffect transition="in" filter="wipe(left)">
                                      <p:cBhvr>
                                        <p:cTn id="49" dur="500"/>
                                        <p:tgtEl>
                                          <p:spTgt spid="790536"/>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790537"/>
                                        </p:tgtEl>
                                        <p:attrNameLst>
                                          <p:attrName>style.visibility</p:attrName>
                                        </p:attrNameLst>
                                      </p:cBhvr>
                                      <p:to>
                                        <p:strVal val="visible"/>
                                      </p:to>
                                    </p:set>
                                    <p:animEffect transition="in" filter="wipe(left)">
                                      <p:cBhvr>
                                        <p:cTn id="54" dur="500"/>
                                        <p:tgtEl>
                                          <p:spTgt spid="790537"/>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790538"/>
                                        </p:tgtEl>
                                        <p:attrNameLst>
                                          <p:attrName>style.visibility</p:attrName>
                                        </p:attrNameLst>
                                      </p:cBhvr>
                                      <p:to>
                                        <p:strVal val="visible"/>
                                      </p:to>
                                    </p:set>
                                    <p:animEffect transition="in" filter="wipe(left)">
                                      <p:cBhvr>
                                        <p:cTn id="59" dur="500"/>
                                        <p:tgtEl>
                                          <p:spTgt spid="790538"/>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790539"/>
                                        </p:tgtEl>
                                        <p:attrNameLst>
                                          <p:attrName>style.visibility</p:attrName>
                                        </p:attrNameLst>
                                      </p:cBhvr>
                                      <p:to>
                                        <p:strVal val="visible"/>
                                      </p:to>
                                    </p:set>
                                    <p:animEffect transition="in" filter="wipe(left)">
                                      <p:cBhvr>
                                        <p:cTn id="64" dur="500"/>
                                        <p:tgtEl>
                                          <p:spTgt spid="790539"/>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790540"/>
                                        </p:tgtEl>
                                        <p:attrNameLst>
                                          <p:attrName>style.visibility</p:attrName>
                                        </p:attrNameLst>
                                      </p:cBhvr>
                                      <p:to>
                                        <p:strVal val="visible"/>
                                      </p:to>
                                    </p:set>
                                    <p:animEffect transition="in" filter="wipe(left)">
                                      <p:cBhvr>
                                        <p:cTn id="69" dur="500"/>
                                        <p:tgtEl>
                                          <p:spTgt spid="790540"/>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790541"/>
                                        </p:tgtEl>
                                        <p:attrNameLst>
                                          <p:attrName>style.visibility</p:attrName>
                                        </p:attrNameLst>
                                      </p:cBhvr>
                                      <p:to>
                                        <p:strVal val="visible"/>
                                      </p:to>
                                    </p:set>
                                    <p:animEffect transition="in" filter="wipe(left)">
                                      <p:cBhvr>
                                        <p:cTn id="74" dur="500"/>
                                        <p:tgtEl>
                                          <p:spTgt spid="790541"/>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2" fill="hold" nodeType="clickEffect">
                                  <p:stCondLst>
                                    <p:cond delay="0"/>
                                  </p:stCondLst>
                                  <p:childTnLst>
                                    <p:set>
                                      <p:cBhvr>
                                        <p:cTn id="78" dur="1" fill="hold">
                                          <p:stCondLst>
                                            <p:cond delay="0"/>
                                          </p:stCondLst>
                                        </p:cTn>
                                        <p:tgtEl>
                                          <p:spTgt spid="790561"/>
                                        </p:tgtEl>
                                        <p:attrNameLst>
                                          <p:attrName>style.visibility</p:attrName>
                                        </p:attrNameLst>
                                      </p:cBhvr>
                                      <p:to>
                                        <p:strVal val="visible"/>
                                      </p:to>
                                    </p:set>
                                    <p:anim calcmode="lin" valueType="num">
                                      <p:cBhvr additive="base">
                                        <p:cTn id="79" dur="500" fill="hold"/>
                                        <p:tgtEl>
                                          <p:spTgt spid="790561"/>
                                        </p:tgtEl>
                                        <p:attrNameLst>
                                          <p:attrName>ppt_x</p:attrName>
                                        </p:attrNameLst>
                                      </p:cBhvr>
                                      <p:tavLst>
                                        <p:tav tm="0">
                                          <p:val>
                                            <p:strVal val="1+#ppt_w/2"/>
                                          </p:val>
                                        </p:tav>
                                        <p:tav tm="100000">
                                          <p:val>
                                            <p:strVal val="#ppt_x"/>
                                          </p:val>
                                        </p:tav>
                                      </p:tavLst>
                                    </p:anim>
                                    <p:anim calcmode="lin" valueType="num">
                                      <p:cBhvr additive="base">
                                        <p:cTn id="80" dur="500" fill="hold"/>
                                        <p:tgtEl>
                                          <p:spTgt spid="79056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0534" grpId="0" autoUpdateAnimBg="0"/>
      <p:bldP spid="790535" grpId="0" autoUpdateAnimBg="0"/>
      <p:bldP spid="790536" grpId="0"/>
      <p:bldP spid="790537" grpId="0" autoUpdateAnimBg="0"/>
      <p:bldP spid="790538" grpId="0"/>
      <p:bldP spid="790542" grpId="0" animBg="1"/>
      <p:bldP spid="79054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1554" name="Text Box 2">
            <a:extLst>
              <a:ext uri="{FF2B5EF4-FFF2-40B4-BE49-F238E27FC236}">
                <a16:creationId xmlns:a16="http://schemas.microsoft.com/office/drawing/2014/main" id="{55004E65-765B-2C3E-EE25-568434411501}"/>
              </a:ext>
            </a:extLst>
          </p:cNvPr>
          <p:cNvSpPr txBox="1">
            <a:spLocks noChangeArrowheads="1"/>
          </p:cNvSpPr>
          <p:nvPr/>
        </p:nvSpPr>
        <p:spPr bwMode="auto">
          <a:xfrm>
            <a:off x="746125" y="1052513"/>
            <a:ext cx="8459788"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
                <a:srgbClr val="FFFF00"/>
              </a:buClr>
              <a:buFont typeface="Wingdings" panose="05000000000000000000" pitchFamily="2" charset="2"/>
              <a:buNone/>
            </a:pPr>
            <a:r>
              <a:rPr lang="en-US" altLang="zh-CN">
                <a:latin typeface="Times New Roman" panose="02020603050405020304" pitchFamily="18" charset="0"/>
                <a:ea typeface="楷体_GB2312" pitchFamily="49" charset="-122"/>
              </a:rPr>
              <a:t>(2) </a:t>
            </a:r>
            <a:r>
              <a:rPr lang="zh-CN" altLang="en-US">
                <a:latin typeface="Times New Roman" panose="02020603050405020304" pitchFamily="18" charset="0"/>
                <a:ea typeface="楷体_GB2312" pitchFamily="49" charset="-122"/>
              </a:rPr>
              <a:t>质点系的轨道角动量等于质点系的全部质量集中于质心</a:t>
            </a:r>
          </a:p>
          <a:p>
            <a:pPr algn="l">
              <a:lnSpc>
                <a:spcPct val="100000"/>
              </a:lnSpc>
              <a:buClr>
                <a:srgbClr val="FFFF00"/>
              </a:buClr>
              <a:buFont typeface="Wingdings" panose="05000000000000000000" pitchFamily="2" charset="2"/>
              <a:buNone/>
            </a:pPr>
            <a:r>
              <a:rPr lang="zh-CN" altLang="en-US">
                <a:latin typeface="Times New Roman" panose="02020603050405020304" pitchFamily="18" charset="0"/>
                <a:ea typeface="楷体_GB2312" pitchFamily="49" charset="-122"/>
              </a:rPr>
              <a:t>     处的一个质点对于参考点的角动量。</a:t>
            </a:r>
            <a:r>
              <a:rPr lang="zh-CN" altLang="en-US">
                <a:solidFill>
                  <a:srgbClr val="66FFFF"/>
                </a:solidFill>
                <a:latin typeface="Times New Roman" panose="02020603050405020304" pitchFamily="18" charset="0"/>
                <a:ea typeface="楷体_GB2312" pitchFamily="49" charset="-122"/>
              </a:rPr>
              <a:t>它反映了整个质点</a:t>
            </a:r>
          </a:p>
          <a:p>
            <a:pPr algn="l">
              <a:lnSpc>
                <a:spcPct val="100000"/>
              </a:lnSpc>
              <a:buClr>
                <a:srgbClr val="FFFF00"/>
              </a:buClr>
              <a:buFont typeface="Wingdings" panose="05000000000000000000" pitchFamily="2" charset="2"/>
              <a:buNone/>
            </a:pPr>
            <a:r>
              <a:rPr lang="zh-CN" altLang="en-US">
                <a:solidFill>
                  <a:srgbClr val="66FFFF"/>
                </a:solidFill>
                <a:latin typeface="Times New Roman" panose="02020603050405020304" pitchFamily="18" charset="0"/>
                <a:ea typeface="楷体_GB2312" pitchFamily="49" charset="-122"/>
              </a:rPr>
              <a:t>     系绕参考点的旋转运动</a:t>
            </a:r>
            <a:r>
              <a:rPr lang="zh-CN" altLang="en-US">
                <a:solidFill>
                  <a:srgbClr val="66FFFF"/>
                </a:solidFill>
                <a:latin typeface="Times New Roman" panose="02020603050405020304" pitchFamily="18" charset="0"/>
                <a:ea typeface="宋体" panose="02010600030101010101" pitchFamily="2" charset="-122"/>
              </a:rPr>
              <a:t>                </a:t>
            </a:r>
          </a:p>
        </p:txBody>
      </p:sp>
      <p:sp>
        <p:nvSpPr>
          <p:cNvPr id="791555" name="Text Box 3">
            <a:extLst>
              <a:ext uri="{FF2B5EF4-FFF2-40B4-BE49-F238E27FC236}">
                <a16:creationId xmlns:a16="http://schemas.microsoft.com/office/drawing/2014/main" id="{6DF0A632-09E8-56D5-8B0A-E86836885114}"/>
              </a:ext>
            </a:extLst>
          </p:cNvPr>
          <p:cNvSpPr txBox="1">
            <a:spLocks noChangeArrowheads="1"/>
          </p:cNvSpPr>
          <p:nvPr/>
        </p:nvSpPr>
        <p:spPr bwMode="auto">
          <a:xfrm>
            <a:off x="741363" y="2246313"/>
            <a:ext cx="800735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42913" indent="-442913">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10000"/>
              </a:lnSpc>
              <a:buClr>
                <a:srgbClr val="FFFF00"/>
              </a:buClr>
              <a:buFont typeface="Wingdings" panose="05000000000000000000" pitchFamily="2" charset="2"/>
              <a:buNone/>
            </a:pPr>
            <a:r>
              <a:rPr lang="en-US" altLang="zh-CN">
                <a:latin typeface="Times New Roman" panose="02020603050405020304" pitchFamily="18" charset="0"/>
                <a:ea typeface="楷体_GB2312" pitchFamily="49" charset="-122"/>
              </a:rPr>
              <a:t>(3) </a:t>
            </a:r>
            <a:r>
              <a:rPr lang="zh-CN" altLang="en-US">
                <a:latin typeface="Times New Roman" panose="02020603050405020304" pitchFamily="18" charset="0"/>
                <a:ea typeface="楷体_GB2312" pitchFamily="49" charset="-122"/>
              </a:rPr>
              <a:t>质点系的自旋角动量是以质心为参考点的角动量。</a:t>
            </a:r>
            <a:r>
              <a:rPr lang="zh-CN" altLang="en-US">
                <a:solidFill>
                  <a:srgbClr val="66FFFF"/>
                </a:solidFill>
                <a:latin typeface="Times New Roman" panose="02020603050405020304" pitchFamily="18" charset="0"/>
                <a:ea typeface="楷体_GB2312" pitchFamily="49" charset="-122"/>
              </a:rPr>
              <a:t>与质心运动无关。它只代表系统的内禀性质</a:t>
            </a:r>
            <a:r>
              <a:rPr lang="zh-CN" altLang="en-US">
                <a:solidFill>
                  <a:srgbClr val="66FFFF"/>
                </a:solidFill>
                <a:latin typeface="Times New Roman" panose="02020603050405020304" pitchFamily="18" charset="0"/>
                <a:ea typeface="宋体" panose="02010600030101010101" pitchFamily="2" charset="-122"/>
              </a:rPr>
              <a:t> </a:t>
            </a:r>
            <a:r>
              <a:rPr lang="zh-CN" altLang="en-US">
                <a:solidFill>
                  <a:srgbClr val="FF9900"/>
                </a:solidFill>
                <a:latin typeface="Times New Roman" panose="02020603050405020304" pitchFamily="18" charset="0"/>
                <a:ea typeface="宋体" panose="02010600030101010101" pitchFamily="2" charset="-122"/>
              </a:rPr>
              <a:t>（地球）</a:t>
            </a:r>
            <a:r>
              <a:rPr lang="zh-CN" altLang="en-US">
                <a:solidFill>
                  <a:srgbClr val="66FFFF"/>
                </a:solidFill>
                <a:latin typeface="Times New Roman" panose="02020603050405020304" pitchFamily="18" charset="0"/>
                <a:ea typeface="宋体" panose="02010600030101010101" pitchFamily="2" charset="-122"/>
              </a:rPr>
              <a:t>               </a:t>
            </a:r>
          </a:p>
        </p:txBody>
      </p:sp>
      <p:sp>
        <p:nvSpPr>
          <p:cNvPr id="791556" name="Text Box 4">
            <a:extLst>
              <a:ext uri="{FF2B5EF4-FFF2-40B4-BE49-F238E27FC236}">
                <a16:creationId xmlns:a16="http://schemas.microsoft.com/office/drawing/2014/main" id="{E248C0F6-D8D1-F610-F3EC-6C3D4BFA0C67}"/>
              </a:ext>
            </a:extLst>
          </p:cNvPr>
          <p:cNvSpPr txBox="1">
            <a:spLocks noChangeArrowheads="1"/>
          </p:cNvSpPr>
          <p:nvPr/>
        </p:nvSpPr>
        <p:spPr bwMode="auto">
          <a:xfrm>
            <a:off x="395288" y="3282950"/>
            <a:ext cx="3384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solidFill>
                  <a:srgbClr val="66FFFF"/>
                </a:solidFill>
                <a:latin typeface="Times New Roman" panose="02020603050405020304" pitchFamily="18" charset="0"/>
                <a:ea typeface="宋体" panose="02010600030101010101" pitchFamily="2" charset="-122"/>
              </a:rPr>
              <a:t>2. </a:t>
            </a:r>
            <a:r>
              <a:rPr lang="zh-CN" altLang="en-US">
                <a:solidFill>
                  <a:srgbClr val="66FFFF"/>
                </a:solidFill>
                <a:latin typeface="Times New Roman" panose="02020603050405020304" pitchFamily="18" charset="0"/>
                <a:ea typeface="宋体" panose="02010600030101010101" pitchFamily="2" charset="-122"/>
              </a:rPr>
              <a:t>质点系的动量矩定理</a:t>
            </a:r>
            <a:endParaRPr lang="zh-CN" altLang="en-US" b="0">
              <a:solidFill>
                <a:srgbClr val="66FFFF"/>
              </a:solidFill>
              <a:latin typeface="Times New Roman" panose="02020603050405020304" pitchFamily="18" charset="0"/>
              <a:ea typeface="宋体" panose="02010600030101010101" pitchFamily="2" charset="-122"/>
            </a:endParaRPr>
          </a:p>
        </p:txBody>
      </p:sp>
      <p:graphicFrame>
        <p:nvGraphicFramePr>
          <p:cNvPr id="10242" name="Object 5">
            <a:extLst>
              <a:ext uri="{FF2B5EF4-FFF2-40B4-BE49-F238E27FC236}">
                <a16:creationId xmlns:a16="http://schemas.microsoft.com/office/drawing/2014/main" id="{E7274A20-1DD0-A610-4A9C-BFD92450CBDF}"/>
              </a:ext>
            </a:extLst>
          </p:cNvPr>
          <p:cNvGraphicFramePr>
            <a:graphicFrameLocks/>
          </p:cNvGraphicFramePr>
          <p:nvPr/>
        </p:nvGraphicFramePr>
        <p:xfrm>
          <a:off x="2644775" y="390525"/>
          <a:ext cx="3798888" cy="446088"/>
        </p:xfrm>
        <a:graphic>
          <a:graphicData uri="http://schemas.openxmlformats.org/presentationml/2006/ole">
            <mc:AlternateContent xmlns:mc="http://schemas.openxmlformats.org/markup-compatibility/2006">
              <mc:Choice xmlns:v="urn:schemas-microsoft-com:vml" Requires="v">
                <p:oleObj name="公式" r:id="rId2" imgW="4317840" imgH="507960" progId="Equation.3">
                  <p:embed/>
                </p:oleObj>
              </mc:Choice>
              <mc:Fallback>
                <p:oleObj name="公式" r:id="rId2" imgW="4317840" imgH="507960" progId="Equation.3">
                  <p:embed/>
                  <p:pic>
                    <p:nvPicPr>
                      <p:cNvPr id="0" name="Object 5"/>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4775" y="390525"/>
                        <a:ext cx="3798888" cy="446088"/>
                      </a:xfrm>
                      <a:prstGeom prst="rect">
                        <a:avLst/>
                      </a:prstGeom>
                      <a:solidFill>
                        <a:srgbClr val="0000CC"/>
                      </a:solidFill>
                      <a:ln w="19050">
                        <a:solidFill>
                          <a:srgbClr val="66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91558" name="Object 6">
            <a:extLst>
              <a:ext uri="{FF2B5EF4-FFF2-40B4-BE49-F238E27FC236}">
                <a16:creationId xmlns:a16="http://schemas.microsoft.com/office/drawing/2014/main" id="{FF5C8526-19D7-DDCB-A3BD-E4F08E5B38EE}"/>
              </a:ext>
            </a:extLst>
          </p:cNvPr>
          <p:cNvGraphicFramePr>
            <a:graphicFrameLocks/>
          </p:cNvGraphicFramePr>
          <p:nvPr/>
        </p:nvGraphicFramePr>
        <p:xfrm>
          <a:off x="900113" y="3821113"/>
          <a:ext cx="1495425" cy="469900"/>
        </p:xfrm>
        <a:graphic>
          <a:graphicData uri="http://schemas.openxmlformats.org/presentationml/2006/ole">
            <mc:AlternateContent xmlns:mc="http://schemas.openxmlformats.org/markup-compatibility/2006">
              <mc:Choice xmlns:v="urn:schemas-microsoft-com:vml" Requires="v">
                <p:oleObj name="公式" r:id="rId4" imgW="1498320" imgH="469800" progId="Equation.3">
                  <p:embed/>
                </p:oleObj>
              </mc:Choice>
              <mc:Fallback>
                <p:oleObj name="公式" r:id="rId4" imgW="1498320" imgH="469800" progId="Equation.3">
                  <p:embed/>
                  <p:pic>
                    <p:nvPicPr>
                      <p:cNvPr id="0" name="Object 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113" y="3821113"/>
                        <a:ext cx="1495425" cy="46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1559" name="AutoShape 7">
            <a:extLst>
              <a:ext uri="{FF2B5EF4-FFF2-40B4-BE49-F238E27FC236}">
                <a16:creationId xmlns:a16="http://schemas.microsoft.com/office/drawing/2014/main" id="{E0090B06-04D4-91EB-EA1F-E7115A3DB8F8}"/>
              </a:ext>
            </a:extLst>
          </p:cNvPr>
          <p:cNvSpPr>
            <a:spLocks noChangeArrowheads="1"/>
          </p:cNvSpPr>
          <p:nvPr/>
        </p:nvSpPr>
        <p:spPr bwMode="auto">
          <a:xfrm>
            <a:off x="2513013" y="3875088"/>
            <a:ext cx="449262" cy="284162"/>
          </a:xfrm>
          <a:prstGeom prst="rightArrow">
            <a:avLst>
              <a:gd name="adj1" fmla="val 50000"/>
              <a:gd name="adj2" fmla="val 39525"/>
            </a:avLst>
          </a:prstGeom>
          <a:solidFill>
            <a:srgbClr val="FFCCFF"/>
          </a:solidFill>
          <a:ln w="9525">
            <a:solidFill>
              <a:srgbClr val="FFCCFF"/>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91560" name="Object 8">
            <a:extLst>
              <a:ext uri="{FF2B5EF4-FFF2-40B4-BE49-F238E27FC236}">
                <a16:creationId xmlns:a16="http://schemas.microsoft.com/office/drawing/2014/main" id="{A389F815-3EC2-0A52-D30F-035163A53059}"/>
              </a:ext>
            </a:extLst>
          </p:cNvPr>
          <p:cNvGraphicFramePr>
            <a:graphicFrameLocks/>
          </p:cNvGraphicFramePr>
          <p:nvPr/>
        </p:nvGraphicFramePr>
        <p:xfrm>
          <a:off x="2987675" y="3787775"/>
          <a:ext cx="2254250" cy="660400"/>
        </p:xfrm>
        <a:graphic>
          <a:graphicData uri="http://schemas.openxmlformats.org/presentationml/2006/ole">
            <mc:AlternateContent xmlns:mc="http://schemas.openxmlformats.org/markup-compatibility/2006">
              <mc:Choice xmlns:v="urn:schemas-microsoft-com:vml" Requires="v">
                <p:oleObj name="公式" r:id="rId6" imgW="2260440" imgH="660240" progId="Equation.3">
                  <p:embed/>
                </p:oleObj>
              </mc:Choice>
              <mc:Fallback>
                <p:oleObj name="公式" r:id="rId6" imgW="2260440" imgH="660240" progId="Equation.3">
                  <p:embed/>
                  <p:pic>
                    <p:nvPicPr>
                      <p:cNvPr id="0" name="Object 8"/>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87675" y="3787775"/>
                        <a:ext cx="225425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1561" name="AutoShape 9">
            <a:extLst>
              <a:ext uri="{FF2B5EF4-FFF2-40B4-BE49-F238E27FC236}">
                <a16:creationId xmlns:a16="http://schemas.microsoft.com/office/drawing/2014/main" id="{BAD0C8F5-B175-C87D-EEA5-C3F616CB013C}"/>
              </a:ext>
            </a:extLst>
          </p:cNvPr>
          <p:cNvSpPr>
            <a:spLocks noChangeArrowheads="1"/>
          </p:cNvSpPr>
          <p:nvPr/>
        </p:nvSpPr>
        <p:spPr bwMode="auto">
          <a:xfrm>
            <a:off x="5491163" y="3859213"/>
            <a:ext cx="376237" cy="288925"/>
          </a:xfrm>
          <a:prstGeom prst="rightArrow">
            <a:avLst>
              <a:gd name="adj1" fmla="val 50000"/>
              <a:gd name="adj2" fmla="val 32555"/>
            </a:avLst>
          </a:prstGeom>
          <a:solidFill>
            <a:srgbClr val="FFCCFF"/>
          </a:solidFill>
          <a:ln w="9525">
            <a:solidFill>
              <a:srgbClr val="FFCCFF"/>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91562" name="Object 10">
            <a:extLst>
              <a:ext uri="{FF2B5EF4-FFF2-40B4-BE49-F238E27FC236}">
                <a16:creationId xmlns:a16="http://schemas.microsoft.com/office/drawing/2014/main" id="{B4092FE6-4E8A-AD20-CF50-EE2BBDE5B8D2}"/>
              </a:ext>
            </a:extLst>
          </p:cNvPr>
          <p:cNvGraphicFramePr>
            <a:graphicFrameLocks/>
          </p:cNvGraphicFramePr>
          <p:nvPr/>
        </p:nvGraphicFramePr>
        <p:xfrm>
          <a:off x="5899150" y="3787775"/>
          <a:ext cx="1625600" cy="495300"/>
        </p:xfrm>
        <a:graphic>
          <a:graphicData uri="http://schemas.openxmlformats.org/presentationml/2006/ole">
            <mc:AlternateContent xmlns:mc="http://schemas.openxmlformats.org/markup-compatibility/2006">
              <mc:Choice xmlns:v="urn:schemas-microsoft-com:vml" Requires="v">
                <p:oleObj name="公式" r:id="rId8" imgW="1625400" imgH="495000" progId="Equation.3">
                  <p:embed/>
                </p:oleObj>
              </mc:Choice>
              <mc:Fallback>
                <p:oleObj name="公式" r:id="rId8" imgW="1625400" imgH="495000" progId="Equation.3">
                  <p:embed/>
                  <p:pic>
                    <p:nvPicPr>
                      <p:cNvPr id="0" name="Object 10"/>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99150" y="3787775"/>
                        <a:ext cx="162560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1563" name="Text Box 11">
            <a:extLst>
              <a:ext uri="{FF2B5EF4-FFF2-40B4-BE49-F238E27FC236}">
                <a16:creationId xmlns:a16="http://schemas.microsoft.com/office/drawing/2014/main" id="{BC02336F-D498-BA9C-5607-1D1EC5A263B3}"/>
              </a:ext>
            </a:extLst>
          </p:cNvPr>
          <p:cNvSpPr txBox="1">
            <a:spLocks noChangeArrowheads="1"/>
          </p:cNvSpPr>
          <p:nvPr/>
        </p:nvSpPr>
        <p:spPr bwMode="auto">
          <a:xfrm>
            <a:off x="7596188" y="3787775"/>
            <a:ext cx="12223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Tx/>
              <a:buFontTx/>
              <a:buNone/>
            </a:pPr>
            <a:r>
              <a:rPr lang="zh-CN" altLang="en-US" sz="2000">
                <a:latin typeface="Times New Roman" panose="02020603050405020304" pitchFamily="18" charset="0"/>
                <a:ea typeface="楷体_GB2312" pitchFamily="49" charset="-122"/>
              </a:rPr>
              <a:t>微分形式</a:t>
            </a:r>
          </a:p>
        </p:txBody>
      </p:sp>
      <p:graphicFrame>
        <p:nvGraphicFramePr>
          <p:cNvPr id="791564" name="Object 12">
            <a:extLst>
              <a:ext uri="{FF2B5EF4-FFF2-40B4-BE49-F238E27FC236}">
                <a16:creationId xmlns:a16="http://schemas.microsoft.com/office/drawing/2014/main" id="{45CC39B6-FFD3-10DB-A665-1CE3A679977B}"/>
              </a:ext>
            </a:extLst>
          </p:cNvPr>
          <p:cNvGraphicFramePr>
            <a:graphicFrameLocks/>
          </p:cNvGraphicFramePr>
          <p:nvPr/>
        </p:nvGraphicFramePr>
        <p:xfrm>
          <a:off x="7164388" y="4305300"/>
          <a:ext cx="1571625" cy="419100"/>
        </p:xfrm>
        <a:graphic>
          <a:graphicData uri="http://schemas.openxmlformats.org/presentationml/2006/ole">
            <mc:AlternateContent xmlns:mc="http://schemas.openxmlformats.org/markup-compatibility/2006">
              <mc:Choice xmlns:v="urn:schemas-microsoft-com:vml" Requires="v">
                <p:oleObj name="公式" r:id="rId10" imgW="1574640" imgH="419040" progId="Equation.3">
                  <p:embed/>
                </p:oleObj>
              </mc:Choice>
              <mc:Fallback>
                <p:oleObj name="公式" r:id="rId10" imgW="1574640" imgH="419040" progId="Equation.3">
                  <p:embed/>
                  <p:pic>
                    <p:nvPicPr>
                      <p:cNvPr id="0" name="Object 12"/>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64388" y="4305300"/>
                        <a:ext cx="1571625" cy="419100"/>
                      </a:xfrm>
                      <a:prstGeom prst="rect">
                        <a:avLst/>
                      </a:prstGeom>
                      <a:solidFill>
                        <a:srgbClr val="0000CC"/>
                      </a:solidFill>
                      <a:ln>
                        <a:noFill/>
                      </a:ln>
                      <a:effectLst/>
                      <a:extLst>
                        <a:ext uri="{91240B29-F687-4F45-9708-019B960494DF}">
                          <a14:hiddenLine xmlns:a14="http://schemas.microsoft.com/office/drawing/2010/main" w="19050">
                            <a:solidFill>
                              <a:srgbClr val="66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1565" name="Object 13">
            <a:extLst>
              <a:ext uri="{FF2B5EF4-FFF2-40B4-BE49-F238E27FC236}">
                <a16:creationId xmlns:a16="http://schemas.microsoft.com/office/drawing/2014/main" id="{48829E9E-941A-1622-3371-74990DE7D9A4}"/>
              </a:ext>
            </a:extLst>
          </p:cNvPr>
          <p:cNvGraphicFramePr>
            <a:graphicFrameLocks/>
          </p:cNvGraphicFramePr>
          <p:nvPr/>
        </p:nvGraphicFramePr>
        <p:xfrm>
          <a:off x="828675" y="4546600"/>
          <a:ext cx="4094163" cy="682625"/>
        </p:xfrm>
        <a:graphic>
          <a:graphicData uri="http://schemas.openxmlformats.org/presentationml/2006/ole">
            <mc:AlternateContent xmlns:mc="http://schemas.openxmlformats.org/markup-compatibility/2006">
              <mc:Choice xmlns:v="urn:schemas-microsoft-com:vml" Requires="v">
                <p:oleObj name="公式" r:id="rId12" imgW="4584600" imgH="761760" progId="Equation.3">
                  <p:embed/>
                </p:oleObj>
              </mc:Choice>
              <mc:Fallback>
                <p:oleObj name="公式" r:id="rId12" imgW="4584600" imgH="761760" progId="Equation.3">
                  <p:embed/>
                  <p:pic>
                    <p:nvPicPr>
                      <p:cNvPr id="0" name="Object 13"/>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8675" y="4546600"/>
                        <a:ext cx="4094163" cy="68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1566" name="Text Box 14">
            <a:extLst>
              <a:ext uri="{FF2B5EF4-FFF2-40B4-BE49-F238E27FC236}">
                <a16:creationId xmlns:a16="http://schemas.microsoft.com/office/drawing/2014/main" id="{B31656C9-B3AC-139A-72E1-D3EA58CE97A6}"/>
              </a:ext>
            </a:extLst>
          </p:cNvPr>
          <p:cNvSpPr txBox="1">
            <a:spLocks noChangeArrowheads="1"/>
          </p:cNvSpPr>
          <p:nvPr/>
        </p:nvSpPr>
        <p:spPr bwMode="auto">
          <a:xfrm>
            <a:off x="5221288" y="4618038"/>
            <a:ext cx="1582737"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25000"/>
              </a:lnSpc>
              <a:buClrTx/>
              <a:buFontTx/>
              <a:buNone/>
            </a:pPr>
            <a:r>
              <a:rPr lang="zh-CN" altLang="en-US" sz="2000">
                <a:latin typeface="Times New Roman" panose="02020603050405020304" pitchFamily="18" charset="0"/>
                <a:ea typeface="楷体_GB2312" pitchFamily="49" charset="-122"/>
              </a:rPr>
              <a:t>积分形式</a:t>
            </a:r>
          </a:p>
        </p:txBody>
      </p:sp>
      <p:sp>
        <p:nvSpPr>
          <p:cNvPr id="791567" name="Rectangle 15">
            <a:extLst>
              <a:ext uri="{FF2B5EF4-FFF2-40B4-BE49-F238E27FC236}">
                <a16:creationId xmlns:a16="http://schemas.microsoft.com/office/drawing/2014/main" id="{17E057AC-9B57-441C-CFB2-56E592E1EEAA}"/>
              </a:ext>
            </a:extLst>
          </p:cNvPr>
          <p:cNvSpPr>
            <a:spLocks noChangeArrowheads="1"/>
          </p:cNvSpPr>
          <p:nvPr/>
        </p:nvSpPr>
        <p:spPr bwMode="auto">
          <a:xfrm>
            <a:off x="611188" y="5373688"/>
            <a:ext cx="7812087" cy="466725"/>
          </a:xfrm>
          <a:prstGeom prst="rect">
            <a:avLst/>
          </a:prstGeom>
          <a:noFill/>
          <a:ln w="9525">
            <a:solidFill>
              <a:srgbClr val="66FF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latin typeface="宋体" panose="02010600030101010101" pitchFamily="2" charset="-122"/>
                <a:ea typeface="楷体_GB2312" pitchFamily="49" charset="-122"/>
              </a:rPr>
              <a:t>质点系所受合外力矩的冲量矩等于质点系动量矩的增量</a:t>
            </a:r>
            <a:endParaRPr lang="zh-CN" altLang="en-US">
              <a:latin typeface="Times New Roman" panose="02020603050405020304" pitchFamily="18" charset="0"/>
              <a:ea typeface="楷体_GB2312" pitchFamily="49" charset="-122"/>
            </a:endParaRPr>
          </a:p>
        </p:txBody>
      </p:sp>
      <p:sp>
        <p:nvSpPr>
          <p:cNvPr id="791568" name="AutoShape 16">
            <a:extLst>
              <a:ext uri="{FF2B5EF4-FFF2-40B4-BE49-F238E27FC236}">
                <a16:creationId xmlns:a16="http://schemas.microsoft.com/office/drawing/2014/main" id="{3672B898-4F5A-7C48-08D8-56402EC62959}"/>
              </a:ext>
            </a:extLst>
          </p:cNvPr>
          <p:cNvSpPr>
            <a:spLocks noChangeArrowheads="1"/>
          </p:cNvSpPr>
          <p:nvPr/>
        </p:nvSpPr>
        <p:spPr bwMode="auto">
          <a:xfrm>
            <a:off x="395288" y="5949950"/>
            <a:ext cx="360362" cy="576263"/>
          </a:xfrm>
          <a:prstGeom prst="star4">
            <a:avLst>
              <a:gd name="adj" fmla="val 18519"/>
            </a:avLst>
          </a:prstGeom>
          <a:gradFill rotWithShape="0">
            <a:gsLst>
              <a:gs pos="0">
                <a:srgbClr val="99FF99"/>
              </a:gs>
              <a:gs pos="100000">
                <a:srgbClr val="99FF99">
                  <a:gamma/>
                  <a:shade val="46275"/>
                  <a:invGamma/>
                </a:srgbClr>
              </a:gs>
            </a:gsLst>
            <a:path path="shape">
              <a:fillToRect l="50000" t="50000" r="50000" b="50000"/>
            </a:path>
          </a:gradFill>
          <a:ln w="9525">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91569" name="Text Box 17">
            <a:extLst>
              <a:ext uri="{FF2B5EF4-FFF2-40B4-BE49-F238E27FC236}">
                <a16:creationId xmlns:a16="http://schemas.microsoft.com/office/drawing/2014/main" id="{0C7E48CA-ABF8-6297-D573-AC26B3563F5D}"/>
              </a:ext>
            </a:extLst>
          </p:cNvPr>
          <p:cNvSpPr txBox="1">
            <a:spLocks noChangeArrowheads="1"/>
          </p:cNvSpPr>
          <p:nvPr/>
        </p:nvSpPr>
        <p:spPr bwMode="auto">
          <a:xfrm>
            <a:off x="322263" y="6021388"/>
            <a:ext cx="165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FFFF00"/>
                </a:solidFill>
                <a:latin typeface="宋体" panose="02010600030101010101" pitchFamily="2" charset="-122"/>
                <a:ea typeface="宋体" panose="02010600030101010101" pitchFamily="2" charset="-122"/>
              </a:rPr>
              <a:t>说明</a:t>
            </a:r>
          </a:p>
        </p:txBody>
      </p:sp>
      <p:sp>
        <p:nvSpPr>
          <p:cNvPr id="791570" name="Rectangle 18">
            <a:extLst>
              <a:ext uri="{FF2B5EF4-FFF2-40B4-BE49-F238E27FC236}">
                <a16:creationId xmlns:a16="http://schemas.microsoft.com/office/drawing/2014/main" id="{351A3199-5956-15AE-05BA-E8BC9114474A}"/>
              </a:ext>
            </a:extLst>
          </p:cNvPr>
          <p:cNvSpPr>
            <a:spLocks noChangeArrowheads="1"/>
          </p:cNvSpPr>
          <p:nvPr/>
        </p:nvSpPr>
        <p:spPr bwMode="auto">
          <a:xfrm>
            <a:off x="1476375" y="5949950"/>
            <a:ext cx="71278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Clr>
                <a:srgbClr val="FFFF00"/>
              </a:buClr>
              <a:buFont typeface="Wingdings" panose="05000000000000000000" pitchFamily="2" charset="2"/>
              <a:buNone/>
            </a:pPr>
            <a:r>
              <a:rPr lang="zh-CN" altLang="en-US">
                <a:latin typeface="Times New Roman" panose="02020603050405020304" pitchFamily="18" charset="0"/>
                <a:ea typeface="楷体_GB2312" pitchFamily="49" charset="-122"/>
              </a:rPr>
              <a:t>质点系的内力矩不能改变质点系的动量矩</a:t>
            </a:r>
          </a:p>
        </p:txBody>
      </p:sp>
      <p:pic>
        <p:nvPicPr>
          <p:cNvPr id="791571" name="Picture 19" descr="j0293240">
            <a:extLst>
              <a:ext uri="{FF2B5EF4-FFF2-40B4-BE49-F238E27FC236}">
                <a16:creationId xmlns:a16="http://schemas.microsoft.com/office/drawing/2014/main" id="{CC495943-3A4C-758C-A57E-1F46F0E0FF9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569325" y="6381750"/>
            <a:ext cx="611188"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91554"/>
                                        </p:tgtEl>
                                        <p:attrNameLst>
                                          <p:attrName>style.visibility</p:attrName>
                                        </p:attrNameLst>
                                      </p:cBhvr>
                                      <p:to>
                                        <p:strVal val="visible"/>
                                      </p:to>
                                    </p:set>
                                    <p:animEffect transition="in" filter="wipe(left)">
                                      <p:cBhvr>
                                        <p:cTn id="7" dur="500"/>
                                        <p:tgtEl>
                                          <p:spTgt spid="7915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91555"/>
                                        </p:tgtEl>
                                        <p:attrNameLst>
                                          <p:attrName>style.visibility</p:attrName>
                                        </p:attrNameLst>
                                      </p:cBhvr>
                                      <p:to>
                                        <p:strVal val="visible"/>
                                      </p:to>
                                    </p:set>
                                    <p:animEffect transition="in" filter="wipe(left)">
                                      <p:cBhvr>
                                        <p:cTn id="12" dur="500"/>
                                        <p:tgtEl>
                                          <p:spTgt spid="7915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91556"/>
                                        </p:tgtEl>
                                        <p:attrNameLst>
                                          <p:attrName>style.visibility</p:attrName>
                                        </p:attrNameLst>
                                      </p:cBhvr>
                                      <p:to>
                                        <p:strVal val="visible"/>
                                      </p:to>
                                    </p:set>
                                    <p:animEffect transition="in" filter="wipe(left)">
                                      <p:cBhvr>
                                        <p:cTn id="17" dur="500"/>
                                        <p:tgtEl>
                                          <p:spTgt spid="7915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91558"/>
                                        </p:tgtEl>
                                        <p:attrNameLst>
                                          <p:attrName>style.visibility</p:attrName>
                                        </p:attrNameLst>
                                      </p:cBhvr>
                                      <p:to>
                                        <p:strVal val="visible"/>
                                      </p:to>
                                    </p:set>
                                    <p:animEffect transition="in" filter="wipe(left)">
                                      <p:cBhvr>
                                        <p:cTn id="22" dur="500"/>
                                        <p:tgtEl>
                                          <p:spTgt spid="79155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91559"/>
                                        </p:tgtEl>
                                        <p:attrNameLst>
                                          <p:attrName>style.visibility</p:attrName>
                                        </p:attrNameLst>
                                      </p:cBhvr>
                                      <p:to>
                                        <p:strVal val="visible"/>
                                      </p:to>
                                    </p:set>
                                    <p:animEffect transition="in" filter="wipe(left)">
                                      <p:cBhvr>
                                        <p:cTn id="27" dur="500"/>
                                        <p:tgtEl>
                                          <p:spTgt spid="79155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91560"/>
                                        </p:tgtEl>
                                        <p:attrNameLst>
                                          <p:attrName>style.visibility</p:attrName>
                                        </p:attrNameLst>
                                      </p:cBhvr>
                                      <p:to>
                                        <p:strVal val="visible"/>
                                      </p:to>
                                    </p:set>
                                    <p:animEffect transition="in" filter="wipe(left)">
                                      <p:cBhvr>
                                        <p:cTn id="32" dur="500"/>
                                        <p:tgtEl>
                                          <p:spTgt spid="79156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91561"/>
                                        </p:tgtEl>
                                        <p:attrNameLst>
                                          <p:attrName>style.visibility</p:attrName>
                                        </p:attrNameLst>
                                      </p:cBhvr>
                                      <p:to>
                                        <p:strVal val="visible"/>
                                      </p:to>
                                    </p:set>
                                    <p:animEffect transition="in" filter="wipe(left)">
                                      <p:cBhvr>
                                        <p:cTn id="37" dur="500"/>
                                        <p:tgtEl>
                                          <p:spTgt spid="79156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91562"/>
                                        </p:tgtEl>
                                        <p:attrNameLst>
                                          <p:attrName>style.visibility</p:attrName>
                                        </p:attrNameLst>
                                      </p:cBhvr>
                                      <p:to>
                                        <p:strVal val="visible"/>
                                      </p:to>
                                    </p:set>
                                    <p:animEffect transition="in" filter="wipe(left)">
                                      <p:cBhvr>
                                        <p:cTn id="42" dur="500"/>
                                        <p:tgtEl>
                                          <p:spTgt spid="79156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791563"/>
                                        </p:tgtEl>
                                        <p:attrNameLst>
                                          <p:attrName>style.visibility</p:attrName>
                                        </p:attrNameLst>
                                      </p:cBhvr>
                                      <p:to>
                                        <p:strVal val="visible"/>
                                      </p:to>
                                    </p:set>
                                    <p:animEffect transition="in" filter="wipe(left)">
                                      <p:cBhvr>
                                        <p:cTn id="47" dur="500"/>
                                        <p:tgtEl>
                                          <p:spTgt spid="79156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791564"/>
                                        </p:tgtEl>
                                        <p:attrNameLst>
                                          <p:attrName>style.visibility</p:attrName>
                                        </p:attrNameLst>
                                      </p:cBhvr>
                                      <p:to>
                                        <p:strVal val="visible"/>
                                      </p:to>
                                    </p:set>
                                    <p:animEffect transition="in" filter="wipe(left)">
                                      <p:cBhvr>
                                        <p:cTn id="52" dur="500"/>
                                        <p:tgtEl>
                                          <p:spTgt spid="791564"/>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791565"/>
                                        </p:tgtEl>
                                        <p:attrNameLst>
                                          <p:attrName>style.visibility</p:attrName>
                                        </p:attrNameLst>
                                      </p:cBhvr>
                                      <p:to>
                                        <p:strVal val="visible"/>
                                      </p:to>
                                    </p:set>
                                    <p:animEffect transition="in" filter="wipe(left)">
                                      <p:cBhvr>
                                        <p:cTn id="57" dur="500"/>
                                        <p:tgtEl>
                                          <p:spTgt spid="79156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791566"/>
                                        </p:tgtEl>
                                        <p:attrNameLst>
                                          <p:attrName>style.visibility</p:attrName>
                                        </p:attrNameLst>
                                      </p:cBhvr>
                                      <p:to>
                                        <p:strVal val="visible"/>
                                      </p:to>
                                    </p:set>
                                    <p:animEffect transition="in" filter="wipe(left)">
                                      <p:cBhvr>
                                        <p:cTn id="62" dur="500"/>
                                        <p:tgtEl>
                                          <p:spTgt spid="791566"/>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791567"/>
                                        </p:tgtEl>
                                        <p:attrNameLst>
                                          <p:attrName>style.visibility</p:attrName>
                                        </p:attrNameLst>
                                      </p:cBhvr>
                                      <p:to>
                                        <p:strVal val="visible"/>
                                      </p:to>
                                    </p:set>
                                    <p:animEffect transition="in" filter="wipe(left)">
                                      <p:cBhvr>
                                        <p:cTn id="67" dur="500"/>
                                        <p:tgtEl>
                                          <p:spTgt spid="791567"/>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50" presetClass="entr" presetSubtype="0" decel="100000" fill="hold" nodeType="clickEffect">
                                  <p:stCondLst>
                                    <p:cond delay="0"/>
                                  </p:stCondLst>
                                  <p:childTnLst>
                                    <p:set>
                                      <p:cBhvr>
                                        <p:cTn id="71" dur="1" fill="hold">
                                          <p:stCondLst>
                                            <p:cond delay="0"/>
                                          </p:stCondLst>
                                        </p:cTn>
                                        <p:tgtEl>
                                          <p:spTgt spid="791568"/>
                                        </p:tgtEl>
                                        <p:attrNameLst>
                                          <p:attrName>style.visibility</p:attrName>
                                        </p:attrNameLst>
                                      </p:cBhvr>
                                      <p:to>
                                        <p:strVal val="visible"/>
                                      </p:to>
                                    </p:set>
                                    <p:anim calcmode="lin" valueType="num">
                                      <p:cBhvr>
                                        <p:cTn id="72" dur="1000" fill="hold"/>
                                        <p:tgtEl>
                                          <p:spTgt spid="791568"/>
                                        </p:tgtEl>
                                        <p:attrNameLst>
                                          <p:attrName>ppt_w</p:attrName>
                                        </p:attrNameLst>
                                      </p:cBhvr>
                                      <p:tavLst>
                                        <p:tav tm="0">
                                          <p:val>
                                            <p:strVal val="#ppt_w+.3"/>
                                          </p:val>
                                        </p:tav>
                                        <p:tav tm="100000">
                                          <p:val>
                                            <p:strVal val="#ppt_w"/>
                                          </p:val>
                                        </p:tav>
                                      </p:tavLst>
                                    </p:anim>
                                    <p:anim calcmode="lin" valueType="num">
                                      <p:cBhvr>
                                        <p:cTn id="73" dur="1000" fill="hold"/>
                                        <p:tgtEl>
                                          <p:spTgt spid="791568"/>
                                        </p:tgtEl>
                                        <p:attrNameLst>
                                          <p:attrName>ppt_h</p:attrName>
                                        </p:attrNameLst>
                                      </p:cBhvr>
                                      <p:tavLst>
                                        <p:tav tm="0">
                                          <p:val>
                                            <p:strVal val="#ppt_h"/>
                                          </p:val>
                                        </p:tav>
                                        <p:tav tm="100000">
                                          <p:val>
                                            <p:strVal val="#ppt_h"/>
                                          </p:val>
                                        </p:tav>
                                      </p:tavLst>
                                    </p:anim>
                                    <p:animEffect transition="in" filter="fade">
                                      <p:cBhvr>
                                        <p:cTn id="74" dur="1000"/>
                                        <p:tgtEl>
                                          <p:spTgt spid="791568"/>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791569"/>
                                        </p:tgtEl>
                                        <p:attrNameLst>
                                          <p:attrName>style.visibility</p:attrName>
                                        </p:attrNameLst>
                                      </p:cBhvr>
                                      <p:to>
                                        <p:strVal val="visible"/>
                                      </p:to>
                                    </p:set>
                                    <p:animEffect transition="in" filter="wipe(left)">
                                      <p:cBhvr>
                                        <p:cTn id="79" dur="500"/>
                                        <p:tgtEl>
                                          <p:spTgt spid="791569"/>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22" presetClass="entr" presetSubtype="8" fill="hold" nodeType="clickEffect">
                                  <p:stCondLst>
                                    <p:cond delay="0"/>
                                  </p:stCondLst>
                                  <p:childTnLst>
                                    <p:set>
                                      <p:cBhvr>
                                        <p:cTn id="83" dur="1" fill="hold">
                                          <p:stCondLst>
                                            <p:cond delay="0"/>
                                          </p:stCondLst>
                                        </p:cTn>
                                        <p:tgtEl>
                                          <p:spTgt spid="791570"/>
                                        </p:tgtEl>
                                        <p:attrNameLst>
                                          <p:attrName>style.visibility</p:attrName>
                                        </p:attrNameLst>
                                      </p:cBhvr>
                                      <p:to>
                                        <p:strVal val="visible"/>
                                      </p:to>
                                    </p:set>
                                    <p:animEffect transition="in" filter="wipe(left)">
                                      <p:cBhvr>
                                        <p:cTn id="84" dur="500"/>
                                        <p:tgtEl>
                                          <p:spTgt spid="791570"/>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 presetClass="entr" presetSubtype="2" fill="hold" nodeType="clickEffect">
                                  <p:stCondLst>
                                    <p:cond delay="0"/>
                                  </p:stCondLst>
                                  <p:childTnLst>
                                    <p:set>
                                      <p:cBhvr>
                                        <p:cTn id="88" dur="1" fill="hold">
                                          <p:stCondLst>
                                            <p:cond delay="0"/>
                                          </p:stCondLst>
                                        </p:cTn>
                                        <p:tgtEl>
                                          <p:spTgt spid="791571"/>
                                        </p:tgtEl>
                                        <p:attrNameLst>
                                          <p:attrName>style.visibility</p:attrName>
                                        </p:attrNameLst>
                                      </p:cBhvr>
                                      <p:to>
                                        <p:strVal val="visible"/>
                                      </p:to>
                                    </p:set>
                                    <p:anim calcmode="lin" valueType="num">
                                      <p:cBhvr additive="base">
                                        <p:cTn id="89" dur="500" fill="hold"/>
                                        <p:tgtEl>
                                          <p:spTgt spid="791571"/>
                                        </p:tgtEl>
                                        <p:attrNameLst>
                                          <p:attrName>ppt_x</p:attrName>
                                        </p:attrNameLst>
                                      </p:cBhvr>
                                      <p:tavLst>
                                        <p:tav tm="0">
                                          <p:val>
                                            <p:strVal val="1+#ppt_w/2"/>
                                          </p:val>
                                        </p:tav>
                                        <p:tav tm="100000">
                                          <p:val>
                                            <p:strVal val="#ppt_x"/>
                                          </p:val>
                                        </p:tav>
                                      </p:tavLst>
                                    </p:anim>
                                    <p:anim calcmode="lin" valueType="num">
                                      <p:cBhvr additive="base">
                                        <p:cTn id="90" dur="500" fill="hold"/>
                                        <p:tgtEl>
                                          <p:spTgt spid="79157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1554" grpId="0" autoUpdateAnimBg="0"/>
      <p:bldP spid="791555" grpId="0" autoUpdateAnimBg="0"/>
      <p:bldP spid="791556" grpId="0" autoUpdateAnimBg="0"/>
      <p:bldP spid="791559" grpId="0" animBg="1"/>
      <p:bldP spid="791561" grpId="0" animBg="1"/>
      <p:bldP spid="791563" grpId="0"/>
      <p:bldP spid="791566" grpId="0"/>
      <p:bldP spid="791567" grpId="0" animBg="1" autoUpdateAnimBg="0"/>
      <p:bldP spid="791568" grpId="0" animBg="1"/>
      <p:bldP spid="791569" grpId="0"/>
      <p:bldP spid="791570"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578" name="Text Box 2">
            <a:extLst>
              <a:ext uri="{FF2B5EF4-FFF2-40B4-BE49-F238E27FC236}">
                <a16:creationId xmlns:a16="http://schemas.microsoft.com/office/drawing/2014/main" id="{DB165FE0-FC61-6BA7-D123-513057E372D7}"/>
              </a:ext>
            </a:extLst>
          </p:cNvPr>
          <p:cNvSpPr txBox="1">
            <a:spLocks noChangeArrowheads="1"/>
          </p:cNvSpPr>
          <p:nvPr/>
        </p:nvSpPr>
        <p:spPr bwMode="auto">
          <a:xfrm>
            <a:off x="331788" y="2513013"/>
            <a:ext cx="6770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三</a:t>
            </a:r>
            <a:r>
              <a:rPr lang="en-US" altLang="zh-CN">
                <a:solidFill>
                  <a:srgbClr val="FFFF00"/>
                </a:solidFill>
                <a:latin typeface="Times New Roman" panose="02020603050405020304" pitchFamily="18" charset="0"/>
                <a:ea typeface="宋体" panose="02010600030101010101" pitchFamily="2" charset="-122"/>
              </a:rPr>
              <a:t>. </a:t>
            </a:r>
            <a:r>
              <a:rPr lang="zh-CN" altLang="en-US">
                <a:solidFill>
                  <a:srgbClr val="FFFF00"/>
                </a:solidFill>
                <a:latin typeface="Times New Roman" panose="02020603050405020304" pitchFamily="18" charset="0"/>
                <a:ea typeface="宋体" panose="02010600030101010101" pitchFamily="2" charset="-122"/>
              </a:rPr>
              <a:t>刚体定轴转动的动量矩定理和动量矩守恒定律</a:t>
            </a:r>
          </a:p>
        </p:txBody>
      </p:sp>
      <p:sp>
        <p:nvSpPr>
          <p:cNvPr id="792579" name="Text Box 3">
            <a:extLst>
              <a:ext uri="{FF2B5EF4-FFF2-40B4-BE49-F238E27FC236}">
                <a16:creationId xmlns:a16="http://schemas.microsoft.com/office/drawing/2014/main" id="{70DAD76C-6F01-B38A-752D-E0E6DB32E188}"/>
              </a:ext>
            </a:extLst>
          </p:cNvPr>
          <p:cNvSpPr txBox="1">
            <a:spLocks noChangeArrowheads="1"/>
          </p:cNvSpPr>
          <p:nvPr/>
        </p:nvSpPr>
        <p:spPr bwMode="auto">
          <a:xfrm>
            <a:off x="357188" y="2992438"/>
            <a:ext cx="3989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a:solidFill>
                  <a:srgbClr val="66FFFF"/>
                </a:solidFill>
                <a:latin typeface="Times New Roman" panose="02020603050405020304" pitchFamily="18" charset="0"/>
                <a:ea typeface="宋体" panose="02010600030101010101" pitchFamily="2" charset="-122"/>
                <a:sym typeface="Symbol" panose="05050102010706020507" pitchFamily="18" charset="2"/>
              </a:rPr>
              <a:t>1. </a:t>
            </a:r>
            <a:r>
              <a:rPr lang="zh-CN" altLang="en-US">
                <a:solidFill>
                  <a:srgbClr val="66FFFF"/>
                </a:solidFill>
                <a:latin typeface="Times New Roman" panose="02020603050405020304" pitchFamily="18" charset="0"/>
                <a:ea typeface="宋体" panose="02010600030101010101" pitchFamily="2" charset="-122"/>
              </a:rPr>
              <a:t>刚体定轴转动的动量矩</a:t>
            </a:r>
            <a:endParaRPr lang="zh-CN" altLang="en-US" b="0">
              <a:solidFill>
                <a:srgbClr val="66FFFF"/>
              </a:solidFill>
              <a:latin typeface="Times New Roman" panose="02020603050405020304" pitchFamily="18" charset="0"/>
              <a:ea typeface="宋体" panose="02010600030101010101" pitchFamily="2" charset="-122"/>
            </a:endParaRPr>
          </a:p>
        </p:txBody>
      </p:sp>
      <p:sp>
        <p:nvSpPr>
          <p:cNvPr id="792580" name="Text Box 4">
            <a:extLst>
              <a:ext uri="{FF2B5EF4-FFF2-40B4-BE49-F238E27FC236}">
                <a16:creationId xmlns:a16="http://schemas.microsoft.com/office/drawing/2014/main" id="{68870286-C3AF-EB2A-40EC-E398C2150795}"/>
              </a:ext>
            </a:extLst>
          </p:cNvPr>
          <p:cNvSpPr txBox="1">
            <a:spLocks noChangeArrowheads="1"/>
          </p:cNvSpPr>
          <p:nvPr/>
        </p:nvSpPr>
        <p:spPr bwMode="auto">
          <a:xfrm>
            <a:off x="879475" y="3424238"/>
            <a:ext cx="3989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lang="zh-CN" altLang="en-US">
                <a:latin typeface="Times New Roman" panose="02020603050405020304" pitchFamily="18" charset="0"/>
                <a:ea typeface="楷体_GB2312" pitchFamily="49" charset="-122"/>
              </a:rPr>
              <a:t>刚体对转动轴的动量矩</a:t>
            </a:r>
            <a:r>
              <a:rPr lang="en-US" altLang="zh-CN">
                <a:solidFill>
                  <a:srgbClr val="FFFF00"/>
                </a:solidFill>
                <a:latin typeface="Times New Roman" panose="02020603050405020304" pitchFamily="18" charset="0"/>
                <a:ea typeface="楷体_GB2312" pitchFamily="49" charset="-122"/>
              </a:rPr>
              <a:t>… …</a:t>
            </a:r>
          </a:p>
        </p:txBody>
      </p:sp>
      <p:sp>
        <p:nvSpPr>
          <p:cNvPr id="792581" name="Text Box 5">
            <a:extLst>
              <a:ext uri="{FF2B5EF4-FFF2-40B4-BE49-F238E27FC236}">
                <a16:creationId xmlns:a16="http://schemas.microsoft.com/office/drawing/2014/main" id="{C87CCDAE-D6CA-A60C-5B44-33C34DE7CA9A}"/>
              </a:ext>
            </a:extLst>
          </p:cNvPr>
          <p:cNvSpPr txBox="1">
            <a:spLocks noChangeArrowheads="1"/>
          </p:cNvSpPr>
          <p:nvPr/>
        </p:nvSpPr>
        <p:spPr bwMode="auto">
          <a:xfrm>
            <a:off x="904875" y="3881438"/>
            <a:ext cx="5114925"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25000"/>
              </a:lnSpc>
              <a:buClrTx/>
              <a:buFontTx/>
              <a:buNone/>
            </a:pPr>
            <a:r>
              <a:rPr lang="zh-CN" altLang="en-US" sz="2000">
                <a:latin typeface="Times New Roman" panose="02020603050405020304" pitchFamily="18" charset="0"/>
                <a:ea typeface="宋体" panose="02010600030101010101" pitchFamily="2" charset="-122"/>
              </a:rPr>
              <a:t>刚体上任一质点对 </a:t>
            </a:r>
            <a:r>
              <a:rPr lang="en-US" altLang="zh-CN" sz="2000" i="1">
                <a:solidFill>
                  <a:srgbClr val="66FFFF"/>
                </a:solidFill>
                <a:latin typeface="Times New Roman" panose="02020603050405020304" pitchFamily="18" charset="0"/>
                <a:ea typeface="宋体" panose="02010600030101010101" pitchFamily="2" charset="-122"/>
              </a:rPr>
              <a:t>Z </a:t>
            </a:r>
            <a:r>
              <a:rPr lang="zh-CN" altLang="en-US" sz="2000">
                <a:latin typeface="Times New Roman" panose="02020603050405020304" pitchFamily="18" charset="0"/>
                <a:ea typeface="宋体" panose="02010600030101010101" pitchFamily="2" charset="-122"/>
              </a:rPr>
              <a:t>轴的动量矩为</a:t>
            </a:r>
          </a:p>
          <a:p>
            <a:pPr algn="l" eaLnBrk="1" hangingPunct="1">
              <a:lnSpc>
                <a:spcPct val="125000"/>
              </a:lnSpc>
              <a:buClrTx/>
              <a:buFontTx/>
              <a:buNone/>
            </a:pPr>
            <a:endParaRPr lang="zh-CN" altLang="en-US" sz="2000">
              <a:latin typeface="Times New Roman" panose="02020603050405020304" pitchFamily="18" charset="0"/>
              <a:ea typeface="宋体" panose="02010600030101010101" pitchFamily="2" charset="-122"/>
            </a:endParaRPr>
          </a:p>
          <a:p>
            <a:pPr algn="l" eaLnBrk="1" hangingPunct="1">
              <a:lnSpc>
                <a:spcPct val="125000"/>
              </a:lnSpc>
              <a:buClrTx/>
              <a:buFontTx/>
              <a:buNone/>
            </a:pPr>
            <a:r>
              <a:rPr lang="zh-CN" altLang="en-US" sz="2000">
                <a:latin typeface="Times New Roman" panose="02020603050405020304" pitchFamily="18" charset="0"/>
                <a:ea typeface="宋体" panose="02010600030101010101" pitchFamily="2" charset="-122"/>
              </a:rPr>
              <a:t>且具有相同的方向</a:t>
            </a:r>
            <a:endParaRPr lang="zh-CN" altLang="en-US" sz="2000" b="0">
              <a:solidFill>
                <a:schemeClr val="tx1"/>
              </a:solidFill>
              <a:latin typeface="Arial" panose="020B0604020202020204" pitchFamily="34" charset="0"/>
              <a:ea typeface="宋体" panose="02010600030101010101" pitchFamily="2" charset="-122"/>
            </a:endParaRPr>
          </a:p>
        </p:txBody>
      </p:sp>
      <p:grpSp>
        <p:nvGrpSpPr>
          <p:cNvPr id="2" name="Group 6">
            <a:extLst>
              <a:ext uri="{FF2B5EF4-FFF2-40B4-BE49-F238E27FC236}">
                <a16:creationId xmlns:a16="http://schemas.microsoft.com/office/drawing/2014/main" id="{82F3014A-8CF3-839A-D9AF-686D3E6D84F6}"/>
              </a:ext>
            </a:extLst>
          </p:cNvPr>
          <p:cNvGrpSpPr>
            <a:grpSpLocks/>
          </p:cNvGrpSpPr>
          <p:nvPr/>
        </p:nvGrpSpPr>
        <p:grpSpPr bwMode="auto">
          <a:xfrm>
            <a:off x="6453188" y="3233738"/>
            <a:ext cx="1871662" cy="3167062"/>
            <a:chOff x="4267" y="983"/>
            <a:chExt cx="1289" cy="2064"/>
          </a:xfrm>
        </p:grpSpPr>
        <p:sp>
          <p:nvSpPr>
            <p:cNvPr id="792583" name="Freeform 7">
              <a:extLst>
                <a:ext uri="{FF2B5EF4-FFF2-40B4-BE49-F238E27FC236}">
                  <a16:creationId xmlns:a16="http://schemas.microsoft.com/office/drawing/2014/main" id="{6DB6F8AE-A4A4-EFDB-7A51-47C23F71DC35}"/>
                </a:ext>
              </a:extLst>
            </p:cNvPr>
            <p:cNvSpPr>
              <a:spLocks/>
            </p:cNvSpPr>
            <p:nvPr/>
          </p:nvSpPr>
          <p:spPr bwMode="auto">
            <a:xfrm>
              <a:off x="4267" y="1463"/>
              <a:ext cx="1289" cy="1267"/>
            </a:xfrm>
            <a:custGeom>
              <a:avLst/>
              <a:gdLst/>
              <a:ahLst/>
              <a:cxnLst>
                <a:cxn ang="0">
                  <a:pos x="1022" y="268"/>
                </a:cxn>
                <a:cxn ang="0">
                  <a:pos x="965" y="190"/>
                </a:cxn>
                <a:cxn ang="0">
                  <a:pos x="909" y="120"/>
                </a:cxn>
                <a:cxn ang="0">
                  <a:pos x="824" y="57"/>
                </a:cxn>
                <a:cxn ang="0">
                  <a:pos x="782" y="28"/>
                </a:cxn>
                <a:cxn ang="0">
                  <a:pos x="726" y="14"/>
                </a:cxn>
                <a:cxn ang="0">
                  <a:pos x="684" y="0"/>
                </a:cxn>
                <a:cxn ang="0">
                  <a:pos x="641" y="0"/>
                </a:cxn>
                <a:cxn ang="0">
                  <a:pos x="599" y="0"/>
                </a:cxn>
                <a:cxn ang="0">
                  <a:pos x="557" y="14"/>
                </a:cxn>
                <a:cxn ang="0">
                  <a:pos x="500" y="28"/>
                </a:cxn>
                <a:cxn ang="0">
                  <a:pos x="458" y="57"/>
                </a:cxn>
                <a:cxn ang="0">
                  <a:pos x="381" y="120"/>
                </a:cxn>
                <a:cxn ang="0">
                  <a:pos x="317" y="190"/>
                </a:cxn>
                <a:cxn ang="0">
                  <a:pos x="268" y="268"/>
                </a:cxn>
                <a:cxn ang="0">
                  <a:pos x="233" y="310"/>
                </a:cxn>
                <a:cxn ang="0">
                  <a:pos x="190" y="359"/>
                </a:cxn>
                <a:cxn ang="0">
                  <a:pos x="106" y="451"/>
                </a:cxn>
                <a:cxn ang="0">
                  <a:pos x="64" y="500"/>
                </a:cxn>
                <a:cxn ang="0">
                  <a:pos x="28" y="549"/>
                </a:cxn>
                <a:cxn ang="0">
                  <a:pos x="7" y="598"/>
                </a:cxn>
                <a:cxn ang="0">
                  <a:pos x="0" y="648"/>
                </a:cxn>
                <a:cxn ang="0">
                  <a:pos x="0" y="683"/>
                </a:cxn>
                <a:cxn ang="0">
                  <a:pos x="14" y="725"/>
                </a:cxn>
                <a:cxn ang="0">
                  <a:pos x="35" y="753"/>
                </a:cxn>
                <a:cxn ang="0">
                  <a:pos x="56" y="788"/>
                </a:cxn>
                <a:cxn ang="0">
                  <a:pos x="120" y="852"/>
                </a:cxn>
                <a:cxn ang="0">
                  <a:pos x="183" y="908"/>
                </a:cxn>
                <a:cxn ang="0">
                  <a:pos x="247" y="971"/>
                </a:cxn>
                <a:cxn ang="0">
                  <a:pos x="303" y="1042"/>
                </a:cxn>
                <a:cxn ang="0">
                  <a:pos x="359" y="1105"/>
                </a:cxn>
                <a:cxn ang="0">
                  <a:pos x="416" y="1168"/>
                </a:cxn>
                <a:cxn ang="0">
                  <a:pos x="465" y="1210"/>
                </a:cxn>
                <a:cxn ang="0">
                  <a:pos x="514" y="1239"/>
                </a:cxn>
                <a:cxn ang="0">
                  <a:pos x="578" y="1260"/>
                </a:cxn>
                <a:cxn ang="0">
                  <a:pos x="641" y="1267"/>
                </a:cxn>
                <a:cxn ang="0">
                  <a:pos x="705" y="1260"/>
                </a:cxn>
                <a:cxn ang="0">
                  <a:pos x="768" y="1239"/>
                </a:cxn>
                <a:cxn ang="0">
                  <a:pos x="817" y="1210"/>
                </a:cxn>
                <a:cxn ang="0">
                  <a:pos x="867" y="1168"/>
                </a:cxn>
                <a:cxn ang="0">
                  <a:pos x="930" y="1105"/>
                </a:cxn>
                <a:cxn ang="0">
                  <a:pos x="987" y="1042"/>
                </a:cxn>
                <a:cxn ang="0">
                  <a:pos x="1036" y="971"/>
                </a:cxn>
                <a:cxn ang="0">
                  <a:pos x="1099" y="908"/>
                </a:cxn>
                <a:cxn ang="0">
                  <a:pos x="1170" y="852"/>
                </a:cxn>
                <a:cxn ang="0">
                  <a:pos x="1226" y="788"/>
                </a:cxn>
                <a:cxn ang="0">
                  <a:pos x="1275" y="725"/>
                </a:cxn>
                <a:cxn ang="0">
                  <a:pos x="1282" y="683"/>
                </a:cxn>
                <a:cxn ang="0">
                  <a:pos x="1289" y="648"/>
                </a:cxn>
                <a:cxn ang="0">
                  <a:pos x="1282" y="598"/>
                </a:cxn>
                <a:cxn ang="0">
                  <a:pos x="1254" y="549"/>
                </a:cxn>
                <a:cxn ang="0">
                  <a:pos x="1219" y="500"/>
                </a:cxn>
                <a:cxn ang="0">
                  <a:pos x="1184" y="451"/>
                </a:cxn>
                <a:cxn ang="0">
                  <a:pos x="1092" y="359"/>
                </a:cxn>
                <a:cxn ang="0">
                  <a:pos x="1057" y="310"/>
                </a:cxn>
                <a:cxn ang="0">
                  <a:pos x="1022" y="268"/>
                </a:cxn>
                <a:cxn ang="0">
                  <a:pos x="1022" y="268"/>
                </a:cxn>
              </a:cxnLst>
              <a:rect l="0" t="0" r="r" b="b"/>
              <a:pathLst>
                <a:path w="1289" h="1267">
                  <a:moveTo>
                    <a:pt x="1022" y="268"/>
                  </a:moveTo>
                  <a:lnTo>
                    <a:pt x="965" y="190"/>
                  </a:lnTo>
                  <a:lnTo>
                    <a:pt x="909" y="120"/>
                  </a:lnTo>
                  <a:lnTo>
                    <a:pt x="824" y="57"/>
                  </a:lnTo>
                  <a:lnTo>
                    <a:pt x="782" y="28"/>
                  </a:lnTo>
                  <a:lnTo>
                    <a:pt x="726" y="14"/>
                  </a:lnTo>
                  <a:lnTo>
                    <a:pt x="684" y="0"/>
                  </a:lnTo>
                  <a:lnTo>
                    <a:pt x="641" y="0"/>
                  </a:lnTo>
                  <a:lnTo>
                    <a:pt x="599" y="0"/>
                  </a:lnTo>
                  <a:lnTo>
                    <a:pt x="557" y="14"/>
                  </a:lnTo>
                  <a:lnTo>
                    <a:pt x="500" y="28"/>
                  </a:lnTo>
                  <a:lnTo>
                    <a:pt x="458" y="57"/>
                  </a:lnTo>
                  <a:lnTo>
                    <a:pt x="381" y="120"/>
                  </a:lnTo>
                  <a:lnTo>
                    <a:pt x="317" y="190"/>
                  </a:lnTo>
                  <a:lnTo>
                    <a:pt x="268" y="268"/>
                  </a:lnTo>
                  <a:lnTo>
                    <a:pt x="233" y="310"/>
                  </a:lnTo>
                  <a:lnTo>
                    <a:pt x="190" y="359"/>
                  </a:lnTo>
                  <a:lnTo>
                    <a:pt x="106" y="451"/>
                  </a:lnTo>
                  <a:lnTo>
                    <a:pt x="64" y="500"/>
                  </a:lnTo>
                  <a:lnTo>
                    <a:pt x="28" y="549"/>
                  </a:lnTo>
                  <a:lnTo>
                    <a:pt x="7" y="598"/>
                  </a:lnTo>
                  <a:lnTo>
                    <a:pt x="0" y="648"/>
                  </a:lnTo>
                  <a:lnTo>
                    <a:pt x="0" y="683"/>
                  </a:lnTo>
                  <a:lnTo>
                    <a:pt x="14" y="725"/>
                  </a:lnTo>
                  <a:lnTo>
                    <a:pt x="35" y="753"/>
                  </a:lnTo>
                  <a:lnTo>
                    <a:pt x="56" y="788"/>
                  </a:lnTo>
                  <a:lnTo>
                    <a:pt x="120" y="852"/>
                  </a:lnTo>
                  <a:lnTo>
                    <a:pt x="183" y="908"/>
                  </a:lnTo>
                  <a:lnTo>
                    <a:pt x="247" y="971"/>
                  </a:lnTo>
                  <a:lnTo>
                    <a:pt x="303" y="1042"/>
                  </a:lnTo>
                  <a:lnTo>
                    <a:pt x="359" y="1105"/>
                  </a:lnTo>
                  <a:lnTo>
                    <a:pt x="416" y="1168"/>
                  </a:lnTo>
                  <a:lnTo>
                    <a:pt x="465" y="1210"/>
                  </a:lnTo>
                  <a:lnTo>
                    <a:pt x="514" y="1239"/>
                  </a:lnTo>
                  <a:lnTo>
                    <a:pt x="578" y="1260"/>
                  </a:lnTo>
                  <a:lnTo>
                    <a:pt x="641" y="1267"/>
                  </a:lnTo>
                  <a:lnTo>
                    <a:pt x="705" y="1260"/>
                  </a:lnTo>
                  <a:lnTo>
                    <a:pt x="768" y="1239"/>
                  </a:lnTo>
                  <a:lnTo>
                    <a:pt x="817" y="1210"/>
                  </a:lnTo>
                  <a:lnTo>
                    <a:pt x="867" y="1168"/>
                  </a:lnTo>
                  <a:lnTo>
                    <a:pt x="930" y="1105"/>
                  </a:lnTo>
                  <a:lnTo>
                    <a:pt x="987" y="1042"/>
                  </a:lnTo>
                  <a:lnTo>
                    <a:pt x="1036" y="971"/>
                  </a:lnTo>
                  <a:lnTo>
                    <a:pt x="1099" y="908"/>
                  </a:lnTo>
                  <a:lnTo>
                    <a:pt x="1170" y="852"/>
                  </a:lnTo>
                  <a:lnTo>
                    <a:pt x="1226" y="788"/>
                  </a:lnTo>
                  <a:lnTo>
                    <a:pt x="1275" y="725"/>
                  </a:lnTo>
                  <a:lnTo>
                    <a:pt x="1282" y="683"/>
                  </a:lnTo>
                  <a:lnTo>
                    <a:pt x="1289" y="648"/>
                  </a:lnTo>
                  <a:lnTo>
                    <a:pt x="1282" y="598"/>
                  </a:lnTo>
                  <a:lnTo>
                    <a:pt x="1254" y="549"/>
                  </a:lnTo>
                  <a:lnTo>
                    <a:pt x="1219" y="500"/>
                  </a:lnTo>
                  <a:lnTo>
                    <a:pt x="1184" y="451"/>
                  </a:lnTo>
                  <a:lnTo>
                    <a:pt x="1092" y="359"/>
                  </a:lnTo>
                  <a:lnTo>
                    <a:pt x="1057" y="310"/>
                  </a:lnTo>
                  <a:lnTo>
                    <a:pt x="1022" y="268"/>
                  </a:lnTo>
                  <a:lnTo>
                    <a:pt x="1022" y="268"/>
                  </a:lnTo>
                  <a:close/>
                </a:path>
              </a:pathLst>
            </a:custGeom>
            <a:solidFill>
              <a:schemeClr val="accent1"/>
            </a:solidFill>
            <a:ln w="28575" cmpd="sng">
              <a:round/>
              <a:headEnd/>
              <a:tailEnd/>
            </a:ln>
            <a:effectLst/>
            <a:scene3d>
              <a:camera prst="legacyPerspectiveTop"/>
              <a:lightRig rig="legacyFlat3" dir="b"/>
            </a:scene3d>
            <a:sp3d extrusionH="887400" prstMaterial="legacyMatte">
              <a:bevelT w="13500" h="13500" prst="angle"/>
              <a:bevelB w="13500" h="13500" prst="angle"/>
              <a:extrusionClr>
                <a:schemeClr val="accent1"/>
              </a:extrusionClr>
            </a:sp3d>
          </p:spPr>
          <p:txBody>
            <a:bodyPr>
              <a:flatTx/>
            </a:bodyPr>
            <a:lstStyle/>
            <a:p>
              <a:pPr>
                <a:defRPr/>
              </a:pPr>
              <a:endParaRPr lang="zh-CN" altLang="en-US">
                <a:effectLst>
                  <a:outerShdw blurRad="38100" dist="38100" dir="2700000" algn="tl">
                    <a:srgbClr val="000000">
                      <a:alpha val="43137"/>
                    </a:srgbClr>
                  </a:outerShdw>
                </a:effectLst>
              </a:endParaRPr>
            </a:p>
          </p:txBody>
        </p:sp>
        <p:sp>
          <p:nvSpPr>
            <p:cNvPr id="792584" name="Freeform 8">
              <a:extLst>
                <a:ext uri="{FF2B5EF4-FFF2-40B4-BE49-F238E27FC236}">
                  <a16:creationId xmlns:a16="http://schemas.microsoft.com/office/drawing/2014/main" id="{A0DDEB40-D2CB-4C83-4BA2-96878EBD774D}"/>
                </a:ext>
              </a:extLst>
            </p:cNvPr>
            <p:cNvSpPr>
              <a:spLocks/>
            </p:cNvSpPr>
            <p:nvPr/>
          </p:nvSpPr>
          <p:spPr bwMode="auto">
            <a:xfrm>
              <a:off x="5289" y="1724"/>
              <a:ext cx="7" cy="7"/>
            </a:xfrm>
            <a:custGeom>
              <a:avLst/>
              <a:gdLst/>
              <a:ahLst/>
              <a:cxnLst>
                <a:cxn ang="0">
                  <a:pos x="7" y="0"/>
                </a:cxn>
                <a:cxn ang="0">
                  <a:pos x="7" y="0"/>
                </a:cxn>
                <a:cxn ang="0">
                  <a:pos x="7" y="0"/>
                </a:cxn>
                <a:cxn ang="0">
                  <a:pos x="0" y="7"/>
                </a:cxn>
                <a:cxn ang="0">
                  <a:pos x="7" y="0"/>
                </a:cxn>
              </a:cxnLst>
              <a:rect l="0" t="0" r="r" b="b"/>
              <a:pathLst>
                <a:path w="7" h="7">
                  <a:moveTo>
                    <a:pt x="7" y="0"/>
                  </a:moveTo>
                  <a:lnTo>
                    <a:pt x="7" y="0"/>
                  </a:lnTo>
                  <a:lnTo>
                    <a:pt x="7" y="0"/>
                  </a:lnTo>
                  <a:lnTo>
                    <a:pt x="0" y="7"/>
                  </a:lnTo>
                  <a:lnTo>
                    <a:pt x="7" y="0"/>
                  </a:lnTo>
                  <a:close/>
                </a:path>
              </a:pathLst>
            </a:custGeom>
            <a:solidFill>
              <a:srgbClr val="000000"/>
            </a:solidFill>
            <a:ln w="9525">
              <a:noFill/>
              <a:round/>
              <a:headEnd/>
              <a:tailEnd/>
            </a:ln>
          </p:spPr>
          <p:txBody>
            <a:bodyPr/>
            <a:lstStyle/>
            <a:p>
              <a:pPr>
                <a:defRPr/>
              </a:pPr>
              <a:endParaRPr lang="zh-CN" altLang="en-US">
                <a:effectLst>
                  <a:outerShdw blurRad="38100" dist="38100" dir="2700000" algn="tl">
                    <a:srgbClr val="000000">
                      <a:alpha val="43137"/>
                    </a:srgbClr>
                  </a:outerShdw>
                </a:effectLst>
              </a:endParaRPr>
            </a:p>
          </p:txBody>
        </p:sp>
        <p:sp>
          <p:nvSpPr>
            <p:cNvPr id="792585" name="Line 9">
              <a:extLst>
                <a:ext uri="{FF2B5EF4-FFF2-40B4-BE49-F238E27FC236}">
                  <a16:creationId xmlns:a16="http://schemas.microsoft.com/office/drawing/2014/main" id="{CAB4481D-5B11-FE1F-0CEE-296D854DAE96}"/>
                </a:ext>
              </a:extLst>
            </p:cNvPr>
            <p:cNvSpPr>
              <a:spLocks noChangeShapeType="1"/>
            </p:cNvSpPr>
            <p:nvPr/>
          </p:nvSpPr>
          <p:spPr bwMode="auto">
            <a:xfrm flipV="1">
              <a:off x="4939" y="1415"/>
              <a:ext cx="0" cy="1344"/>
            </a:xfrm>
            <a:prstGeom prst="line">
              <a:avLst/>
            </a:prstGeom>
            <a:noFill/>
            <a:ln w="57150">
              <a:solidFill>
                <a:srgbClr val="FFFF66"/>
              </a:solidFill>
              <a:prstDash val="lgDashDot"/>
              <a:round/>
              <a:headEnd/>
              <a:tailEnd/>
            </a:ln>
          </p:spPr>
          <p:txBody>
            <a:bodyPr/>
            <a:lstStyle/>
            <a:p>
              <a:pPr>
                <a:defRPr/>
              </a:pPr>
              <a:endParaRPr lang="zh-CN" altLang="en-US">
                <a:effectLst>
                  <a:outerShdw blurRad="38100" dist="38100" dir="2700000" algn="tl">
                    <a:srgbClr val="000000">
                      <a:alpha val="43137"/>
                    </a:srgbClr>
                  </a:outerShdw>
                </a:effectLst>
              </a:endParaRPr>
            </a:p>
          </p:txBody>
        </p:sp>
        <p:grpSp>
          <p:nvGrpSpPr>
            <p:cNvPr id="11299" name="Group 10">
              <a:extLst>
                <a:ext uri="{FF2B5EF4-FFF2-40B4-BE49-F238E27FC236}">
                  <a16:creationId xmlns:a16="http://schemas.microsoft.com/office/drawing/2014/main" id="{175CA62E-8279-7BA4-0600-2265296FEE00}"/>
                </a:ext>
              </a:extLst>
            </p:cNvPr>
            <p:cNvGrpSpPr>
              <a:grpSpLocks/>
            </p:cNvGrpSpPr>
            <p:nvPr/>
          </p:nvGrpSpPr>
          <p:grpSpPr bwMode="auto">
            <a:xfrm>
              <a:off x="4699" y="2903"/>
              <a:ext cx="480" cy="144"/>
              <a:chOff x="4176" y="2496"/>
              <a:chExt cx="480" cy="144"/>
            </a:xfrm>
          </p:grpSpPr>
          <p:sp>
            <p:nvSpPr>
              <p:cNvPr id="792587" name="Line 11">
                <a:extLst>
                  <a:ext uri="{FF2B5EF4-FFF2-40B4-BE49-F238E27FC236}">
                    <a16:creationId xmlns:a16="http://schemas.microsoft.com/office/drawing/2014/main" id="{9581A76F-BAE5-CAF9-AC5D-EAC978332F39}"/>
                  </a:ext>
                </a:extLst>
              </p:cNvPr>
              <p:cNvSpPr>
                <a:spLocks noChangeShapeType="1"/>
              </p:cNvSpPr>
              <p:nvPr/>
            </p:nvSpPr>
            <p:spPr bwMode="auto">
              <a:xfrm>
                <a:off x="4320" y="2496"/>
                <a:ext cx="0" cy="144"/>
              </a:xfrm>
              <a:prstGeom prst="line">
                <a:avLst/>
              </a:prstGeom>
              <a:noFill/>
              <a:ln w="76200">
                <a:solidFill>
                  <a:srgbClr val="66FF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92588" name="Line 12">
                <a:extLst>
                  <a:ext uri="{FF2B5EF4-FFF2-40B4-BE49-F238E27FC236}">
                    <a16:creationId xmlns:a16="http://schemas.microsoft.com/office/drawing/2014/main" id="{FB1E340D-7722-36C2-BBE4-910505AC350C}"/>
                  </a:ext>
                </a:extLst>
              </p:cNvPr>
              <p:cNvSpPr>
                <a:spLocks noChangeShapeType="1"/>
              </p:cNvSpPr>
              <p:nvPr/>
            </p:nvSpPr>
            <p:spPr bwMode="auto">
              <a:xfrm>
                <a:off x="4176" y="2640"/>
                <a:ext cx="480" cy="0"/>
              </a:xfrm>
              <a:prstGeom prst="line">
                <a:avLst/>
              </a:prstGeom>
              <a:noFill/>
              <a:ln w="76200">
                <a:solidFill>
                  <a:srgbClr val="66FF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92589" name="Line 13">
                <a:extLst>
                  <a:ext uri="{FF2B5EF4-FFF2-40B4-BE49-F238E27FC236}">
                    <a16:creationId xmlns:a16="http://schemas.microsoft.com/office/drawing/2014/main" id="{FC70DF92-A5AD-4C53-9714-376FA7EBD2C3}"/>
                  </a:ext>
                </a:extLst>
              </p:cNvPr>
              <p:cNvSpPr>
                <a:spLocks noChangeShapeType="1"/>
              </p:cNvSpPr>
              <p:nvPr/>
            </p:nvSpPr>
            <p:spPr bwMode="auto">
              <a:xfrm>
                <a:off x="4509" y="2496"/>
                <a:ext cx="0" cy="144"/>
              </a:xfrm>
              <a:prstGeom prst="line">
                <a:avLst/>
              </a:prstGeom>
              <a:noFill/>
              <a:ln w="76200">
                <a:solidFill>
                  <a:srgbClr val="66FF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792590" name="Line 14">
              <a:extLst>
                <a:ext uri="{FF2B5EF4-FFF2-40B4-BE49-F238E27FC236}">
                  <a16:creationId xmlns:a16="http://schemas.microsoft.com/office/drawing/2014/main" id="{54DBCD53-F338-137A-368F-7408C9FCA3EA}"/>
                </a:ext>
              </a:extLst>
            </p:cNvPr>
            <p:cNvSpPr>
              <a:spLocks noChangeShapeType="1"/>
            </p:cNvSpPr>
            <p:nvPr/>
          </p:nvSpPr>
          <p:spPr bwMode="auto">
            <a:xfrm flipV="1">
              <a:off x="4939" y="983"/>
              <a:ext cx="0" cy="480"/>
            </a:xfrm>
            <a:prstGeom prst="line">
              <a:avLst/>
            </a:prstGeom>
            <a:noFill/>
            <a:ln w="57150">
              <a:solidFill>
                <a:srgbClr val="66FF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92591" name="Line 15">
              <a:extLst>
                <a:ext uri="{FF2B5EF4-FFF2-40B4-BE49-F238E27FC236}">
                  <a16:creationId xmlns:a16="http://schemas.microsoft.com/office/drawing/2014/main" id="{2966CEFD-7EDD-AB54-8D97-E17DB10253E3}"/>
                </a:ext>
              </a:extLst>
            </p:cNvPr>
            <p:cNvSpPr>
              <a:spLocks noChangeShapeType="1"/>
            </p:cNvSpPr>
            <p:nvPr/>
          </p:nvSpPr>
          <p:spPr bwMode="auto">
            <a:xfrm flipV="1">
              <a:off x="4939" y="2711"/>
              <a:ext cx="0" cy="336"/>
            </a:xfrm>
            <a:prstGeom prst="line">
              <a:avLst/>
            </a:prstGeom>
            <a:noFill/>
            <a:ln w="57150">
              <a:solidFill>
                <a:srgbClr val="00FFCC"/>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nvGrpSpPr>
            <p:cNvPr id="11302" name="Group 16">
              <a:extLst>
                <a:ext uri="{FF2B5EF4-FFF2-40B4-BE49-F238E27FC236}">
                  <a16:creationId xmlns:a16="http://schemas.microsoft.com/office/drawing/2014/main" id="{5C599450-726B-70A9-C931-C04CD8C8591E}"/>
                </a:ext>
              </a:extLst>
            </p:cNvPr>
            <p:cNvGrpSpPr>
              <a:grpSpLocks/>
            </p:cNvGrpSpPr>
            <p:nvPr/>
          </p:nvGrpSpPr>
          <p:grpSpPr bwMode="auto">
            <a:xfrm>
              <a:off x="4843" y="1127"/>
              <a:ext cx="192" cy="288"/>
              <a:chOff x="4320" y="720"/>
              <a:chExt cx="192" cy="288"/>
            </a:xfrm>
          </p:grpSpPr>
          <p:sp>
            <p:nvSpPr>
              <p:cNvPr id="792593" name="Line 17">
                <a:extLst>
                  <a:ext uri="{FF2B5EF4-FFF2-40B4-BE49-F238E27FC236}">
                    <a16:creationId xmlns:a16="http://schemas.microsoft.com/office/drawing/2014/main" id="{EB796043-58B8-CB6E-8345-42B9736AC3F9}"/>
                  </a:ext>
                </a:extLst>
              </p:cNvPr>
              <p:cNvSpPr>
                <a:spLocks noChangeShapeType="1"/>
              </p:cNvSpPr>
              <p:nvPr/>
            </p:nvSpPr>
            <p:spPr bwMode="auto">
              <a:xfrm>
                <a:off x="4320" y="720"/>
                <a:ext cx="0" cy="298"/>
              </a:xfrm>
              <a:prstGeom prst="line">
                <a:avLst/>
              </a:prstGeom>
              <a:noFill/>
              <a:ln w="76200">
                <a:solidFill>
                  <a:srgbClr val="66FF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92594" name="Line 18">
                <a:extLst>
                  <a:ext uri="{FF2B5EF4-FFF2-40B4-BE49-F238E27FC236}">
                    <a16:creationId xmlns:a16="http://schemas.microsoft.com/office/drawing/2014/main" id="{1AB95F27-AC46-0C12-F156-C1322BDA3D5D}"/>
                  </a:ext>
                </a:extLst>
              </p:cNvPr>
              <p:cNvSpPr>
                <a:spLocks noChangeShapeType="1"/>
              </p:cNvSpPr>
              <p:nvPr/>
            </p:nvSpPr>
            <p:spPr bwMode="auto">
              <a:xfrm>
                <a:off x="4506" y="720"/>
                <a:ext cx="0" cy="298"/>
              </a:xfrm>
              <a:prstGeom prst="line">
                <a:avLst/>
              </a:prstGeom>
              <a:noFill/>
              <a:ln w="76200">
                <a:solidFill>
                  <a:srgbClr val="66FF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grpSp>
      <p:graphicFrame>
        <p:nvGraphicFramePr>
          <p:cNvPr id="792595" name="Object 19">
            <a:extLst>
              <a:ext uri="{FF2B5EF4-FFF2-40B4-BE49-F238E27FC236}">
                <a16:creationId xmlns:a16="http://schemas.microsoft.com/office/drawing/2014/main" id="{96FED178-1E85-68F7-7636-8F4C2E80769C}"/>
              </a:ext>
            </a:extLst>
          </p:cNvPr>
          <p:cNvGraphicFramePr>
            <a:graphicFrameLocks/>
          </p:cNvGraphicFramePr>
          <p:nvPr/>
        </p:nvGraphicFramePr>
        <p:xfrm>
          <a:off x="3527425" y="5241925"/>
          <a:ext cx="1585913" cy="647700"/>
        </p:xfrm>
        <a:graphic>
          <a:graphicData uri="http://schemas.openxmlformats.org/presentationml/2006/ole">
            <mc:AlternateContent xmlns:mc="http://schemas.openxmlformats.org/markup-compatibility/2006">
              <mc:Choice xmlns:v="urn:schemas-microsoft-com:vml" Requires="v">
                <p:oleObj name="公式" r:id="rId2" imgW="1803240" imgH="736560" progId="Equation.3">
                  <p:embed/>
                </p:oleObj>
              </mc:Choice>
              <mc:Fallback>
                <p:oleObj name="公式" r:id="rId2" imgW="1803240" imgH="736560" progId="Equation.3">
                  <p:embed/>
                  <p:pic>
                    <p:nvPicPr>
                      <p:cNvPr id="0" name="Object 19"/>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7425" y="5241925"/>
                        <a:ext cx="1585913" cy="647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2596" name="Object 20">
            <a:extLst>
              <a:ext uri="{FF2B5EF4-FFF2-40B4-BE49-F238E27FC236}">
                <a16:creationId xmlns:a16="http://schemas.microsoft.com/office/drawing/2014/main" id="{A95F0C1F-CAB5-926B-146B-8DC0476A92A3}"/>
              </a:ext>
            </a:extLst>
          </p:cNvPr>
          <p:cNvGraphicFramePr>
            <a:graphicFrameLocks/>
          </p:cNvGraphicFramePr>
          <p:nvPr/>
        </p:nvGraphicFramePr>
        <p:xfrm>
          <a:off x="5257800" y="5289550"/>
          <a:ext cx="815975" cy="368300"/>
        </p:xfrm>
        <a:graphic>
          <a:graphicData uri="http://schemas.openxmlformats.org/presentationml/2006/ole">
            <mc:AlternateContent xmlns:mc="http://schemas.openxmlformats.org/markup-compatibility/2006">
              <mc:Choice xmlns:v="urn:schemas-microsoft-com:vml" Requires="v">
                <p:oleObj name="公式" r:id="rId4" imgW="927000" imgH="419040" progId="Equation.3">
                  <p:embed/>
                </p:oleObj>
              </mc:Choice>
              <mc:Fallback>
                <p:oleObj name="公式" r:id="rId4" imgW="927000" imgH="419040" progId="Equation.3">
                  <p:embed/>
                  <p:pic>
                    <p:nvPicPr>
                      <p:cNvPr id="0" name="Object 2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7800" y="5289550"/>
                        <a:ext cx="81597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FFCC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2597" name="Oval 21">
            <a:extLst>
              <a:ext uri="{FF2B5EF4-FFF2-40B4-BE49-F238E27FC236}">
                <a16:creationId xmlns:a16="http://schemas.microsoft.com/office/drawing/2014/main" id="{0B54C3F1-308A-3082-BAC1-290363DF3A23}"/>
              </a:ext>
            </a:extLst>
          </p:cNvPr>
          <p:cNvSpPr>
            <a:spLocks noChangeArrowheads="1"/>
          </p:cNvSpPr>
          <p:nvPr/>
        </p:nvSpPr>
        <p:spPr bwMode="auto">
          <a:xfrm>
            <a:off x="6583363" y="4648200"/>
            <a:ext cx="1524000" cy="533400"/>
          </a:xfrm>
          <a:prstGeom prst="ellipse">
            <a:avLst/>
          </a:prstGeom>
          <a:noFill/>
          <a:ln w="28575">
            <a:solidFill>
              <a:srgbClr val="FFFF00"/>
            </a:solidFill>
            <a:prstDash val="sysDot"/>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92598" name="Line 22">
            <a:extLst>
              <a:ext uri="{FF2B5EF4-FFF2-40B4-BE49-F238E27FC236}">
                <a16:creationId xmlns:a16="http://schemas.microsoft.com/office/drawing/2014/main" id="{23717FF4-71AA-7B60-38CA-BAAF8FE137EB}"/>
              </a:ext>
            </a:extLst>
          </p:cNvPr>
          <p:cNvSpPr>
            <a:spLocks noChangeShapeType="1"/>
          </p:cNvSpPr>
          <p:nvPr/>
        </p:nvSpPr>
        <p:spPr bwMode="auto">
          <a:xfrm flipV="1">
            <a:off x="7773988" y="4976813"/>
            <a:ext cx="457200" cy="152400"/>
          </a:xfrm>
          <a:prstGeom prst="line">
            <a:avLst/>
          </a:prstGeom>
          <a:noFill/>
          <a:ln w="38100">
            <a:solidFill>
              <a:srgbClr val="00FFFF"/>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92599" name="Rectangle 23">
            <a:extLst>
              <a:ext uri="{FF2B5EF4-FFF2-40B4-BE49-F238E27FC236}">
                <a16:creationId xmlns:a16="http://schemas.microsoft.com/office/drawing/2014/main" id="{607EA566-2D92-F98D-CE68-FEF549946B59}"/>
              </a:ext>
            </a:extLst>
          </p:cNvPr>
          <p:cNvSpPr>
            <a:spLocks noChangeArrowheads="1"/>
          </p:cNvSpPr>
          <p:nvPr/>
        </p:nvSpPr>
        <p:spPr bwMode="auto">
          <a:xfrm>
            <a:off x="7573963" y="4876800"/>
            <a:ext cx="3254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a:solidFill>
                  <a:srgbClr val="FFFF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0">
              <a:solidFill>
                <a:schemeClr val="tx1"/>
              </a:solidFill>
              <a:latin typeface="Arial" panose="020B0604020202020204" pitchFamily="34" charset="0"/>
              <a:ea typeface="宋体" panose="02010600030101010101" pitchFamily="2" charset="-122"/>
            </a:endParaRPr>
          </a:p>
        </p:txBody>
      </p:sp>
      <p:graphicFrame>
        <p:nvGraphicFramePr>
          <p:cNvPr id="792600" name="Object 24">
            <a:extLst>
              <a:ext uri="{FF2B5EF4-FFF2-40B4-BE49-F238E27FC236}">
                <a16:creationId xmlns:a16="http://schemas.microsoft.com/office/drawing/2014/main" id="{A9369A3F-1B29-B1BA-D3E1-ED9D8EE4D693}"/>
              </a:ext>
            </a:extLst>
          </p:cNvPr>
          <p:cNvGraphicFramePr>
            <a:graphicFrameLocks/>
          </p:cNvGraphicFramePr>
          <p:nvPr/>
        </p:nvGraphicFramePr>
        <p:xfrm>
          <a:off x="7537450" y="5178425"/>
          <a:ext cx="571500" cy="431800"/>
        </p:xfrm>
        <a:graphic>
          <a:graphicData uri="http://schemas.openxmlformats.org/presentationml/2006/ole">
            <mc:AlternateContent xmlns:mc="http://schemas.openxmlformats.org/markup-compatibility/2006">
              <mc:Choice xmlns:v="urn:schemas-microsoft-com:vml" Requires="v">
                <p:oleObj name="公式" r:id="rId6" imgW="571320" imgH="431640" progId="Equation.3">
                  <p:embed/>
                </p:oleObj>
              </mc:Choice>
              <mc:Fallback>
                <p:oleObj name="公式" r:id="rId6" imgW="571320" imgH="431640" progId="Equation.3">
                  <p:embed/>
                  <p:pic>
                    <p:nvPicPr>
                      <p:cNvPr id="0" name="Object 2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37450" y="5178425"/>
                        <a:ext cx="5715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2601" name="Object 25">
            <a:extLst>
              <a:ext uri="{FF2B5EF4-FFF2-40B4-BE49-F238E27FC236}">
                <a16:creationId xmlns:a16="http://schemas.microsoft.com/office/drawing/2014/main" id="{33554764-748F-1354-6553-1C30391D7A9D}"/>
              </a:ext>
            </a:extLst>
          </p:cNvPr>
          <p:cNvGraphicFramePr>
            <a:graphicFrameLocks/>
          </p:cNvGraphicFramePr>
          <p:nvPr/>
        </p:nvGraphicFramePr>
        <p:xfrm>
          <a:off x="7575550" y="4656138"/>
          <a:ext cx="215900" cy="431800"/>
        </p:xfrm>
        <a:graphic>
          <a:graphicData uri="http://schemas.openxmlformats.org/presentationml/2006/ole">
            <mc:AlternateContent xmlns:mc="http://schemas.openxmlformats.org/markup-compatibility/2006">
              <mc:Choice xmlns:v="urn:schemas-microsoft-com:vml" Requires="v">
                <p:oleObj name="公式" r:id="rId8" imgW="215640" imgH="431640" progId="Equation.3">
                  <p:embed/>
                </p:oleObj>
              </mc:Choice>
              <mc:Fallback>
                <p:oleObj name="公式" r:id="rId8" imgW="215640" imgH="431640" progId="Equation.3">
                  <p:embed/>
                  <p:pic>
                    <p:nvPicPr>
                      <p:cNvPr id="0" name="Object 2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75550" y="4656138"/>
                        <a:ext cx="2159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2602" name="Object 26">
            <a:extLst>
              <a:ext uri="{FF2B5EF4-FFF2-40B4-BE49-F238E27FC236}">
                <a16:creationId xmlns:a16="http://schemas.microsoft.com/office/drawing/2014/main" id="{C80CC6DA-3B54-FD02-2F72-7C799117646E}"/>
              </a:ext>
            </a:extLst>
          </p:cNvPr>
          <p:cNvGraphicFramePr>
            <a:graphicFrameLocks/>
          </p:cNvGraphicFramePr>
          <p:nvPr/>
        </p:nvGraphicFramePr>
        <p:xfrm>
          <a:off x="8037513" y="4487863"/>
          <a:ext cx="280987" cy="431800"/>
        </p:xfrm>
        <a:graphic>
          <a:graphicData uri="http://schemas.openxmlformats.org/presentationml/2006/ole">
            <mc:AlternateContent xmlns:mc="http://schemas.openxmlformats.org/markup-compatibility/2006">
              <mc:Choice xmlns:v="urn:schemas-microsoft-com:vml" Requires="v">
                <p:oleObj name="公式" r:id="rId10" imgW="279360" imgH="431640" progId="Equation.3">
                  <p:embed/>
                </p:oleObj>
              </mc:Choice>
              <mc:Fallback>
                <p:oleObj name="公式" r:id="rId10" imgW="279360" imgH="431640" progId="Equation.3">
                  <p:embed/>
                  <p:pic>
                    <p:nvPicPr>
                      <p:cNvPr id="0" name="Object 2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37513" y="4487863"/>
                        <a:ext cx="28098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2603" name="Text Box 27">
            <a:extLst>
              <a:ext uri="{FF2B5EF4-FFF2-40B4-BE49-F238E27FC236}">
                <a16:creationId xmlns:a16="http://schemas.microsoft.com/office/drawing/2014/main" id="{D7752BC6-D416-2F3C-C96F-39DD5F5798A9}"/>
              </a:ext>
            </a:extLst>
          </p:cNvPr>
          <p:cNvSpPr txBox="1">
            <a:spLocks noChangeArrowheads="1"/>
          </p:cNvSpPr>
          <p:nvPr/>
        </p:nvSpPr>
        <p:spPr bwMode="auto">
          <a:xfrm>
            <a:off x="6932613" y="4724400"/>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i="1">
                <a:solidFill>
                  <a:srgbClr val="00FFFF"/>
                </a:solidFill>
                <a:latin typeface="Times New Roman" panose="02020603050405020304" pitchFamily="18" charset="0"/>
                <a:ea typeface="宋体" panose="02010600030101010101" pitchFamily="2" charset="-122"/>
              </a:rPr>
              <a:t>O</a:t>
            </a:r>
            <a:endParaRPr lang="en-US" altLang="zh-CN" sz="1800" b="0">
              <a:solidFill>
                <a:schemeClr val="tx1"/>
              </a:solidFill>
              <a:latin typeface="Arial" panose="020B0604020202020204" pitchFamily="34" charset="0"/>
              <a:ea typeface="宋体" panose="02010600030101010101" pitchFamily="2" charset="-122"/>
            </a:endParaRPr>
          </a:p>
        </p:txBody>
      </p:sp>
      <p:sp>
        <p:nvSpPr>
          <p:cNvPr id="792604" name="Text Box 28">
            <a:extLst>
              <a:ext uri="{FF2B5EF4-FFF2-40B4-BE49-F238E27FC236}">
                <a16:creationId xmlns:a16="http://schemas.microsoft.com/office/drawing/2014/main" id="{4306E240-8237-415B-0FB9-7B973D2C2D50}"/>
              </a:ext>
            </a:extLst>
          </p:cNvPr>
          <p:cNvSpPr txBox="1">
            <a:spLocks noChangeArrowheads="1"/>
          </p:cNvSpPr>
          <p:nvPr/>
        </p:nvSpPr>
        <p:spPr bwMode="auto">
          <a:xfrm>
            <a:off x="2795588" y="5851525"/>
            <a:ext cx="3657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en-US" altLang="zh-CN" sz="2000">
                <a:solidFill>
                  <a:srgbClr val="66FFFF"/>
                </a:solidFill>
                <a:latin typeface="Times New Roman" panose="02020603050405020304" pitchFamily="18" charset="0"/>
                <a:ea typeface="楷体_GB2312" pitchFamily="49" charset="-122"/>
              </a:rPr>
              <a:t>(</a:t>
            </a:r>
            <a:r>
              <a:rPr lang="zh-CN" altLang="en-US" sz="2000">
                <a:solidFill>
                  <a:srgbClr val="66FFFF"/>
                </a:solidFill>
                <a:latin typeface="Times New Roman" panose="02020603050405020304" pitchFamily="18" charset="0"/>
                <a:ea typeface="楷体_GB2312" pitchFamily="49" charset="-122"/>
              </a:rPr>
              <a:t>所有质元对</a:t>
            </a:r>
            <a:r>
              <a:rPr lang="en-US" altLang="zh-CN" sz="2000">
                <a:solidFill>
                  <a:srgbClr val="FFFF00"/>
                </a:solidFill>
                <a:latin typeface="Times New Roman" panose="02020603050405020304" pitchFamily="18" charset="0"/>
                <a:ea typeface="楷体_GB2312" pitchFamily="49" charset="-122"/>
              </a:rPr>
              <a:t>Z</a:t>
            </a:r>
            <a:r>
              <a:rPr lang="zh-CN" altLang="en-US" sz="2000">
                <a:solidFill>
                  <a:srgbClr val="66FFFF"/>
                </a:solidFill>
                <a:latin typeface="Times New Roman" panose="02020603050405020304" pitchFamily="18" charset="0"/>
                <a:ea typeface="楷体_GB2312" pitchFamily="49" charset="-122"/>
              </a:rPr>
              <a:t>轴的动量矩之和</a:t>
            </a:r>
            <a:r>
              <a:rPr lang="en-US" altLang="zh-CN" sz="2000">
                <a:solidFill>
                  <a:srgbClr val="66FFFF"/>
                </a:solidFill>
                <a:latin typeface="Times New Roman" panose="02020603050405020304" pitchFamily="18" charset="0"/>
                <a:ea typeface="楷体_GB2312" pitchFamily="49" charset="-122"/>
              </a:rPr>
              <a:t>)</a:t>
            </a:r>
            <a:endParaRPr lang="en-US" altLang="zh-CN" sz="2000" b="0">
              <a:solidFill>
                <a:schemeClr val="tx1"/>
              </a:solidFill>
              <a:latin typeface="Arial" panose="020B0604020202020204" pitchFamily="34" charset="0"/>
              <a:ea typeface="楷体_GB2312" pitchFamily="49" charset="-122"/>
            </a:endParaRPr>
          </a:p>
        </p:txBody>
      </p:sp>
      <p:sp>
        <p:nvSpPr>
          <p:cNvPr id="792605" name="Line 29">
            <a:extLst>
              <a:ext uri="{FF2B5EF4-FFF2-40B4-BE49-F238E27FC236}">
                <a16:creationId xmlns:a16="http://schemas.microsoft.com/office/drawing/2014/main" id="{7EC71B70-DC65-75D7-742D-3A2CBECC39D1}"/>
              </a:ext>
            </a:extLst>
          </p:cNvPr>
          <p:cNvSpPr>
            <a:spLocks noChangeShapeType="1"/>
          </p:cNvSpPr>
          <p:nvPr/>
        </p:nvSpPr>
        <p:spPr bwMode="auto">
          <a:xfrm>
            <a:off x="7418388" y="5021263"/>
            <a:ext cx="320675" cy="111125"/>
          </a:xfrm>
          <a:prstGeom prst="line">
            <a:avLst/>
          </a:prstGeom>
          <a:noFill/>
          <a:ln w="38100">
            <a:solidFill>
              <a:srgbClr val="00FF00"/>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92606" name="Object 30">
            <a:extLst>
              <a:ext uri="{FF2B5EF4-FFF2-40B4-BE49-F238E27FC236}">
                <a16:creationId xmlns:a16="http://schemas.microsoft.com/office/drawing/2014/main" id="{37E25D2F-622B-A129-C579-9E8974A9399E}"/>
              </a:ext>
            </a:extLst>
          </p:cNvPr>
          <p:cNvGraphicFramePr>
            <a:graphicFrameLocks/>
          </p:cNvGraphicFramePr>
          <p:nvPr/>
        </p:nvGraphicFramePr>
        <p:xfrm>
          <a:off x="1512888" y="5889625"/>
          <a:ext cx="1217612" cy="368300"/>
        </p:xfrm>
        <a:graphic>
          <a:graphicData uri="http://schemas.openxmlformats.org/presentationml/2006/ole">
            <mc:AlternateContent xmlns:mc="http://schemas.openxmlformats.org/markup-compatibility/2006">
              <mc:Choice xmlns:v="urn:schemas-microsoft-com:vml" Requires="v">
                <p:oleObj name="公式" r:id="rId12" imgW="1384200" imgH="419040" progId="Equation.3">
                  <p:embed/>
                </p:oleObj>
              </mc:Choice>
              <mc:Fallback>
                <p:oleObj name="公式" r:id="rId12" imgW="1384200" imgH="419040" progId="Equation.3">
                  <p:embed/>
                  <p:pic>
                    <p:nvPicPr>
                      <p:cNvPr id="0" name="Object 30"/>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12888" y="5889625"/>
                        <a:ext cx="121761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2607" name="Object 31">
            <a:extLst>
              <a:ext uri="{FF2B5EF4-FFF2-40B4-BE49-F238E27FC236}">
                <a16:creationId xmlns:a16="http://schemas.microsoft.com/office/drawing/2014/main" id="{BBDF7944-C4F9-A5EE-4C5F-B4BCE5E94565}"/>
              </a:ext>
            </a:extLst>
          </p:cNvPr>
          <p:cNvGraphicFramePr>
            <a:graphicFrameLocks/>
          </p:cNvGraphicFramePr>
          <p:nvPr/>
        </p:nvGraphicFramePr>
        <p:xfrm>
          <a:off x="1495425" y="5233988"/>
          <a:ext cx="1909763" cy="636587"/>
        </p:xfrm>
        <a:graphic>
          <a:graphicData uri="http://schemas.openxmlformats.org/presentationml/2006/ole">
            <mc:AlternateContent xmlns:mc="http://schemas.openxmlformats.org/markup-compatibility/2006">
              <mc:Choice xmlns:v="urn:schemas-microsoft-com:vml" Requires="v">
                <p:oleObj name="公式" r:id="rId14" imgW="2171520" imgH="723600" progId="Equation.3">
                  <p:embed/>
                </p:oleObj>
              </mc:Choice>
              <mc:Fallback>
                <p:oleObj name="公式" r:id="rId14" imgW="2171520" imgH="723600" progId="Equation.3">
                  <p:embed/>
                  <p:pic>
                    <p:nvPicPr>
                      <p:cNvPr id="0" name="Object 31"/>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95425" y="5233988"/>
                        <a:ext cx="1909763" cy="636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792608" name="Picture 32" descr="j0293240">
            <a:extLst>
              <a:ext uri="{FF2B5EF4-FFF2-40B4-BE49-F238E27FC236}">
                <a16:creationId xmlns:a16="http://schemas.microsoft.com/office/drawing/2014/main" id="{5EF0CC6A-2276-13F0-B1FB-0FA257AC90A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721725" y="7913688"/>
            <a:ext cx="611188"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92609" name="Object 33">
            <a:extLst>
              <a:ext uri="{FF2B5EF4-FFF2-40B4-BE49-F238E27FC236}">
                <a16:creationId xmlns:a16="http://schemas.microsoft.com/office/drawing/2014/main" id="{B673A445-9562-58A5-A121-AD8E064797DB}"/>
              </a:ext>
            </a:extLst>
          </p:cNvPr>
          <p:cNvGraphicFramePr>
            <a:graphicFrameLocks noChangeAspect="1"/>
          </p:cNvGraphicFramePr>
          <p:nvPr/>
        </p:nvGraphicFramePr>
        <p:xfrm>
          <a:off x="1438275" y="4313238"/>
          <a:ext cx="2709863" cy="417512"/>
        </p:xfrm>
        <a:graphic>
          <a:graphicData uri="http://schemas.openxmlformats.org/presentationml/2006/ole">
            <mc:AlternateContent xmlns:mc="http://schemas.openxmlformats.org/markup-compatibility/2006">
              <mc:Choice xmlns:v="urn:schemas-microsoft-com:vml" Requires="v">
                <p:oleObj name="公式" r:id="rId17" imgW="2717640" imgH="419040" progId="Equation.3">
                  <p:embed/>
                </p:oleObj>
              </mc:Choice>
              <mc:Fallback>
                <p:oleObj name="公式" r:id="rId17" imgW="2717640" imgH="419040" progId="Equation.3">
                  <p:embed/>
                  <p:pic>
                    <p:nvPicPr>
                      <p:cNvPr id="0" name="Object 3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38275" y="4313238"/>
                        <a:ext cx="2709863" cy="417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2610" name="Text Box 34">
            <a:extLst>
              <a:ext uri="{FF2B5EF4-FFF2-40B4-BE49-F238E27FC236}">
                <a16:creationId xmlns:a16="http://schemas.microsoft.com/office/drawing/2014/main" id="{04725549-0380-8C19-818D-C06B42AF6CB4}"/>
              </a:ext>
            </a:extLst>
          </p:cNvPr>
          <p:cNvSpPr txBox="1">
            <a:spLocks noChangeArrowheads="1"/>
          </p:cNvSpPr>
          <p:nvPr/>
        </p:nvSpPr>
        <p:spPr bwMode="auto">
          <a:xfrm>
            <a:off x="312738" y="349250"/>
            <a:ext cx="424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solidFill>
                  <a:srgbClr val="66FFFF"/>
                </a:solidFill>
                <a:latin typeface="Times New Roman" panose="02020603050405020304" pitchFamily="18" charset="0"/>
                <a:ea typeface="宋体" panose="02010600030101010101" pitchFamily="2" charset="-122"/>
              </a:rPr>
              <a:t>3. </a:t>
            </a:r>
            <a:r>
              <a:rPr lang="zh-CN" altLang="en-US">
                <a:solidFill>
                  <a:srgbClr val="66FFFF"/>
                </a:solidFill>
                <a:latin typeface="Times New Roman" panose="02020603050405020304" pitchFamily="18" charset="0"/>
                <a:ea typeface="宋体" panose="02010600030101010101" pitchFamily="2" charset="-122"/>
              </a:rPr>
              <a:t>质点系动量矩守恒定律</a:t>
            </a:r>
          </a:p>
        </p:txBody>
      </p:sp>
      <p:sp>
        <p:nvSpPr>
          <p:cNvPr id="792611" name="Rectangle 35">
            <a:extLst>
              <a:ext uri="{FF2B5EF4-FFF2-40B4-BE49-F238E27FC236}">
                <a16:creationId xmlns:a16="http://schemas.microsoft.com/office/drawing/2014/main" id="{A5FD7EBD-1005-7931-B211-A9EBA7F6C80E}"/>
              </a:ext>
            </a:extLst>
          </p:cNvPr>
          <p:cNvSpPr>
            <a:spLocks noChangeArrowheads="1"/>
          </p:cNvSpPr>
          <p:nvPr/>
        </p:nvSpPr>
        <p:spPr bwMode="auto">
          <a:xfrm>
            <a:off x="625475" y="950913"/>
            <a:ext cx="1512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latin typeface="宋体" panose="02010600030101010101" pitchFamily="2" charset="-122"/>
                <a:ea typeface="宋体" panose="02010600030101010101" pitchFamily="2" charset="-122"/>
              </a:rPr>
              <a:t>对质点</a:t>
            </a:r>
            <a:r>
              <a:rPr lang="zh-CN" altLang="en-US">
                <a:latin typeface="Times New Roman" panose="02020603050405020304" pitchFamily="18" charset="0"/>
                <a:ea typeface="宋体" panose="02010600030101010101" pitchFamily="2" charset="-122"/>
              </a:rPr>
              <a:t>系</a:t>
            </a:r>
          </a:p>
        </p:txBody>
      </p:sp>
      <p:graphicFrame>
        <p:nvGraphicFramePr>
          <p:cNvPr id="792612" name="Object 36">
            <a:extLst>
              <a:ext uri="{FF2B5EF4-FFF2-40B4-BE49-F238E27FC236}">
                <a16:creationId xmlns:a16="http://schemas.microsoft.com/office/drawing/2014/main" id="{7DEBA978-3E86-C7D8-D324-73EB3039D3B2}"/>
              </a:ext>
            </a:extLst>
          </p:cNvPr>
          <p:cNvGraphicFramePr>
            <a:graphicFrameLocks/>
          </p:cNvGraphicFramePr>
          <p:nvPr/>
        </p:nvGraphicFramePr>
        <p:xfrm>
          <a:off x="2106613" y="989013"/>
          <a:ext cx="1016000" cy="434975"/>
        </p:xfrm>
        <a:graphic>
          <a:graphicData uri="http://schemas.openxmlformats.org/presentationml/2006/ole">
            <mc:AlternateContent xmlns:mc="http://schemas.openxmlformats.org/markup-compatibility/2006">
              <mc:Choice xmlns:v="urn:schemas-microsoft-com:vml" Requires="v">
                <p:oleObj name="公式" r:id="rId19" imgW="1155600" imgH="495000" progId="Equation.3">
                  <p:embed/>
                </p:oleObj>
              </mc:Choice>
              <mc:Fallback>
                <p:oleObj name="公式" r:id="rId19" imgW="1155600" imgH="495000" progId="Equation.3">
                  <p:embed/>
                  <p:pic>
                    <p:nvPicPr>
                      <p:cNvPr id="0" name="Object 36"/>
                      <p:cNvPicPr>
                        <a:picLocks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06613" y="989013"/>
                        <a:ext cx="1016000" cy="43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92613" name="Object 37">
            <a:extLst>
              <a:ext uri="{FF2B5EF4-FFF2-40B4-BE49-F238E27FC236}">
                <a16:creationId xmlns:a16="http://schemas.microsoft.com/office/drawing/2014/main" id="{D84EA5EA-67A5-D4ED-AD63-01F73C37676D}"/>
              </a:ext>
            </a:extLst>
          </p:cNvPr>
          <p:cNvGraphicFramePr>
            <a:graphicFrameLocks/>
          </p:cNvGraphicFramePr>
          <p:nvPr/>
        </p:nvGraphicFramePr>
        <p:xfrm>
          <a:off x="3848100" y="965200"/>
          <a:ext cx="871538" cy="334963"/>
        </p:xfrm>
        <a:graphic>
          <a:graphicData uri="http://schemas.openxmlformats.org/presentationml/2006/ole">
            <mc:AlternateContent xmlns:mc="http://schemas.openxmlformats.org/markup-compatibility/2006">
              <mc:Choice xmlns:v="urn:schemas-microsoft-com:vml" Requires="v">
                <p:oleObj name="公式" r:id="rId21" imgW="990360" imgH="380880" progId="Equation.3">
                  <p:embed/>
                </p:oleObj>
              </mc:Choice>
              <mc:Fallback>
                <p:oleObj name="公式" r:id="rId21" imgW="990360" imgH="380880" progId="Equation.3">
                  <p:embed/>
                  <p:pic>
                    <p:nvPicPr>
                      <p:cNvPr id="0" name="Object 37"/>
                      <p:cNvPicPr>
                        <a:picLocks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848100" y="965200"/>
                        <a:ext cx="871538" cy="33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2614" name="AutoShape 38">
            <a:extLst>
              <a:ext uri="{FF2B5EF4-FFF2-40B4-BE49-F238E27FC236}">
                <a16:creationId xmlns:a16="http://schemas.microsoft.com/office/drawing/2014/main" id="{25A4ABCF-59DE-B7A3-BC42-C23965DF8EA8}"/>
              </a:ext>
            </a:extLst>
          </p:cNvPr>
          <p:cNvSpPr>
            <a:spLocks noChangeArrowheads="1"/>
          </p:cNvSpPr>
          <p:nvPr/>
        </p:nvSpPr>
        <p:spPr bwMode="auto">
          <a:xfrm>
            <a:off x="3314700" y="1058863"/>
            <a:ext cx="431800" cy="288925"/>
          </a:xfrm>
          <a:prstGeom prst="rightArrow">
            <a:avLst>
              <a:gd name="adj1" fmla="val 50000"/>
              <a:gd name="adj2" fmla="val 37363"/>
            </a:avLst>
          </a:prstGeom>
          <a:solidFill>
            <a:srgbClr val="FFCCFF"/>
          </a:solidFill>
          <a:ln w="9525">
            <a:solidFill>
              <a:srgbClr val="FFCCFF"/>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92615" name="Object 39">
            <a:extLst>
              <a:ext uri="{FF2B5EF4-FFF2-40B4-BE49-F238E27FC236}">
                <a16:creationId xmlns:a16="http://schemas.microsoft.com/office/drawing/2014/main" id="{CEBB17D3-B936-D909-E0D4-D24A9B6DBE06}"/>
              </a:ext>
            </a:extLst>
          </p:cNvPr>
          <p:cNvGraphicFramePr>
            <a:graphicFrameLocks/>
          </p:cNvGraphicFramePr>
          <p:nvPr/>
        </p:nvGraphicFramePr>
        <p:xfrm>
          <a:off x="4899025" y="960438"/>
          <a:ext cx="1408113" cy="357187"/>
        </p:xfrm>
        <a:graphic>
          <a:graphicData uri="http://schemas.openxmlformats.org/presentationml/2006/ole">
            <mc:AlternateContent xmlns:mc="http://schemas.openxmlformats.org/markup-compatibility/2006">
              <mc:Choice xmlns:v="urn:schemas-microsoft-com:vml" Requires="v">
                <p:oleObj name="公式" r:id="rId23" imgW="1600200" imgH="406080" progId="Equation.3">
                  <p:embed/>
                </p:oleObj>
              </mc:Choice>
              <mc:Fallback>
                <p:oleObj name="公式" r:id="rId23" imgW="1600200" imgH="406080" progId="Equation.3">
                  <p:embed/>
                  <p:pic>
                    <p:nvPicPr>
                      <p:cNvPr id="0" name="Object 39"/>
                      <p:cNvPicPr>
                        <a:picLocks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899025" y="960438"/>
                        <a:ext cx="1408113" cy="357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2616" name="Text Box 40">
            <a:extLst>
              <a:ext uri="{FF2B5EF4-FFF2-40B4-BE49-F238E27FC236}">
                <a16:creationId xmlns:a16="http://schemas.microsoft.com/office/drawing/2014/main" id="{68229047-91D6-47E4-F7E5-1EADE4DF5E34}"/>
              </a:ext>
            </a:extLst>
          </p:cNvPr>
          <p:cNvSpPr txBox="1">
            <a:spLocks noChangeArrowheads="1"/>
          </p:cNvSpPr>
          <p:nvPr/>
        </p:nvSpPr>
        <p:spPr bwMode="auto">
          <a:xfrm>
            <a:off x="649288" y="1455738"/>
            <a:ext cx="8066087"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25000"/>
              </a:lnSpc>
              <a:spcBef>
                <a:spcPct val="50000"/>
              </a:spcBef>
              <a:buClrTx/>
              <a:buFontTx/>
              <a:buNone/>
            </a:pPr>
            <a:r>
              <a:rPr lang="zh-CN" altLang="en-US">
                <a:latin typeface="宋体" panose="02010600030101010101" pitchFamily="2" charset="-122"/>
                <a:ea typeface="宋体" panose="02010600030101010101" pitchFamily="2" charset="-122"/>
              </a:rPr>
              <a:t>如果作用在质点系合外力矩沿某轴的投影为零</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则沿此轴动量矩守恒</a:t>
            </a:r>
            <a:r>
              <a:rPr lang="en-US" altLang="zh-CN">
                <a:latin typeface="宋体" panose="02010600030101010101" pitchFamily="2" charset="-122"/>
                <a:ea typeface="宋体" panose="02010600030101010101" pitchFamily="2" charset="-122"/>
              </a:rPr>
              <a:t>,</a:t>
            </a:r>
            <a:r>
              <a:rPr lang="zh-CN" altLang="en-US">
                <a:latin typeface="宋体" panose="02010600030101010101" pitchFamily="2" charset="-122"/>
                <a:ea typeface="宋体" panose="02010600030101010101" pitchFamily="2" charset="-122"/>
              </a:rPr>
              <a:t>如</a:t>
            </a:r>
          </a:p>
        </p:txBody>
      </p:sp>
      <p:graphicFrame>
        <p:nvGraphicFramePr>
          <p:cNvPr id="792617" name="Object 41">
            <a:extLst>
              <a:ext uri="{FF2B5EF4-FFF2-40B4-BE49-F238E27FC236}">
                <a16:creationId xmlns:a16="http://schemas.microsoft.com/office/drawing/2014/main" id="{B4D95CB5-EDB2-FB64-4E35-A6CC7285ABBD}"/>
              </a:ext>
            </a:extLst>
          </p:cNvPr>
          <p:cNvGraphicFramePr>
            <a:graphicFrameLocks/>
          </p:cNvGraphicFramePr>
          <p:nvPr/>
        </p:nvGraphicFramePr>
        <p:xfrm>
          <a:off x="2603500" y="2073275"/>
          <a:ext cx="915988" cy="368300"/>
        </p:xfrm>
        <a:graphic>
          <a:graphicData uri="http://schemas.openxmlformats.org/presentationml/2006/ole">
            <mc:AlternateContent xmlns:mc="http://schemas.openxmlformats.org/markup-compatibility/2006">
              <mc:Choice xmlns:v="urn:schemas-microsoft-com:vml" Requires="v">
                <p:oleObj name="公式" r:id="rId25" imgW="1041120" imgH="419040" progId="Equation.3">
                  <p:embed/>
                </p:oleObj>
              </mc:Choice>
              <mc:Fallback>
                <p:oleObj name="公式" r:id="rId25" imgW="1041120" imgH="419040" progId="Equation.3">
                  <p:embed/>
                  <p:pic>
                    <p:nvPicPr>
                      <p:cNvPr id="0" name="Object 41"/>
                      <p:cNvPicPr>
                        <a:picLocks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603500" y="2073275"/>
                        <a:ext cx="915988"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92618" name="AutoShape 42">
            <a:extLst>
              <a:ext uri="{FF2B5EF4-FFF2-40B4-BE49-F238E27FC236}">
                <a16:creationId xmlns:a16="http://schemas.microsoft.com/office/drawing/2014/main" id="{9D3FD519-6FDF-B563-5E61-8AE6F855CFF4}"/>
              </a:ext>
            </a:extLst>
          </p:cNvPr>
          <p:cNvSpPr>
            <a:spLocks noChangeArrowheads="1"/>
          </p:cNvSpPr>
          <p:nvPr/>
        </p:nvSpPr>
        <p:spPr bwMode="auto">
          <a:xfrm>
            <a:off x="3827463" y="2111375"/>
            <a:ext cx="431800" cy="288925"/>
          </a:xfrm>
          <a:prstGeom prst="rightArrow">
            <a:avLst>
              <a:gd name="adj1" fmla="val 50000"/>
              <a:gd name="adj2" fmla="val 37363"/>
            </a:avLst>
          </a:prstGeom>
          <a:solidFill>
            <a:srgbClr val="FFCCFF"/>
          </a:solidFill>
          <a:ln w="9525">
            <a:solidFill>
              <a:srgbClr val="FFCCFF"/>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792619" name="Object 43">
            <a:extLst>
              <a:ext uri="{FF2B5EF4-FFF2-40B4-BE49-F238E27FC236}">
                <a16:creationId xmlns:a16="http://schemas.microsoft.com/office/drawing/2014/main" id="{74B698B0-87A1-2C8A-9356-23227F17CC1E}"/>
              </a:ext>
            </a:extLst>
          </p:cNvPr>
          <p:cNvGraphicFramePr>
            <a:graphicFrameLocks/>
          </p:cNvGraphicFramePr>
          <p:nvPr/>
        </p:nvGraphicFramePr>
        <p:xfrm>
          <a:off x="4506913" y="2052638"/>
          <a:ext cx="1295400" cy="368300"/>
        </p:xfrm>
        <a:graphic>
          <a:graphicData uri="http://schemas.openxmlformats.org/presentationml/2006/ole">
            <mc:AlternateContent xmlns:mc="http://schemas.openxmlformats.org/markup-compatibility/2006">
              <mc:Choice xmlns:v="urn:schemas-microsoft-com:vml" Requires="v">
                <p:oleObj name="公式" r:id="rId27" imgW="1473120" imgH="419040" progId="Equation.3">
                  <p:embed/>
                </p:oleObj>
              </mc:Choice>
              <mc:Fallback>
                <p:oleObj name="公式" r:id="rId27" imgW="1473120" imgH="419040" progId="Equation.3">
                  <p:embed/>
                  <p:pic>
                    <p:nvPicPr>
                      <p:cNvPr id="0" name="Object 43"/>
                      <p:cNvPicPr>
                        <a:picLocks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506913" y="2052638"/>
                        <a:ext cx="129540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92610"/>
                                        </p:tgtEl>
                                        <p:attrNameLst>
                                          <p:attrName>style.visibility</p:attrName>
                                        </p:attrNameLst>
                                      </p:cBhvr>
                                      <p:to>
                                        <p:strVal val="visible"/>
                                      </p:to>
                                    </p:set>
                                    <p:animEffect transition="in" filter="wipe(left)">
                                      <p:cBhvr>
                                        <p:cTn id="7" dur="500"/>
                                        <p:tgtEl>
                                          <p:spTgt spid="7926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92611"/>
                                        </p:tgtEl>
                                        <p:attrNameLst>
                                          <p:attrName>style.visibility</p:attrName>
                                        </p:attrNameLst>
                                      </p:cBhvr>
                                      <p:to>
                                        <p:strVal val="visible"/>
                                      </p:to>
                                    </p:set>
                                    <p:animEffect transition="in" filter="wipe(left)">
                                      <p:cBhvr>
                                        <p:cTn id="12" dur="500"/>
                                        <p:tgtEl>
                                          <p:spTgt spid="7926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92612"/>
                                        </p:tgtEl>
                                        <p:attrNameLst>
                                          <p:attrName>style.visibility</p:attrName>
                                        </p:attrNameLst>
                                      </p:cBhvr>
                                      <p:to>
                                        <p:strVal val="visible"/>
                                      </p:to>
                                    </p:set>
                                    <p:animEffect transition="in" filter="wipe(left)">
                                      <p:cBhvr>
                                        <p:cTn id="17" dur="500"/>
                                        <p:tgtEl>
                                          <p:spTgt spid="7926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792614"/>
                                        </p:tgtEl>
                                        <p:attrNameLst>
                                          <p:attrName>style.visibility</p:attrName>
                                        </p:attrNameLst>
                                      </p:cBhvr>
                                      <p:to>
                                        <p:strVal val="visible"/>
                                      </p:to>
                                    </p:set>
                                    <p:animEffect transition="in" filter="wipe(left)">
                                      <p:cBhvr>
                                        <p:cTn id="22" dur="500"/>
                                        <p:tgtEl>
                                          <p:spTgt spid="7926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92613"/>
                                        </p:tgtEl>
                                        <p:attrNameLst>
                                          <p:attrName>style.visibility</p:attrName>
                                        </p:attrNameLst>
                                      </p:cBhvr>
                                      <p:to>
                                        <p:strVal val="visible"/>
                                      </p:to>
                                    </p:set>
                                    <p:animEffect transition="in" filter="wipe(left)">
                                      <p:cBhvr>
                                        <p:cTn id="27" dur="500"/>
                                        <p:tgtEl>
                                          <p:spTgt spid="79261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792615"/>
                                        </p:tgtEl>
                                        <p:attrNameLst>
                                          <p:attrName>style.visibility</p:attrName>
                                        </p:attrNameLst>
                                      </p:cBhvr>
                                      <p:to>
                                        <p:strVal val="visible"/>
                                      </p:to>
                                    </p:set>
                                    <p:animEffect transition="in" filter="wipe(left)">
                                      <p:cBhvr>
                                        <p:cTn id="32" dur="500"/>
                                        <p:tgtEl>
                                          <p:spTgt spid="79261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92616"/>
                                        </p:tgtEl>
                                        <p:attrNameLst>
                                          <p:attrName>style.visibility</p:attrName>
                                        </p:attrNameLst>
                                      </p:cBhvr>
                                      <p:to>
                                        <p:strVal val="visible"/>
                                      </p:to>
                                    </p:set>
                                    <p:animEffect transition="in" filter="wipe(left)">
                                      <p:cBhvr>
                                        <p:cTn id="37" dur="500"/>
                                        <p:tgtEl>
                                          <p:spTgt spid="79261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92617"/>
                                        </p:tgtEl>
                                        <p:attrNameLst>
                                          <p:attrName>style.visibility</p:attrName>
                                        </p:attrNameLst>
                                      </p:cBhvr>
                                      <p:to>
                                        <p:strVal val="visible"/>
                                      </p:to>
                                    </p:set>
                                    <p:animEffect transition="in" filter="wipe(left)">
                                      <p:cBhvr>
                                        <p:cTn id="42" dur="500"/>
                                        <p:tgtEl>
                                          <p:spTgt spid="79261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792618"/>
                                        </p:tgtEl>
                                        <p:attrNameLst>
                                          <p:attrName>style.visibility</p:attrName>
                                        </p:attrNameLst>
                                      </p:cBhvr>
                                      <p:to>
                                        <p:strVal val="visible"/>
                                      </p:to>
                                    </p:set>
                                    <p:animEffect transition="in" filter="wipe(left)">
                                      <p:cBhvr>
                                        <p:cTn id="47" dur="500"/>
                                        <p:tgtEl>
                                          <p:spTgt spid="792618"/>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792619"/>
                                        </p:tgtEl>
                                        <p:attrNameLst>
                                          <p:attrName>style.visibility</p:attrName>
                                        </p:attrNameLst>
                                      </p:cBhvr>
                                      <p:to>
                                        <p:strVal val="visible"/>
                                      </p:to>
                                    </p:set>
                                    <p:animEffect transition="in" filter="wipe(left)">
                                      <p:cBhvr>
                                        <p:cTn id="52" dur="500"/>
                                        <p:tgtEl>
                                          <p:spTgt spid="792619"/>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792578"/>
                                        </p:tgtEl>
                                        <p:attrNameLst>
                                          <p:attrName>style.visibility</p:attrName>
                                        </p:attrNameLst>
                                      </p:cBhvr>
                                      <p:to>
                                        <p:strVal val="visible"/>
                                      </p:to>
                                    </p:set>
                                    <p:animEffect transition="in" filter="wipe(left)">
                                      <p:cBhvr>
                                        <p:cTn id="57" dur="500"/>
                                        <p:tgtEl>
                                          <p:spTgt spid="792578"/>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792579"/>
                                        </p:tgtEl>
                                        <p:attrNameLst>
                                          <p:attrName>style.visibility</p:attrName>
                                        </p:attrNameLst>
                                      </p:cBhvr>
                                      <p:to>
                                        <p:strVal val="visible"/>
                                      </p:to>
                                    </p:set>
                                    <p:animEffect transition="in" filter="wipe(left)">
                                      <p:cBhvr>
                                        <p:cTn id="62" dur="500"/>
                                        <p:tgtEl>
                                          <p:spTgt spid="79257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792580"/>
                                        </p:tgtEl>
                                        <p:attrNameLst>
                                          <p:attrName>style.visibility</p:attrName>
                                        </p:attrNameLst>
                                      </p:cBhvr>
                                      <p:to>
                                        <p:strVal val="visible"/>
                                      </p:to>
                                    </p:set>
                                    <p:animEffect transition="in" filter="wipe(left)">
                                      <p:cBhvr>
                                        <p:cTn id="67" dur="500"/>
                                        <p:tgtEl>
                                          <p:spTgt spid="79258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3" presetClass="entr" presetSubtype="16" fill="hold" nodeType="clickEffect">
                                  <p:stCondLst>
                                    <p:cond delay="0"/>
                                  </p:stCondLst>
                                  <p:childTnLst>
                                    <p:set>
                                      <p:cBhvr>
                                        <p:cTn id="71" dur="1" fill="hold">
                                          <p:stCondLst>
                                            <p:cond delay="0"/>
                                          </p:stCondLst>
                                        </p:cTn>
                                        <p:tgtEl>
                                          <p:spTgt spid="2"/>
                                        </p:tgtEl>
                                        <p:attrNameLst>
                                          <p:attrName>style.visibility</p:attrName>
                                        </p:attrNameLst>
                                      </p:cBhvr>
                                      <p:to>
                                        <p:strVal val="visible"/>
                                      </p:to>
                                    </p:set>
                                    <p:anim calcmode="lin" valueType="num">
                                      <p:cBhvr>
                                        <p:cTn id="72" dur="500" fill="hold"/>
                                        <p:tgtEl>
                                          <p:spTgt spid="2"/>
                                        </p:tgtEl>
                                        <p:attrNameLst>
                                          <p:attrName>ppt_w</p:attrName>
                                        </p:attrNameLst>
                                      </p:cBhvr>
                                      <p:tavLst>
                                        <p:tav tm="0">
                                          <p:val>
                                            <p:fltVal val="0"/>
                                          </p:val>
                                        </p:tav>
                                        <p:tav tm="100000">
                                          <p:val>
                                            <p:strVal val="#ppt_w"/>
                                          </p:val>
                                        </p:tav>
                                      </p:tavLst>
                                    </p:anim>
                                    <p:anim calcmode="lin" valueType="num">
                                      <p:cBhvr>
                                        <p:cTn id="73"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22" presetClass="entr" presetSubtype="8" fill="hold" nodeType="clickEffect">
                                  <p:stCondLst>
                                    <p:cond delay="0"/>
                                  </p:stCondLst>
                                  <p:childTnLst>
                                    <p:set>
                                      <p:cBhvr>
                                        <p:cTn id="77" dur="1" fill="hold">
                                          <p:stCondLst>
                                            <p:cond delay="0"/>
                                          </p:stCondLst>
                                        </p:cTn>
                                        <p:tgtEl>
                                          <p:spTgt spid="792599"/>
                                        </p:tgtEl>
                                        <p:attrNameLst>
                                          <p:attrName>style.visibility</p:attrName>
                                        </p:attrNameLst>
                                      </p:cBhvr>
                                      <p:to>
                                        <p:strVal val="visible"/>
                                      </p:to>
                                    </p:set>
                                    <p:animEffect transition="in" filter="wipe(left)">
                                      <p:cBhvr>
                                        <p:cTn id="78" dur="500"/>
                                        <p:tgtEl>
                                          <p:spTgt spid="792599"/>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792600"/>
                                        </p:tgtEl>
                                        <p:attrNameLst>
                                          <p:attrName>style.visibility</p:attrName>
                                        </p:attrNameLst>
                                      </p:cBhvr>
                                      <p:to>
                                        <p:strVal val="visible"/>
                                      </p:to>
                                    </p:set>
                                    <p:animEffect transition="in" filter="wipe(left)">
                                      <p:cBhvr>
                                        <p:cTn id="83" dur="500"/>
                                        <p:tgtEl>
                                          <p:spTgt spid="792600"/>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22" presetClass="entr" presetSubtype="8" fill="hold" nodeType="clickEffect">
                                  <p:stCondLst>
                                    <p:cond delay="0"/>
                                  </p:stCondLst>
                                  <p:childTnLst>
                                    <p:set>
                                      <p:cBhvr>
                                        <p:cTn id="87" dur="1" fill="hold">
                                          <p:stCondLst>
                                            <p:cond delay="0"/>
                                          </p:stCondLst>
                                        </p:cTn>
                                        <p:tgtEl>
                                          <p:spTgt spid="792598"/>
                                        </p:tgtEl>
                                        <p:attrNameLst>
                                          <p:attrName>style.visibility</p:attrName>
                                        </p:attrNameLst>
                                      </p:cBhvr>
                                      <p:to>
                                        <p:strVal val="visible"/>
                                      </p:to>
                                    </p:set>
                                    <p:animEffect transition="in" filter="wipe(left)">
                                      <p:cBhvr>
                                        <p:cTn id="88" dur="500"/>
                                        <p:tgtEl>
                                          <p:spTgt spid="792598"/>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22" presetClass="entr" presetSubtype="8" fill="hold" nodeType="clickEffect">
                                  <p:stCondLst>
                                    <p:cond delay="0"/>
                                  </p:stCondLst>
                                  <p:childTnLst>
                                    <p:set>
                                      <p:cBhvr>
                                        <p:cTn id="92" dur="1" fill="hold">
                                          <p:stCondLst>
                                            <p:cond delay="0"/>
                                          </p:stCondLst>
                                        </p:cTn>
                                        <p:tgtEl>
                                          <p:spTgt spid="792602"/>
                                        </p:tgtEl>
                                        <p:attrNameLst>
                                          <p:attrName>style.visibility</p:attrName>
                                        </p:attrNameLst>
                                      </p:cBhvr>
                                      <p:to>
                                        <p:strVal val="visible"/>
                                      </p:to>
                                    </p:set>
                                    <p:animEffect transition="in" filter="wipe(left)">
                                      <p:cBhvr>
                                        <p:cTn id="93" dur="500"/>
                                        <p:tgtEl>
                                          <p:spTgt spid="792602"/>
                                        </p:tgtEl>
                                      </p:cBhvr>
                                    </p:animEffect>
                                  </p:childTnLst>
                                </p:cTn>
                              </p:par>
                            </p:childTnLst>
                          </p:cTn>
                        </p:par>
                      </p:childTnLst>
                    </p:cTn>
                  </p:par>
                  <p:par>
                    <p:cTn id="94" fill="hold" nodeType="clickPar">
                      <p:stCondLst>
                        <p:cond delay="indefinite"/>
                      </p:stCondLst>
                      <p:childTnLst>
                        <p:par>
                          <p:cTn id="95" fill="hold" nodeType="withGroup">
                            <p:stCondLst>
                              <p:cond delay="0"/>
                            </p:stCondLst>
                            <p:childTnLst>
                              <p:par>
                                <p:cTn id="96" presetID="4" presetClass="entr" presetSubtype="32" fill="hold" nodeType="clickEffect">
                                  <p:stCondLst>
                                    <p:cond delay="0"/>
                                  </p:stCondLst>
                                  <p:childTnLst>
                                    <p:set>
                                      <p:cBhvr>
                                        <p:cTn id="97" dur="1" fill="hold">
                                          <p:stCondLst>
                                            <p:cond delay="0"/>
                                          </p:stCondLst>
                                        </p:cTn>
                                        <p:tgtEl>
                                          <p:spTgt spid="792597"/>
                                        </p:tgtEl>
                                        <p:attrNameLst>
                                          <p:attrName>style.visibility</p:attrName>
                                        </p:attrNameLst>
                                      </p:cBhvr>
                                      <p:to>
                                        <p:strVal val="visible"/>
                                      </p:to>
                                    </p:set>
                                    <p:animEffect transition="in" filter="box(out)">
                                      <p:cBhvr>
                                        <p:cTn id="98" dur="500"/>
                                        <p:tgtEl>
                                          <p:spTgt spid="792597"/>
                                        </p:tgtEl>
                                      </p:cBhvr>
                                    </p:animEffect>
                                  </p:childTnLst>
                                </p:cTn>
                              </p:par>
                            </p:childTnLst>
                          </p:cTn>
                        </p:par>
                      </p:childTnLst>
                    </p:cTn>
                  </p:par>
                  <p:par>
                    <p:cTn id="99" fill="hold" nodeType="clickPar">
                      <p:stCondLst>
                        <p:cond delay="indefinite"/>
                      </p:stCondLst>
                      <p:childTnLst>
                        <p:par>
                          <p:cTn id="100" fill="hold" nodeType="withGroup">
                            <p:stCondLst>
                              <p:cond delay="0"/>
                            </p:stCondLst>
                            <p:childTnLst>
                              <p:par>
                                <p:cTn id="101" presetID="22" presetClass="entr" presetSubtype="8" fill="hold" nodeType="clickEffect">
                                  <p:stCondLst>
                                    <p:cond delay="0"/>
                                  </p:stCondLst>
                                  <p:childTnLst>
                                    <p:set>
                                      <p:cBhvr>
                                        <p:cTn id="102" dur="1" fill="hold">
                                          <p:stCondLst>
                                            <p:cond delay="0"/>
                                          </p:stCondLst>
                                        </p:cTn>
                                        <p:tgtEl>
                                          <p:spTgt spid="792603"/>
                                        </p:tgtEl>
                                        <p:attrNameLst>
                                          <p:attrName>style.visibility</p:attrName>
                                        </p:attrNameLst>
                                      </p:cBhvr>
                                      <p:to>
                                        <p:strVal val="visible"/>
                                      </p:to>
                                    </p:set>
                                    <p:animEffect transition="in" filter="wipe(left)">
                                      <p:cBhvr>
                                        <p:cTn id="103" dur="500"/>
                                        <p:tgtEl>
                                          <p:spTgt spid="792603"/>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22" presetClass="entr" presetSubtype="8" fill="hold" nodeType="clickEffect">
                                  <p:stCondLst>
                                    <p:cond delay="0"/>
                                  </p:stCondLst>
                                  <p:childTnLst>
                                    <p:set>
                                      <p:cBhvr>
                                        <p:cTn id="107" dur="1" fill="hold">
                                          <p:stCondLst>
                                            <p:cond delay="0"/>
                                          </p:stCondLst>
                                        </p:cTn>
                                        <p:tgtEl>
                                          <p:spTgt spid="792605"/>
                                        </p:tgtEl>
                                        <p:attrNameLst>
                                          <p:attrName>style.visibility</p:attrName>
                                        </p:attrNameLst>
                                      </p:cBhvr>
                                      <p:to>
                                        <p:strVal val="visible"/>
                                      </p:to>
                                    </p:set>
                                    <p:animEffect transition="in" filter="wipe(left)">
                                      <p:cBhvr>
                                        <p:cTn id="108" dur="500"/>
                                        <p:tgtEl>
                                          <p:spTgt spid="792605"/>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8" fill="hold" nodeType="clickEffect">
                                  <p:stCondLst>
                                    <p:cond delay="0"/>
                                  </p:stCondLst>
                                  <p:childTnLst>
                                    <p:set>
                                      <p:cBhvr>
                                        <p:cTn id="112" dur="1" fill="hold">
                                          <p:stCondLst>
                                            <p:cond delay="0"/>
                                          </p:stCondLst>
                                        </p:cTn>
                                        <p:tgtEl>
                                          <p:spTgt spid="792601"/>
                                        </p:tgtEl>
                                        <p:attrNameLst>
                                          <p:attrName>style.visibility</p:attrName>
                                        </p:attrNameLst>
                                      </p:cBhvr>
                                      <p:to>
                                        <p:strVal val="visible"/>
                                      </p:to>
                                    </p:set>
                                    <p:animEffect transition="in" filter="wipe(left)">
                                      <p:cBhvr>
                                        <p:cTn id="113" dur="500"/>
                                        <p:tgtEl>
                                          <p:spTgt spid="792601"/>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22" presetClass="entr" presetSubtype="8" fill="hold" nodeType="clickEffect">
                                  <p:stCondLst>
                                    <p:cond delay="0"/>
                                  </p:stCondLst>
                                  <p:childTnLst>
                                    <p:set>
                                      <p:cBhvr>
                                        <p:cTn id="117" dur="1" fill="hold">
                                          <p:stCondLst>
                                            <p:cond delay="0"/>
                                          </p:stCondLst>
                                        </p:cTn>
                                        <p:tgtEl>
                                          <p:spTgt spid="792581"/>
                                        </p:tgtEl>
                                        <p:attrNameLst>
                                          <p:attrName>style.visibility</p:attrName>
                                        </p:attrNameLst>
                                      </p:cBhvr>
                                      <p:to>
                                        <p:strVal val="visible"/>
                                      </p:to>
                                    </p:set>
                                    <p:animEffect transition="in" filter="wipe(left)">
                                      <p:cBhvr>
                                        <p:cTn id="118" dur="500"/>
                                        <p:tgtEl>
                                          <p:spTgt spid="792581"/>
                                        </p:tgtEl>
                                      </p:cBhvr>
                                    </p:animEffect>
                                  </p:childTnLst>
                                </p:cTn>
                              </p:par>
                            </p:childTnLst>
                          </p:cTn>
                        </p:par>
                        <p:par>
                          <p:cTn id="119" fill="hold" nodeType="afterGroup">
                            <p:stCondLst>
                              <p:cond delay="500"/>
                            </p:stCondLst>
                            <p:childTnLst>
                              <p:par>
                                <p:cTn id="120" presetID="22" presetClass="entr" presetSubtype="8" fill="hold" nodeType="afterEffect">
                                  <p:stCondLst>
                                    <p:cond delay="0"/>
                                  </p:stCondLst>
                                  <p:childTnLst>
                                    <p:set>
                                      <p:cBhvr>
                                        <p:cTn id="121" dur="1" fill="hold">
                                          <p:stCondLst>
                                            <p:cond delay="0"/>
                                          </p:stCondLst>
                                        </p:cTn>
                                        <p:tgtEl>
                                          <p:spTgt spid="792609"/>
                                        </p:tgtEl>
                                        <p:attrNameLst>
                                          <p:attrName>style.visibility</p:attrName>
                                        </p:attrNameLst>
                                      </p:cBhvr>
                                      <p:to>
                                        <p:strVal val="visible"/>
                                      </p:to>
                                    </p:set>
                                    <p:animEffect transition="in" filter="wipe(left)">
                                      <p:cBhvr>
                                        <p:cTn id="122" dur="500"/>
                                        <p:tgtEl>
                                          <p:spTgt spid="792609"/>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8" fill="hold" nodeType="clickEffect">
                                  <p:stCondLst>
                                    <p:cond delay="0"/>
                                  </p:stCondLst>
                                  <p:childTnLst>
                                    <p:set>
                                      <p:cBhvr>
                                        <p:cTn id="126" dur="1" fill="hold">
                                          <p:stCondLst>
                                            <p:cond delay="0"/>
                                          </p:stCondLst>
                                        </p:cTn>
                                        <p:tgtEl>
                                          <p:spTgt spid="792607"/>
                                        </p:tgtEl>
                                        <p:attrNameLst>
                                          <p:attrName>style.visibility</p:attrName>
                                        </p:attrNameLst>
                                      </p:cBhvr>
                                      <p:to>
                                        <p:strVal val="visible"/>
                                      </p:to>
                                    </p:set>
                                    <p:animEffect transition="in" filter="wipe(left)">
                                      <p:cBhvr>
                                        <p:cTn id="127" dur="500"/>
                                        <p:tgtEl>
                                          <p:spTgt spid="792607"/>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8" fill="hold" nodeType="clickEffect">
                                  <p:stCondLst>
                                    <p:cond delay="0"/>
                                  </p:stCondLst>
                                  <p:childTnLst>
                                    <p:set>
                                      <p:cBhvr>
                                        <p:cTn id="131" dur="1" fill="hold">
                                          <p:stCondLst>
                                            <p:cond delay="0"/>
                                          </p:stCondLst>
                                        </p:cTn>
                                        <p:tgtEl>
                                          <p:spTgt spid="792595"/>
                                        </p:tgtEl>
                                        <p:attrNameLst>
                                          <p:attrName>style.visibility</p:attrName>
                                        </p:attrNameLst>
                                      </p:cBhvr>
                                      <p:to>
                                        <p:strVal val="visible"/>
                                      </p:to>
                                    </p:set>
                                    <p:animEffect transition="in" filter="wipe(left)">
                                      <p:cBhvr>
                                        <p:cTn id="132" dur="500"/>
                                        <p:tgtEl>
                                          <p:spTgt spid="792595"/>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8" fill="hold" nodeType="clickEffect">
                                  <p:stCondLst>
                                    <p:cond delay="0"/>
                                  </p:stCondLst>
                                  <p:childTnLst>
                                    <p:set>
                                      <p:cBhvr>
                                        <p:cTn id="136" dur="1" fill="hold">
                                          <p:stCondLst>
                                            <p:cond delay="0"/>
                                          </p:stCondLst>
                                        </p:cTn>
                                        <p:tgtEl>
                                          <p:spTgt spid="792596"/>
                                        </p:tgtEl>
                                        <p:attrNameLst>
                                          <p:attrName>style.visibility</p:attrName>
                                        </p:attrNameLst>
                                      </p:cBhvr>
                                      <p:to>
                                        <p:strVal val="visible"/>
                                      </p:to>
                                    </p:set>
                                    <p:animEffect transition="in" filter="wipe(left)">
                                      <p:cBhvr>
                                        <p:cTn id="137" dur="500"/>
                                        <p:tgtEl>
                                          <p:spTgt spid="792596"/>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8" fill="hold" nodeType="clickEffect">
                                  <p:stCondLst>
                                    <p:cond delay="0"/>
                                  </p:stCondLst>
                                  <p:childTnLst>
                                    <p:set>
                                      <p:cBhvr>
                                        <p:cTn id="141" dur="1" fill="hold">
                                          <p:stCondLst>
                                            <p:cond delay="0"/>
                                          </p:stCondLst>
                                        </p:cTn>
                                        <p:tgtEl>
                                          <p:spTgt spid="792606"/>
                                        </p:tgtEl>
                                        <p:attrNameLst>
                                          <p:attrName>style.visibility</p:attrName>
                                        </p:attrNameLst>
                                      </p:cBhvr>
                                      <p:to>
                                        <p:strVal val="visible"/>
                                      </p:to>
                                    </p:set>
                                    <p:animEffect transition="in" filter="wipe(left)">
                                      <p:cBhvr>
                                        <p:cTn id="142" dur="500"/>
                                        <p:tgtEl>
                                          <p:spTgt spid="792606"/>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8" fill="hold" nodeType="clickEffect">
                                  <p:stCondLst>
                                    <p:cond delay="0"/>
                                  </p:stCondLst>
                                  <p:childTnLst>
                                    <p:set>
                                      <p:cBhvr>
                                        <p:cTn id="146" dur="1" fill="hold">
                                          <p:stCondLst>
                                            <p:cond delay="0"/>
                                          </p:stCondLst>
                                        </p:cTn>
                                        <p:tgtEl>
                                          <p:spTgt spid="792604"/>
                                        </p:tgtEl>
                                        <p:attrNameLst>
                                          <p:attrName>style.visibility</p:attrName>
                                        </p:attrNameLst>
                                      </p:cBhvr>
                                      <p:to>
                                        <p:strVal val="visible"/>
                                      </p:to>
                                    </p:set>
                                    <p:animEffect transition="in" filter="wipe(left)">
                                      <p:cBhvr>
                                        <p:cTn id="147" dur="500"/>
                                        <p:tgtEl>
                                          <p:spTgt spid="792604"/>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 presetClass="entr" presetSubtype="2" fill="hold" nodeType="clickEffect">
                                  <p:stCondLst>
                                    <p:cond delay="0"/>
                                  </p:stCondLst>
                                  <p:childTnLst>
                                    <p:set>
                                      <p:cBhvr>
                                        <p:cTn id="151" dur="1" fill="hold">
                                          <p:stCondLst>
                                            <p:cond delay="0"/>
                                          </p:stCondLst>
                                        </p:cTn>
                                        <p:tgtEl>
                                          <p:spTgt spid="792608"/>
                                        </p:tgtEl>
                                        <p:attrNameLst>
                                          <p:attrName>style.visibility</p:attrName>
                                        </p:attrNameLst>
                                      </p:cBhvr>
                                      <p:to>
                                        <p:strVal val="visible"/>
                                      </p:to>
                                    </p:set>
                                    <p:anim calcmode="lin" valueType="num">
                                      <p:cBhvr additive="base">
                                        <p:cTn id="152" dur="500" fill="hold"/>
                                        <p:tgtEl>
                                          <p:spTgt spid="792608"/>
                                        </p:tgtEl>
                                        <p:attrNameLst>
                                          <p:attrName>ppt_x</p:attrName>
                                        </p:attrNameLst>
                                      </p:cBhvr>
                                      <p:tavLst>
                                        <p:tav tm="0">
                                          <p:val>
                                            <p:strVal val="1+#ppt_w/2"/>
                                          </p:val>
                                        </p:tav>
                                        <p:tav tm="100000">
                                          <p:val>
                                            <p:strVal val="#ppt_x"/>
                                          </p:val>
                                        </p:tav>
                                      </p:tavLst>
                                    </p:anim>
                                    <p:anim calcmode="lin" valueType="num">
                                      <p:cBhvr additive="base">
                                        <p:cTn id="153" dur="500" fill="hold"/>
                                        <p:tgtEl>
                                          <p:spTgt spid="79260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2578" grpId="0" autoUpdateAnimBg="0"/>
      <p:bldP spid="792579" grpId="0" autoUpdateAnimBg="0"/>
      <p:bldP spid="792580" grpId="0" autoUpdateAnimBg="0"/>
      <p:bldP spid="792581" grpId="0" autoUpdateAnimBg="0"/>
      <p:bldP spid="792597" grpId="0" animBg="1"/>
      <p:bldP spid="792599" grpId="0" autoUpdateAnimBg="0"/>
      <p:bldP spid="792603" grpId="0" autoUpdateAnimBg="0"/>
      <p:bldP spid="792604" grpId="0" autoUpdateAnimBg="0"/>
      <p:bldP spid="792610" grpId="0"/>
      <p:bldP spid="792611" grpId="0"/>
      <p:bldP spid="792614" grpId="0" animBg="1"/>
      <p:bldP spid="792616" grpId="0"/>
      <p:bldP spid="7926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946" name="Text Box 2">
            <a:extLst>
              <a:ext uri="{FF2B5EF4-FFF2-40B4-BE49-F238E27FC236}">
                <a16:creationId xmlns:a16="http://schemas.microsoft.com/office/drawing/2014/main" id="{52280495-C60D-71DE-30B5-EA6A2BFEC82E}"/>
              </a:ext>
            </a:extLst>
          </p:cNvPr>
          <p:cNvSpPr txBox="1">
            <a:spLocks noChangeArrowheads="1"/>
          </p:cNvSpPr>
          <p:nvPr/>
        </p:nvSpPr>
        <p:spPr bwMode="auto">
          <a:xfrm>
            <a:off x="1412875" y="5375275"/>
            <a:ext cx="7416800" cy="933450"/>
          </a:xfrm>
          <a:prstGeom prst="rect">
            <a:avLst/>
          </a:prstGeom>
          <a:noFill/>
          <a:ln w="9525">
            <a:noFill/>
            <a:miter lim="800000"/>
            <a:headEnd/>
            <a:tailEnd/>
          </a:ln>
        </p:spPr>
        <p:txBody>
          <a:bodyPr>
            <a:spAutoFit/>
          </a:bodyPr>
          <a:lstStyle/>
          <a:p>
            <a:pPr algn="l">
              <a:lnSpc>
                <a:spcPct val="115000"/>
              </a:lnSpc>
              <a:buClrTx/>
              <a:buFontTx/>
              <a:buNone/>
              <a:defRPr/>
            </a:pPr>
            <a:r>
              <a:rPr lang="zh-CN" altLang="en-US">
                <a:effectLst>
                  <a:outerShdw blurRad="38100" dist="38100" dir="2700000" algn="tl">
                    <a:srgbClr val="000000"/>
                  </a:outerShdw>
                </a:effectLst>
                <a:latin typeface="Times New Roman" pitchFamily="18" charset="0"/>
              </a:rPr>
              <a:t>可以证明，此式也适用于在物体转动过程中，</a:t>
            </a:r>
            <a:r>
              <a:rPr lang="en-US" altLang="zh-CN" i="1">
                <a:solidFill>
                  <a:srgbClr val="FFCC00"/>
                </a:solidFill>
                <a:effectLst>
                  <a:outerShdw blurRad="38100" dist="38100" dir="2700000" algn="tl">
                    <a:srgbClr val="000000"/>
                  </a:outerShdw>
                </a:effectLst>
                <a:latin typeface="Times New Roman" pitchFamily="18" charset="0"/>
              </a:rPr>
              <a:t>J</a:t>
            </a:r>
            <a:r>
              <a:rPr lang="zh-CN" altLang="en-US">
                <a:effectLst>
                  <a:outerShdw blurRad="38100" dist="38100" dir="2700000" algn="tl">
                    <a:srgbClr val="000000"/>
                  </a:outerShdw>
                </a:effectLst>
                <a:latin typeface="Times New Roman" pitchFamily="18" charset="0"/>
              </a:rPr>
              <a:t>发生变化的过程，而</a:t>
            </a:r>
            <a:r>
              <a:rPr lang="en-US" altLang="zh-CN" i="1">
                <a:solidFill>
                  <a:srgbClr val="FFCC00"/>
                </a:solidFill>
                <a:effectLst>
                  <a:outerShdw blurRad="38100" dist="38100" dir="2700000" algn="tl">
                    <a:srgbClr val="000000"/>
                  </a:outerShdw>
                </a:effectLst>
                <a:latin typeface="Times New Roman" pitchFamily="18" charset="0"/>
              </a:rPr>
              <a:t>M </a:t>
            </a:r>
            <a:r>
              <a:rPr lang="en-US" altLang="zh-CN">
                <a:solidFill>
                  <a:srgbClr val="FFCC00"/>
                </a:solidFill>
                <a:effectLst>
                  <a:outerShdw blurRad="38100" dist="38100" dir="2700000" algn="tl">
                    <a:srgbClr val="000000"/>
                  </a:outerShdw>
                </a:effectLst>
                <a:latin typeface="Times New Roman" pitchFamily="18" charset="0"/>
              </a:rPr>
              <a:t>= </a:t>
            </a:r>
            <a:r>
              <a:rPr lang="en-US" altLang="zh-CN" i="1">
                <a:solidFill>
                  <a:srgbClr val="FFCC00"/>
                </a:solidFill>
                <a:effectLst>
                  <a:outerShdw blurRad="38100" dist="38100" dir="2700000" algn="tl">
                    <a:srgbClr val="000000"/>
                  </a:outerShdw>
                </a:effectLst>
                <a:latin typeface="Times New Roman" pitchFamily="18" charset="0"/>
              </a:rPr>
              <a:t>J</a:t>
            </a:r>
            <a:r>
              <a:rPr lang="en-US" altLang="zh-CN" i="1">
                <a:solidFill>
                  <a:srgbClr val="FFCC00"/>
                </a:solidFill>
                <a:effectLst>
                  <a:outerShdw blurRad="38100" dist="38100" dir="2700000" algn="tl">
                    <a:srgbClr val="000000"/>
                  </a:outerShdw>
                </a:effectLst>
                <a:latin typeface="Times New Roman" pitchFamily="18" charset="0"/>
                <a:sym typeface="Symbol" pitchFamily="18" charset="2"/>
              </a:rPr>
              <a:t></a:t>
            </a:r>
            <a:r>
              <a:rPr lang="en-US" altLang="zh-CN" i="1">
                <a:effectLst>
                  <a:outerShdw blurRad="38100" dist="38100" dir="2700000" algn="tl">
                    <a:srgbClr val="000000"/>
                  </a:outerShdw>
                </a:effectLst>
                <a:latin typeface="Times New Roman" pitchFamily="18" charset="0"/>
                <a:sym typeface="Symbol" pitchFamily="18" charset="2"/>
              </a:rPr>
              <a:t>  </a:t>
            </a:r>
            <a:r>
              <a:rPr lang="zh-CN" altLang="en-US">
                <a:effectLst>
                  <a:outerShdw blurRad="38100" dist="38100" dir="2700000" algn="tl">
                    <a:srgbClr val="000000"/>
                  </a:outerShdw>
                </a:effectLst>
                <a:latin typeface="Times New Roman" pitchFamily="18" charset="0"/>
              </a:rPr>
              <a:t>仅适用于转动惯量不变的过程。</a:t>
            </a:r>
          </a:p>
        </p:txBody>
      </p:sp>
      <p:sp>
        <p:nvSpPr>
          <p:cNvPr id="850947" name="Text Box 3">
            <a:extLst>
              <a:ext uri="{FF2B5EF4-FFF2-40B4-BE49-F238E27FC236}">
                <a16:creationId xmlns:a16="http://schemas.microsoft.com/office/drawing/2014/main" id="{C05C6839-BAC7-EE6E-A38E-4385D3C14D97}"/>
              </a:ext>
            </a:extLst>
          </p:cNvPr>
          <p:cNvSpPr txBox="1">
            <a:spLocks noChangeArrowheads="1"/>
          </p:cNvSpPr>
          <p:nvPr/>
        </p:nvSpPr>
        <p:spPr bwMode="auto">
          <a:xfrm>
            <a:off x="4591050" y="3635375"/>
            <a:ext cx="4090988" cy="396875"/>
          </a:xfrm>
          <a:prstGeom prst="rect">
            <a:avLst/>
          </a:prstGeom>
          <a:noFill/>
          <a:ln w="12700">
            <a:noFill/>
            <a:miter lim="800000"/>
            <a:headEnd type="none" w="sm" len="sm"/>
            <a:tailEnd type="none" w="sm" len="sm"/>
          </a:ln>
          <a:effectLst/>
        </p:spPr>
        <p:txBody>
          <a:bodyPr>
            <a:spAutoFit/>
          </a:bodyPr>
          <a:lstStyle/>
          <a:p>
            <a:pPr algn="l">
              <a:lnSpc>
                <a:spcPct val="100000"/>
              </a:lnSpc>
              <a:spcBef>
                <a:spcPct val="50000"/>
              </a:spcBef>
              <a:buClr>
                <a:srgbClr val="CCCCFF"/>
              </a:buClr>
              <a:buFont typeface="Monotype Sorts" pitchFamily="2" charset="2"/>
              <a:buNone/>
              <a:defRPr/>
            </a:pPr>
            <a:r>
              <a:rPr kumimoji="1" lang="zh-CN" altLang="en-US" sz="2000">
                <a:solidFill>
                  <a:srgbClr val="FF9900"/>
                </a:solidFill>
                <a:effectLst>
                  <a:outerShdw blurRad="38100" dist="38100" dir="2700000" algn="tl">
                    <a:srgbClr val="000000"/>
                  </a:outerShdw>
                </a:effectLst>
                <a:latin typeface="楷体_GB2312" pitchFamily="49" charset="-122"/>
                <a:ea typeface="楷体_GB2312" pitchFamily="49" charset="-122"/>
              </a:rPr>
              <a:t>（刚体定轴转动的动量矩定理）</a:t>
            </a:r>
            <a:endParaRPr kumimoji="1" lang="zh-CN" altLang="en-US" sz="2000">
              <a:solidFill>
                <a:srgbClr val="FF9900"/>
              </a:solidFill>
              <a:latin typeface="楷体_GB2312" pitchFamily="49" charset="-122"/>
              <a:ea typeface="楷体_GB2312" pitchFamily="49" charset="-122"/>
            </a:endParaRPr>
          </a:p>
        </p:txBody>
      </p:sp>
      <p:sp>
        <p:nvSpPr>
          <p:cNvPr id="850948" name="Text Box 4">
            <a:extLst>
              <a:ext uri="{FF2B5EF4-FFF2-40B4-BE49-F238E27FC236}">
                <a16:creationId xmlns:a16="http://schemas.microsoft.com/office/drawing/2014/main" id="{DC3E65D3-4305-269D-3C3A-AA6E1A4AA84E}"/>
              </a:ext>
            </a:extLst>
          </p:cNvPr>
          <p:cNvSpPr txBox="1">
            <a:spLocks noChangeArrowheads="1"/>
          </p:cNvSpPr>
          <p:nvPr/>
        </p:nvSpPr>
        <p:spPr bwMode="auto">
          <a:xfrm>
            <a:off x="927100" y="4424363"/>
            <a:ext cx="7435850" cy="831850"/>
          </a:xfrm>
          <a:prstGeom prst="rect">
            <a:avLst/>
          </a:prstGeom>
          <a:solidFill>
            <a:srgbClr val="00CCFF">
              <a:alpha val="24001"/>
            </a:srgbClr>
          </a:solidFill>
          <a:ln w="9525">
            <a:solidFill>
              <a:srgbClr val="FFFFFF">
                <a:alpha val="25999"/>
              </a:srgbClr>
            </a:solidFill>
            <a:miter lim="800000"/>
            <a:headEnd/>
            <a:tailEnd/>
          </a:ln>
        </p:spPr>
        <p:txBody>
          <a:bodyPr>
            <a:spAutoFit/>
          </a:bodyPr>
          <a:lstStyle/>
          <a:p>
            <a:pPr>
              <a:buClrTx/>
              <a:buFont typeface="Monotype Sorts" pitchFamily="2" charset="2"/>
              <a:buNone/>
              <a:defRPr/>
            </a:pPr>
            <a:r>
              <a:rPr lang="zh-CN" altLang="en-US" sz="2000">
                <a:effectLst>
                  <a:outerShdw blurRad="38100" dist="38100" dir="2700000" algn="tl">
                    <a:srgbClr val="000000"/>
                  </a:outerShdw>
                </a:effectLst>
              </a:rPr>
              <a:t>作用在绕定轴转动刚体上的合外力矩等于刚体对该轴的动量矩对时间的导数。</a:t>
            </a:r>
            <a:endParaRPr lang="zh-CN" altLang="en-US" sz="2000">
              <a:effectLst>
                <a:outerShdw blurRad="38100" dist="38100" dir="2700000" algn="tl">
                  <a:srgbClr val="000000"/>
                </a:outerShdw>
              </a:effectLst>
              <a:latin typeface="宋体" pitchFamily="2" charset="-122"/>
              <a:ea typeface="宋体" pitchFamily="2" charset="-122"/>
            </a:endParaRPr>
          </a:p>
        </p:txBody>
      </p:sp>
      <p:graphicFrame>
        <p:nvGraphicFramePr>
          <p:cNvPr id="850949" name="Object 5">
            <a:extLst>
              <a:ext uri="{FF2B5EF4-FFF2-40B4-BE49-F238E27FC236}">
                <a16:creationId xmlns:a16="http://schemas.microsoft.com/office/drawing/2014/main" id="{4B2A5C21-2A02-AA9C-3AB5-E78473FE4B9D}"/>
              </a:ext>
            </a:extLst>
          </p:cNvPr>
          <p:cNvGraphicFramePr>
            <a:graphicFrameLocks noChangeAspect="1"/>
          </p:cNvGraphicFramePr>
          <p:nvPr/>
        </p:nvGraphicFramePr>
        <p:xfrm>
          <a:off x="3100388" y="1336675"/>
          <a:ext cx="1600200" cy="723900"/>
        </p:xfrm>
        <a:graphic>
          <a:graphicData uri="http://schemas.openxmlformats.org/presentationml/2006/ole">
            <mc:AlternateContent xmlns:mc="http://schemas.openxmlformats.org/markup-compatibility/2006">
              <mc:Choice xmlns:v="urn:schemas-microsoft-com:vml" Requires="v">
                <p:oleObj name="公式" r:id="rId2" imgW="1600200" imgH="723600" progId="Equation.3">
                  <p:embed/>
                </p:oleObj>
              </mc:Choice>
              <mc:Fallback>
                <p:oleObj name="公式" r:id="rId2" imgW="1600200" imgH="7236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0388" y="1336675"/>
                        <a:ext cx="1600200" cy="723900"/>
                      </a:xfrm>
                      <a:prstGeom prst="rect">
                        <a:avLst/>
                      </a:prstGeom>
                      <a:noFill/>
                      <a:ln>
                        <a:noFill/>
                      </a:ln>
                      <a:effectLst/>
                      <a:extLst>
                        <a:ext uri="{909E8E84-426E-40DD-AFC4-6F175D3DCCD1}">
                          <a14:hiddenFill xmlns:a14="http://schemas.microsoft.com/office/drawing/2010/main">
                            <a:solidFill>
                              <a:srgbClr val="00FFFF">
                                <a:alpha val="25000"/>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50950" name="Rectangle 6">
            <a:extLst>
              <a:ext uri="{FF2B5EF4-FFF2-40B4-BE49-F238E27FC236}">
                <a16:creationId xmlns:a16="http://schemas.microsoft.com/office/drawing/2014/main" id="{68249B8D-6FF7-95C3-BF88-65A0C8321EC0}"/>
              </a:ext>
            </a:extLst>
          </p:cNvPr>
          <p:cNvSpPr>
            <a:spLocks noChangeArrowheads="1"/>
          </p:cNvSpPr>
          <p:nvPr/>
        </p:nvSpPr>
        <p:spPr bwMode="auto">
          <a:xfrm>
            <a:off x="279400" y="331788"/>
            <a:ext cx="5849938" cy="457200"/>
          </a:xfrm>
          <a:prstGeom prst="rect">
            <a:avLst/>
          </a:prstGeom>
          <a:noFill/>
          <a:ln w="9525">
            <a:noFill/>
            <a:miter lim="800000"/>
            <a:headEnd/>
            <a:tailEnd/>
          </a:ln>
          <a:effectLst/>
        </p:spPr>
        <p:txBody>
          <a:bodyPr>
            <a:spAutoFit/>
          </a:bodyPr>
          <a:lstStyle/>
          <a:p>
            <a:pPr algn="l" eaLnBrk="1" hangingPunct="1">
              <a:lnSpc>
                <a:spcPct val="100000"/>
              </a:lnSpc>
              <a:buClr>
                <a:srgbClr val="FF9900"/>
              </a:buClr>
              <a:buSzPct val="80000"/>
              <a:buFont typeface="Wingdings" pitchFamily="2" charset="2"/>
              <a:buNone/>
              <a:defRPr/>
            </a:pPr>
            <a:r>
              <a:rPr kumimoji="1" lang="en-US" altLang="zh-CN">
                <a:solidFill>
                  <a:srgbClr val="00FFFF"/>
                </a:solidFill>
                <a:effectLst>
                  <a:outerShdw blurRad="38100" dist="38100" dir="2700000" algn="tl">
                    <a:srgbClr val="000000"/>
                  </a:outerShdw>
                </a:effectLst>
                <a:latin typeface="Times New Roman" pitchFamily="18" charset="0"/>
              </a:rPr>
              <a:t>2.  </a:t>
            </a:r>
            <a:r>
              <a:rPr kumimoji="1" lang="zh-CN" altLang="en-US">
                <a:solidFill>
                  <a:srgbClr val="00FFFF"/>
                </a:solidFill>
                <a:effectLst>
                  <a:outerShdw blurRad="38100" dist="38100" dir="2700000" algn="tl">
                    <a:srgbClr val="000000"/>
                  </a:outerShdw>
                </a:effectLst>
                <a:latin typeface="Times New Roman" pitchFamily="18" charset="0"/>
              </a:rPr>
              <a:t>刚体绕定轴转动的动量矩定理</a:t>
            </a:r>
          </a:p>
        </p:txBody>
      </p:sp>
      <p:sp>
        <p:nvSpPr>
          <p:cNvPr id="850951" name="Text Box 7">
            <a:extLst>
              <a:ext uri="{FF2B5EF4-FFF2-40B4-BE49-F238E27FC236}">
                <a16:creationId xmlns:a16="http://schemas.microsoft.com/office/drawing/2014/main" id="{A6688E7D-FEB6-5BC8-E162-750AED3F2842}"/>
              </a:ext>
            </a:extLst>
          </p:cNvPr>
          <p:cNvSpPr txBox="1">
            <a:spLocks noChangeArrowheads="1"/>
          </p:cNvSpPr>
          <p:nvPr/>
        </p:nvSpPr>
        <p:spPr bwMode="auto">
          <a:xfrm>
            <a:off x="588963" y="788988"/>
            <a:ext cx="4754562" cy="457200"/>
          </a:xfrm>
          <a:prstGeom prst="rect">
            <a:avLst/>
          </a:prstGeom>
          <a:noFill/>
          <a:ln w="12700">
            <a:noFill/>
            <a:miter lim="800000"/>
            <a:headEnd type="none" w="sm" len="sm"/>
            <a:tailEnd type="none" w="sm" len="sm"/>
          </a:ln>
          <a:effectLst/>
        </p:spPr>
        <p:txBody>
          <a:bodyPr anchor="ctr">
            <a:spAutoFit/>
          </a:bodyPr>
          <a:lstStyle/>
          <a:p>
            <a:pPr algn="l">
              <a:lnSpc>
                <a:spcPct val="100000"/>
              </a:lnSpc>
              <a:spcBef>
                <a:spcPct val="50000"/>
              </a:spcBef>
              <a:buClrTx/>
              <a:buFontTx/>
              <a:buNone/>
              <a:defRPr/>
            </a:pPr>
            <a:r>
              <a:rPr kumimoji="1" lang="zh-CN" altLang="en-US">
                <a:effectLst>
                  <a:outerShdw blurRad="38100" dist="38100" dir="2700000" algn="tl">
                    <a:srgbClr val="000000"/>
                  </a:outerShdw>
                </a:effectLst>
                <a:latin typeface="Times New Roman" pitchFamily="18" charset="0"/>
              </a:rPr>
              <a:t>将刚体的动量矩对时间求导</a:t>
            </a:r>
          </a:p>
        </p:txBody>
      </p:sp>
      <p:sp>
        <p:nvSpPr>
          <p:cNvPr id="850952" name="Text Box 8">
            <a:extLst>
              <a:ext uri="{FF2B5EF4-FFF2-40B4-BE49-F238E27FC236}">
                <a16:creationId xmlns:a16="http://schemas.microsoft.com/office/drawing/2014/main" id="{3A202B7C-336B-5574-4A45-8EF31958265F}"/>
              </a:ext>
            </a:extLst>
          </p:cNvPr>
          <p:cNvSpPr txBox="1">
            <a:spLocks noChangeArrowheads="1"/>
          </p:cNvSpPr>
          <p:nvPr/>
        </p:nvSpPr>
        <p:spPr bwMode="auto">
          <a:xfrm>
            <a:off x="652463" y="2139950"/>
            <a:ext cx="6129337" cy="457200"/>
          </a:xfrm>
          <a:prstGeom prst="rect">
            <a:avLst/>
          </a:prstGeom>
          <a:noFill/>
          <a:ln w="12700">
            <a:noFill/>
            <a:miter lim="800000"/>
            <a:headEnd type="none" w="sm" len="sm"/>
            <a:tailEnd type="none" w="sm" len="sm"/>
          </a:ln>
          <a:effectLst/>
        </p:spPr>
        <p:txBody>
          <a:bodyPr anchor="ctr">
            <a:spAutoFit/>
          </a:bodyPr>
          <a:lstStyle/>
          <a:p>
            <a:pPr algn="l">
              <a:lnSpc>
                <a:spcPct val="100000"/>
              </a:lnSpc>
              <a:spcBef>
                <a:spcPct val="50000"/>
              </a:spcBef>
              <a:buClrTx/>
              <a:buFontTx/>
              <a:buNone/>
              <a:defRPr/>
            </a:pPr>
            <a:r>
              <a:rPr kumimoji="1" lang="zh-CN" altLang="en-US">
                <a:effectLst>
                  <a:outerShdw blurRad="38100" dist="38100" dir="2700000" algn="tl">
                    <a:srgbClr val="000000"/>
                  </a:outerShdw>
                </a:effectLst>
                <a:latin typeface="Times New Roman" pitchFamily="18" charset="0"/>
              </a:rPr>
              <a:t>刚体对确定轴的转动惯量不变，则</a:t>
            </a:r>
          </a:p>
        </p:txBody>
      </p:sp>
      <p:graphicFrame>
        <p:nvGraphicFramePr>
          <p:cNvPr id="850953" name="Object 9">
            <a:extLst>
              <a:ext uri="{FF2B5EF4-FFF2-40B4-BE49-F238E27FC236}">
                <a16:creationId xmlns:a16="http://schemas.microsoft.com/office/drawing/2014/main" id="{72FCF552-BF15-9DE2-3343-C83537A8FD77}"/>
              </a:ext>
            </a:extLst>
          </p:cNvPr>
          <p:cNvGraphicFramePr>
            <a:graphicFrameLocks noChangeAspect="1"/>
          </p:cNvGraphicFramePr>
          <p:nvPr/>
        </p:nvGraphicFramePr>
        <p:xfrm>
          <a:off x="3100388" y="2640013"/>
          <a:ext cx="1981200" cy="723900"/>
        </p:xfrm>
        <a:graphic>
          <a:graphicData uri="http://schemas.openxmlformats.org/presentationml/2006/ole">
            <mc:AlternateContent xmlns:mc="http://schemas.openxmlformats.org/markup-compatibility/2006">
              <mc:Choice xmlns:v="urn:schemas-microsoft-com:vml" Requires="v">
                <p:oleObj name="公式" r:id="rId4" imgW="1981080" imgH="723600" progId="Equation.3">
                  <p:embed/>
                </p:oleObj>
              </mc:Choice>
              <mc:Fallback>
                <p:oleObj name="公式" r:id="rId4" imgW="1981080" imgH="72360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00388" y="2640013"/>
                        <a:ext cx="1981200" cy="723900"/>
                      </a:xfrm>
                      <a:prstGeom prst="rect">
                        <a:avLst/>
                      </a:prstGeom>
                      <a:noFill/>
                      <a:ln>
                        <a:noFill/>
                      </a:ln>
                      <a:effectLst/>
                      <a:extLst>
                        <a:ext uri="{909E8E84-426E-40DD-AFC4-6F175D3DCCD1}">
                          <a14:hiddenFill xmlns:a14="http://schemas.microsoft.com/office/drawing/2010/main">
                            <a:solidFill>
                              <a:srgbClr val="00FFFF">
                                <a:alpha val="25000"/>
                              </a:srgbClr>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0954" name="Object 10">
            <a:extLst>
              <a:ext uri="{FF2B5EF4-FFF2-40B4-BE49-F238E27FC236}">
                <a16:creationId xmlns:a16="http://schemas.microsoft.com/office/drawing/2014/main" id="{858AFFDA-1F12-F8E7-52BB-FE78316B9B51}"/>
              </a:ext>
            </a:extLst>
          </p:cNvPr>
          <p:cNvGraphicFramePr>
            <a:graphicFrameLocks noChangeAspect="1"/>
          </p:cNvGraphicFramePr>
          <p:nvPr/>
        </p:nvGraphicFramePr>
        <p:xfrm>
          <a:off x="3113088" y="3497263"/>
          <a:ext cx="1547812" cy="723900"/>
        </p:xfrm>
        <a:graphic>
          <a:graphicData uri="http://schemas.openxmlformats.org/presentationml/2006/ole">
            <mc:AlternateContent xmlns:mc="http://schemas.openxmlformats.org/markup-compatibility/2006">
              <mc:Choice xmlns:v="urn:schemas-microsoft-com:vml" Requires="v">
                <p:oleObj name="公式" r:id="rId6" imgW="1549080" imgH="723600" progId="Equation.3">
                  <p:embed/>
                </p:oleObj>
              </mc:Choice>
              <mc:Fallback>
                <p:oleObj name="公式" r:id="rId6" imgW="1549080" imgH="723600"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13088" y="3497263"/>
                        <a:ext cx="1547812" cy="723900"/>
                      </a:xfrm>
                      <a:prstGeom prst="rect">
                        <a:avLst/>
                      </a:prstGeom>
                      <a:solidFill>
                        <a:srgbClr val="00CCFF">
                          <a:alpha val="25000"/>
                        </a:srgbClr>
                      </a:solidFill>
                      <a:ln w="9525">
                        <a:solidFill>
                          <a:srgbClr val="FFFFFF">
                            <a:alpha val="25000"/>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50955" name="Text Box 11">
            <a:extLst>
              <a:ext uri="{FF2B5EF4-FFF2-40B4-BE49-F238E27FC236}">
                <a16:creationId xmlns:a16="http://schemas.microsoft.com/office/drawing/2014/main" id="{84581CB3-A667-95BB-2F44-1350D9F0CEA8}"/>
              </a:ext>
            </a:extLst>
          </p:cNvPr>
          <p:cNvSpPr txBox="1">
            <a:spLocks noChangeArrowheads="1"/>
          </p:cNvSpPr>
          <p:nvPr/>
        </p:nvSpPr>
        <p:spPr bwMode="auto">
          <a:xfrm>
            <a:off x="306388" y="5438775"/>
            <a:ext cx="1679575" cy="457200"/>
          </a:xfrm>
          <a:prstGeom prst="rect">
            <a:avLst/>
          </a:prstGeom>
          <a:noFill/>
          <a:ln w="12700">
            <a:noFill/>
            <a:miter lim="800000"/>
            <a:headEnd type="none" w="sm" len="sm"/>
            <a:tailEnd type="none" w="sm" len="sm"/>
          </a:ln>
          <a:effectLst/>
        </p:spPr>
        <p:txBody>
          <a:bodyPr>
            <a:spAutoFit/>
          </a:bodyPr>
          <a:lstStyle/>
          <a:p>
            <a:pPr algn="l">
              <a:lnSpc>
                <a:spcPct val="100000"/>
              </a:lnSpc>
              <a:spcBef>
                <a:spcPct val="50000"/>
              </a:spcBef>
              <a:buClr>
                <a:srgbClr val="FFFF00"/>
              </a:buClr>
              <a:buFont typeface="Wingdings" pitchFamily="2" charset="2"/>
              <a:buChar char="Ø"/>
              <a:defRPr/>
            </a:pPr>
            <a:r>
              <a:rPr kumimoji="1" lang="en-US" altLang="zh-CN">
                <a:solidFill>
                  <a:srgbClr val="00FFFF"/>
                </a:solidFill>
                <a:effectLst>
                  <a:outerShdw blurRad="38100" dist="38100" dir="2700000" algn="tl">
                    <a:srgbClr val="000000"/>
                  </a:outerShdw>
                </a:effectLst>
                <a:latin typeface="Times New Roman" pitchFamily="18" charset="0"/>
                <a:ea typeface="宋体" pitchFamily="2" charset="-122"/>
              </a:rPr>
              <a:t> </a:t>
            </a:r>
            <a:r>
              <a:rPr kumimoji="1" lang="zh-CN" altLang="en-US">
                <a:solidFill>
                  <a:srgbClr val="00FFFF"/>
                </a:solidFill>
                <a:effectLst>
                  <a:outerShdw blurRad="38100" dist="38100" dir="2700000" algn="tl">
                    <a:srgbClr val="000000"/>
                  </a:outerShdw>
                </a:effectLst>
                <a:latin typeface="Times New Roman" pitchFamily="18" charset="0"/>
                <a:ea typeface="宋体" pitchFamily="2" charset="-122"/>
              </a:rPr>
              <a:t>说明：</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50950"/>
                                        </p:tgtEl>
                                        <p:attrNameLst>
                                          <p:attrName>style.visibility</p:attrName>
                                        </p:attrNameLst>
                                      </p:cBhvr>
                                      <p:to>
                                        <p:strVal val="visible"/>
                                      </p:to>
                                    </p:set>
                                    <p:animEffect transition="in" filter="wipe(left)">
                                      <p:cBhvr>
                                        <p:cTn id="7" dur="500"/>
                                        <p:tgtEl>
                                          <p:spTgt spid="8509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50951"/>
                                        </p:tgtEl>
                                        <p:attrNameLst>
                                          <p:attrName>style.visibility</p:attrName>
                                        </p:attrNameLst>
                                      </p:cBhvr>
                                      <p:to>
                                        <p:strVal val="visible"/>
                                      </p:to>
                                    </p:set>
                                    <p:animEffect transition="in" filter="wipe(left)">
                                      <p:cBhvr>
                                        <p:cTn id="12" dur="500"/>
                                        <p:tgtEl>
                                          <p:spTgt spid="8509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50949"/>
                                        </p:tgtEl>
                                        <p:attrNameLst>
                                          <p:attrName>style.visibility</p:attrName>
                                        </p:attrNameLst>
                                      </p:cBhvr>
                                      <p:to>
                                        <p:strVal val="visible"/>
                                      </p:to>
                                    </p:set>
                                    <p:animEffect transition="in" filter="wipe(left)">
                                      <p:cBhvr>
                                        <p:cTn id="17" dur="500"/>
                                        <p:tgtEl>
                                          <p:spTgt spid="8509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50952"/>
                                        </p:tgtEl>
                                        <p:attrNameLst>
                                          <p:attrName>style.visibility</p:attrName>
                                        </p:attrNameLst>
                                      </p:cBhvr>
                                      <p:to>
                                        <p:strVal val="visible"/>
                                      </p:to>
                                    </p:set>
                                    <p:animEffect transition="in" filter="wipe(left)">
                                      <p:cBhvr>
                                        <p:cTn id="22" dur="500"/>
                                        <p:tgtEl>
                                          <p:spTgt spid="85095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50953"/>
                                        </p:tgtEl>
                                        <p:attrNameLst>
                                          <p:attrName>style.visibility</p:attrName>
                                        </p:attrNameLst>
                                      </p:cBhvr>
                                      <p:to>
                                        <p:strVal val="visible"/>
                                      </p:to>
                                    </p:set>
                                    <p:animEffect transition="in" filter="wipe(left)">
                                      <p:cBhvr>
                                        <p:cTn id="27" dur="500"/>
                                        <p:tgtEl>
                                          <p:spTgt spid="85095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50954"/>
                                        </p:tgtEl>
                                        <p:attrNameLst>
                                          <p:attrName>style.visibility</p:attrName>
                                        </p:attrNameLst>
                                      </p:cBhvr>
                                      <p:to>
                                        <p:strVal val="visible"/>
                                      </p:to>
                                    </p:set>
                                    <p:animEffect transition="in" filter="wipe(left)">
                                      <p:cBhvr>
                                        <p:cTn id="32" dur="500"/>
                                        <p:tgtEl>
                                          <p:spTgt spid="85095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850947"/>
                                        </p:tgtEl>
                                        <p:attrNameLst>
                                          <p:attrName>style.visibility</p:attrName>
                                        </p:attrNameLst>
                                      </p:cBhvr>
                                      <p:to>
                                        <p:strVal val="visible"/>
                                      </p:to>
                                    </p:set>
                                    <p:animEffect transition="in" filter="wipe(left)">
                                      <p:cBhvr>
                                        <p:cTn id="37" dur="500"/>
                                        <p:tgtEl>
                                          <p:spTgt spid="85094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850948"/>
                                        </p:tgtEl>
                                        <p:attrNameLst>
                                          <p:attrName>style.visibility</p:attrName>
                                        </p:attrNameLst>
                                      </p:cBhvr>
                                      <p:to>
                                        <p:strVal val="visible"/>
                                      </p:to>
                                    </p:set>
                                    <p:animEffect transition="in" filter="wipe(left)">
                                      <p:cBhvr>
                                        <p:cTn id="42" dur="500"/>
                                        <p:tgtEl>
                                          <p:spTgt spid="85094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850955"/>
                                        </p:tgtEl>
                                        <p:attrNameLst>
                                          <p:attrName>style.visibility</p:attrName>
                                        </p:attrNameLst>
                                      </p:cBhvr>
                                      <p:to>
                                        <p:strVal val="visible"/>
                                      </p:to>
                                    </p:set>
                                    <p:animEffect transition="in" filter="wipe(left)">
                                      <p:cBhvr>
                                        <p:cTn id="47" dur="500"/>
                                        <p:tgtEl>
                                          <p:spTgt spid="85095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850946"/>
                                        </p:tgtEl>
                                        <p:attrNameLst>
                                          <p:attrName>style.visibility</p:attrName>
                                        </p:attrNameLst>
                                      </p:cBhvr>
                                      <p:to>
                                        <p:strVal val="visible"/>
                                      </p:to>
                                    </p:set>
                                    <p:animEffect transition="in" filter="wipe(left)">
                                      <p:cBhvr>
                                        <p:cTn id="52" dur="500"/>
                                        <p:tgtEl>
                                          <p:spTgt spid="8509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946" grpId="0" autoUpdateAnimBg="0"/>
      <p:bldP spid="850947" grpId="0" autoUpdateAnimBg="0"/>
      <p:bldP spid="850948" grpId="0" animBg="1"/>
      <p:bldP spid="850950" grpId="0"/>
      <p:bldP spid="850951" grpId="0" autoUpdateAnimBg="0"/>
      <p:bldP spid="850952" grpId="0" autoUpdateAnimBg="0"/>
      <p:bldP spid="850955"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970" name="Text Box 2">
            <a:extLst>
              <a:ext uri="{FF2B5EF4-FFF2-40B4-BE49-F238E27FC236}">
                <a16:creationId xmlns:a16="http://schemas.microsoft.com/office/drawing/2014/main" id="{1C1C639A-CA6E-2D3F-34A0-9BD877835DBC}"/>
              </a:ext>
            </a:extLst>
          </p:cNvPr>
          <p:cNvSpPr txBox="1">
            <a:spLocks noChangeArrowheads="1"/>
          </p:cNvSpPr>
          <p:nvPr/>
        </p:nvSpPr>
        <p:spPr bwMode="auto">
          <a:xfrm>
            <a:off x="623888" y="425450"/>
            <a:ext cx="4079875" cy="457200"/>
          </a:xfrm>
          <a:prstGeom prst="rect">
            <a:avLst/>
          </a:prstGeom>
          <a:noFill/>
          <a:ln w="12700">
            <a:noFill/>
            <a:miter lim="800000"/>
            <a:headEnd type="none" w="sm" len="sm"/>
            <a:tailEnd type="none" w="sm" len="sm"/>
          </a:ln>
          <a:effectLst/>
        </p:spPr>
        <p:txBody>
          <a:bodyPr anchor="ctr">
            <a:spAutoFit/>
          </a:bodyPr>
          <a:lstStyle/>
          <a:p>
            <a:pPr algn="l">
              <a:lnSpc>
                <a:spcPct val="100000"/>
              </a:lnSpc>
              <a:buClr>
                <a:srgbClr val="CCCCFF"/>
              </a:buClr>
              <a:buFont typeface="Monotype Sorts" pitchFamily="2" charset="2"/>
              <a:buNone/>
              <a:defRPr/>
            </a:pPr>
            <a:r>
              <a:rPr lang="zh-CN" altLang="en-US">
                <a:solidFill>
                  <a:srgbClr val="00FFFF"/>
                </a:solidFill>
                <a:effectLst>
                  <a:outerShdw blurRad="38100" dist="38100" dir="2700000" algn="tl">
                    <a:srgbClr val="000000"/>
                  </a:outerShdw>
                </a:effectLst>
                <a:latin typeface="Times New Roman" pitchFamily="18" charset="0"/>
              </a:rPr>
              <a:t>积分形式的动量矩定理</a:t>
            </a:r>
          </a:p>
        </p:txBody>
      </p:sp>
      <p:graphicFrame>
        <p:nvGraphicFramePr>
          <p:cNvPr id="851971" name="Object 2">
            <a:extLst>
              <a:ext uri="{FF2B5EF4-FFF2-40B4-BE49-F238E27FC236}">
                <a16:creationId xmlns:a16="http://schemas.microsoft.com/office/drawing/2014/main" id="{9C87DDDA-22DA-02A2-8752-8C8DCD55A526}"/>
              </a:ext>
            </a:extLst>
          </p:cNvPr>
          <p:cNvGraphicFramePr>
            <a:graphicFrameLocks noChangeAspect="1"/>
          </p:cNvGraphicFramePr>
          <p:nvPr/>
        </p:nvGraphicFramePr>
        <p:xfrm>
          <a:off x="1882775" y="1068388"/>
          <a:ext cx="1422400" cy="723900"/>
        </p:xfrm>
        <a:graphic>
          <a:graphicData uri="http://schemas.openxmlformats.org/presentationml/2006/ole">
            <mc:AlternateContent xmlns:mc="http://schemas.openxmlformats.org/markup-compatibility/2006">
              <mc:Choice xmlns:v="urn:schemas-microsoft-com:vml" Requires="v">
                <p:oleObj name="公式" r:id="rId2" imgW="1422360" imgH="723600" progId="Equation.3">
                  <p:embed/>
                </p:oleObj>
              </mc:Choice>
              <mc:Fallback>
                <p:oleObj name="公式" r:id="rId2" imgW="1422360" imgH="7236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2775" y="1068388"/>
                        <a:ext cx="142240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51972" name="AutoShape 4">
            <a:extLst>
              <a:ext uri="{FF2B5EF4-FFF2-40B4-BE49-F238E27FC236}">
                <a16:creationId xmlns:a16="http://schemas.microsoft.com/office/drawing/2014/main" id="{700BD6AC-3BD4-BCA1-6D6C-A4FE456B8445}"/>
              </a:ext>
            </a:extLst>
          </p:cNvPr>
          <p:cNvSpPr>
            <a:spLocks noChangeArrowheads="1"/>
          </p:cNvSpPr>
          <p:nvPr/>
        </p:nvSpPr>
        <p:spPr bwMode="auto">
          <a:xfrm rot="10800000" flipH="1">
            <a:off x="3570288" y="1314450"/>
            <a:ext cx="546100" cy="266700"/>
          </a:xfrm>
          <a:prstGeom prst="rightArrow">
            <a:avLst>
              <a:gd name="adj1" fmla="val 50000"/>
              <a:gd name="adj2" fmla="val 51190"/>
            </a:avLst>
          </a:prstGeom>
          <a:solidFill>
            <a:srgbClr val="00CC99">
              <a:alpha val="50195"/>
            </a:srgbClr>
          </a:solidFill>
          <a:ln w="9525">
            <a:solidFill>
              <a:srgbClr val="B2B2B2">
                <a:alpha val="70195"/>
              </a:srgbClr>
            </a:solidFill>
            <a:miter lim="800000"/>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endParaRPr lang="zh-CN" altLang="en-US"/>
          </a:p>
        </p:txBody>
      </p:sp>
      <p:sp>
        <p:nvSpPr>
          <p:cNvPr id="851973" name="Text Box 5">
            <a:extLst>
              <a:ext uri="{FF2B5EF4-FFF2-40B4-BE49-F238E27FC236}">
                <a16:creationId xmlns:a16="http://schemas.microsoft.com/office/drawing/2014/main" id="{26620025-4B7F-35D6-E93C-CDECC0E7D29D}"/>
              </a:ext>
            </a:extLst>
          </p:cNvPr>
          <p:cNvSpPr txBox="1">
            <a:spLocks noChangeArrowheads="1"/>
          </p:cNvSpPr>
          <p:nvPr/>
        </p:nvSpPr>
        <p:spPr bwMode="auto">
          <a:xfrm>
            <a:off x="2624138" y="2951163"/>
            <a:ext cx="4730750" cy="396875"/>
          </a:xfrm>
          <a:prstGeom prst="rect">
            <a:avLst/>
          </a:prstGeom>
          <a:noFill/>
          <a:ln w="12700">
            <a:noFill/>
            <a:miter lim="800000"/>
            <a:headEnd type="none" w="sm" len="sm"/>
            <a:tailEnd type="none" w="sm" len="sm"/>
          </a:ln>
          <a:effectLst/>
        </p:spPr>
        <p:txBody>
          <a:bodyPr anchor="ctr">
            <a:spAutoFit/>
          </a:bodyPr>
          <a:lstStyle/>
          <a:p>
            <a:pPr algn="l">
              <a:lnSpc>
                <a:spcPct val="100000"/>
              </a:lnSpc>
              <a:buClr>
                <a:srgbClr val="CCCCFF"/>
              </a:buClr>
              <a:buFont typeface="Monotype Sorts" pitchFamily="2" charset="2"/>
              <a:buNone/>
              <a:defRPr/>
            </a:pPr>
            <a:r>
              <a:rPr lang="zh-CN" altLang="en-US" sz="2000">
                <a:solidFill>
                  <a:srgbClr val="FFCC00"/>
                </a:solidFill>
                <a:effectLst>
                  <a:outerShdw blurRad="38100" dist="38100" dir="2700000" algn="tl">
                    <a:srgbClr val="000000"/>
                  </a:outerShdw>
                </a:effectLst>
                <a:latin typeface="Times New Roman" pitchFamily="18" charset="0"/>
                <a:ea typeface="楷体_GB2312" pitchFamily="49" charset="-122"/>
              </a:rPr>
              <a:t>（定轴转动动量矩定理的积分形式）</a:t>
            </a:r>
          </a:p>
        </p:txBody>
      </p:sp>
      <p:sp>
        <p:nvSpPr>
          <p:cNvPr id="851974" name="Text Box 6">
            <a:extLst>
              <a:ext uri="{FF2B5EF4-FFF2-40B4-BE49-F238E27FC236}">
                <a16:creationId xmlns:a16="http://schemas.microsoft.com/office/drawing/2014/main" id="{B1802DF9-8F72-9B3F-08B8-ED860C7AF648}"/>
              </a:ext>
            </a:extLst>
          </p:cNvPr>
          <p:cNvSpPr txBox="1">
            <a:spLocks noChangeArrowheads="1"/>
          </p:cNvSpPr>
          <p:nvPr/>
        </p:nvSpPr>
        <p:spPr bwMode="auto">
          <a:xfrm>
            <a:off x="931863" y="3641725"/>
            <a:ext cx="7431087" cy="831850"/>
          </a:xfrm>
          <a:prstGeom prst="rect">
            <a:avLst/>
          </a:prstGeom>
          <a:solidFill>
            <a:srgbClr val="00CCFF">
              <a:alpha val="25000"/>
            </a:srgbClr>
          </a:solidFill>
          <a:ln w="9525">
            <a:solidFill>
              <a:srgbClr val="FFFFFF">
                <a:alpha val="25999"/>
              </a:srgbClr>
            </a:solidFill>
            <a:miter lim="800000"/>
            <a:headEnd/>
            <a:tailEnd/>
          </a:ln>
        </p:spPr>
        <p:txBody>
          <a:bodyPr>
            <a:spAutoFit/>
          </a:bodyPr>
          <a:lstStyle/>
          <a:p>
            <a:pPr>
              <a:buClrTx/>
              <a:buFont typeface="Monotype Sorts" pitchFamily="2" charset="2"/>
              <a:buNone/>
              <a:defRPr/>
            </a:pPr>
            <a:r>
              <a:rPr lang="zh-CN" altLang="en-US" sz="2000">
                <a:effectLst>
                  <a:outerShdw blurRad="38100" dist="38100" dir="2700000" algn="tl">
                    <a:srgbClr val="000000"/>
                  </a:outerShdw>
                </a:effectLst>
              </a:rPr>
              <a:t>定轴转动刚体在某段时间内所受合外力矩的冲量矩等于刚体在同一时间内动量矩的增量。</a:t>
            </a:r>
          </a:p>
        </p:txBody>
      </p:sp>
      <p:graphicFrame>
        <p:nvGraphicFramePr>
          <p:cNvPr id="851975" name="Object 3">
            <a:extLst>
              <a:ext uri="{FF2B5EF4-FFF2-40B4-BE49-F238E27FC236}">
                <a16:creationId xmlns:a16="http://schemas.microsoft.com/office/drawing/2014/main" id="{1F27ADAF-6662-5662-E544-16F3A3012A8D}"/>
              </a:ext>
            </a:extLst>
          </p:cNvPr>
          <p:cNvGraphicFramePr>
            <a:graphicFrameLocks noChangeAspect="1"/>
          </p:cNvGraphicFramePr>
          <p:nvPr/>
        </p:nvGraphicFramePr>
        <p:xfrm>
          <a:off x="4351338" y="1277938"/>
          <a:ext cx="1600200" cy="342900"/>
        </p:xfrm>
        <a:graphic>
          <a:graphicData uri="http://schemas.openxmlformats.org/presentationml/2006/ole">
            <mc:AlternateContent xmlns:mc="http://schemas.openxmlformats.org/markup-compatibility/2006">
              <mc:Choice xmlns:v="urn:schemas-microsoft-com:vml" Requires="v">
                <p:oleObj name="公式" r:id="rId4" imgW="1600200" imgH="342720" progId="Equation.3">
                  <p:embed/>
                </p:oleObj>
              </mc:Choice>
              <mc:Fallback>
                <p:oleObj name="公式" r:id="rId4" imgW="1600200" imgH="34272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1338" y="1277938"/>
                        <a:ext cx="16002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1976" name="Object 4">
            <a:extLst>
              <a:ext uri="{FF2B5EF4-FFF2-40B4-BE49-F238E27FC236}">
                <a16:creationId xmlns:a16="http://schemas.microsoft.com/office/drawing/2014/main" id="{1BF49277-C7CB-1F93-CB15-A5ADD5C0383A}"/>
              </a:ext>
            </a:extLst>
          </p:cNvPr>
          <p:cNvGraphicFramePr>
            <a:graphicFrameLocks noChangeAspect="1"/>
          </p:cNvGraphicFramePr>
          <p:nvPr/>
        </p:nvGraphicFramePr>
        <p:xfrm>
          <a:off x="1974850" y="2159000"/>
          <a:ext cx="2373313" cy="635000"/>
        </p:xfrm>
        <a:graphic>
          <a:graphicData uri="http://schemas.openxmlformats.org/presentationml/2006/ole">
            <mc:AlternateContent xmlns:mc="http://schemas.openxmlformats.org/markup-compatibility/2006">
              <mc:Choice xmlns:v="urn:schemas-microsoft-com:vml" Requires="v">
                <p:oleObj name="公式" r:id="rId6" imgW="2374560" imgH="634680" progId="Equation.3">
                  <p:embed/>
                </p:oleObj>
              </mc:Choice>
              <mc:Fallback>
                <p:oleObj name="公式" r:id="rId6" imgW="2374560" imgH="63468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74850" y="2159000"/>
                        <a:ext cx="2373313"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1977" name="Object 5">
            <a:extLst>
              <a:ext uri="{FF2B5EF4-FFF2-40B4-BE49-F238E27FC236}">
                <a16:creationId xmlns:a16="http://schemas.microsoft.com/office/drawing/2014/main" id="{AFD2EE42-35D1-C326-8353-78FF6BE6B2BB}"/>
              </a:ext>
            </a:extLst>
          </p:cNvPr>
          <p:cNvGraphicFramePr>
            <a:graphicFrameLocks noChangeAspect="1"/>
          </p:cNvGraphicFramePr>
          <p:nvPr/>
        </p:nvGraphicFramePr>
        <p:xfrm>
          <a:off x="4402138" y="2305050"/>
          <a:ext cx="1458912" cy="368300"/>
        </p:xfrm>
        <a:graphic>
          <a:graphicData uri="http://schemas.openxmlformats.org/presentationml/2006/ole">
            <mc:AlternateContent xmlns:mc="http://schemas.openxmlformats.org/markup-compatibility/2006">
              <mc:Choice xmlns:v="urn:schemas-microsoft-com:vml" Requires="v">
                <p:oleObj name="公式" r:id="rId8" imgW="1460160" imgH="368280" progId="Equation.3">
                  <p:embed/>
                </p:oleObj>
              </mc:Choice>
              <mc:Fallback>
                <p:oleObj name="公式" r:id="rId8" imgW="1460160" imgH="36828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02138" y="2305050"/>
                        <a:ext cx="14589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1978" name="Object 6">
            <a:extLst>
              <a:ext uri="{FF2B5EF4-FFF2-40B4-BE49-F238E27FC236}">
                <a16:creationId xmlns:a16="http://schemas.microsoft.com/office/drawing/2014/main" id="{C40A12B7-2F21-2A7B-A52D-41D0E60B81A3}"/>
              </a:ext>
            </a:extLst>
          </p:cNvPr>
          <p:cNvGraphicFramePr>
            <a:graphicFrameLocks noChangeAspect="1"/>
          </p:cNvGraphicFramePr>
          <p:nvPr/>
        </p:nvGraphicFramePr>
        <p:xfrm>
          <a:off x="3101975" y="5764213"/>
          <a:ext cx="2578100" cy="635000"/>
        </p:xfrm>
        <a:graphic>
          <a:graphicData uri="http://schemas.openxmlformats.org/presentationml/2006/ole">
            <mc:AlternateContent xmlns:mc="http://schemas.openxmlformats.org/markup-compatibility/2006">
              <mc:Choice xmlns:v="urn:schemas-microsoft-com:vml" Requires="v">
                <p:oleObj name="公式" r:id="rId10" imgW="2577960" imgH="634680" progId="Equation.3">
                  <p:embed/>
                </p:oleObj>
              </mc:Choice>
              <mc:Fallback>
                <p:oleObj name="公式" r:id="rId10" imgW="2577960" imgH="634680"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01975" y="5764213"/>
                        <a:ext cx="2578100" cy="635000"/>
                      </a:xfrm>
                      <a:prstGeom prst="rect">
                        <a:avLst/>
                      </a:prstGeom>
                      <a:solidFill>
                        <a:srgbClr val="00CCFF">
                          <a:alpha val="25999"/>
                        </a:srgbClr>
                      </a:solidFill>
                      <a:ln w="9525">
                        <a:solidFill>
                          <a:srgbClr val="FFFFFF">
                            <a:alpha val="25000"/>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1979" name="Object 7">
            <a:extLst>
              <a:ext uri="{FF2B5EF4-FFF2-40B4-BE49-F238E27FC236}">
                <a16:creationId xmlns:a16="http://schemas.microsoft.com/office/drawing/2014/main" id="{7876A0FF-CD3B-D67C-9252-5C672E54223D}"/>
              </a:ext>
            </a:extLst>
          </p:cNvPr>
          <p:cNvGraphicFramePr>
            <a:graphicFrameLocks noChangeAspect="1"/>
          </p:cNvGraphicFramePr>
          <p:nvPr/>
        </p:nvGraphicFramePr>
        <p:xfrm>
          <a:off x="6115050" y="2243138"/>
          <a:ext cx="2003425" cy="539750"/>
        </p:xfrm>
        <a:graphic>
          <a:graphicData uri="http://schemas.openxmlformats.org/presentationml/2006/ole">
            <mc:AlternateContent xmlns:mc="http://schemas.openxmlformats.org/markup-compatibility/2006">
              <mc:Choice xmlns:v="urn:schemas-microsoft-com:vml" Requires="v">
                <p:oleObj name="公式" r:id="rId12" imgW="2361960" imgH="634680" progId="Equation.3">
                  <p:embed/>
                </p:oleObj>
              </mc:Choice>
              <mc:Fallback>
                <p:oleObj name="公式" r:id="rId12" imgW="2361960" imgH="634680"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115050" y="2243138"/>
                        <a:ext cx="2003425" cy="539750"/>
                      </a:xfrm>
                      <a:prstGeom prst="rect">
                        <a:avLst/>
                      </a:prstGeom>
                      <a:noFill/>
                      <a:ln>
                        <a:noFill/>
                      </a:ln>
                      <a:effectLst/>
                      <a:extLst>
                        <a:ext uri="{909E8E84-426E-40DD-AFC4-6F175D3DCCD1}">
                          <a14:hiddenFill xmlns:a14="http://schemas.microsoft.com/office/drawing/2010/main">
                            <a:solidFill>
                              <a:srgbClr val="00CCFF">
                                <a:alpha val="27000"/>
                              </a:srgbClr>
                            </a:solidFill>
                          </a14:hiddenFill>
                        </a:ext>
                        <a:ext uri="{91240B29-F687-4F45-9708-019B960494DF}">
                          <a14:hiddenLine xmlns:a14="http://schemas.microsoft.com/office/drawing/2010/main" w="9525">
                            <a:solidFill>
                              <a:srgbClr val="FFFFFF">
                                <a:alpha val="24001"/>
                              </a:srgbClr>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1980" name="Object 8">
            <a:extLst>
              <a:ext uri="{FF2B5EF4-FFF2-40B4-BE49-F238E27FC236}">
                <a16:creationId xmlns:a16="http://schemas.microsoft.com/office/drawing/2014/main" id="{1C51D2DF-96FF-365A-0807-5A4F5BFC4C17}"/>
              </a:ext>
            </a:extLst>
          </p:cNvPr>
          <p:cNvGraphicFramePr>
            <a:graphicFrameLocks noChangeAspect="1"/>
          </p:cNvGraphicFramePr>
          <p:nvPr/>
        </p:nvGraphicFramePr>
        <p:xfrm>
          <a:off x="6180138" y="1274763"/>
          <a:ext cx="1922462" cy="312737"/>
        </p:xfrm>
        <a:graphic>
          <a:graphicData uri="http://schemas.openxmlformats.org/presentationml/2006/ole">
            <mc:AlternateContent xmlns:mc="http://schemas.openxmlformats.org/markup-compatibility/2006">
              <mc:Choice xmlns:v="urn:schemas-microsoft-com:vml" Requires="v">
                <p:oleObj name="公式" r:id="rId14" imgW="2273040" imgH="368280" progId="Equation.3">
                  <p:embed/>
                </p:oleObj>
              </mc:Choice>
              <mc:Fallback>
                <p:oleObj name="公式" r:id="rId14" imgW="2273040" imgH="368280"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180138" y="1274763"/>
                        <a:ext cx="1922462" cy="31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51981" name="Text Box 13">
            <a:extLst>
              <a:ext uri="{FF2B5EF4-FFF2-40B4-BE49-F238E27FC236}">
                <a16:creationId xmlns:a16="http://schemas.microsoft.com/office/drawing/2014/main" id="{8B6CD6AF-1CAE-9701-53B7-138EC225D1D8}"/>
              </a:ext>
            </a:extLst>
          </p:cNvPr>
          <p:cNvSpPr txBox="1">
            <a:spLocks noChangeArrowheads="1"/>
          </p:cNvSpPr>
          <p:nvPr/>
        </p:nvSpPr>
        <p:spPr bwMode="auto">
          <a:xfrm>
            <a:off x="1528763" y="4667250"/>
            <a:ext cx="7353300" cy="933450"/>
          </a:xfrm>
          <a:prstGeom prst="rect">
            <a:avLst/>
          </a:prstGeom>
          <a:noFill/>
          <a:ln w="9525">
            <a:noFill/>
            <a:miter lim="800000"/>
            <a:headEnd/>
            <a:tailEnd/>
          </a:ln>
        </p:spPr>
        <p:txBody>
          <a:bodyPr>
            <a:spAutoFit/>
          </a:bodyPr>
          <a:lstStyle/>
          <a:p>
            <a:pPr algn="l">
              <a:lnSpc>
                <a:spcPct val="115000"/>
              </a:lnSpc>
              <a:spcBef>
                <a:spcPct val="10000"/>
              </a:spcBef>
              <a:buClr>
                <a:srgbClr val="FFCC00"/>
              </a:buClr>
              <a:buSzPct val="80000"/>
              <a:buFont typeface="Wingdings" pitchFamily="2" charset="2"/>
              <a:buNone/>
              <a:defRPr/>
            </a:pPr>
            <a:r>
              <a:rPr lang="zh-CN" altLang="en-US">
                <a:effectLst>
                  <a:outerShdw blurRad="38100" dist="38100" dir="2700000" algn="tl">
                    <a:srgbClr val="000000"/>
                  </a:outerShdw>
                </a:effectLst>
                <a:latin typeface="Times New Roman" pitchFamily="18" charset="0"/>
              </a:rPr>
              <a:t>可以证明，对转动惯量</a:t>
            </a:r>
            <a:r>
              <a:rPr lang="en-US" altLang="zh-CN" i="1">
                <a:solidFill>
                  <a:srgbClr val="FFCC00"/>
                </a:solidFill>
                <a:effectLst>
                  <a:outerShdw blurRad="38100" dist="38100" dir="2700000" algn="tl">
                    <a:srgbClr val="000000"/>
                  </a:outerShdw>
                </a:effectLst>
                <a:latin typeface="Times New Roman" pitchFamily="18" charset="0"/>
              </a:rPr>
              <a:t>J </a:t>
            </a:r>
            <a:r>
              <a:rPr lang="zh-CN" altLang="en-US">
                <a:effectLst>
                  <a:outerShdw blurRad="38100" dist="38100" dir="2700000" algn="tl">
                    <a:srgbClr val="000000"/>
                  </a:outerShdw>
                </a:effectLst>
                <a:latin typeface="Times New Roman" pitchFamily="18" charset="0"/>
              </a:rPr>
              <a:t>可变化的质点系或非刚体，在定轴转动时，动量矩定理仍成立，即有</a:t>
            </a:r>
          </a:p>
        </p:txBody>
      </p:sp>
      <p:sp>
        <p:nvSpPr>
          <p:cNvPr id="851982" name="Text Box 14">
            <a:extLst>
              <a:ext uri="{FF2B5EF4-FFF2-40B4-BE49-F238E27FC236}">
                <a16:creationId xmlns:a16="http://schemas.microsoft.com/office/drawing/2014/main" id="{A74534C9-C0BB-C163-44E5-AE6288DA4434}"/>
              </a:ext>
            </a:extLst>
          </p:cNvPr>
          <p:cNvSpPr txBox="1">
            <a:spLocks noChangeArrowheads="1"/>
          </p:cNvSpPr>
          <p:nvPr/>
        </p:nvSpPr>
        <p:spPr bwMode="auto">
          <a:xfrm>
            <a:off x="306388" y="4705350"/>
            <a:ext cx="1679575" cy="457200"/>
          </a:xfrm>
          <a:prstGeom prst="rect">
            <a:avLst/>
          </a:prstGeom>
          <a:noFill/>
          <a:ln w="12700">
            <a:noFill/>
            <a:miter lim="800000"/>
            <a:headEnd type="none" w="sm" len="sm"/>
            <a:tailEnd type="none" w="sm" len="sm"/>
          </a:ln>
          <a:effectLst/>
        </p:spPr>
        <p:txBody>
          <a:bodyPr>
            <a:spAutoFit/>
          </a:bodyPr>
          <a:lstStyle/>
          <a:p>
            <a:pPr algn="l">
              <a:lnSpc>
                <a:spcPct val="100000"/>
              </a:lnSpc>
              <a:spcBef>
                <a:spcPct val="50000"/>
              </a:spcBef>
              <a:buClr>
                <a:srgbClr val="FFFF00"/>
              </a:buClr>
              <a:buFont typeface="Wingdings" pitchFamily="2" charset="2"/>
              <a:buChar char="Ø"/>
              <a:defRPr/>
            </a:pPr>
            <a:r>
              <a:rPr kumimoji="1" lang="en-US" altLang="zh-CN">
                <a:solidFill>
                  <a:srgbClr val="00FFFF"/>
                </a:solidFill>
                <a:effectLst>
                  <a:outerShdw blurRad="38100" dist="38100" dir="2700000" algn="tl">
                    <a:srgbClr val="000000"/>
                  </a:outerShdw>
                </a:effectLst>
                <a:latin typeface="Times New Roman" pitchFamily="18" charset="0"/>
                <a:ea typeface="宋体" pitchFamily="2" charset="-122"/>
              </a:rPr>
              <a:t> </a:t>
            </a:r>
            <a:r>
              <a:rPr kumimoji="1" lang="zh-CN" altLang="en-US">
                <a:solidFill>
                  <a:srgbClr val="00FFFF"/>
                </a:solidFill>
                <a:effectLst>
                  <a:outerShdw blurRad="38100" dist="38100" dir="2700000" algn="tl">
                    <a:srgbClr val="000000"/>
                  </a:outerShdw>
                </a:effectLst>
                <a:latin typeface="Times New Roman" pitchFamily="18" charset="0"/>
                <a:ea typeface="宋体" pitchFamily="2" charset="-122"/>
              </a:rPr>
              <a:t>说明：</a:t>
            </a:r>
          </a:p>
        </p:txBody>
      </p:sp>
      <p:pic>
        <p:nvPicPr>
          <p:cNvPr id="851984" name="Picture 16" descr="j0293240">
            <a:extLst>
              <a:ext uri="{FF2B5EF4-FFF2-40B4-BE49-F238E27FC236}">
                <a16:creationId xmlns:a16="http://schemas.microsoft.com/office/drawing/2014/main" id="{492A4FCC-CE0A-A187-F936-DA2997EAD9B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383588" y="6154738"/>
            <a:ext cx="61118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51970"/>
                                        </p:tgtEl>
                                        <p:attrNameLst>
                                          <p:attrName>style.visibility</p:attrName>
                                        </p:attrNameLst>
                                      </p:cBhvr>
                                      <p:to>
                                        <p:strVal val="visible"/>
                                      </p:to>
                                    </p:set>
                                    <p:animEffect transition="in" filter="wipe(left)">
                                      <p:cBhvr>
                                        <p:cTn id="7" dur="500"/>
                                        <p:tgtEl>
                                          <p:spTgt spid="8519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51971"/>
                                        </p:tgtEl>
                                        <p:attrNameLst>
                                          <p:attrName>style.visibility</p:attrName>
                                        </p:attrNameLst>
                                      </p:cBhvr>
                                      <p:to>
                                        <p:strVal val="visible"/>
                                      </p:to>
                                    </p:set>
                                    <p:animEffect transition="in" filter="wipe(left)">
                                      <p:cBhvr>
                                        <p:cTn id="12" dur="500"/>
                                        <p:tgtEl>
                                          <p:spTgt spid="8519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51972"/>
                                        </p:tgtEl>
                                        <p:attrNameLst>
                                          <p:attrName>style.visibility</p:attrName>
                                        </p:attrNameLst>
                                      </p:cBhvr>
                                      <p:to>
                                        <p:strVal val="visible"/>
                                      </p:to>
                                    </p:set>
                                    <p:animEffect transition="in" filter="wipe(left)">
                                      <p:cBhvr>
                                        <p:cTn id="17" dur="500"/>
                                        <p:tgtEl>
                                          <p:spTgt spid="85197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51975"/>
                                        </p:tgtEl>
                                        <p:attrNameLst>
                                          <p:attrName>style.visibility</p:attrName>
                                        </p:attrNameLst>
                                      </p:cBhvr>
                                      <p:to>
                                        <p:strVal val="visible"/>
                                      </p:to>
                                    </p:set>
                                    <p:animEffect transition="in" filter="wipe(left)">
                                      <p:cBhvr>
                                        <p:cTn id="22" dur="500"/>
                                        <p:tgtEl>
                                          <p:spTgt spid="851975"/>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851980"/>
                                        </p:tgtEl>
                                        <p:attrNameLst>
                                          <p:attrName>style.visibility</p:attrName>
                                        </p:attrNameLst>
                                      </p:cBhvr>
                                      <p:to>
                                        <p:strVal val="visible"/>
                                      </p:to>
                                    </p:set>
                                    <p:animEffect transition="in" filter="wipe(left)">
                                      <p:cBhvr>
                                        <p:cTn id="26" dur="500"/>
                                        <p:tgtEl>
                                          <p:spTgt spid="85198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851976"/>
                                        </p:tgtEl>
                                        <p:attrNameLst>
                                          <p:attrName>style.visibility</p:attrName>
                                        </p:attrNameLst>
                                      </p:cBhvr>
                                      <p:to>
                                        <p:strVal val="visible"/>
                                      </p:to>
                                    </p:set>
                                    <p:animEffect transition="in" filter="wipe(left)">
                                      <p:cBhvr>
                                        <p:cTn id="31" dur="500"/>
                                        <p:tgtEl>
                                          <p:spTgt spid="851976"/>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851977"/>
                                        </p:tgtEl>
                                        <p:attrNameLst>
                                          <p:attrName>style.visibility</p:attrName>
                                        </p:attrNameLst>
                                      </p:cBhvr>
                                      <p:to>
                                        <p:strVal val="visible"/>
                                      </p:to>
                                    </p:set>
                                    <p:animEffect transition="in" filter="wipe(left)">
                                      <p:cBhvr>
                                        <p:cTn id="36" dur="500"/>
                                        <p:tgtEl>
                                          <p:spTgt spid="85197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851979"/>
                                        </p:tgtEl>
                                        <p:attrNameLst>
                                          <p:attrName>style.visibility</p:attrName>
                                        </p:attrNameLst>
                                      </p:cBhvr>
                                      <p:to>
                                        <p:strVal val="visible"/>
                                      </p:to>
                                    </p:set>
                                    <p:animEffect transition="in" filter="wipe(left)">
                                      <p:cBhvr>
                                        <p:cTn id="41" dur="500"/>
                                        <p:tgtEl>
                                          <p:spTgt spid="85197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851973"/>
                                        </p:tgtEl>
                                        <p:attrNameLst>
                                          <p:attrName>style.visibility</p:attrName>
                                        </p:attrNameLst>
                                      </p:cBhvr>
                                      <p:to>
                                        <p:strVal val="visible"/>
                                      </p:to>
                                    </p:set>
                                    <p:animEffect transition="in" filter="wipe(left)">
                                      <p:cBhvr>
                                        <p:cTn id="46" dur="500"/>
                                        <p:tgtEl>
                                          <p:spTgt spid="851973"/>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851974"/>
                                        </p:tgtEl>
                                        <p:attrNameLst>
                                          <p:attrName>style.visibility</p:attrName>
                                        </p:attrNameLst>
                                      </p:cBhvr>
                                      <p:to>
                                        <p:strVal val="visible"/>
                                      </p:to>
                                    </p:set>
                                    <p:animEffect transition="in" filter="wipe(left)">
                                      <p:cBhvr>
                                        <p:cTn id="51" dur="500"/>
                                        <p:tgtEl>
                                          <p:spTgt spid="851974"/>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851982"/>
                                        </p:tgtEl>
                                        <p:attrNameLst>
                                          <p:attrName>style.visibility</p:attrName>
                                        </p:attrNameLst>
                                      </p:cBhvr>
                                      <p:to>
                                        <p:strVal val="visible"/>
                                      </p:to>
                                    </p:set>
                                    <p:animEffect transition="in" filter="wipe(left)">
                                      <p:cBhvr>
                                        <p:cTn id="56" dur="500"/>
                                        <p:tgtEl>
                                          <p:spTgt spid="85198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851981"/>
                                        </p:tgtEl>
                                        <p:attrNameLst>
                                          <p:attrName>style.visibility</p:attrName>
                                        </p:attrNameLst>
                                      </p:cBhvr>
                                      <p:to>
                                        <p:strVal val="visible"/>
                                      </p:to>
                                    </p:set>
                                    <p:animEffect transition="in" filter="wipe(left)">
                                      <p:cBhvr>
                                        <p:cTn id="61" dur="500"/>
                                        <p:tgtEl>
                                          <p:spTgt spid="851981"/>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851978"/>
                                        </p:tgtEl>
                                        <p:attrNameLst>
                                          <p:attrName>style.visibility</p:attrName>
                                        </p:attrNameLst>
                                      </p:cBhvr>
                                      <p:to>
                                        <p:strVal val="visible"/>
                                      </p:to>
                                    </p:set>
                                    <p:animEffect transition="in" filter="wipe(left)">
                                      <p:cBhvr>
                                        <p:cTn id="66" dur="500"/>
                                        <p:tgtEl>
                                          <p:spTgt spid="851978"/>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2" fill="hold" nodeType="clickEffect">
                                  <p:stCondLst>
                                    <p:cond delay="0"/>
                                  </p:stCondLst>
                                  <p:childTnLst>
                                    <p:set>
                                      <p:cBhvr>
                                        <p:cTn id="70" dur="1" fill="hold">
                                          <p:stCondLst>
                                            <p:cond delay="0"/>
                                          </p:stCondLst>
                                        </p:cTn>
                                        <p:tgtEl>
                                          <p:spTgt spid="851984"/>
                                        </p:tgtEl>
                                        <p:attrNameLst>
                                          <p:attrName>style.visibility</p:attrName>
                                        </p:attrNameLst>
                                      </p:cBhvr>
                                      <p:to>
                                        <p:strVal val="visible"/>
                                      </p:to>
                                    </p:set>
                                    <p:anim calcmode="lin" valueType="num">
                                      <p:cBhvr additive="base">
                                        <p:cTn id="71" dur="500" fill="hold"/>
                                        <p:tgtEl>
                                          <p:spTgt spid="851984"/>
                                        </p:tgtEl>
                                        <p:attrNameLst>
                                          <p:attrName>ppt_x</p:attrName>
                                        </p:attrNameLst>
                                      </p:cBhvr>
                                      <p:tavLst>
                                        <p:tav tm="0">
                                          <p:val>
                                            <p:strVal val="1+#ppt_w/2"/>
                                          </p:val>
                                        </p:tav>
                                        <p:tav tm="100000">
                                          <p:val>
                                            <p:strVal val="#ppt_x"/>
                                          </p:val>
                                        </p:tav>
                                      </p:tavLst>
                                    </p:anim>
                                    <p:anim calcmode="lin" valueType="num">
                                      <p:cBhvr additive="base">
                                        <p:cTn id="72" dur="500" fill="hold"/>
                                        <p:tgtEl>
                                          <p:spTgt spid="8519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1970" grpId="0" autoUpdateAnimBg="0"/>
      <p:bldP spid="851972" grpId="0" animBg="1"/>
      <p:bldP spid="851973" grpId="0" autoUpdateAnimBg="0"/>
      <p:bldP spid="851974" grpId="0" animBg="1"/>
      <p:bldP spid="851981" grpId="0" autoUpdateAnimBg="0"/>
      <p:bldP spid="851982"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994" name="Text Box 2">
            <a:extLst>
              <a:ext uri="{FF2B5EF4-FFF2-40B4-BE49-F238E27FC236}">
                <a16:creationId xmlns:a16="http://schemas.microsoft.com/office/drawing/2014/main" id="{DCEC3A7B-AC88-03AA-F008-D5F1477A9D74}"/>
              </a:ext>
            </a:extLst>
          </p:cNvPr>
          <p:cNvSpPr txBox="1">
            <a:spLocks noChangeArrowheads="1"/>
          </p:cNvSpPr>
          <p:nvPr/>
        </p:nvSpPr>
        <p:spPr bwMode="auto">
          <a:xfrm>
            <a:off x="839788" y="2093913"/>
            <a:ext cx="7162800" cy="977900"/>
          </a:xfrm>
          <a:prstGeom prst="rect">
            <a:avLst/>
          </a:prstGeom>
          <a:solidFill>
            <a:srgbClr val="00CCFF">
              <a:alpha val="25000"/>
            </a:srgbClr>
          </a:solidFill>
          <a:ln w="9525">
            <a:solidFill>
              <a:srgbClr val="FFFFFF">
                <a:alpha val="25999"/>
              </a:srgbClr>
            </a:solidFill>
            <a:miter lim="800000"/>
            <a:headEnd/>
            <a:tailEnd/>
          </a:ln>
        </p:spPr>
        <p:txBody>
          <a:bodyPr>
            <a:spAutoFit/>
          </a:bodyPr>
          <a:lstStyle/>
          <a:p>
            <a:pPr>
              <a:buClr>
                <a:srgbClr val="CC0000"/>
              </a:buClr>
              <a:buFont typeface="Monotype Sorts" pitchFamily="2" charset="2"/>
              <a:buNone/>
              <a:defRPr/>
            </a:pPr>
            <a:r>
              <a:rPr kumimoji="1" lang="zh-CN" altLang="en-US" dirty="0">
                <a:effectLst>
                  <a:outerShdw blurRad="38100" dist="38100" dir="2700000" algn="tl">
                    <a:srgbClr val="000000"/>
                  </a:outerShdw>
                </a:effectLst>
              </a:rPr>
              <a:t>当作用在定轴转动物体上的合外力矩为零时，物体在运动过程中的动量矩保持不变。</a:t>
            </a:r>
          </a:p>
        </p:txBody>
      </p:sp>
      <p:sp>
        <p:nvSpPr>
          <p:cNvPr id="852996" name="Text Box 4">
            <a:extLst>
              <a:ext uri="{FF2B5EF4-FFF2-40B4-BE49-F238E27FC236}">
                <a16:creationId xmlns:a16="http://schemas.microsoft.com/office/drawing/2014/main" id="{C258D858-E0EF-1091-011A-FE2770DC37EF}"/>
              </a:ext>
            </a:extLst>
          </p:cNvPr>
          <p:cNvSpPr txBox="1">
            <a:spLocks noChangeArrowheads="1"/>
          </p:cNvSpPr>
          <p:nvPr/>
        </p:nvSpPr>
        <p:spPr bwMode="auto">
          <a:xfrm>
            <a:off x="5692775" y="1489075"/>
            <a:ext cx="2890838" cy="457200"/>
          </a:xfrm>
          <a:prstGeom prst="rect">
            <a:avLst/>
          </a:prstGeom>
          <a:noFill/>
          <a:ln w="76200" cmpd="tri">
            <a:noFill/>
            <a:miter lim="800000"/>
            <a:headEnd/>
            <a:tailEnd/>
          </a:ln>
        </p:spPr>
        <p:txBody>
          <a:bodyPr>
            <a:spAutoFit/>
          </a:bodyPr>
          <a:lstStyle/>
          <a:p>
            <a:pPr algn="l">
              <a:buClr>
                <a:srgbClr val="CCCCFF"/>
              </a:buClr>
              <a:buFont typeface="Monotype Sorts" pitchFamily="2" charset="2"/>
              <a:buNone/>
              <a:defRPr/>
            </a:pPr>
            <a:r>
              <a:rPr kumimoji="1" lang="zh-CN" altLang="en-US" sz="2000">
                <a:solidFill>
                  <a:srgbClr val="FFCC00"/>
                </a:solidFill>
                <a:effectLst>
                  <a:outerShdw blurRad="38100" dist="38100" dir="2700000" algn="tl">
                    <a:srgbClr val="000000"/>
                  </a:outerShdw>
                </a:effectLst>
                <a:latin typeface="Times New Roman" pitchFamily="18" charset="0"/>
                <a:ea typeface="楷体_GB2312" pitchFamily="49" charset="-122"/>
              </a:rPr>
              <a:t>（动量矩守恒定律）</a:t>
            </a:r>
          </a:p>
        </p:txBody>
      </p:sp>
      <p:sp>
        <p:nvSpPr>
          <p:cNvPr id="853000" name="Text Box 8">
            <a:extLst>
              <a:ext uri="{FF2B5EF4-FFF2-40B4-BE49-F238E27FC236}">
                <a16:creationId xmlns:a16="http://schemas.microsoft.com/office/drawing/2014/main" id="{FC14F4B5-7EDA-2EDA-9CE3-F070143A990F}"/>
              </a:ext>
            </a:extLst>
          </p:cNvPr>
          <p:cNvSpPr txBox="1">
            <a:spLocks noChangeArrowheads="1"/>
          </p:cNvSpPr>
          <p:nvPr/>
        </p:nvSpPr>
        <p:spPr bwMode="auto">
          <a:xfrm>
            <a:off x="806450" y="4735513"/>
            <a:ext cx="7670800" cy="512762"/>
          </a:xfrm>
          <a:prstGeom prst="rect">
            <a:avLst/>
          </a:prstGeom>
          <a:noFill/>
          <a:ln w="9525">
            <a:noFill/>
            <a:miter lim="800000"/>
            <a:headEnd/>
            <a:tailEnd/>
          </a:ln>
        </p:spPr>
        <p:txBody>
          <a:bodyPr>
            <a:spAutoFit/>
          </a:bodyPr>
          <a:lstStyle/>
          <a:p>
            <a:pPr algn="l">
              <a:lnSpc>
                <a:spcPct val="115000"/>
              </a:lnSpc>
              <a:buClr>
                <a:srgbClr val="FFCC00"/>
              </a:buClr>
              <a:buSzPct val="80000"/>
              <a:buFont typeface="Wingdings" pitchFamily="2" charset="2"/>
              <a:buChar char="l"/>
              <a:defRPr/>
            </a:pPr>
            <a:r>
              <a:rPr kumimoji="1" lang="en-US" altLang="zh-CN" dirty="0">
                <a:effectLst>
                  <a:outerShdw blurRad="38100" dist="38100" dir="2700000" algn="tl">
                    <a:srgbClr val="000000"/>
                  </a:outerShdw>
                </a:effectLst>
                <a:latin typeface="Times New Roman" pitchFamily="18" charset="0"/>
              </a:rPr>
              <a:t> </a:t>
            </a:r>
            <a:r>
              <a:rPr kumimoji="1" lang="zh-CN" altLang="en-US" dirty="0">
                <a:effectLst>
                  <a:outerShdw blurRad="38100" dist="38100" dir="2700000" algn="tl">
                    <a:srgbClr val="000000"/>
                  </a:outerShdw>
                </a:effectLst>
                <a:latin typeface="Times New Roman" pitchFamily="18" charset="0"/>
              </a:rPr>
              <a:t>动量矩守恒不仅适用于刚体，也同样适用于非刚体。</a:t>
            </a:r>
          </a:p>
        </p:txBody>
      </p:sp>
      <p:sp>
        <p:nvSpPr>
          <p:cNvPr id="853002" name="Text Box 10">
            <a:extLst>
              <a:ext uri="{FF2B5EF4-FFF2-40B4-BE49-F238E27FC236}">
                <a16:creationId xmlns:a16="http://schemas.microsoft.com/office/drawing/2014/main" id="{AF4DB25A-2BDF-E7EC-C51B-4E234DCF60EE}"/>
              </a:ext>
            </a:extLst>
          </p:cNvPr>
          <p:cNvSpPr txBox="1">
            <a:spLocks noChangeArrowheads="1"/>
          </p:cNvSpPr>
          <p:nvPr/>
        </p:nvSpPr>
        <p:spPr bwMode="auto">
          <a:xfrm>
            <a:off x="576263" y="5226050"/>
            <a:ext cx="7708900" cy="1406525"/>
          </a:xfrm>
          <a:prstGeom prst="rect">
            <a:avLst/>
          </a:prstGeom>
          <a:noFill/>
          <a:ln w="9525">
            <a:noFill/>
            <a:miter lim="800000"/>
            <a:headEnd/>
            <a:tailEnd/>
          </a:ln>
        </p:spPr>
        <p:txBody>
          <a:bodyPr>
            <a:spAutoFit/>
          </a:bodyPr>
          <a:lstStyle/>
          <a:p>
            <a:pPr marL="357188" indent="-357188" algn="l">
              <a:buClrTx/>
              <a:buFontTx/>
              <a:buNone/>
              <a:defRPr/>
            </a:pPr>
            <a:r>
              <a:rPr kumimoji="1" lang="zh-CN" altLang="en-US" dirty="0">
                <a:effectLst>
                  <a:outerShdw blurRad="38100" dist="38100" dir="2700000" algn="tl">
                    <a:srgbClr val="000000"/>
                  </a:outerShdw>
                </a:effectLst>
                <a:latin typeface="宋体" pitchFamily="2" charset="-122"/>
                <a:ea typeface="宋体" pitchFamily="2" charset="-122"/>
              </a:rPr>
              <a:t>对非刚体，动量矩守恒时，转动惯量和角速度同时</a:t>
            </a:r>
          </a:p>
          <a:p>
            <a:pPr marL="357188" indent="-357188" algn="l">
              <a:buClrTx/>
              <a:buFontTx/>
              <a:buNone/>
              <a:defRPr/>
            </a:pPr>
            <a:r>
              <a:rPr kumimoji="1" lang="zh-CN" altLang="en-US" dirty="0">
                <a:effectLst>
                  <a:outerShdw blurRad="38100" dist="38100" dir="2700000" algn="tl">
                    <a:srgbClr val="000000"/>
                  </a:outerShdw>
                </a:effectLst>
                <a:latin typeface="宋体" pitchFamily="2" charset="-122"/>
                <a:ea typeface="宋体" pitchFamily="2" charset="-122"/>
              </a:rPr>
              <a:t>改变，但两者乘积不变：当</a:t>
            </a:r>
            <a:r>
              <a:rPr kumimoji="1" lang="en-US" altLang="zh-CN" i="1" dirty="0">
                <a:solidFill>
                  <a:srgbClr val="FFCC00"/>
                </a:solidFill>
                <a:effectLst>
                  <a:outerShdw blurRad="38100" dist="38100" dir="2700000" algn="tl">
                    <a:srgbClr val="000000"/>
                  </a:outerShdw>
                </a:effectLst>
                <a:latin typeface="宋体" pitchFamily="2" charset="-122"/>
                <a:ea typeface="宋体" pitchFamily="2" charset="-122"/>
              </a:rPr>
              <a:t>J</a:t>
            </a:r>
            <a:r>
              <a:rPr kumimoji="1" lang="zh-CN" altLang="en-US" dirty="0">
                <a:effectLst>
                  <a:outerShdw blurRad="38100" dist="38100" dir="2700000" algn="tl">
                    <a:srgbClr val="000000"/>
                  </a:outerShdw>
                </a:effectLst>
                <a:latin typeface="宋体" pitchFamily="2" charset="-122"/>
                <a:ea typeface="宋体" pitchFamily="2" charset="-122"/>
              </a:rPr>
              <a:t>变大时，角速度变小；</a:t>
            </a:r>
          </a:p>
          <a:p>
            <a:pPr marL="357188" indent="-357188" algn="l">
              <a:buClrTx/>
              <a:buFontTx/>
              <a:buNone/>
              <a:defRPr/>
            </a:pPr>
            <a:r>
              <a:rPr kumimoji="1" lang="zh-CN" altLang="en-US" dirty="0">
                <a:effectLst>
                  <a:outerShdw blurRad="38100" dist="38100" dir="2700000" algn="tl">
                    <a:srgbClr val="000000"/>
                  </a:outerShdw>
                </a:effectLst>
                <a:latin typeface="宋体" pitchFamily="2" charset="-122"/>
                <a:ea typeface="宋体" pitchFamily="2" charset="-122"/>
              </a:rPr>
              <a:t>                      当</a:t>
            </a:r>
            <a:r>
              <a:rPr kumimoji="1" lang="en-US" altLang="zh-CN" i="1" dirty="0">
                <a:solidFill>
                  <a:srgbClr val="FFCC00"/>
                </a:solidFill>
                <a:effectLst>
                  <a:outerShdw blurRad="38100" dist="38100" dir="2700000" algn="tl">
                    <a:srgbClr val="000000"/>
                  </a:outerShdw>
                </a:effectLst>
                <a:latin typeface="宋体" pitchFamily="2" charset="-122"/>
                <a:ea typeface="宋体" pitchFamily="2" charset="-122"/>
              </a:rPr>
              <a:t>J</a:t>
            </a:r>
            <a:r>
              <a:rPr kumimoji="1" lang="zh-CN" altLang="en-US" dirty="0">
                <a:effectLst>
                  <a:outerShdw blurRad="38100" dist="38100" dir="2700000" algn="tl">
                    <a:srgbClr val="000000"/>
                  </a:outerShdw>
                </a:effectLst>
                <a:latin typeface="宋体" pitchFamily="2" charset="-122"/>
                <a:ea typeface="宋体" pitchFamily="2" charset="-122"/>
              </a:rPr>
              <a:t>变小时，角速度变大。</a:t>
            </a:r>
          </a:p>
        </p:txBody>
      </p:sp>
      <p:graphicFrame>
        <p:nvGraphicFramePr>
          <p:cNvPr id="853003" name="Object 2">
            <a:extLst>
              <a:ext uri="{FF2B5EF4-FFF2-40B4-BE49-F238E27FC236}">
                <a16:creationId xmlns:a16="http://schemas.microsoft.com/office/drawing/2014/main" id="{62A57061-5C3F-C443-F4A3-6935CA44D665}"/>
              </a:ext>
            </a:extLst>
          </p:cNvPr>
          <p:cNvGraphicFramePr>
            <a:graphicFrameLocks/>
          </p:cNvGraphicFramePr>
          <p:nvPr/>
        </p:nvGraphicFramePr>
        <p:xfrm>
          <a:off x="822325" y="1612900"/>
          <a:ext cx="925513" cy="366713"/>
        </p:xfrm>
        <a:graphic>
          <a:graphicData uri="http://schemas.openxmlformats.org/presentationml/2006/ole">
            <mc:AlternateContent xmlns:mc="http://schemas.openxmlformats.org/markup-compatibility/2006">
              <mc:Choice xmlns:v="urn:schemas-microsoft-com:vml" Requires="v">
                <p:oleObj name="公式" r:id="rId2" imgW="1041120" imgH="419040" progId="Equation.3">
                  <p:embed/>
                </p:oleObj>
              </mc:Choice>
              <mc:Fallback>
                <p:oleObj name="公式" r:id="rId2" imgW="1041120" imgH="419040" progId="Equation.3">
                  <p:embed/>
                  <p:pic>
                    <p:nvPicPr>
                      <p:cNvPr id="0" name="Object 2"/>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325" y="1612900"/>
                        <a:ext cx="9255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3004" name="Object 3">
            <a:extLst>
              <a:ext uri="{FF2B5EF4-FFF2-40B4-BE49-F238E27FC236}">
                <a16:creationId xmlns:a16="http://schemas.microsoft.com/office/drawing/2014/main" id="{49B11229-6857-9C30-EBBD-F28E386B04B2}"/>
              </a:ext>
            </a:extLst>
          </p:cNvPr>
          <p:cNvGraphicFramePr>
            <a:graphicFrameLocks/>
          </p:cNvGraphicFramePr>
          <p:nvPr/>
        </p:nvGraphicFramePr>
        <p:xfrm>
          <a:off x="2838450" y="1539875"/>
          <a:ext cx="1223963" cy="503238"/>
        </p:xfrm>
        <a:graphic>
          <a:graphicData uri="http://schemas.openxmlformats.org/presentationml/2006/ole">
            <mc:AlternateContent xmlns:mc="http://schemas.openxmlformats.org/markup-compatibility/2006">
              <mc:Choice xmlns:v="urn:schemas-microsoft-com:vml" Requires="v">
                <p:oleObj name="公式" r:id="rId4" imgW="507960" imgH="215640" progId="Equation.3">
                  <p:embed/>
                </p:oleObj>
              </mc:Choice>
              <mc:Fallback>
                <p:oleObj name="公式" r:id="rId4" imgW="507960" imgH="215640" progId="Equation.3">
                  <p:embed/>
                  <p:pic>
                    <p:nvPicPr>
                      <p:cNvPr id="0" name="Object 3"/>
                      <p:cNvPicPr preferRelativeResize="0">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38450" y="1539875"/>
                        <a:ext cx="1223963"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53005" name="AutoShape 13">
            <a:extLst>
              <a:ext uri="{FF2B5EF4-FFF2-40B4-BE49-F238E27FC236}">
                <a16:creationId xmlns:a16="http://schemas.microsoft.com/office/drawing/2014/main" id="{F2FB8678-68A6-0604-0B8F-D14CB47B3675}"/>
              </a:ext>
            </a:extLst>
          </p:cNvPr>
          <p:cNvSpPr>
            <a:spLocks noChangeArrowheads="1"/>
          </p:cNvSpPr>
          <p:nvPr/>
        </p:nvSpPr>
        <p:spPr bwMode="auto">
          <a:xfrm>
            <a:off x="2046288" y="1671638"/>
            <a:ext cx="719137" cy="284162"/>
          </a:xfrm>
          <a:prstGeom prst="rightArrow">
            <a:avLst>
              <a:gd name="adj1" fmla="val 50000"/>
              <a:gd name="adj2" fmla="val 63268"/>
            </a:avLst>
          </a:prstGeom>
          <a:solidFill>
            <a:srgbClr val="FFCCFF"/>
          </a:solidFill>
          <a:ln w="9525">
            <a:solidFill>
              <a:srgbClr val="FFCCFF"/>
            </a:solidFill>
            <a:miter lim="800000"/>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endParaRPr lang="zh-CN" altLang="en-US"/>
          </a:p>
        </p:txBody>
      </p:sp>
      <p:graphicFrame>
        <p:nvGraphicFramePr>
          <p:cNvPr id="853006" name="Object 4">
            <a:extLst>
              <a:ext uri="{FF2B5EF4-FFF2-40B4-BE49-F238E27FC236}">
                <a16:creationId xmlns:a16="http://schemas.microsoft.com/office/drawing/2014/main" id="{06BA8F04-BF3B-64F4-3E00-6CB67A32EA50}"/>
              </a:ext>
            </a:extLst>
          </p:cNvPr>
          <p:cNvGraphicFramePr>
            <a:graphicFrameLocks/>
          </p:cNvGraphicFramePr>
          <p:nvPr/>
        </p:nvGraphicFramePr>
        <p:xfrm>
          <a:off x="4260850" y="1611313"/>
          <a:ext cx="1316038" cy="301625"/>
        </p:xfrm>
        <a:graphic>
          <a:graphicData uri="http://schemas.openxmlformats.org/presentationml/2006/ole">
            <mc:AlternateContent xmlns:mc="http://schemas.openxmlformats.org/markup-compatibility/2006">
              <mc:Choice xmlns:v="urn:schemas-microsoft-com:vml" Requires="v">
                <p:oleObj name="公式" r:id="rId6" imgW="1498320" imgH="342720" progId="Equation.3">
                  <p:embed/>
                </p:oleObj>
              </mc:Choice>
              <mc:Fallback>
                <p:oleObj name="公式" r:id="rId6" imgW="1498320" imgH="342720" progId="Equation.3">
                  <p:embed/>
                  <p:pic>
                    <p:nvPicPr>
                      <p:cNvPr id="0" name="Object 4"/>
                      <p:cNvPicPr preferRelativeResize="0">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60850" y="1611313"/>
                        <a:ext cx="1316038"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3007" name="Text Box 15">
            <a:extLst>
              <a:ext uri="{FF2B5EF4-FFF2-40B4-BE49-F238E27FC236}">
                <a16:creationId xmlns:a16="http://schemas.microsoft.com/office/drawing/2014/main" id="{862C2B67-BF18-385D-163C-26F6697D3F40}"/>
              </a:ext>
            </a:extLst>
          </p:cNvPr>
          <p:cNvSpPr txBox="1">
            <a:spLocks noChangeArrowheads="1"/>
          </p:cNvSpPr>
          <p:nvPr/>
        </p:nvSpPr>
        <p:spPr bwMode="auto">
          <a:xfrm>
            <a:off x="338138" y="574675"/>
            <a:ext cx="551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en-US" altLang="zh-CN">
                <a:solidFill>
                  <a:srgbClr val="66FFFF"/>
                </a:solidFill>
                <a:latin typeface="Times New Roman" panose="02020603050405020304" pitchFamily="18" charset="0"/>
                <a:ea typeface="宋体" panose="02010600030101010101" pitchFamily="2" charset="-122"/>
                <a:sym typeface="Symbol" panose="05050102010706020507" pitchFamily="18" charset="2"/>
              </a:rPr>
              <a:t>3. </a:t>
            </a:r>
            <a:r>
              <a:rPr lang="zh-CN" altLang="en-US">
                <a:solidFill>
                  <a:srgbClr val="66FFFF"/>
                </a:solidFill>
                <a:latin typeface="Times New Roman" panose="02020603050405020304" pitchFamily="18" charset="0"/>
                <a:ea typeface="宋体" panose="02010600030101010101" pitchFamily="2" charset="-122"/>
              </a:rPr>
              <a:t>刚体定轴转动的动量矩守恒定律</a:t>
            </a:r>
          </a:p>
        </p:txBody>
      </p:sp>
      <p:sp>
        <p:nvSpPr>
          <p:cNvPr id="853008" name="Rectangle 16">
            <a:extLst>
              <a:ext uri="{FF2B5EF4-FFF2-40B4-BE49-F238E27FC236}">
                <a16:creationId xmlns:a16="http://schemas.microsoft.com/office/drawing/2014/main" id="{EC3A2B8A-B4BC-2902-0C3B-485FA48E2303}"/>
              </a:ext>
            </a:extLst>
          </p:cNvPr>
          <p:cNvSpPr>
            <a:spLocks noChangeArrowheads="1"/>
          </p:cNvSpPr>
          <p:nvPr/>
        </p:nvSpPr>
        <p:spPr bwMode="auto">
          <a:xfrm>
            <a:off x="611188" y="1060450"/>
            <a:ext cx="33131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latin typeface="宋体" panose="02010600030101010101" pitchFamily="2" charset="-122"/>
                <a:ea typeface="宋体" panose="02010600030101010101" pitchFamily="2" charset="-122"/>
              </a:rPr>
              <a:t>对</a:t>
            </a:r>
            <a:r>
              <a:rPr lang="zh-CN" altLang="en-US">
                <a:latin typeface="Times New Roman" panose="02020603050405020304" pitchFamily="18" charset="0"/>
                <a:ea typeface="宋体" panose="02010600030101010101" pitchFamily="2" charset="-122"/>
              </a:rPr>
              <a:t>定轴转动刚体</a:t>
            </a:r>
          </a:p>
        </p:txBody>
      </p:sp>
      <p:sp>
        <p:nvSpPr>
          <p:cNvPr id="853010" name="AutoShape 18">
            <a:extLst>
              <a:ext uri="{FF2B5EF4-FFF2-40B4-BE49-F238E27FC236}">
                <a16:creationId xmlns:a16="http://schemas.microsoft.com/office/drawing/2014/main" id="{4DD6C115-32BB-97C2-3EBC-CB061F01736D}"/>
              </a:ext>
            </a:extLst>
          </p:cNvPr>
          <p:cNvSpPr>
            <a:spLocks noChangeArrowheads="1"/>
          </p:cNvSpPr>
          <p:nvPr/>
        </p:nvSpPr>
        <p:spPr bwMode="auto">
          <a:xfrm>
            <a:off x="349250" y="4089400"/>
            <a:ext cx="360363" cy="576263"/>
          </a:xfrm>
          <a:prstGeom prst="star4">
            <a:avLst>
              <a:gd name="adj" fmla="val 18519"/>
            </a:avLst>
          </a:prstGeom>
          <a:gradFill rotWithShape="0">
            <a:gsLst>
              <a:gs pos="0">
                <a:srgbClr val="99FF99"/>
              </a:gs>
              <a:gs pos="100000">
                <a:srgbClr val="477647"/>
              </a:gs>
            </a:gsLst>
            <a:path path="shape">
              <a:fillToRect l="50000" t="50000" r="50000" b="50000"/>
            </a:path>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endParaRPr lang="zh-CN" altLang="en-US"/>
          </a:p>
        </p:txBody>
      </p:sp>
      <p:sp>
        <p:nvSpPr>
          <p:cNvPr id="853011" name="Text Box 19">
            <a:extLst>
              <a:ext uri="{FF2B5EF4-FFF2-40B4-BE49-F238E27FC236}">
                <a16:creationId xmlns:a16="http://schemas.microsoft.com/office/drawing/2014/main" id="{1D7585C5-F5D3-ABC4-2BA6-55DE03394DA1}"/>
              </a:ext>
            </a:extLst>
          </p:cNvPr>
          <p:cNvSpPr txBox="1">
            <a:spLocks noChangeArrowheads="1"/>
          </p:cNvSpPr>
          <p:nvPr/>
        </p:nvSpPr>
        <p:spPr bwMode="auto">
          <a:xfrm>
            <a:off x="347663" y="4113213"/>
            <a:ext cx="165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kumimoji="1" lang="zh-CN" altLang="en-US">
                <a:solidFill>
                  <a:srgbClr val="FFFF00"/>
                </a:solidFill>
                <a:latin typeface="宋体" panose="02010600030101010101" pitchFamily="2" charset="-122"/>
                <a:ea typeface="宋体" panose="02010600030101010101" pitchFamily="2" charset="-122"/>
              </a:rPr>
              <a:t>说明</a:t>
            </a:r>
          </a:p>
        </p:txBody>
      </p:sp>
      <p:pic>
        <p:nvPicPr>
          <p:cNvPr id="853014" name="Picture 22" descr="j0293240">
            <a:extLst>
              <a:ext uri="{FF2B5EF4-FFF2-40B4-BE49-F238E27FC236}">
                <a16:creationId xmlns:a16="http://schemas.microsoft.com/office/drawing/2014/main" id="{AB867DDC-C76C-C76F-9B01-9F2F7AAA521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83588" y="6405563"/>
            <a:ext cx="61118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 Box 8">
            <a:extLst>
              <a:ext uri="{FF2B5EF4-FFF2-40B4-BE49-F238E27FC236}">
                <a16:creationId xmlns:a16="http://schemas.microsoft.com/office/drawing/2014/main" id="{7EBAC4B9-8152-1825-1577-C0DF2E5E99A1}"/>
              </a:ext>
            </a:extLst>
          </p:cNvPr>
          <p:cNvSpPr txBox="1">
            <a:spLocks noChangeArrowheads="1"/>
          </p:cNvSpPr>
          <p:nvPr/>
        </p:nvSpPr>
        <p:spPr bwMode="auto">
          <a:xfrm>
            <a:off x="731838" y="3206750"/>
            <a:ext cx="75755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25000"/>
              </a:lnSpc>
              <a:buFont typeface="Monotype Sorts" pitchFamily="2" charset="2"/>
              <a:buNone/>
            </a:pPr>
            <a:r>
              <a:rPr lang="zh-CN" altLang="en-US">
                <a:ea typeface="楷体_GB2312" pitchFamily="49" charset="-122"/>
              </a:rPr>
              <a:t>如：人站在转台上，用手拨动轮子，则转台会向相反的</a:t>
            </a:r>
          </a:p>
          <a:p>
            <a:pPr algn="l">
              <a:lnSpc>
                <a:spcPct val="125000"/>
              </a:lnSpc>
              <a:buFont typeface="Monotype Sorts" pitchFamily="2" charset="2"/>
              <a:buNone/>
            </a:pPr>
            <a:r>
              <a:rPr lang="zh-CN" altLang="en-US">
                <a:ea typeface="楷体_GB2312" pitchFamily="49" charset="-122"/>
              </a:rPr>
              <a:t>      方向转动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53007"/>
                                        </p:tgtEl>
                                        <p:attrNameLst>
                                          <p:attrName>style.visibility</p:attrName>
                                        </p:attrNameLst>
                                      </p:cBhvr>
                                      <p:to>
                                        <p:strVal val="visible"/>
                                      </p:to>
                                    </p:set>
                                    <p:animEffect transition="in" filter="wipe(left)">
                                      <p:cBhvr>
                                        <p:cTn id="7" dur="500"/>
                                        <p:tgtEl>
                                          <p:spTgt spid="8530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53008"/>
                                        </p:tgtEl>
                                        <p:attrNameLst>
                                          <p:attrName>style.visibility</p:attrName>
                                        </p:attrNameLst>
                                      </p:cBhvr>
                                      <p:to>
                                        <p:strVal val="visible"/>
                                      </p:to>
                                    </p:set>
                                    <p:animEffect transition="in" filter="wipe(left)">
                                      <p:cBhvr>
                                        <p:cTn id="12" dur="500"/>
                                        <p:tgtEl>
                                          <p:spTgt spid="85300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53003"/>
                                        </p:tgtEl>
                                        <p:attrNameLst>
                                          <p:attrName>style.visibility</p:attrName>
                                        </p:attrNameLst>
                                      </p:cBhvr>
                                      <p:to>
                                        <p:strVal val="visible"/>
                                      </p:to>
                                    </p:set>
                                    <p:animEffect transition="in" filter="wipe(left)">
                                      <p:cBhvr>
                                        <p:cTn id="17" dur="500"/>
                                        <p:tgtEl>
                                          <p:spTgt spid="85300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53005"/>
                                        </p:tgtEl>
                                        <p:attrNameLst>
                                          <p:attrName>style.visibility</p:attrName>
                                        </p:attrNameLst>
                                      </p:cBhvr>
                                      <p:to>
                                        <p:strVal val="visible"/>
                                      </p:to>
                                    </p:set>
                                    <p:animEffect transition="in" filter="wipe(left)">
                                      <p:cBhvr>
                                        <p:cTn id="22" dur="500"/>
                                        <p:tgtEl>
                                          <p:spTgt spid="85300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53004"/>
                                        </p:tgtEl>
                                        <p:attrNameLst>
                                          <p:attrName>style.visibility</p:attrName>
                                        </p:attrNameLst>
                                      </p:cBhvr>
                                      <p:to>
                                        <p:strVal val="visible"/>
                                      </p:to>
                                    </p:set>
                                    <p:animEffect transition="in" filter="wipe(left)">
                                      <p:cBhvr>
                                        <p:cTn id="27" dur="500"/>
                                        <p:tgtEl>
                                          <p:spTgt spid="85300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53006"/>
                                        </p:tgtEl>
                                        <p:attrNameLst>
                                          <p:attrName>style.visibility</p:attrName>
                                        </p:attrNameLst>
                                      </p:cBhvr>
                                      <p:to>
                                        <p:strVal val="visible"/>
                                      </p:to>
                                    </p:set>
                                    <p:animEffect transition="in" filter="wipe(left)">
                                      <p:cBhvr>
                                        <p:cTn id="32" dur="500"/>
                                        <p:tgtEl>
                                          <p:spTgt spid="853006"/>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852996"/>
                                        </p:tgtEl>
                                        <p:attrNameLst>
                                          <p:attrName>style.visibility</p:attrName>
                                        </p:attrNameLst>
                                      </p:cBhvr>
                                      <p:to>
                                        <p:strVal val="visible"/>
                                      </p:to>
                                    </p:set>
                                    <p:animEffect transition="in" filter="wipe(left)">
                                      <p:cBhvr>
                                        <p:cTn id="36" dur="500"/>
                                        <p:tgtEl>
                                          <p:spTgt spid="85299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852994"/>
                                        </p:tgtEl>
                                        <p:attrNameLst>
                                          <p:attrName>style.visibility</p:attrName>
                                        </p:attrNameLst>
                                      </p:cBhvr>
                                      <p:to>
                                        <p:strVal val="visible"/>
                                      </p:to>
                                    </p:set>
                                    <p:animEffect transition="in" filter="wipe(left)">
                                      <p:cBhvr>
                                        <p:cTn id="41" dur="500"/>
                                        <p:tgtEl>
                                          <p:spTgt spid="852994"/>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ipe(left)">
                                      <p:cBhvr>
                                        <p:cTn id="46" dur="500"/>
                                        <p:tgtEl>
                                          <p:spTgt spid="1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50" presetClass="entr" presetSubtype="0" decel="100000" fill="hold" nodeType="clickEffect">
                                  <p:stCondLst>
                                    <p:cond delay="0"/>
                                  </p:stCondLst>
                                  <p:childTnLst>
                                    <p:set>
                                      <p:cBhvr>
                                        <p:cTn id="50" dur="1" fill="hold">
                                          <p:stCondLst>
                                            <p:cond delay="0"/>
                                          </p:stCondLst>
                                        </p:cTn>
                                        <p:tgtEl>
                                          <p:spTgt spid="853010"/>
                                        </p:tgtEl>
                                        <p:attrNameLst>
                                          <p:attrName>style.visibility</p:attrName>
                                        </p:attrNameLst>
                                      </p:cBhvr>
                                      <p:to>
                                        <p:strVal val="visible"/>
                                      </p:to>
                                    </p:set>
                                    <p:anim calcmode="lin" valueType="num">
                                      <p:cBhvr>
                                        <p:cTn id="51" dur="1000" fill="hold"/>
                                        <p:tgtEl>
                                          <p:spTgt spid="853010"/>
                                        </p:tgtEl>
                                        <p:attrNameLst>
                                          <p:attrName>ppt_w</p:attrName>
                                        </p:attrNameLst>
                                      </p:cBhvr>
                                      <p:tavLst>
                                        <p:tav tm="0">
                                          <p:val>
                                            <p:strVal val="#ppt_w+.3"/>
                                          </p:val>
                                        </p:tav>
                                        <p:tav tm="100000">
                                          <p:val>
                                            <p:strVal val="#ppt_w"/>
                                          </p:val>
                                        </p:tav>
                                      </p:tavLst>
                                    </p:anim>
                                    <p:anim calcmode="lin" valueType="num">
                                      <p:cBhvr>
                                        <p:cTn id="52" dur="1000" fill="hold"/>
                                        <p:tgtEl>
                                          <p:spTgt spid="853010"/>
                                        </p:tgtEl>
                                        <p:attrNameLst>
                                          <p:attrName>ppt_h</p:attrName>
                                        </p:attrNameLst>
                                      </p:cBhvr>
                                      <p:tavLst>
                                        <p:tav tm="0">
                                          <p:val>
                                            <p:strVal val="#ppt_h"/>
                                          </p:val>
                                        </p:tav>
                                        <p:tav tm="100000">
                                          <p:val>
                                            <p:strVal val="#ppt_h"/>
                                          </p:val>
                                        </p:tav>
                                      </p:tavLst>
                                    </p:anim>
                                    <p:animEffect transition="in" filter="fade">
                                      <p:cBhvr>
                                        <p:cTn id="53" dur="1000"/>
                                        <p:tgtEl>
                                          <p:spTgt spid="853010"/>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853011"/>
                                        </p:tgtEl>
                                        <p:attrNameLst>
                                          <p:attrName>style.visibility</p:attrName>
                                        </p:attrNameLst>
                                      </p:cBhvr>
                                      <p:to>
                                        <p:strVal val="visible"/>
                                      </p:to>
                                    </p:set>
                                    <p:animEffect transition="in" filter="wipe(left)">
                                      <p:cBhvr>
                                        <p:cTn id="58" dur="500"/>
                                        <p:tgtEl>
                                          <p:spTgt spid="853011"/>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853000"/>
                                        </p:tgtEl>
                                        <p:attrNameLst>
                                          <p:attrName>style.visibility</p:attrName>
                                        </p:attrNameLst>
                                      </p:cBhvr>
                                      <p:to>
                                        <p:strVal val="visible"/>
                                      </p:to>
                                    </p:set>
                                    <p:animEffect transition="in" filter="wipe(left)">
                                      <p:cBhvr>
                                        <p:cTn id="63" dur="500"/>
                                        <p:tgtEl>
                                          <p:spTgt spid="853000"/>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853002"/>
                                        </p:tgtEl>
                                        <p:attrNameLst>
                                          <p:attrName>style.visibility</p:attrName>
                                        </p:attrNameLst>
                                      </p:cBhvr>
                                      <p:to>
                                        <p:strVal val="visible"/>
                                      </p:to>
                                    </p:set>
                                    <p:animEffect transition="in" filter="wipe(left)">
                                      <p:cBhvr>
                                        <p:cTn id="68" dur="500"/>
                                        <p:tgtEl>
                                          <p:spTgt spid="853002"/>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2" fill="hold" nodeType="clickEffect">
                                  <p:stCondLst>
                                    <p:cond delay="0"/>
                                  </p:stCondLst>
                                  <p:childTnLst>
                                    <p:set>
                                      <p:cBhvr>
                                        <p:cTn id="72" dur="1" fill="hold">
                                          <p:stCondLst>
                                            <p:cond delay="0"/>
                                          </p:stCondLst>
                                        </p:cTn>
                                        <p:tgtEl>
                                          <p:spTgt spid="853014"/>
                                        </p:tgtEl>
                                        <p:attrNameLst>
                                          <p:attrName>style.visibility</p:attrName>
                                        </p:attrNameLst>
                                      </p:cBhvr>
                                      <p:to>
                                        <p:strVal val="visible"/>
                                      </p:to>
                                    </p:set>
                                    <p:anim calcmode="lin" valueType="num">
                                      <p:cBhvr additive="base">
                                        <p:cTn id="73" dur="500" fill="hold"/>
                                        <p:tgtEl>
                                          <p:spTgt spid="853014"/>
                                        </p:tgtEl>
                                        <p:attrNameLst>
                                          <p:attrName>ppt_x</p:attrName>
                                        </p:attrNameLst>
                                      </p:cBhvr>
                                      <p:tavLst>
                                        <p:tav tm="0">
                                          <p:val>
                                            <p:strVal val="1+#ppt_w/2"/>
                                          </p:val>
                                        </p:tav>
                                        <p:tav tm="100000">
                                          <p:val>
                                            <p:strVal val="#ppt_x"/>
                                          </p:val>
                                        </p:tav>
                                      </p:tavLst>
                                    </p:anim>
                                    <p:anim calcmode="lin" valueType="num">
                                      <p:cBhvr additive="base">
                                        <p:cTn id="74" dur="500" fill="hold"/>
                                        <p:tgtEl>
                                          <p:spTgt spid="8530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2994" grpId="0" animBg="1"/>
      <p:bldP spid="852996" grpId="0"/>
      <p:bldP spid="853000" grpId="0" autoUpdateAnimBg="0"/>
      <p:bldP spid="853002" grpId="0" autoUpdateAnimBg="0"/>
      <p:bldP spid="853005" grpId="0" animBg="1"/>
      <p:bldP spid="853007" grpId="0" autoUpdateAnimBg="0"/>
      <p:bldP spid="853008" grpId="0"/>
      <p:bldP spid="853010" grpId="0" animBg="1"/>
      <p:bldP spid="853011" grpId="0"/>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82" name="Rectangle 2">
            <a:extLst>
              <a:ext uri="{FF2B5EF4-FFF2-40B4-BE49-F238E27FC236}">
                <a16:creationId xmlns:a16="http://schemas.microsoft.com/office/drawing/2014/main" id="{08BAC8A1-8FDB-6321-542B-EC32F1E89306}"/>
              </a:ext>
            </a:extLst>
          </p:cNvPr>
          <p:cNvSpPr>
            <a:spLocks noChangeArrowheads="1"/>
          </p:cNvSpPr>
          <p:nvPr/>
        </p:nvSpPr>
        <p:spPr bwMode="auto">
          <a:xfrm>
            <a:off x="684213" y="476250"/>
            <a:ext cx="7775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latin typeface="宋体" panose="02010600030101010101" pitchFamily="2" charset="-122"/>
                <a:ea typeface="楷体_GB2312" pitchFamily="49" charset="-122"/>
              </a:rPr>
              <a:t>当</a:t>
            </a:r>
            <a:r>
              <a:rPr lang="zh-CN" altLang="en-US">
                <a:latin typeface="Times New Roman" panose="02020603050405020304" pitchFamily="18" charset="0"/>
                <a:ea typeface="楷体_GB2312" pitchFamily="49" charset="-122"/>
              </a:rPr>
              <a:t>变形体所受合外力矩为零时，变形体的动量矩也守恒</a:t>
            </a:r>
          </a:p>
        </p:txBody>
      </p:sp>
      <p:graphicFrame>
        <p:nvGraphicFramePr>
          <p:cNvPr id="839683" name="Object 2">
            <a:extLst>
              <a:ext uri="{FF2B5EF4-FFF2-40B4-BE49-F238E27FC236}">
                <a16:creationId xmlns:a16="http://schemas.microsoft.com/office/drawing/2014/main" id="{2A589CBA-6C64-82FA-7B48-847EA62C673A}"/>
              </a:ext>
            </a:extLst>
          </p:cNvPr>
          <p:cNvGraphicFramePr>
            <a:graphicFrameLocks/>
          </p:cNvGraphicFramePr>
          <p:nvPr/>
        </p:nvGraphicFramePr>
        <p:xfrm>
          <a:off x="755650" y="1250950"/>
          <a:ext cx="1901825" cy="406400"/>
        </p:xfrm>
        <a:graphic>
          <a:graphicData uri="http://schemas.openxmlformats.org/presentationml/2006/ole">
            <mc:AlternateContent xmlns:mc="http://schemas.openxmlformats.org/markup-compatibility/2006">
              <mc:Choice xmlns:v="urn:schemas-microsoft-com:vml" Requires="v">
                <p:oleObj name="公式" r:id="rId2" imgW="1904760" imgH="406080" progId="Equation.3">
                  <p:embed/>
                </p:oleObj>
              </mc:Choice>
              <mc:Fallback>
                <p:oleObj name="公式" r:id="rId2" imgW="1904760" imgH="406080" progId="Equation.3">
                  <p:embed/>
                  <p:pic>
                    <p:nvPicPr>
                      <p:cNvPr id="0" name="Object 2"/>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250950"/>
                        <a:ext cx="1901825"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39684" name="Object 3">
            <a:extLst>
              <a:ext uri="{FF2B5EF4-FFF2-40B4-BE49-F238E27FC236}">
                <a16:creationId xmlns:a16="http://schemas.microsoft.com/office/drawing/2014/main" id="{C9AF3EBE-8969-0DF1-7A68-024EEBE07FEC}"/>
              </a:ext>
            </a:extLst>
          </p:cNvPr>
          <p:cNvGraphicFramePr>
            <a:graphicFrameLocks/>
          </p:cNvGraphicFramePr>
          <p:nvPr/>
        </p:nvGraphicFramePr>
        <p:xfrm>
          <a:off x="3635375" y="1250950"/>
          <a:ext cx="773113" cy="406400"/>
        </p:xfrm>
        <a:graphic>
          <a:graphicData uri="http://schemas.openxmlformats.org/presentationml/2006/ole">
            <mc:AlternateContent xmlns:mc="http://schemas.openxmlformats.org/markup-compatibility/2006">
              <mc:Choice xmlns:v="urn:schemas-microsoft-com:vml" Requires="v">
                <p:oleObj name="公式" r:id="rId4" imgW="774360" imgH="406080" progId="Equation.3">
                  <p:embed/>
                </p:oleObj>
              </mc:Choice>
              <mc:Fallback>
                <p:oleObj name="公式" r:id="rId4" imgW="774360" imgH="406080" progId="Equation.3">
                  <p:embed/>
                  <p:pic>
                    <p:nvPicPr>
                      <p:cNvPr id="0" name="Object 3"/>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5375" y="1250950"/>
                        <a:ext cx="773113"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685" name="Line 5">
            <a:extLst>
              <a:ext uri="{FF2B5EF4-FFF2-40B4-BE49-F238E27FC236}">
                <a16:creationId xmlns:a16="http://schemas.microsoft.com/office/drawing/2014/main" id="{22D1F438-23B7-60AD-BF98-1ABB511B26F2}"/>
              </a:ext>
            </a:extLst>
          </p:cNvPr>
          <p:cNvSpPr>
            <a:spLocks noChangeShapeType="1"/>
          </p:cNvSpPr>
          <p:nvPr/>
        </p:nvSpPr>
        <p:spPr bwMode="auto">
          <a:xfrm flipV="1">
            <a:off x="4432300" y="1293813"/>
            <a:ext cx="282575" cy="322262"/>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39686" name="Object 4">
            <a:extLst>
              <a:ext uri="{FF2B5EF4-FFF2-40B4-BE49-F238E27FC236}">
                <a16:creationId xmlns:a16="http://schemas.microsoft.com/office/drawing/2014/main" id="{0DA18DDB-103A-2294-6010-9C26B9346C1E}"/>
              </a:ext>
            </a:extLst>
          </p:cNvPr>
          <p:cNvGraphicFramePr>
            <a:graphicFrameLocks/>
          </p:cNvGraphicFramePr>
          <p:nvPr/>
        </p:nvGraphicFramePr>
        <p:xfrm>
          <a:off x="4813300" y="1314450"/>
          <a:ext cx="406400" cy="279400"/>
        </p:xfrm>
        <a:graphic>
          <a:graphicData uri="http://schemas.openxmlformats.org/presentationml/2006/ole">
            <mc:AlternateContent xmlns:mc="http://schemas.openxmlformats.org/markup-compatibility/2006">
              <mc:Choice xmlns:v="urn:schemas-microsoft-com:vml" Requires="v">
                <p:oleObj name="公式" r:id="rId6" imgW="406080" imgH="279360" progId="Equation.3">
                  <p:embed/>
                </p:oleObj>
              </mc:Choice>
              <mc:Fallback>
                <p:oleObj name="公式" r:id="rId6" imgW="406080" imgH="279360"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13300" y="1314450"/>
                        <a:ext cx="4064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687" name="Line 7">
            <a:extLst>
              <a:ext uri="{FF2B5EF4-FFF2-40B4-BE49-F238E27FC236}">
                <a16:creationId xmlns:a16="http://schemas.microsoft.com/office/drawing/2014/main" id="{BE29527F-8A1C-3B68-F61B-3D0C2B41E35C}"/>
              </a:ext>
            </a:extLst>
          </p:cNvPr>
          <p:cNvSpPr>
            <a:spLocks noChangeShapeType="1"/>
          </p:cNvSpPr>
          <p:nvPr/>
        </p:nvSpPr>
        <p:spPr bwMode="auto">
          <a:xfrm>
            <a:off x="5291138" y="1346200"/>
            <a:ext cx="295275" cy="295275"/>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39688" name="Object 5">
            <a:extLst>
              <a:ext uri="{FF2B5EF4-FFF2-40B4-BE49-F238E27FC236}">
                <a16:creationId xmlns:a16="http://schemas.microsoft.com/office/drawing/2014/main" id="{67EA1ACD-3E42-9EDD-DDE3-23C6D7F88F27}"/>
              </a:ext>
            </a:extLst>
          </p:cNvPr>
          <p:cNvGraphicFramePr>
            <a:graphicFrameLocks/>
          </p:cNvGraphicFramePr>
          <p:nvPr/>
        </p:nvGraphicFramePr>
        <p:xfrm>
          <a:off x="6102350" y="1250950"/>
          <a:ext cx="773113" cy="406400"/>
        </p:xfrm>
        <a:graphic>
          <a:graphicData uri="http://schemas.openxmlformats.org/presentationml/2006/ole">
            <mc:AlternateContent xmlns:mc="http://schemas.openxmlformats.org/markup-compatibility/2006">
              <mc:Choice xmlns:v="urn:schemas-microsoft-com:vml" Requires="v">
                <p:oleObj name="公式" r:id="rId8" imgW="774360" imgH="406080" progId="Equation.3">
                  <p:embed/>
                </p:oleObj>
              </mc:Choice>
              <mc:Fallback>
                <p:oleObj name="公式" r:id="rId8" imgW="774360" imgH="406080" progId="Equation.3">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02350" y="1250950"/>
                        <a:ext cx="773113"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689" name="Line 9">
            <a:extLst>
              <a:ext uri="{FF2B5EF4-FFF2-40B4-BE49-F238E27FC236}">
                <a16:creationId xmlns:a16="http://schemas.microsoft.com/office/drawing/2014/main" id="{85151E1E-4727-D594-77A5-EE1C8DF20A70}"/>
              </a:ext>
            </a:extLst>
          </p:cNvPr>
          <p:cNvSpPr>
            <a:spLocks noChangeShapeType="1"/>
          </p:cNvSpPr>
          <p:nvPr/>
        </p:nvSpPr>
        <p:spPr bwMode="auto">
          <a:xfrm>
            <a:off x="6875463" y="1346200"/>
            <a:ext cx="295275" cy="295275"/>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39690" name="Line 10">
            <a:extLst>
              <a:ext uri="{FF2B5EF4-FFF2-40B4-BE49-F238E27FC236}">
                <a16:creationId xmlns:a16="http://schemas.microsoft.com/office/drawing/2014/main" id="{5CA40FD6-0B6E-4889-5373-08C986992374}"/>
              </a:ext>
            </a:extLst>
          </p:cNvPr>
          <p:cNvSpPr>
            <a:spLocks noChangeShapeType="1"/>
          </p:cNvSpPr>
          <p:nvPr/>
        </p:nvSpPr>
        <p:spPr bwMode="auto">
          <a:xfrm flipV="1">
            <a:off x="7667625" y="1293813"/>
            <a:ext cx="282575" cy="322262"/>
          </a:xfrm>
          <a:prstGeom prst="line">
            <a:avLst/>
          </a:prstGeom>
          <a:noFill/>
          <a:ln w="38100">
            <a:solidFill>
              <a:srgbClr val="FFFF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839691" name="Object 6">
            <a:extLst>
              <a:ext uri="{FF2B5EF4-FFF2-40B4-BE49-F238E27FC236}">
                <a16:creationId xmlns:a16="http://schemas.microsoft.com/office/drawing/2014/main" id="{6E6E1F48-C971-4E11-009A-F11BCBD8FBCD}"/>
              </a:ext>
            </a:extLst>
          </p:cNvPr>
          <p:cNvGraphicFramePr>
            <a:graphicFrameLocks/>
          </p:cNvGraphicFramePr>
          <p:nvPr/>
        </p:nvGraphicFramePr>
        <p:xfrm>
          <a:off x="7235825" y="1314450"/>
          <a:ext cx="406400" cy="279400"/>
        </p:xfrm>
        <a:graphic>
          <a:graphicData uri="http://schemas.openxmlformats.org/presentationml/2006/ole">
            <mc:AlternateContent xmlns:mc="http://schemas.openxmlformats.org/markup-compatibility/2006">
              <mc:Choice xmlns:v="urn:schemas-microsoft-com:vml" Requires="v">
                <p:oleObj name="公式" r:id="rId10" imgW="406080" imgH="279360" progId="Equation.3">
                  <p:embed/>
                </p:oleObj>
              </mc:Choice>
              <mc:Fallback>
                <p:oleObj name="公式" r:id="rId10" imgW="406080" imgH="279360" progId="Equation.3">
                  <p:embed/>
                  <p:pic>
                    <p:nvPicPr>
                      <p:cNvPr id="0" name="Object 6"/>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235825" y="1314450"/>
                        <a:ext cx="4064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692" name="Rectangle 12">
            <a:extLst>
              <a:ext uri="{FF2B5EF4-FFF2-40B4-BE49-F238E27FC236}">
                <a16:creationId xmlns:a16="http://schemas.microsoft.com/office/drawing/2014/main" id="{D987A691-FE22-6074-A6CA-B56280A5F9E2}"/>
              </a:ext>
            </a:extLst>
          </p:cNvPr>
          <p:cNvSpPr>
            <a:spLocks noChangeArrowheads="1"/>
          </p:cNvSpPr>
          <p:nvPr/>
        </p:nvSpPr>
        <p:spPr bwMode="auto">
          <a:xfrm>
            <a:off x="755650" y="5445125"/>
            <a:ext cx="521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latin typeface="楷体_GB2312" pitchFamily="49" charset="-122"/>
                <a:ea typeface="楷体_GB2312" pitchFamily="49" charset="-122"/>
              </a:rPr>
              <a:t>如：花样滑冰  跳水 芭蕾舞等</a:t>
            </a:r>
          </a:p>
        </p:txBody>
      </p:sp>
      <p:sp>
        <p:nvSpPr>
          <p:cNvPr id="839693" name="AutoShape 13">
            <a:extLst>
              <a:ext uri="{FF2B5EF4-FFF2-40B4-BE49-F238E27FC236}">
                <a16:creationId xmlns:a16="http://schemas.microsoft.com/office/drawing/2014/main" id="{B418B35B-0298-D808-1A56-62F98FB800D1}"/>
              </a:ext>
            </a:extLst>
          </p:cNvPr>
          <p:cNvSpPr>
            <a:spLocks noChangeArrowheads="1"/>
          </p:cNvSpPr>
          <p:nvPr/>
        </p:nvSpPr>
        <p:spPr bwMode="auto">
          <a:xfrm>
            <a:off x="2844800" y="1296988"/>
            <a:ext cx="719138" cy="284162"/>
          </a:xfrm>
          <a:prstGeom prst="rightArrow">
            <a:avLst>
              <a:gd name="adj1" fmla="val 50000"/>
              <a:gd name="adj2" fmla="val 63268"/>
            </a:avLst>
          </a:prstGeom>
          <a:solidFill>
            <a:srgbClr val="FFCCFF"/>
          </a:solidFill>
          <a:ln w="9525">
            <a:solidFill>
              <a:srgbClr val="FFCCFF"/>
            </a:solidFill>
            <a:miter lim="800000"/>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endParaRPr lang="zh-CN" altLang="en-US"/>
          </a:p>
        </p:txBody>
      </p:sp>
      <p:pic>
        <p:nvPicPr>
          <p:cNvPr id="839694" name="Picture 14" descr="溜冰">
            <a:extLst>
              <a:ext uri="{FF2B5EF4-FFF2-40B4-BE49-F238E27FC236}">
                <a16:creationId xmlns:a16="http://schemas.microsoft.com/office/drawing/2014/main" id="{535D9B31-4501-C21B-19BC-CBE9A87D07B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08625" y="2522538"/>
            <a:ext cx="1979613" cy="2451100"/>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pic>
        <p:nvPicPr>
          <p:cNvPr id="839695" name="Picture 15" descr="溜冰0">
            <a:extLst>
              <a:ext uri="{FF2B5EF4-FFF2-40B4-BE49-F238E27FC236}">
                <a16:creationId xmlns:a16="http://schemas.microsoft.com/office/drawing/2014/main" id="{C14EECE4-C192-4343-535C-46BB35431D5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19250" y="2595563"/>
            <a:ext cx="2844800" cy="2295525"/>
          </a:xfrm>
          <a:prstGeom prst="rect">
            <a:avLst/>
          </a:prstGeom>
          <a:noFill/>
          <a:ln w="38100">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pic>
        <p:nvPicPr>
          <p:cNvPr id="839696" name="Picture 16" descr="j0293240">
            <a:extLst>
              <a:ext uri="{FF2B5EF4-FFF2-40B4-BE49-F238E27FC236}">
                <a16:creationId xmlns:a16="http://schemas.microsoft.com/office/drawing/2014/main" id="{2E0D350B-516D-D41C-3F16-D772136AFC1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383588" y="6154738"/>
            <a:ext cx="61118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39682"/>
                                        </p:tgtEl>
                                        <p:attrNameLst>
                                          <p:attrName>style.visibility</p:attrName>
                                        </p:attrNameLst>
                                      </p:cBhvr>
                                      <p:to>
                                        <p:strVal val="visible"/>
                                      </p:to>
                                    </p:set>
                                    <p:animEffect transition="in" filter="wipe(left)">
                                      <p:cBhvr>
                                        <p:cTn id="7" dur="500"/>
                                        <p:tgtEl>
                                          <p:spTgt spid="8396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39683"/>
                                        </p:tgtEl>
                                        <p:attrNameLst>
                                          <p:attrName>style.visibility</p:attrName>
                                        </p:attrNameLst>
                                      </p:cBhvr>
                                      <p:to>
                                        <p:strVal val="visible"/>
                                      </p:to>
                                    </p:set>
                                    <p:animEffect transition="in" filter="wipe(left)">
                                      <p:cBhvr>
                                        <p:cTn id="12" dur="500"/>
                                        <p:tgtEl>
                                          <p:spTgt spid="8396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39693"/>
                                        </p:tgtEl>
                                        <p:attrNameLst>
                                          <p:attrName>style.visibility</p:attrName>
                                        </p:attrNameLst>
                                      </p:cBhvr>
                                      <p:to>
                                        <p:strVal val="visible"/>
                                      </p:to>
                                    </p:set>
                                    <p:animEffect transition="in" filter="wipe(left)">
                                      <p:cBhvr>
                                        <p:cTn id="17" dur="500"/>
                                        <p:tgtEl>
                                          <p:spTgt spid="8396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39684"/>
                                        </p:tgtEl>
                                        <p:attrNameLst>
                                          <p:attrName>style.visibility</p:attrName>
                                        </p:attrNameLst>
                                      </p:cBhvr>
                                      <p:to>
                                        <p:strVal val="visible"/>
                                      </p:to>
                                    </p:set>
                                    <p:animEffect transition="in" filter="wipe(left)">
                                      <p:cBhvr>
                                        <p:cTn id="22" dur="500"/>
                                        <p:tgtEl>
                                          <p:spTgt spid="839684"/>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839685"/>
                                        </p:tgtEl>
                                        <p:attrNameLst>
                                          <p:attrName>style.visibility</p:attrName>
                                        </p:attrNameLst>
                                      </p:cBhvr>
                                      <p:to>
                                        <p:strVal val="visible"/>
                                      </p:to>
                                    </p:set>
                                    <p:animEffect transition="in" filter="wipe(left)">
                                      <p:cBhvr>
                                        <p:cTn id="26" dur="500"/>
                                        <p:tgtEl>
                                          <p:spTgt spid="83968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839686"/>
                                        </p:tgtEl>
                                        <p:attrNameLst>
                                          <p:attrName>style.visibility</p:attrName>
                                        </p:attrNameLst>
                                      </p:cBhvr>
                                      <p:to>
                                        <p:strVal val="visible"/>
                                      </p:to>
                                    </p:set>
                                    <p:animEffect transition="in" filter="wipe(left)">
                                      <p:cBhvr>
                                        <p:cTn id="31" dur="500"/>
                                        <p:tgtEl>
                                          <p:spTgt spid="839686"/>
                                        </p:tgtEl>
                                      </p:cBhvr>
                                    </p:animEffect>
                                  </p:childTnLst>
                                </p:cTn>
                              </p:par>
                            </p:childTnLst>
                          </p:cTn>
                        </p:par>
                        <p:par>
                          <p:cTn id="32" fill="hold" nodeType="afterGroup">
                            <p:stCondLst>
                              <p:cond delay="500"/>
                            </p:stCondLst>
                            <p:childTnLst>
                              <p:par>
                                <p:cTn id="33" presetID="22" presetClass="entr" presetSubtype="8" fill="hold" nodeType="afterEffect">
                                  <p:stCondLst>
                                    <p:cond delay="0"/>
                                  </p:stCondLst>
                                  <p:childTnLst>
                                    <p:set>
                                      <p:cBhvr>
                                        <p:cTn id="34" dur="1" fill="hold">
                                          <p:stCondLst>
                                            <p:cond delay="0"/>
                                          </p:stCondLst>
                                        </p:cTn>
                                        <p:tgtEl>
                                          <p:spTgt spid="839687"/>
                                        </p:tgtEl>
                                        <p:attrNameLst>
                                          <p:attrName>style.visibility</p:attrName>
                                        </p:attrNameLst>
                                      </p:cBhvr>
                                      <p:to>
                                        <p:strVal val="visible"/>
                                      </p:to>
                                    </p:set>
                                    <p:animEffect transition="in" filter="wipe(left)">
                                      <p:cBhvr>
                                        <p:cTn id="35" dur="500"/>
                                        <p:tgtEl>
                                          <p:spTgt spid="83968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839688"/>
                                        </p:tgtEl>
                                        <p:attrNameLst>
                                          <p:attrName>style.visibility</p:attrName>
                                        </p:attrNameLst>
                                      </p:cBhvr>
                                      <p:to>
                                        <p:strVal val="visible"/>
                                      </p:to>
                                    </p:set>
                                    <p:animEffect transition="in" filter="wipe(left)">
                                      <p:cBhvr>
                                        <p:cTn id="40" dur="500"/>
                                        <p:tgtEl>
                                          <p:spTgt spid="839688"/>
                                        </p:tgtEl>
                                      </p:cBhvr>
                                    </p:animEffect>
                                  </p:childTnLst>
                                </p:cTn>
                              </p:par>
                            </p:childTnLst>
                          </p:cTn>
                        </p:par>
                        <p:par>
                          <p:cTn id="41" fill="hold" nodeType="afterGroup">
                            <p:stCondLst>
                              <p:cond delay="500"/>
                            </p:stCondLst>
                            <p:childTnLst>
                              <p:par>
                                <p:cTn id="42" presetID="22" presetClass="entr" presetSubtype="8" fill="hold" nodeType="afterEffect">
                                  <p:stCondLst>
                                    <p:cond delay="0"/>
                                  </p:stCondLst>
                                  <p:childTnLst>
                                    <p:set>
                                      <p:cBhvr>
                                        <p:cTn id="43" dur="1" fill="hold">
                                          <p:stCondLst>
                                            <p:cond delay="0"/>
                                          </p:stCondLst>
                                        </p:cTn>
                                        <p:tgtEl>
                                          <p:spTgt spid="839689"/>
                                        </p:tgtEl>
                                        <p:attrNameLst>
                                          <p:attrName>style.visibility</p:attrName>
                                        </p:attrNameLst>
                                      </p:cBhvr>
                                      <p:to>
                                        <p:strVal val="visible"/>
                                      </p:to>
                                    </p:set>
                                    <p:animEffect transition="in" filter="wipe(left)">
                                      <p:cBhvr>
                                        <p:cTn id="44" dur="500"/>
                                        <p:tgtEl>
                                          <p:spTgt spid="839689"/>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839691"/>
                                        </p:tgtEl>
                                        <p:attrNameLst>
                                          <p:attrName>style.visibility</p:attrName>
                                        </p:attrNameLst>
                                      </p:cBhvr>
                                      <p:to>
                                        <p:strVal val="visible"/>
                                      </p:to>
                                    </p:set>
                                    <p:animEffect transition="in" filter="wipe(left)">
                                      <p:cBhvr>
                                        <p:cTn id="49" dur="500"/>
                                        <p:tgtEl>
                                          <p:spTgt spid="839691"/>
                                        </p:tgtEl>
                                      </p:cBhvr>
                                    </p:animEffect>
                                  </p:childTnLst>
                                </p:cTn>
                              </p:par>
                            </p:childTnLst>
                          </p:cTn>
                        </p:par>
                        <p:par>
                          <p:cTn id="50" fill="hold" nodeType="afterGroup">
                            <p:stCondLst>
                              <p:cond delay="500"/>
                            </p:stCondLst>
                            <p:childTnLst>
                              <p:par>
                                <p:cTn id="51" presetID="22" presetClass="entr" presetSubtype="8" fill="hold" nodeType="afterEffect">
                                  <p:stCondLst>
                                    <p:cond delay="0"/>
                                  </p:stCondLst>
                                  <p:childTnLst>
                                    <p:set>
                                      <p:cBhvr>
                                        <p:cTn id="52" dur="1" fill="hold">
                                          <p:stCondLst>
                                            <p:cond delay="0"/>
                                          </p:stCondLst>
                                        </p:cTn>
                                        <p:tgtEl>
                                          <p:spTgt spid="839690"/>
                                        </p:tgtEl>
                                        <p:attrNameLst>
                                          <p:attrName>style.visibility</p:attrName>
                                        </p:attrNameLst>
                                      </p:cBhvr>
                                      <p:to>
                                        <p:strVal val="visible"/>
                                      </p:to>
                                    </p:set>
                                    <p:animEffect transition="in" filter="wipe(left)">
                                      <p:cBhvr>
                                        <p:cTn id="53" dur="500"/>
                                        <p:tgtEl>
                                          <p:spTgt spid="839690"/>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839692"/>
                                        </p:tgtEl>
                                        <p:attrNameLst>
                                          <p:attrName>style.visibility</p:attrName>
                                        </p:attrNameLst>
                                      </p:cBhvr>
                                      <p:to>
                                        <p:strVal val="visible"/>
                                      </p:to>
                                    </p:set>
                                    <p:animEffect transition="in" filter="wipe(left)">
                                      <p:cBhvr>
                                        <p:cTn id="58" dur="500"/>
                                        <p:tgtEl>
                                          <p:spTgt spid="83969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3" presetClass="entr" presetSubtype="16" fill="hold" nodeType="clickEffect">
                                  <p:stCondLst>
                                    <p:cond delay="0"/>
                                  </p:stCondLst>
                                  <p:childTnLst>
                                    <p:set>
                                      <p:cBhvr>
                                        <p:cTn id="62" dur="1" fill="hold">
                                          <p:stCondLst>
                                            <p:cond delay="0"/>
                                          </p:stCondLst>
                                        </p:cTn>
                                        <p:tgtEl>
                                          <p:spTgt spid="839695"/>
                                        </p:tgtEl>
                                        <p:attrNameLst>
                                          <p:attrName>style.visibility</p:attrName>
                                        </p:attrNameLst>
                                      </p:cBhvr>
                                      <p:to>
                                        <p:strVal val="visible"/>
                                      </p:to>
                                    </p:set>
                                    <p:anim calcmode="lin" valueType="num">
                                      <p:cBhvr>
                                        <p:cTn id="63" dur="500" fill="hold"/>
                                        <p:tgtEl>
                                          <p:spTgt spid="839695"/>
                                        </p:tgtEl>
                                        <p:attrNameLst>
                                          <p:attrName>ppt_w</p:attrName>
                                        </p:attrNameLst>
                                      </p:cBhvr>
                                      <p:tavLst>
                                        <p:tav tm="0">
                                          <p:val>
                                            <p:fltVal val="0"/>
                                          </p:val>
                                        </p:tav>
                                        <p:tav tm="100000">
                                          <p:val>
                                            <p:strVal val="#ppt_w"/>
                                          </p:val>
                                        </p:tav>
                                      </p:tavLst>
                                    </p:anim>
                                    <p:anim calcmode="lin" valueType="num">
                                      <p:cBhvr>
                                        <p:cTn id="64" dur="500" fill="hold"/>
                                        <p:tgtEl>
                                          <p:spTgt spid="839695"/>
                                        </p:tgtEl>
                                        <p:attrNameLst>
                                          <p:attrName>ppt_h</p:attrName>
                                        </p:attrNameLst>
                                      </p:cBhvr>
                                      <p:tavLst>
                                        <p:tav tm="0">
                                          <p:val>
                                            <p:fltVal val="0"/>
                                          </p:val>
                                        </p:tav>
                                        <p:tav tm="100000">
                                          <p:val>
                                            <p:strVal val="#ppt_h"/>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3" presetClass="entr" presetSubtype="16" fill="hold" nodeType="clickEffect">
                                  <p:stCondLst>
                                    <p:cond delay="0"/>
                                  </p:stCondLst>
                                  <p:childTnLst>
                                    <p:set>
                                      <p:cBhvr>
                                        <p:cTn id="68" dur="1" fill="hold">
                                          <p:stCondLst>
                                            <p:cond delay="0"/>
                                          </p:stCondLst>
                                        </p:cTn>
                                        <p:tgtEl>
                                          <p:spTgt spid="839694"/>
                                        </p:tgtEl>
                                        <p:attrNameLst>
                                          <p:attrName>style.visibility</p:attrName>
                                        </p:attrNameLst>
                                      </p:cBhvr>
                                      <p:to>
                                        <p:strVal val="visible"/>
                                      </p:to>
                                    </p:set>
                                    <p:anim calcmode="lin" valueType="num">
                                      <p:cBhvr>
                                        <p:cTn id="69" dur="500" fill="hold"/>
                                        <p:tgtEl>
                                          <p:spTgt spid="839694"/>
                                        </p:tgtEl>
                                        <p:attrNameLst>
                                          <p:attrName>ppt_w</p:attrName>
                                        </p:attrNameLst>
                                      </p:cBhvr>
                                      <p:tavLst>
                                        <p:tav tm="0">
                                          <p:val>
                                            <p:fltVal val="0"/>
                                          </p:val>
                                        </p:tav>
                                        <p:tav tm="100000">
                                          <p:val>
                                            <p:strVal val="#ppt_w"/>
                                          </p:val>
                                        </p:tav>
                                      </p:tavLst>
                                    </p:anim>
                                    <p:anim calcmode="lin" valueType="num">
                                      <p:cBhvr>
                                        <p:cTn id="70" dur="500" fill="hold"/>
                                        <p:tgtEl>
                                          <p:spTgt spid="839694"/>
                                        </p:tgtEl>
                                        <p:attrNameLst>
                                          <p:attrName>ppt_h</p:attrName>
                                        </p:attrNameLst>
                                      </p:cBhvr>
                                      <p:tavLst>
                                        <p:tav tm="0">
                                          <p:val>
                                            <p:fltVal val="0"/>
                                          </p:val>
                                        </p:tav>
                                        <p:tav tm="100000">
                                          <p:val>
                                            <p:strVal val="#ppt_h"/>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2" presetClass="entr" presetSubtype="2" fill="hold" nodeType="clickEffect">
                                  <p:stCondLst>
                                    <p:cond delay="0"/>
                                  </p:stCondLst>
                                  <p:childTnLst>
                                    <p:set>
                                      <p:cBhvr>
                                        <p:cTn id="74" dur="1" fill="hold">
                                          <p:stCondLst>
                                            <p:cond delay="0"/>
                                          </p:stCondLst>
                                        </p:cTn>
                                        <p:tgtEl>
                                          <p:spTgt spid="839696"/>
                                        </p:tgtEl>
                                        <p:attrNameLst>
                                          <p:attrName>style.visibility</p:attrName>
                                        </p:attrNameLst>
                                      </p:cBhvr>
                                      <p:to>
                                        <p:strVal val="visible"/>
                                      </p:to>
                                    </p:set>
                                    <p:anim calcmode="lin" valueType="num">
                                      <p:cBhvr additive="base">
                                        <p:cTn id="75" dur="500" fill="hold"/>
                                        <p:tgtEl>
                                          <p:spTgt spid="839696"/>
                                        </p:tgtEl>
                                        <p:attrNameLst>
                                          <p:attrName>ppt_x</p:attrName>
                                        </p:attrNameLst>
                                      </p:cBhvr>
                                      <p:tavLst>
                                        <p:tav tm="0">
                                          <p:val>
                                            <p:strVal val="1+#ppt_w/2"/>
                                          </p:val>
                                        </p:tav>
                                        <p:tav tm="100000">
                                          <p:val>
                                            <p:strVal val="#ppt_x"/>
                                          </p:val>
                                        </p:tav>
                                      </p:tavLst>
                                    </p:anim>
                                    <p:anim calcmode="lin" valueType="num">
                                      <p:cBhvr additive="base">
                                        <p:cTn id="76" dur="500" fill="hold"/>
                                        <p:tgtEl>
                                          <p:spTgt spid="83969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682" grpId="0"/>
      <p:bldP spid="839692" grpId="0"/>
      <p:bldP spid="83969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018" name="Rectangle 2">
            <a:extLst>
              <a:ext uri="{FF2B5EF4-FFF2-40B4-BE49-F238E27FC236}">
                <a16:creationId xmlns:a16="http://schemas.microsoft.com/office/drawing/2014/main" id="{5C17674F-DD1F-0CD1-CD1D-6AA09B9A5CDF}"/>
              </a:ext>
            </a:extLst>
          </p:cNvPr>
          <p:cNvSpPr>
            <a:spLocks noChangeArrowheads="1"/>
          </p:cNvSpPr>
          <p:nvPr/>
        </p:nvSpPr>
        <p:spPr bwMode="auto">
          <a:xfrm>
            <a:off x="355600" y="314325"/>
            <a:ext cx="8320088" cy="1041400"/>
          </a:xfrm>
          <a:prstGeom prst="rect">
            <a:avLst/>
          </a:prstGeom>
          <a:noFill/>
          <a:ln w="12700">
            <a:noFill/>
            <a:miter lim="800000"/>
            <a:headEnd type="none" w="sm" len="sm"/>
            <a:tailEnd type="none" w="sm" len="sm"/>
          </a:ln>
          <a:effectLst/>
        </p:spPr>
        <p:txBody>
          <a:bodyPr>
            <a:spAutoFit/>
          </a:bodyPr>
          <a:lstStyle/>
          <a:p>
            <a:pPr marL="265113" indent="-265113" algn="l">
              <a:lnSpc>
                <a:spcPct val="130000"/>
              </a:lnSpc>
              <a:buClr>
                <a:srgbClr val="FFFF00"/>
              </a:buClr>
              <a:buSzPct val="80000"/>
              <a:buFont typeface="Wingdings" pitchFamily="2" charset="2"/>
              <a:buChar char="l"/>
              <a:defRPr/>
            </a:pPr>
            <a:r>
              <a:rPr kumimoji="1" lang="zh-CN" altLang="en-US">
                <a:effectLst>
                  <a:outerShdw blurRad="38100" dist="38100" dir="2700000" algn="tl">
                    <a:srgbClr val="000000"/>
                  </a:outerShdw>
                </a:effectLst>
                <a:latin typeface="Times New Roman" pitchFamily="18" charset="0"/>
              </a:rPr>
              <a:t>分析人和转盘组成的系统当双臂由</a:t>
            </a:r>
            <a:r>
              <a:rPr kumimoji="1" lang="en-US" altLang="zh-CN" i="1">
                <a:solidFill>
                  <a:srgbClr val="FFCC00"/>
                </a:solidFill>
                <a:effectLst>
                  <a:outerShdw blurRad="38100" dist="38100" dir="2700000" algn="tl">
                    <a:srgbClr val="000000"/>
                  </a:outerShdw>
                </a:effectLst>
                <a:latin typeface="Times New Roman" pitchFamily="18" charset="0"/>
              </a:rPr>
              <a:t>r</a:t>
            </a:r>
            <a:r>
              <a:rPr kumimoji="1" lang="en-US" altLang="zh-CN" baseline="-25000">
                <a:solidFill>
                  <a:srgbClr val="FFCC00"/>
                </a:solidFill>
                <a:effectLst>
                  <a:outerShdw blurRad="38100" dist="38100" dir="2700000" algn="tl">
                    <a:srgbClr val="000000"/>
                  </a:outerShdw>
                </a:effectLst>
                <a:latin typeface="Times New Roman" pitchFamily="18" charset="0"/>
              </a:rPr>
              <a:t>1</a:t>
            </a:r>
            <a:r>
              <a:rPr kumimoji="1" lang="zh-CN" altLang="en-US">
                <a:effectLst>
                  <a:outerShdw blurRad="38100" dist="38100" dir="2700000" algn="tl">
                    <a:srgbClr val="000000"/>
                  </a:outerShdw>
                </a:effectLst>
                <a:latin typeface="Times New Roman" pitchFamily="18" charset="0"/>
              </a:rPr>
              <a:t>变为</a:t>
            </a:r>
            <a:r>
              <a:rPr kumimoji="1" lang="en-US" altLang="zh-CN" i="1">
                <a:solidFill>
                  <a:srgbClr val="FFCC00"/>
                </a:solidFill>
                <a:effectLst>
                  <a:outerShdw blurRad="38100" dist="38100" dir="2700000" algn="tl">
                    <a:srgbClr val="000000"/>
                  </a:outerShdw>
                </a:effectLst>
                <a:latin typeface="Times New Roman" pitchFamily="18" charset="0"/>
              </a:rPr>
              <a:t>r</a:t>
            </a:r>
            <a:r>
              <a:rPr kumimoji="1" lang="en-US" altLang="zh-CN" baseline="-25000">
                <a:solidFill>
                  <a:srgbClr val="FFCC00"/>
                </a:solidFill>
                <a:effectLst>
                  <a:outerShdw blurRad="38100" dist="38100" dir="2700000" algn="tl">
                    <a:srgbClr val="000000"/>
                  </a:outerShdw>
                </a:effectLst>
                <a:latin typeface="Times New Roman" pitchFamily="18" charset="0"/>
              </a:rPr>
              <a:t>2</a:t>
            </a:r>
            <a:r>
              <a:rPr kumimoji="1" lang="zh-CN" altLang="en-US">
                <a:effectLst>
                  <a:outerShdw blurRad="38100" dist="38100" dir="2700000" algn="tl">
                    <a:srgbClr val="000000"/>
                  </a:outerShdw>
                </a:effectLst>
                <a:latin typeface="Times New Roman" pitchFamily="18" charset="0"/>
              </a:rPr>
              <a:t>后，系统转动惯量、转动角速度和机械能的变化情况。</a:t>
            </a:r>
          </a:p>
        </p:txBody>
      </p:sp>
      <p:sp>
        <p:nvSpPr>
          <p:cNvPr id="854019" name="Rectangle 3">
            <a:extLst>
              <a:ext uri="{FF2B5EF4-FFF2-40B4-BE49-F238E27FC236}">
                <a16:creationId xmlns:a16="http://schemas.microsoft.com/office/drawing/2014/main" id="{1D3A6C4B-B331-44D8-92BD-52E1BFBE6846}"/>
              </a:ext>
            </a:extLst>
          </p:cNvPr>
          <p:cNvSpPr>
            <a:spLocks noChangeArrowheads="1"/>
          </p:cNvSpPr>
          <p:nvPr/>
        </p:nvSpPr>
        <p:spPr bwMode="auto">
          <a:xfrm>
            <a:off x="598488" y="1430338"/>
            <a:ext cx="4572000" cy="457200"/>
          </a:xfrm>
          <a:prstGeom prst="rect">
            <a:avLst/>
          </a:prstGeom>
          <a:noFill/>
          <a:ln w="9525">
            <a:noFill/>
            <a:miter lim="800000"/>
            <a:headEnd/>
            <a:tailEnd/>
          </a:ln>
          <a:effectLst/>
        </p:spPr>
        <p:txBody>
          <a:bodyPr lIns="92075" tIns="46038" rIns="92075" bIns="46038">
            <a:spAutoFit/>
          </a:bodyPr>
          <a:lstStyle/>
          <a:p>
            <a:pPr algn="l">
              <a:lnSpc>
                <a:spcPct val="100000"/>
              </a:lnSpc>
              <a:buClrTx/>
              <a:buFontTx/>
              <a:buNone/>
              <a:defRPr/>
            </a:pPr>
            <a:r>
              <a:rPr kumimoji="1" lang="zh-CN" altLang="en-US">
                <a:effectLst>
                  <a:outerShdw blurRad="38100" dist="38100" dir="2700000" algn="tl">
                    <a:srgbClr val="000000"/>
                  </a:outerShdw>
                </a:effectLst>
                <a:latin typeface="Bookman Old Style" pitchFamily="18" charset="0"/>
              </a:rPr>
              <a:t>由角动量守恒，有</a:t>
            </a:r>
          </a:p>
        </p:txBody>
      </p:sp>
      <p:sp>
        <p:nvSpPr>
          <p:cNvPr id="854020" name="Rectangle 4">
            <a:extLst>
              <a:ext uri="{FF2B5EF4-FFF2-40B4-BE49-F238E27FC236}">
                <a16:creationId xmlns:a16="http://schemas.microsoft.com/office/drawing/2014/main" id="{7EC0C9CC-A0A8-EFAE-E1C6-46FC481F1384}"/>
              </a:ext>
            </a:extLst>
          </p:cNvPr>
          <p:cNvSpPr>
            <a:spLocks noChangeArrowheads="1"/>
          </p:cNvSpPr>
          <p:nvPr/>
        </p:nvSpPr>
        <p:spPr bwMode="auto">
          <a:xfrm>
            <a:off x="623888" y="5937250"/>
            <a:ext cx="5180012" cy="512763"/>
          </a:xfrm>
          <a:prstGeom prst="rect">
            <a:avLst/>
          </a:prstGeom>
          <a:noFill/>
          <a:ln w="9525">
            <a:noFill/>
            <a:miter lim="800000"/>
            <a:headEnd/>
            <a:tailEnd/>
          </a:ln>
          <a:effectLst/>
        </p:spPr>
        <p:txBody>
          <a:bodyPr lIns="92075" tIns="46038" rIns="92075" bIns="46038">
            <a:spAutoFit/>
          </a:bodyPr>
          <a:lstStyle/>
          <a:p>
            <a:pPr algn="l">
              <a:lnSpc>
                <a:spcPct val="115000"/>
              </a:lnSpc>
              <a:buClrTx/>
              <a:buFontTx/>
              <a:buNone/>
              <a:defRPr/>
            </a:pPr>
            <a:r>
              <a:rPr kumimoji="1" lang="zh-CN" altLang="en-US">
                <a:effectLst>
                  <a:outerShdw blurRad="38100" dist="38100" dir="2700000" algn="tl">
                    <a:srgbClr val="000000"/>
                  </a:outerShdw>
                </a:effectLst>
              </a:rPr>
              <a:t>非保守内力作正功，机械能增加。</a:t>
            </a:r>
          </a:p>
        </p:txBody>
      </p:sp>
      <p:graphicFrame>
        <p:nvGraphicFramePr>
          <p:cNvPr id="854021" name="Object 2">
            <a:extLst>
              <a:ext uri="{FF2B5EF4-FFF2-40B4-BE49-F238E27FC236}">
                <a16:creationId xmlns:a16="http://schemas.microsoft.com/office/drawing/2014/main" id="{1B908A4D-8A3F-80F2-1235-56C7989F9722}"/>
              </a:ext>
            </a:extLst>
          </p:cNvPr>
          <p:cNvGraphicFramePr>
            <a:graphicFrameLocks noChangeAspect="1"/>
          </p:cNvGraphicFramePr>
          <p:nvPr/>
        </p:nvGraphicFramePr>
        <p:xfrm>
          <a:off x="1592263" y="2073275"/>
          <a:ext cx="3783012" cy="419100"/>
        </p:xfrm>
        <a:graphic>
          <a:graphicData uri="http://schemas.openxmlformats.org/presentationml/2006/ole">
            <mc:AlternateContent xmlns:mc="http://schemas.openxmlformats.org/markup-compatibility/2006">
              <mc:Choice xmlns:v="urn:schemas-microsoft-com:vml" Requires="v">
                <p:oleObj name="公式" r:id="rId2" imgW="3784320" imgH="419040" progId="Equation.3">
                  <p:embed/>
                </p:oleObj>
              </mc:Choice>
              <mc:Fallback>
                <p:oleObj name="公式" r:id="rId2" imgW="3784320" imgH="41904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2263" y="2073275"/>
                        <a:ext cx="3783012"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4022" name="Object 3">
            <a:extLst>
              <a:ext uri="{FF2B5EF4-FFF2-40B4-BE49-F238E27FC236}">
                <a16:creationId xmlns:a16="http://schemas.microsoft.com/office/drawing/2014/main" id="{9D194C0A-E9CA-FC06-B2AE-9D51A3880556}"/>
              </a:ext>
            </a:extLst>
          </p:cNvPr>
          <p:cNvGraphicFramePr>
            <a:graphicFrameLocks noChangeAspect="1"/>
          </p:cNvGraphicFramePr>
          <p:nvPr/>
        </p:nvGraphicFramePr>
        <p:xfrm>
          <a:off x="2144713" y="2632075"/>
          <a:ext cx="2411412" cy="838200"/>
        </p:xfrm>
        <a:graphic>
          <a:graphicData uri="http://schemas.openxmlformats.org/presentationml/2006/ole">
            <mc:AlternateContent xmlns:mc="http://schemas.openxmlformats.org/markup-compatibility/2006">
              <mc:Choice xmlns:v="urn:schemas-microsoft-com:vml" Requires="v">
                <p:oleObj name="公式" r:id="rId4" imgW="2412720" imgH="838080" progId="Equation.3">
                  <p:embed/>
                </p:oleObj>
              </mc:Choice>
              <mc:Fallback>
                <p:oleObj name="公式" r:id="rId4" imgW="2412720" imgH="83808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4713" y="2632075"/>
                        <a:ext cx="2411412"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4023" name="Object 4">
            <a:extLst>
              <a:ext uri="{FF2B5EF4-FFF2-40B4-BE49-F238E27FC236}">
                <a16:creationId xmlns:a16="http://schemas.microsoft.com/office/drawing/2014/main" id="{637E3D32-E354-7BDC-BB99-204E356655A0}"/>
              </a:ext>
            </a:extLst>
          </p:cNvPr>
          <p:cNvGraphicFramePr>
            <a:graphicFrameLocks noChangeAspect="1"/>
          </p:cNvGraphicFramePr>
          <p:nvPr/>
        </p:nvGraphicFramePr>
        <p:xfrm>
          <a:off x="1428750" y="4164013"/>
          <a:ext cx="5065713" cy="723900"/>
        </p:xfrm>
        <a:graphic>
          <a:graphicData uri="http://schemas.openxmlformats.org/presentationml/2006/ole">
            <mc:AlternateContent xmlns:mc="http://schemas.openxmlformats.org/markup-compatibility/2006">
              <mc:Choice xmlns:v="urn:schemas-microsoft-com:vml" Requires="v">
                <p:oleObj name="公式" r:id="rId6" imgW="5067000" imgH="723600" progId="Equation.3">
                  <p:embed/>
                </p:oleObj>
              </mc:Choice>
              <mc:Fallback>
                <p:oleObj name="公式" r:id="rId6" imgW="5067000" imgH="7236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8750" y="4164013"/>
                        <a:ext cx="5065713"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4024" name="Object 5">
            <a:extLst>
              <a:ext uri="{FF2B5EF4-FFF2-40B4-BE49-F238E27FC236}">
                <a16:creationId xmlns:a16="http://schemas.microsoft.com/office/drawing/2014/main" id="{C270C3A5-8B49-4A28-1969-E93C69635EE3}"/>
              </a:ext>
            </a:extLst>
          </p:cNvPr>
          <p:cNvGraphicFramePr>
            <a:graphicFrameLocks noChangeAspect="1"/>
          </p:cNvGraphicFramePr>
          <p:nvPr/>
        </p:nvGraphicFramePr>
        <p:xfrm>
          <a:off x="1981200" y="5032375"/>
          <a:ext cx="4087813" cy="838200"/>
        </p:xfrm>
        <a:graphic>
          <a:graphicData uri="http://schemas.openxmlformats.org/presentationml/2006/ole">
            <mc:AlternateContent xmlns:mc="http://schemas.openxmlformats.org/markup-compatibility/2006">
              <mc:Choice xmlns:v="urn:schemas-microsoft-com:vml" Requires="v">
                <p:oleObj name="公式" r:id="rId8" imgW="4089240" imgH="838080" progId="Equation.3">
                  <p:embed/>
                </p:oleObj>
              </mc:Choice>
              <mc:Fallback>
                <p:oleObj name="公式" r:id="rId8" imgW="4089240" imgH="838080"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81200" y="5032375"/>
                        <a:ext cx="4087813"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9">
            <a:extLst>
              <a:ext uri="{FF2B5EF4-FFF2-40B4-BE49-F238E27FC236}">
                <a16:creationId xmlns:a16="http://schemas.microsoft.com/office/drawing/2014/main" id="{87B9E1D7-FFB8-0B61-2227-287B14157523}"/>
              </a:ext>
            </a:extLst>
          </p:cNvPr>
          <p:cNvGrpSpPr>
            <a:grpSpLocks/>
          </p:cNvGrpSpPr>
          <p:nvPr/>
        </p:nvGrpSpPr>
        <p:grpSpPr bwMode="auto">
          <a:xfrm>
            <a:off x="6184900" y="1444625"/>
            <a:ext cx="2171700" cy="2519363"/>
            <a:chOff x="4179" y="180"/>
            <a:chExt cx="1368" cy="1587"/>
          </a:xfrm>
        </p:grpSpPr>
        <p:grpSp>
          <p:nvGrpSpPr>
            <p:cNvPr id="16402" name="Group 10">
              <a:extLst>
                <a:ext uri="{FF2B5EF4-FFF2-40B4-BE49-F238E27FC236}">
                  <a16:creationId xmlns:a16="http://schemas.microsoft.com/office/drawing/2014/main" id="{1C3135DF-CCD8-2C26-F172-9CF0661F52A5}"/>
                </a:ext>
              </a:extLst>
            </p:cNvPr>
            <p:cNvGrpSpPr>
              <a:grpSpLocks noChangeAspect="1"/>
            </p:cNvGrpSpPr>
            <p:nvPr/>
          </p:nvGrpSpPr>
          <p:grpSpPr bwMode="auto">
            <a:xfrm>
              <a:off x="4179" y="180"/>
              <a:ext cx="1368" cy="1587"/>
              <a:chOff x="3331" y="1028"/>
              <a:chExt cx="1423" cy="1651"/>
            </a:xfrm>
          </p:grpSpPr>
          <p:graphicFrame>
            <p:nvGraphicFramePr>
              <p:cNvPr id="16391" name="Object 7">
                <a:extLst>
                  <a:ext uri="{FF2B5EF4-FFF2-40B4-BE49-F238E27FC236}">
                    <a16:creationId xmlns:a16="http://schemas.microsoft.com/office/drawing/2014/main" id="{648AFB48-D134-69CA-E7A0-ADBA6D5FD0E6}"/>
                  </a:ext>
                </a:extLst>
              </p:cNvPr>
              <p:cNvGraphicFramePr>
                <a:graphicFrameLocks noChangeAspect="1"/>
              </p:cNvGraphicFramePr>
              <p:nvPr/>
            </p:nvGraphicFramePr>
            <p:xfrm>
              <a:off x="3331" y="1028"/>
              <a:ext cx="1423" cy="1651"/>
            </p:xfrm>
            <a:graphic>
              <a:graphicData uri="http://schemas.openxmlformats.org/presentationml/2006/ole">
                <mc:AlternateContent xmlns:mc="http://schemas.openxmlformats.org/markup-compatibility/2006">
                  <mc:Choice xmlns:v="urn:schemas-microsoft-com:vml" Requires="v">
                    <p:oleObj name="BMP 图象" r:id="rId10" imgW="2895207" imgH="2876490" progId="Paint.Picture">
                      <p:embed/>
                    </p:oleObj>
                  </mc:Choice>
                  <mc:Fallback>
                    <p:oleObj name="BMP 图象" r:id="rId10" imgW="2895207" imgH="2876490" progId="Paint.Picture">
                      <p:embed/>
                      <p:pic>
                        <p:nvPicPr>
                          <p:cNvPr id="0" name="Object 7"/>
                          <p:cNvPicPr>
                            <a:picLocks noChangeAspect="1" noChangeArrowheads="1"/>
                          </p:cNvPicPr>
                          <p:nvPr/>
                        </p:nvPicPr>
                        <p:blipFill>
                          <a:blip r:embed="rId11">
                            <a:clrChange>
                              <a:clrFrom>
                                <a:srgbClr val="FEFEFE"/>
                              </a:clrFrom>
                              <a:clrTo>
                                <a:srgbClr val="FEFEFE">
                                  <a:alpha val="0"/>
                                </a:srgbClr>
                              </a:clrTo>
                            </a:clrChange>
                            <a:extLst>
                              <a:ext uri="{28A0092B-C50C-407E-A947-70E740481C1C}">
                                <a14:useLocalDpi xmlns:a14="http://schemas.microsoft.com/office/drawing/2010/main" val="0"/>
                              </a:ext>
                            </a:extLst>
                          </a:blip>
                          <a:srcRect l="20625" t="4860" r="1317" b="3975"/>
                          <a:stretch>
                            <a:fillRect/>
                          </a:stretch>
                        </p:blipFill>
                        <p:spPr bwMode="auto">
                          <a:xfrm>
                            <a:off x="3331" y="1028"/>
                            <a:ext cx="1423" cy="1651"/>
                          </a:xfrm>
                          <a:prstGeom prst="rect">
                            <a:avLst/>
                          </a:prstGeom>
                          <a:noFill/>
                          <a:ln w="9525">
                            <a:solidFill>
                              <a:srgbClr val="DDDDDD">
                                <a:alpha val="50000"/>
                              </a:srgb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403" name="Line 12">
                <a:extLst>
                  <a:ext uri="{FF2B5EF4-FFF2-40B4-BE49-F238E27FC236}">
                    <a16:creationId xmlns:a16="http://schemas.microsoft.com/office/drawing/2014/main" id="{2D7884D5-EED7-1A9C-F6D6-E95AC271E006}"/>
                  </a:ext>
                </a:extLst>
              </p:cNvPr>
              <p:cNvSpPr>
                <a:spLocks noChangeAspect="1" noChangeShapeType="1"/>
              </p:cNvSpPr>
              <p:nvPr/>
            </p:nvSpPr>
            <p:spPr bwMode="auto">
              <a:xfrm>
                <a:off x="3605" y="1554"/>
                <a:ext cx="437" cy="0"/>
              </a:xfrm>
              <a:prstGeom prst="line">
                <a:avLst/>
              </a:prstGeom>
              <a:noFill/>
              <a:ln w="19050">
                <a:solidFill>
                  <a:schemeClr val="accent2"/>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4" name="Line 13">
                <a:extLst>
                  <a:ext uri="{FF2B5EF4-FFF2-40B4-BE49-F238E27FC236}">
                    <a16:creationId xmlns:a16="http://schemas.microsoft.com/office/drawing/2014/main" id="{01ADFFD8-A09D-B740-FD67-94FF2BA1D0D9}"/>
                  </a:ext>
                </a:extLst>
              </p:cNvPr>
              <p:cNvSpPr>
                <a:spLocks noChangeAspect="1" noChangeShapeType="1"/>
              </p:cNvSpPr>
              <p:nvPr/>
            </p:nvSpPr>
            <p:spPr bwMode="auto">
              <a:xfrm>
                <a:off x="4029" y="1037"/>
                <a:ext cx="3" cy="946"/>
              </a:xfrm>
              <a:prstGeom prst="line">
                <a:avLst/>
              </a:prstGeom>
              <a:noFill/>
              <a:ln w="19050">
                <a:solidFill>
                  <a:srgbClr val="66FFFF"/>
                </a:solidFill>
                <a:prstDash val="lgDash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5" name="Line 14">
                <a:extLst>
                  <a:ext uri="{FF2B5EF4-FFF2-40B4-BE49-F238E27FC236}">
                    <a16:creationId xmlns:a16="http://schemas.microsoft.com/office/drawing/2014/main" id="{39F5C57D-0796-0E27-D1B0-028923ECB0B8}"/>
                  </a:ext>
                </a:extLst>
              </p:cNvPr>
              <p:cNvSpPr>
                <a:spLocks noChangeAspect="1" noChangeShapeType="1"/>
              </p:cNvSpPr>
              <p:nvPr/>
            </p:nvSpPr>
            <p:spPr bwMode="auto">
              <a:xfrm>
                <a:off x="4033" y="1595"/>
                <a:ext cx="374" cy="0"/>
              </a:xfrm>
              <a:prstGeom prst="line">
                <a:avLst/>
              </a:prstGeom>
              <a:noFill/>
              <a:ln w="19050">
                <a:solidFill>
                  <a:schemeClr val="accent2"/>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06" name="Line 15">
                <a:extLst>
                  <a:ext uri="{FF2B5EF4-FFF2-40B4-BE49-F238E27FC236}">
                    <a16:creationId xmlns:a16="http://schemas.microsoft.com/office/drawing/2014/main" id="{5C3237E0-8265-9F12-FEE2-D8DFF1EFD4DF}"/>
                  </a:ext>
                </a:extLst>
              </p:cNvPr>
              <p:cNvSpPr>
                <a:spLocks noChangeAspect="1" noChangeShapeType="1"/>
              </p:cNvSpPr>
              <p:nvPr/>
            </p:nvSpPr>
            <p:spPr bwMode="auto">
              <a:xfrm>
                <a:off x="4399" y="1430"/>
                <a:ext cx="0" cy="366"/>
              </a:xfrm>
              <a:prstGeom prst="line">
                <a:avLst/>
              </a:prstGeom>
              <a:noFill/>
              <a:ln w="19050">
                <a:solidFill>
                  <a:schemeClr val="accent2"/>
                </a:solidFill>
                <a:prstDash val="dash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6407" name="Group 16">
                <a:extLst>
                  <a:ext uri="{FF2B5EF4-FFF2-40B4-BE49-F238E27FC236}">
                    <a16:creationId xmlns:a16="http://schemas.microsoft.com/office/drawing/2014/main" id="{3EB8A35F-2B08-B859-ABF3-76988A6F5B7B}"/>
                  </a:ext>
                </a:extLst>
              </p:cNvPr>
              <p:cNvGrpSpPr>
                <a:grpSpLocks noChangeAspect="1"/>
              </p:cNvGrpSpPr>
              <p:nvPr/>
            </p:nvGrpSpPr>
            <p:grpSpPr bwMode="auto">
              <a:xfrm>
                <a:off x="3528" y="1307"/>
                <a:ext cx="76" cy="278"/>
                <a:chOff x="3096" y="1148"/>
                <a:chExt cx="76" cy="278"/>
              </a:xfrm>
            </p:grpSpPr>
            <p:sp>
              <p:nvSpPr>
                <p:cNvPr id="16415" name="Line 17">
                  <a:extLst>
                    <a:ext uri="{FF2B5EF4-FFF2-40B4-BE49-F238E27FC236}">
                      <a16:creationId xmlns:a16="http://schemas.microsoft.com/office/drawing/2014/main" id="{C0D97C79-994B-9679-D234-D354E5CEBB0D}"/>
                    </a:ext>
                  </a:extLst>
                </p:cNvPr>
                <p:cNvSpPr>
                  <a:spLocks noChangeAspect="1" noChangeShapeType="1"/>
                </p:cNvSpPr>
                <p:nvPr/>
              </p:nvSpPr>
              <p:spPr bwMode="auto">
                <a:xfrm>
                  <a:off x="3136" y="1313"/>
                  <a:ext cx="0" cy="81"/>
                </a:xfrm>
                <a:prstGeom prst="line">
                  <a:avLst/>
                </a:prstGeom>
                <a:noFill/>
                <a:ln w="508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16" name="Line 18">
                  <a:extLst>
                    <a:ext uri="{FF2B5EF4-FFF2-40B4-BE49-F238E27FC236}">
                      <a16:creationId xmlns:a16="http://schemas.microsoft.com/office/drawing/2014/main" id="{D6000217-C05D-6656-D5B5-5BF563A5A30F}"/>
                    </a:ext>
                  </a:extLst>
                </p:cNvPr>
                <p:cNvSpPr>
                  <a:spLocks noChangeAspect="1" noChangeShapeType="1"/>
                </p:cNvSpPr>
                <p:nvPr/>
              </p:nvSpPr>
              <p:spPr bwMode="auto">
                <a:xfrm>
                  <a:off x="3136" y="1191"/>
                  <a:ext cx="0" cy="81"/>
                </a:xfrm>
                <a:prstGeom prst="line">
                  <a:avLst/>
                </a:prstGeom>
                <a:noFill/>
                <a:ln w="508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6417" name="Group 19">
                  <a:extLst>
                    <a:ext uri="{FF2B5EF4-FFF2-40B4-BE49-F238E27FC236}">
                      <a16:creationId xmlns:a16="http://schemas.microsoft.com/office/drawing/2014/main" id="{809594CE-8B1E-5DC2-7546-C1C61A9B713F}"/>
                    </a:ext>
                  </a:extLst>
                </p:cNvPr>
                <p:cNvGrpSpPr>
                  <a:grpSpLocks noChangeAspect="1"/>
                </p:cNvGrpSpPr>
                <p:nvPr/>
              </p:nvGrpSpPr>
              <p:grpSpPr bwMode="auto">
                <a:xfrm>
                  <a:off x="3096" y="1148"/>
                  <a:ext cx="76" cy="278"/>
                  <a:chOff x="4356" y="436"/>
                  <a:chExt cx="88" cy="328"/>
                </a:xfrm>
              </p:grpSpPr>
              <p:sp>
                <p:nvSpPr>
                  <p:cNvPr id="16418" name="Oval 20">
                    <a:extLst>
                      <a:ext uri="{FF2B5EF4-FFF2-40B4-BE49-F238E27FC236}">
                        <a16:creationId xmlns:a16="http://schemas.microsoft.com/office/drawing/2014/main" id="{59012245-EA72-0326-6605-6EB0C5EFAED3}"/>
                      </a:ext>
                    </a:extLst>
                  </p:cNvPr>
                  <p:cNvSpPr>
                    <a:spLocks noChangeAspect="1" noChangeArrowheads="1"/>
                  </p:cNvSpPr>
                  <p:nvPr/>
                </p:nvSpPr>
                <p:spPr bwMode="auto">
                  <a:xfrm>
                    <a:off x="4356" y="676"/>
                    <a:ext cx="88" cy="88"/>
                  </a:xfrm>
                  <a:prstGeom prst="ellipse">
                    <a:avLst/>
                  </a:prstGeom>
                  <a:solidFill>
                    <a:srgbClr val="FF0000"/>
                  </a:solidFill>
                  <a:ln w="12700">
                    <a:solidFill>
                      <a:srgbClr val="FF0000"/>
                    </a:solidFill>
                    <a:round/>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endParaRPr lang="zh-CN" altLang="en-US"/>
                  </a:p>
                </p:txBody>
              </p:sp>
              <p:sp>
                <p:nvSpPr>
                  <p:cNvPr id="16419" name="Oval 21">
                    <a:extLst>
                      <a:ext uri="{FF2B5EF4-FFF2-40B4-BE49-F238E27FC236}">
                        <a16:creationId xmlns:a16="http://schemas.microsoft.com/office/drawing/2014/main" id="{040C2820-A4D7-086F-1010-C855860DACB0}"/>
                      </a:ext>
                    </a:extLst>
                  </p:cNvPr>
                  <p:cNvSpPr>
                    <a:spLocks noChangeAspect="1" noChangeArrowheads="1"/>
                  </p:cNvSpPr>
                  <p:nvPr/>
                </p:nvSpPr>
                <p:spPr bwMode="auto">
                  <a:xfrm>
                    <a:off x="4356" y="436"/>
                    <a:ext cx="88" cy="88"/>
                  </a:xfrm>
                  <a:prstGeom prst="ellipse">
                    <a:avLst/>
                  </a:prstGeom>
                  <a:solidFill>
                    <a:srgbClr val="FF0000"/>
                  </a:solidFill>
                  <a:ln w="12700">
                    <a:solidFill>
                      <a:srgbClr val="FF0000"/>
                    </a:solidFill>
                    <a:round/>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endParaRPr lang="zh-CN" altLang="en-US"/>
                  </a:p>
                </p:txBody>
              </p:sp>
            </p:grpSp>
          </p:grpSp>
          <p:sp>
            <p:nvSpPr>
              <p:cNvPr id="16408" name="Arc 22">
                <a:extLst>
                  <a:ext uri="{FF2B5EF4-FFF2-40B4-BE49-F238E27FC236}">
                    <a16:creationId xmlns:a16="http://schemas.microsoft.com/office/drawing/2014/main" id="{87B7E568-88D1-9DEA-80D5-0A821ED92928}"/>
                  </a:ext>
                </a:extLst>
              </p:cNvPr>
              <p:cNvSpPr>
                <a:spLocks noChangeAspect="1"/>
              </p:cNvSpPr>
              <p:nvPr/>
            </p:nvSpPr>
            <p:spPr bwMode="auto">
              <a:xfrm>
                <a:off x="3544" y="1772"/>
                <a:ext cx="473" cy="235"/>
              </a:xfrm>
              <a:custGeom>
                <a:avLst/>
                <a:gdLst>
                  <a:gd name="T0" fmla="*/ 0 w 21600"/>
                  <a:gd name="T1" fmla="*/ 0 h 18980"/>
                  <a:gd name="T2" fmla="*/ 0 w 21600"/>
                  <a:gd name="T3" fmla="*/ 0 h 18980"/>
                  <a:gd name="T4" fmla="*/ 0 w 21600"/>
                  <a:gd name="T5" fmla="*/ 0 h 18980"/>
                  <a:gd name="T6" fmla="*/ 0 60000 65536"/>
                  <a:gd name="T7" fmla="*/ 0 60000 65536"/>
                  <a:gd name="T8" fmla="*/ 0 60000 65536"/>
                  <a:gd name="T9" fmla="*/ 0 w 21600"/>
                  <a:gd name="T10" fmla="*/ 0 h 18980"/>
                  <a:gd name="T11" fmla="*/ 21600 w 21600"/>
                  <a:gd name="T12" fmla="*/ 18980 h 18980"/>
                </a:gdLst>
                <a:ahLst/>
                <a:cxnLst>
                  <a:cxn ang="T6">
                    <a:pos x="T0" y="T1"/>
                  </a:cxn>
                  <a:cxn ang="T7">
                    <a:pos x="T2" y="T3"/>
                  </a:cxn>
                  <a:cxn ang="T8">
                    <a:pos x="T4" y="T5"/>
                  </a:cxn>
                </a:cxnLst>
                <a:rect l="T9" t="T10" r="T11" b="T12"/>
                <a:pathLst>
                  <a:path w="21600" h="18980" fill="none" extrusionOk="0">
                    <a:moveTo>
                      <a:pt x="1457" y="18980"/>
                    </a:moveTo>
                    <a:cubicBezTo>
                      <a:pt x="494" y="16492"/>
                      <a:pt x="0" y="13847"/>
                      <a:pt x="0" y="11179"/>
                    </a:cubicBezTo>
                    <a:cubicBezTo>
                      <a:pt x="-1" y="7237"/>
                      <a:pt x="1078" y="3372"/>
                      <a:pt x="3117" y="-1"/>
                    </a:cubicBezTo>
                  </a:path>
                  <a:path w="21600" h="18980" stroke="0" extrusionOk="0">
                    <a:moveTo>
                      <a:pt x="1457" y="18980"/>
                    </a:moveTo>
                    <a:cubicBezTo>
                      <a:pt x="494" y="16492"/>
                      <a:pt x="0" y="13847"/>
                      <a:pt x="0" y="11179"/>
                    </a:cubicBezTo>
                    <a:cubicBezTo>
                      <a:pt x="-1" y="7237"/>
                      <a:pt x="1078" y="3372"/>
                      <a:pt x="3117" y="-1"/>
                    </a:cubicBezTo>
                    <a:lnTo>
                      <a:pt x="21600" y="11179"/>
                    </a:lnTo>
                    <a:close/>
                  </a:path>
                </a:pathLst>
              </a:custGeom>
              <a:noFill/>
              <a:ln w="25400" cap="rnd">
                <a:solidFill>
                  <a:srgbClr val="FF0033"/>
                </a:solidFill>
                <a:round/>
                <a:headEnd type="none" w="sm" len="sm"/>
                <a:tailEnd type="stealth"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aphicFrame>
            <p:nvGraphicFramePr>
              <p:cNvPr id="16392" name="Object 8">
                <a:extLst>
                  <a:ext uri="{FF2B5EF4-FFF2-40B4-BE49-F238E27FC236}">
                    <a16:creationId xmlns:a16="http://schemas.microsoft.com/office/drawing/2014/main" id="{50ACA973-82F9-D3AF-0A51-911E0F997453}"/>
                  </a:ext>
                </a:extLst>
              </p:cNvPr>
              <p:cNvGraphicFramePr>
                <a:graphicFrameLocks noChangeAspect="1"/>
              </p:cNvGraphicFramePr>
              <p:nvPr/>
            </p:nvGraphicFramePr>
            <p:xfrm>
              <a:off x="4172" y="1524"/>
              <a:ext cx="147" cy="247"/>
            </p:xfrm>
            <a:graphic>
              <a:graphicData uri="http://schemas.openxmlformats.org/presentationml/2006/ole">
                <mc:AlternateContent xmlns:mc="http://schemas.openxmlformats.org/markup-compatibility/2006">
                  <mc:Choice xmlns:v="urn:schemas-microsoft-com:vml" Requires="v">
                    <p:oleObj name="公式" r:id="rId12" imgW="266400" imgH="457200" progId="Equation.3">
                      <p:embed/>
                    </p:oleObj>
                  </mc:Choice>
                  <mc:Fallback>
                    <p:oleObj name="公式" r:id="rId12" imgW="266400" imgH="457200" progId="Equation.3">
                      <p:embed/>
                      <p:pic>
                        <p:nvPicPr>
                          <p:cNvPr id="0"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72" y="1524"/>
                            <a:ext cx="147"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6409" name="Group 24">
                <a:extLst>
                  <a:ext uri="{FF2B5EF4-FFF2-40B4-BE49-F238E27FC236}">
                    <a16:creationId xmlns:a16="http://schemas.microsoft.com/office/drawing/2014/main" id="{DF308290-DDD9-A82B-D6B2-F1406CBB07B1}"/>
                  </a:ext>
                </a:extLst>
              </p:cNvPr>
              <p:cNvGrpSpPr>
                <a:grpSpLocks noChangeAspect="1"/>
              </p:cNvGrpSpPr>
              <p:nvPr/>
            </p:nvGrpSpPr>
            <p:grpSpPr bwMode="auto">
              <a:xfrm>
                <a:off x="4548" y="1349"/>
                <a:ext cx="76" cy="278"/>
                <a:chOff x="3096" y="1148"/>
                <a:chExt cx="76" cy="278"/>
              </a:xfrm>
            </p:grpSpPr>
            <p:sp>
              <p:nvSpPr>
                <p:cNvPr id="16410" name="Line 25">
                  <a:extLst>
                    <a:ext uri="{FF2B5EF4-FFF2-40B4-BE49-F238E27FC236}">
                      <a16:creationId xmlns:a16="http://schemas.microsoft.com/office/drawing/2014/main" id="{C4C879B8-1447-AF0E-49F6-05D57368CBBC}"/>
                    </a:ext>
                  </a:extLst>
                </p:cNvPr>
                <p:cNvSpPr>
                  <a:spLocks noChangeAspect="1" noChangeShapeType="1"/>
                </p:cNvSpPr>
                <p:nvPr/>
              </p:nvSpPr>
              <p:spPr bwMode="auto">
                <a:xfrm>
                  <a:off x="3136" y="1313"/>
                  <a:ext cx="0" cy="81"/>
                </a:xfrm>
                <a:prstGeom prst="line">
                  <a:avLst/>
                </a:prstGeom>
                <a:noFill/>
                <a:ln w="508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11" name="Line 26">
                  <a:extLst>
                    <a:ext uri="{FF2B5EF4-FFF2-40B4-BE49-F238E27FC236}">
                      <a16:creationId xmlns:a16="http://schemas.microsoft.com/office/drawing/2014/main" id="{69908660-409B-5DF7-441B-514FCBF4358D}"/>
                    </a:ext>
                  </a:extLst>
                </p:cNvPr>
                <p:cNvSpPr>
                  <a:spLocks noChangeAspect="1" noChangeShapeType="1"/>
                </p:cNvSpPr>
                <p:nvPr/>
              </p:nvSpPr>
              <p:spPr bwMode="auto">
                <a:xfrm>
                  <a:off x="3136" y="1191"/>
                  <a:ext cx="0" cy="81"/>
                </a:xfrm>
                <a:prstGeom prst="line">
                  <a:avLst/>
                </a:prstGeom>
                <a:noFill/>
                <a:ln w="50800">
                  <a:solidFill>
                    <a:schemeClr val="bg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6412" name="Group 27">
                  <a:extLst>
                    <a:ext uri="{FF2B5EF4-FFF2-40B4-BE49-F238E27FC236}">
                      <a16:creationId xmlns:a16="http://schemas.microsoft.com/office/drawing/2014/main" id="{47070754-E18C-1BB0-D13A-D281013FF60C}"/>
                    </a:ext>
                  </a:extLst>
                </p:cNvPr>
                <p:cNvGrpSpPr>
                  <a:grpSpLocks noChangeAspect="1"/>
                </p:cNvGrpSpPr>
                <p:nvPr/>
              </p:nvGrpSpPr>
              <p:grpSpPr bwMode="auto">
                <a:xfrm>
                  <a:off x="3096" y="1148"/>
                  <a:ext cx="76" cy="278"/>
                  <a:chOff x="4356" y="436"/>
                  <a:chExt cx="88" cy="328"/>
                </a:xfrm>
              </p:grpSpPr>
              <p:sp>
                <p:nvSpPr>
                  <p:cNvPr id="16413" name="Oval 28">
                    <a:extLst>
                      <a:ext uri="{FF2B5EF4-FFF2-40B4-BE49-F238E27FC236}">
                        <a16:creationId xmlns:a16="http://schemas.microsoft.com/office/drawing/2014/main" id="{22135928-8458-B6BC-F36F-BE1470A44B1C}"/>
                      </a:ext>
                    </a:extLst>
                  </p:cNvPr>
                  <p:cNvSpPr>
                    <a:spLocks noChangeAspect="1" noChangeArrowheads="1"/>
                  </p:cNvSpPr>
                  <p:nvPr/>
                </p:nvSpPr>
                <p:spPr bwMode="auto">
                  <a:xfrm>
                    <a:off x="4356" y="676"/>
                    <a:ext cx="88" cy="88"/>
                  </a:xfrm>
                  <a:prstGeom prst="ellipse">
                    <a:avLst/>
                  </a:prstGeom>
                  <a:solidFill>
                    <a:srgbClr val="FF0000"/>
                  </a:solidFill>
                  <a:ln w="12700">
                    <a:solidFill>
                      <a:srgbClr val="FF0000"/>
                    </a:solidFill>
                    <a:round/>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endParaRPr lang="zh-CN" altLang="en-US"/>
                  </a:p>
                </p:txBody>
              </p:sp>
              <p:sp>
                <p:nvSpPr>
                  <p:cNvPr id="16414" name="Oval 29">
                    <a:extLst>
                      <a:ext uri="{FF2B5EF4-FFF2-40B4-BE49-F238E27FC236}">
                        <a16:creationId xmlns:a16="http://schemas.microsoft.com/office/drawing/2014/main" id="{FBA861AC-F8F3-D557-1C87-04D6E4D54498}"/>
                      </a:ext>
                    </a:extLst>
                  </p:cNvPr>
                  <p:cNvSpPr>
                    <a:spLocks noChangeAspect="1" noChangeArrowheads="1"/>
                  </p:cNvSpPr>
                  <p:nvPr/>
                </p:nvSpPr>
                <p:spPr bwMode="auto">
                  <a:xfrm>
                    <a:off x="4356" y="436"/>
                    <a:ext cx="88" cy="88"/>
                  </a:xfrm>
                  <a:prstGeom prst="ellipse">
                    <a:avLst/>
                  </a:prstGeom>
                  <a:solidFill>
                    <a:srgbClr val="FF0000"/>
                  </a:solidFill>
                  <a:ln w="12700">
                    <a:solidFill>
                      <a:srgbClr val="FF0000"/>
                    </a:solidFill>
                    <a:round/>
                    <a:headEnd/>
                    <a:tailEnd/>
                  </a:ln>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endParaRPr lang="zh-CN" altLang="en-US"/>
                  </a:p>
                </p:txBody>
              </p:sp>
            </p:grpSp>
          </p:grpSp>
          <p:graphicFrame>
            <p:nvGraphicFramePr>
              <p:cNvPr id="16393" name="Object 9">
                <a:extLst>
                  <a:ext uri="{FF2B5EF4-FFF2-40B4-BE49-F238E27FC236}">
                    <a16:creationId xmlns:a16="http://schemas.microsoft.com/office/drawing/2014/main" id="{A5C775E3-578C-4582-EDCC-ACD04A19858B}"/>
                  </a:ext>
                </a:extLst>
              </p:cNvPr>
              <p:cNvGraphicFramePr>
                <a:graphicFrameLocks noChangeAspect="1"/>
              </p:cNvGraphicFramePr>
              <p:nvPr/>
            </p:nvGraphicFramePr>
            <p:xfrm>
              <a:off x="3759" y="1497"/>
              <a:ext cx="126" cy="247"/>
            </p:xfrm>
            <a:graphic>
              <a:graphicData uri="http://schemas.openxmlformats.org/presentationml/2006/ole">
                <mc:AlternateContent xmlns:mc="http://schemas.openxmlformats.org/markup-compatibility/2006">
                  <mc:Choice xmlns:v="urn:schemas-microsoft-com:vml" Requires="v">
                    <p:oleObj name="公式" r:id="rId14" imgW="228600" imgH="457200" progId="Equation.3">
                      <p:embed/>
                    </p:oleObj>
                  </mc:Choice>
                  <mc:Fallback>
                    <p:oleObj name="公式" r:id="rId14" imgW="228600" imgH="457200" progId="Equation.3">
                      <p:embed/>
                      <p:pic>
                        <p:nvPicPr>
                          <p:cNvPr id="0" name="Object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59" y="1497"/>
                            <a:ext cx="126"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4" name="Object 10">
                <a:extLst>
                  <a:ext uri="{FF2B5EF4-FFF2-40B4-BE49-F238E27FC236}">
                    <a16:creationId xmlns:a16="http://schemas.microsoft.com/office/drawing/2014/main" id="{077700E4-3CDC-7A60-7E1E-CD86C657D22E}"/>
                  </a:ext>
                </a:extLst>
              </p:cNvPr>
              <p:cNvGraphicFramePr>
                <a:graphicFrameLocks noChangeAspect="1"/>
              </p:cNvGraphicFramePr>
              <p:nvPr/>
            </p:nvGraphicFramePr>
            <p:xfrm>
              <a:off x="3514" y="2029"/>
              <a:ext cx="161" cy="137"/>
            </p:xfrm>
            <a:graphic>
              <a:graphicData uri="http://schemas.openxmlformats.org/presentationml/2006/ole">
                <mc:AlternateContent xmlns:mc="http://schemas.openxmlformats.org/markup-compatibility/2006">
                  <mc:Choice xmlns:v="urn:schemas-microsoft-com:vml" Requires="v">
                    <p:oleObj name="公式" r:id="rId16" imgW="291960" imgH="253800" progId="Equation.3">
                      <p:embed/>
                    </p:oleObj>
                  </mc:Choice>
                  <mc:Fallback>
                    <p:oleObj name="公式" r:id="rId16" imgW="291960" imgH="253800" progId="Equation.3">
                      <p:embed/>
                      <p:pic>
                        <p:nvPicPr>
                          <p:cNvPr id="0" name="Object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514" y="2029"/>
                            <a:ext cx="161" cy="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6390" name="Object 6">
              <a:extLst>
                <a:ext uri="{FF2B5EF4-FFF2-40B4-BE49-F238E27FC236}">
                  <a16:creationId xmlns:a16="http://schemas.microsoft.com/office/drawing/2014/main" id="{3C4C6517-B8AE-9118-E0D7-2D1D699BD2D0}"/>
                </a:ext>
              </a:extLst>
            </p:cNvPr>
            <p:cNvGraphicFramePr>
              <a:graphicFrameLocks noChangeAspect="1"/>
            </p:cNvGraphicFramePr>
            <p:nvPr/>
          </p:nvGraphicFramePr>
          <p:xfrm>
            <a:off x="4324" y="292"/>
            <a:ext cx="170" cy="129"/>
          </p:xfrm>
          <a:graphic>
            <a:graphicData uri="http://schemas.openxmlformats.org/presentationml/2006/ole">
              <mc:AlternateContent xmlns:mc="http://schemas.openxmlformats.org/markup-compatibility/2006">
                <mc:Choice xmlns:v="urn:schemas-microsoft-com:vml" Requires="v">
                  <p:oleObj name="公式" r:id="rId18" imgW="317160" imgH="241200" progId="Equation.3">
                    <p:embed/>
                  </p:oleObj>
                </mc:Choice>
                <mc:Fallback>
                  <p:oleObj name="公式" r:id="rId18" imgW="317160" imgH="241200" progId="Equation.3">
                    <p:embed/>
                    <p:pic>
                      <p:nvPicPr>
                        <p:cNvPr id="0" name="Object 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324" y="292"/>
                          <a:ext cx="170" cy="1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54049" name="Rectangle 33">
            <a:extLst>
              <a:ext uri="{FF2B5EF4-FFF2-40B4-BE49-F238E27FC236}">
                <a16:creationId xmlns:a16="http://schemas.microsoft.com/office/drawing/2014/main" id="{93E2B462-96AC-A0EF-EA63-E18DDF6BC157}"/>
              </a:ext>
            </a:extLst>
          </p:cNvPr>
          <p:cNvSpPr>
            <a:spLocks noChangeArrowheads="1"/>
          </p:cNvSpPr>
          <p:nvPr/>
        </p:nvSpPr>
        <p:spPr bwMode="auto">
          <a:xfrm>
            <a:off x="903288" y="2789238"/>
            <a:ext cx="1358900" cy="457200"/>
          </a:xfrm>
          <a:prstGeom prst="rect">
            <a:avLst/>
          </a:prstGeom>
          <a:noFill/>
          <a:ln w="9525">
            <a:noFill/>
            <a:miter lim="800000"/>
            <a:headEnd/>
            <a:tailEnd/>
          </a:ln>
          <a:effectLst/>
        </p:spPr>
        <p:txBody>
          <a:bodyPr lIns="92075" tIns="46038" rIns="92075" bIns="46038">
            <a:spAutoFit/>
          </a:bodyPr>
          <a:lstStyle/>
          <a:p>
            <a:pPr algn="l">
              <a:lnSpc>
                <a:spcPct val="100000"/>
              </a:lnSpc>
              <a:buClrTx/>
              <a:buFontTx/>
              <a:buNone/>
              <a:defRPr/>
            </a:pPr>
            <a:r>
              <a:rPr kumimoji="1" lang="zh-CN" altLang="en-US">
                <a:effectLst>
                  <a:outerShdw blurRad="38100" dist="38100" dir="2700000" algn="tl">
                    <a:srgbClr val="000000"/>
                  </a:outerShdw>
                </a:effectLst>
                <a:latin typeface="Bookman Old Style" pitchFamily="18" charset="0"/>
              </a:rPr>
              <a:t>得</a:t>
            </a:r>
          </a:p>
        </p:txBody>
      </p:sp>
      <p:sp>
        <p:nvSpPr>
          <p:cNvPr id="854050" name="Rectangle 34">
            <a:extLst>
              <a:ext uri="{FF2B5EF4-FFF2-40B4-BE49-F238E27FC236}">
                <a16:creationId xmlns:a16="http://schemas.microsoft.com/office/drawing/2014/main" id="{514FC6A9-716E-4DFB-B2FF-7002083DB35B}"/>
              </a:ext>
            </a:extLst>
          </p:cNvPr>
          <p:cNvSpPr>
            <a:spLocks noChangeArrowheads="1"/>
          </p:cNvSpPr>
          <p:nvPr/>
        </p:nvSpPr>
        <p:spPr bwMode="auto">
          <a:xfrm>
            <a:off x="611188" y="3665538"/>
            <a:ext cx="3568700" cy="457200"/>
          </a:xfrm>
          <a:prstGeom prst="rect">
            <a:avLst/>
          </a:prstGeom>
          <a:noFill/>
          <a:ln w="9525">
            <a:noFill/>
            <a:miter lim="800000"/>
            <a:headEnd/>
            <a:tailEnd/>
          </a:ln>
          <a:effectLst/>
        </p:spPr>
        <p:txBody>
          <a:bodyPr lIns="92075" tIns="46038" rIns="92075" bIns="46038">
            <a:spAutoFit/>
          </a:bodyPr>
          <a:lstStyle/>
          <a:p>
            <a:pPr algn="l">
              <a:lnSpc>
                <a:spcPct val="100000"/>
              </a:lnSpc>
              <a:buClrTx/>
              <a:buFontTx/>
              <a:buNone/>
              <a:defRPr/>
            </a:pPr>
            <a:r>
              <a:rPr kumimoji="1" lang="zh-CN" altLang="en-US">
                <a:effectLst>
                  <a:outerShdw blurRad="38100" dist="38100" dir="2700000" algn="tl">
                    <a:srgbClr val="000000"/>
                  </a:outerShdw>
                </a:effectLst>
                <a:latin typeface="Bookman Old Style" pitchFamily="18" charset="0"/>
              </a:rPr>
              <a:t>系统机械能的变化</a:t>
            </a:r>
          </a:p>
        </p:txBody>
      </p:sp>
      <p:pic>
        <p:nvPicPr>
          <p:cNvPr id="854051" name="Picture 35" descr="j0293240">
            <a:extLst>
              <a:ext uri="{FF2B5EF4-FFF2-40B4-BE49-F238E27FC236}">
                <a16:creationId xmlns:a16="http://schemas.microsoft.com/office/drawing/2014/main" id="{2ACAEB6D-F1FE-0FF6-367B-D3E0D2083FA7}"/>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383588" y="6154738"/>
            <a:ext cx="61118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54018"/>
                                        </p:tgtEl>
                                        <p:attrNameLst>
                                          <p:attrName>style.visibility</p:attrName>
                                        </p:attrNameLst>
                                      </p:cBhvr>
                                      <p:to>
                                        <p:strVal val="visible"/>
                                      </p:to>
                                    </p:set>
                                    <p:animEffect transition="in" filter="wipe(left)">
                                      <p:cBhvr>
                                        <p:cTn id="12" dur="500"/>
                                        <p:tgtEl>
                                          <p:spTgt spid="8540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54019"/>
                                        </p:tgtEl>
                                        <p:attrNameLst>
                                          <p:attrName>style.visibility</p:attrName>
                                        </p:attrNameLst>
                                      </p:cBhvr>
                                      <p:to>
                                        <p:strVal val="visible"/>
                                      </p:to>
                                    </p:set>
                                    <p:animEffect transition="in" filter="wipe(left)">
                                      <p:cBhvr>
                                        <p:cTn id="17" dur="500"/>
                                        <p:tgtEl>
                                          <p:spTgt spid="8540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54021"/>
                                        </p:tgtEl>
                                        <p:attrNameLst>
                                          <p:attrName>style.visibility</p:attrName>
                                        </p:attrNameLst>
                                      </p:cBhvr>
                                      <p:to>
                                        <p:strVal val="visible"/>
                                      </p:to>
                                    </p:set>
                                    <p:animEffect transition="in" filter="wipe(left)">
                                      <p:cBhvr>
                                        <p:cTn id="22" dur="500"/>
                                        <p:tgtEl>
                                          <p:spTgt spid="85402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54049"/>
                                        </p:tgtEl>
                                        <p:attrNameLst>
                                          <p:attrName>style.visibility</p:attrName>
                                        </p:attrNameLst>
                                      </p:cBhvr>
                                      <p:to>
                                        <p:strVal val="visible"/>
                                      </p:to>
                                    </p:set>
                                    <p:animEffect transition="in" filter="wipe(left)">
                                      <p:cBhvr>
                                        <p:cTn id="27" dur="500"/>
                                        <p:tgtEl>
                                          <p:spTgt spid="85404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54022"/>
                                        </p:tgtEl>
                                        <p:attrNameLst>
                                          <p:attrName>style.visibility</p:attrName>
                                        </p:attrNameLst>
                                      </p:cBhvr>
                                      <p:to>
                                        <p:strVal val="visible"/>
                                      </p:to>
                                    </p:set>
                                    <p:animEffect transition="in" filter="wipe(left)">
                                      <p:cBhvr>
                                        <p:cTn id="32" dur="500"/>
                                        <p:tgtEl>
                                          <p:spTgt spid="85402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854050"/>
                                        </p:tgtEl>
                                        <p:attrNameLst>
                                          <p:attrName>style.visibility</p:attrName>
                                        </p:attrNameLst>
                                      </p:cBhvr>
                                      <p:to>
                                        <p:strVal val="visible"/>
                                      </p:to>
                                    </p:set>
                                    <p:animEffect transition="in" filter="wipe(left)">
                                      <p:cBhvr>
                                        <p:cTn id="37" dur="500"/>
                                        <p:tgtEl>
                                          <p:spTgt spid="85405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854023"/>
                                        </p:tgtEl>
                                        <p:attrNameLst>
                                          <p:attrName>style.visibility</p:attrName>
                                        </p:attrNameLst>
                                      </p:cBhvr>
                                      <p:to>
                                        <p:strVal val="visible"/>
                                      </p:to>
                                    </p:set>
                                    <p:animEffect transition="in" filter="wipe(left)">
                                      <p:cBhvr>
                                        <p:cTn id="42" dur="500"/>
                                        <p:tgtEl>
                                          <p:spTgt spid="85402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854024"/>
                                        </p:tgtEl>
                                        <p:attrNameLst>
                                          <p:attrName>style.visibility</p:attrName>
                                        </p:attrNameLst>
                                      </p:cBhvr>
                                      <p:to>
                                        <p:strVal val="visible"/>
                                      </p:to>
                                    </p:set>
                                    <p:animEffect transition="in" filter="wipe(left)">
                                      <p:cBhvr>
                                        <p:cTn id="47" dur="500"/>
                                        <p:tgtEl>
                                          <p:spTgt spid="85402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854020"/>
                                        </p:tgtEl>
                                        <p:attrNameLst>
                                          <p:attrName>style.visibility</p:attrName>
                                        </p:attrNameLst>
                                      </p:cBhvr>
                                      <p:to>
                                        <p:strVal val="visible"/>
                                      </p:to>
                                    </p:set>
                                    <p:animEffect transition="in" filter="wipe(left)">
                                      <p:cBhvr>
                                        <p:cTn id="52" dur="500"/>
                                        <p:tgtEl>
                                          <p:spTgt spid="85402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2" fill="hold" nodeType="clickEffect">
                                  <p:stCondLst>
                                    <p:cond delay="0"/>
                                  </p:stCondLst>
                                  <p:childTnLst>
                                    <p:set>
                                      <p:cBhvr>
                                        <p:cTn id="56" dur="1" fill="hold">
                                          <p:stCondLst>
                                            <p:cond delay="0"/>
                                          </p:stCondLst>
                                        </p:cTn>
                                        <p:tgtEl>
                                          <p:spTgt spid="854051"/>
                                        </p:tgtEl>
                                        <p:attrNameLst>
                                          <p:attrName>style.visibility</p:attrName>
                                        </p:attrNameLst>
                                      </p:cBhvr>
                                      <p:to>
                                        <p:strVal val="visible"/>
                                      </p:to>
                                    </p:set>
                                    <p:anim calcmode="lin" valueType="num">
                                      <p:cBhvr additive="base">
                                        <p:cTn id="57" dur="500" fill="hold"/>
                                        <p:tgtEl>
                                          <p:spTgt spid="854051"/>
                                        </p:tgtEl>
                                        <p:attrNameLst>
                                          <p:attrName>ppt_x</p:attrName>
                                        </p:attrNameLst>
                                      </p:cBhvr>
                                      <p:tavLst>
                                        <p:tav tm="0">
                                          <p:val>
                                            <p:strVal val="1+#ppt_w/2"/>
                                          </p:val>
                                        </p:tav>
                                        <p:tav tm="100000">
                                          <p:val>
                                            <p:strVal val="#ppt_x"/>
                                          </p:val>
                                        </p:tav>
                                      </p:tavLst>
                                    </p:anim>
                                    <p:anim calcmode="lin" valueType="num">
                                      <p:cBhvr additive="base">
                                        <p:cTn id="58" dur="500" fill="hold"/>
                                        <p:tgtEl>
                                          <p:spTgt spid="8540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4018" grpId="0" autoUpdateAnimBg="0"/>
      <p:bldP spid="854019" grpId="0" autoUpdateAnimBg="0"/>
      <p:bldP spid="854020" grpId="0" autoUpdateAnimBg="0"/>
      <p:bldP spid="854049" grpId="0" autoUpdateAnimBg="0"/>
      <p:bldP spid="854050"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78" name="Text Box 2">
            <a:extLst>
              <a:ext uri="{FF2B5EF4-FFF2-40B4-BE49-F238E27FC236}">
                <a16:creationId xmlns:a16="http://schemas.microsoft.com/office/drawing/2014/main" id="{8CBFE3EE-A0BF-5E0E-2954-5052DDA5A6A3}"/>
              </a:ext>
            </a:extLst>
          </p:cNvPr>
          <p:cNvSpPr txBox="1">
            <a:spLocks noChangeArrowheads="1"/>
          </p:cNvSpPr>
          <p:nvPr/>
        </p:nvSpPr>
        <p:spPr bwMode="auto">
          <a:xfrm>
            <a:off x="755650" y="190500"/>
            <a:ext cx="2081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宋体" panose="02010600030101010101" pitchFamily="2" charset="-122"/>
              </a:rPr>
              <a:t>有一转台，</a:t>
            </a:r>
          </a:p>
        </p:txBody>
      </p:sp>
      <p:grpSp>
        <p:nvGrpSpPr>
          <p:cNvPr id="2" name="Group 3">
            <a:extLst>
              <a:ext uri="{FF2B5EF4-FFF2-40B4-BE49-F238E27FC236}">
                <a16:creationId xmlns:a16="http://schemas.microsoft.com/office/drawing/2014/main" id="{11C152B7-60D2-42C4-96BD-BC24BB9A1BAE}"/>
              </a:ext>
            </a:extLst>
          </p:cNvPr>
          <p:cNvGrpSpPr>
            <a:grpSpLocks noChangeAspect="1"/>
          </p:cNvGrpSpPr>
          <p:nvPr/>
        </p:nvGrpSpPr>
        <p:grpSpPr bwMode="auto">
          <a:xfrm>
            <a:off x="5967413" y="2287588"/>
            <a:ext cx="2684462" cy="996950"/>
            <a:chOff x="2222" y="2001"/>
            <a:chExt cx="2110" cy="872"/>
          </a:xfrm>
        </p:grpSpPr>
        <p:sp>
          <p:nvSpPr>
            <p:cNvPr id="843780" name="Oval 4">
              <a:extLst>
                <a:ext uri="{FF2B5EF4-FFF2-40B4-BE49-F238E27FC236}">
                  <a16:creationId xmlns:a16="http://schemas.microsoft.com/office/drawing/2014/main" id="{6EA46CC2-2DDB-A01A-A441-475F062164E3}"/>
                </a:ext>
              </a:extLst>
            </p:cNvPr>
            <p:cNvSpPr>
              <a:spLocks noChangeAspect="1" noChangeArrowheads="1"/>
            </p:cNvSpPr>
            <p:nvPr/>
          </p:nvSpPr>
          <p:spPr bwMode="auto">
            <a:xfrm rot="16200000">
              <a:off x="2898" y="1439"/>
              <a:ext cx="758" cy="2110"/>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FFFF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43781" name="Oval 5">
              <a:extLst>
                <a:ext uri="{FF2B5EF4-FFF2-40B4-BE49-F238E27FC236}">
                  <a16:creationId xmlns:a16="http://schemas.microsoft.com/office/drawing/2014/main" id="{066AAE38-15BC-32C4-141A-8C545445799E}"/>
                </a:ext>
              </a:extLst>
            </p:cNvPr>
            <p:cNvSpPr>
              <a:spLocks noChangeAspect="1" noChangeArrowheads="1"/>
            </p:cNvSpPr>
            <p:nvPr/>
          </p:nvSpPr>
          <p:spPr bwMode="auto">
            <a:xfrm rot="16200000">
              <a:off x="2898" y="1325"/>
              <a:ext cx="758" cy="2110"/>
            </a:xfrm>
            <a:prstGeom prst="ellipse">
              <a:avLst/>
            </a:prstGeom>
            <a:gradFill rotWithShape="0">
              <a:gsLst>
                <a:gs pos="0">
                  <a:srgbClr val="66FF33"/>
                </a:gs>
                <a:gs pos="100000">
                  <a:srgbClr val="66FF33">
                    <a:gamma/>
                    <a:shade val="46275"/>
                    <a:invGamma/>
                  </a:srgbClr>
                </a:gs>
              </a:gsLst>
              <a:path path="shape">
                <a:fillToRect l="50000" t="50000" r="50000" b="50000"/>
              </a:path>
            </a:gradFill>
            <a:ln w="9525">
              <a:solidFill>
                <a:srgbClr val="FFFF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43782" name="Line 6">
              <a:extLst>
                <a:ext uri="{FF2B5EF4-FFF2-40B4-BE49-F238E27FC236}">
                  <a16:creationId xmlns:a16="http://schemas.microsoft.com/office/drawing/2014/main" id="{D2CBAA5E-AB65-6A4F-15A7-3D29FEE022A7}"/>
                </a:ext>
              </a:extLst>
            </p:cNvPr>
            <p:cNvSpPr>
              <a:spLocks noChangeAspect="1" noChangeShapeType="1"/>
            </p:cNvSpPr>
            <p:nvPr/>
          </p:nvSpPr>
          <p:spPr bwMode="auto">
            <a:xfrm rot="16200000">
              <a:off x="4265" y="2454"/>
              <a:ext cx="133" cy="0"/>
            </a:xfrm>
            <a:prstGeom prst="line">
              <a:avLst/>
            </a:prstGeom>
            <a:noFill/>
            <a:ln w="9525">
              <a:solidFill>
                <a:srgbClr val="FFFF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843783" name="Line 7">
              <a:extLst>
                <a:ext uri="{FF2B5EF4-FFF2-40B4-BE49-F238E27FC236}">
                  <a16:creationId xmlns:a16="http://schemas.microsoft.com/office/drawing/2014/main" id="{8C0CF028-33FF-5508-A5D3-FC143689B96C}"/>
                </a:ext>
              </a:extLst>
            </p:cNvPr>
            <p:cNvSpPr>
              <a:spLocks noChangeAspect="1" noChangeShapeType="1"/>
            </p:cNvSpPr>
            <p:nvPr/>
          </p:nvSpPr>
          <p:spPr bwMode="auto">
            <a:xfrm rot="16200000">
              <a:off x="2168" y="2441"/>
              <a:ext cx="108" cy="0"/>
            </a:xfrm>
            <a:prstGeom prst="line">
              <a:avLst/>
            </a:prstGeom>
            <a:noFill/>
            <a:ln w="9525">
              <a:solidFill>
                <a:srgbClr val="FFFF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grpSp>
      <p:sp>
        <p:nvSpPr>
          <p:cNvPr id="843784" name="Line 8">
            <a:extLst>
              <a:ext uri="{FF2B5EF4-FFF2-40B4-BE49-F238E27FC236}">
                <a16:creationId xmlns:a16="http://schemas.microsoft.com/office/drawing/2014/main" id="{7617FEA7-EDF8-6600-DE28-C2B0E5D66611}"/>
              </a:ext>
            </a:extLst>
          </p:cNvPr>
          <p:cNvSpPr>
            <a:spLocks noChangeShapeType="1"/>
          </p:cNvSpPr>
          <p:nvPr/>
        </p:nvSpPr>
        <p:spPr bwMode="auto">
          <a:xfrm flipV="1">
            <a:off x="7283450" y="1484313"/>
            <a:ext cx="0" cy="1296987"/>
          </a:xfrm>
          <a:prstGeom prst="line">
            <a:avLst/>
          </a:prstGeom>
          <a:noFill/>
          <a:ln w="1905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43785" name="Line 9">
            <a:extLst>
              <a:ext uri="{FF2B5EF4-FFF2-40B4-BE49-F238E27FC236}">
                <a16:creationId xmlns:a16="http://schemas.microsoft.com/office/drawing/2014/main" id="{0CBFCBE9-76E8-6A44-5B4D-D81B828FC94A}"/>
              </a:ext>
            </a:extLst>
          </p:cNvPr>
          <p:cNvSpPr>
            <a:spLocks noChangeShapeType="1"/>
          </p:cNvSpPr>
          <p:nvPr/>
        </p:nvSpPr>
        <p:spPr bwMode="auto">
          <a:xfrm>
            <a:off x="7283450" y="3284538"/>
            <a:ext cx="0" cy="576262"/>
          </a:xfrm>
          <a:prstGeom prst="line">
            <a:avLst/>
          </a:prstGeom>
          <a:noFill/>
          <a:ln w="1905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43786" name="AutoShape 10">
            <a:extLst>
              <a:ext uri="{FF2B5EF4-FFF2-40B4-BE49-F238E27FC236}">
                <a16:creationId xmlns:a16="http://schemas.microsoft.com/office/drawing/2014/main" id="{9D193688-EC59-540F-D0C3-3B3D3248CBF0}"/>
              </a:ext>
            </a:extLst>
          </p:cNvPr>
          <p:cNvSpPr>
            <a:spLocks noChangeArrowheads="1"/>
          </p:cNvSpPr>
          <p:nvPr/>
        </p:nvSpPr>
        <p:spPr bwMode="auto">
          <a:xfrm>
            <a:off x="6996113" y="1268413"/>
            <a:ext cx="576262" cy="474662"/>
          </a:xfrm>
          <a:prstGeom prst="curvedRightArrow">
            <a:avLst>
              <a:gd name="adj1" fmla="val 20000"/>
              <a:gd name="adj2" fmla="val 40000"/>
              <a:gd name="adj3" fmla="val 40468"/>
            </a:avLst>
          </a:prstGeom>
          <a:solidFill>
            <a:srgbClr val="FFCCFF"/>
          </a:solidFill>
          <a:ln w="9525">
            <a:solidFill>
              <a:srgbClr val="FFCCFF"/>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43787" name="Line 11">
            <a:extLst>
              <a:ext uri="{FF2B5EF4-FFF2-40B4-BE49-F238E27FC236}">
                <a16:creationId xmlns:a16="http://schemas.microsoft.com/office/drawing/2014/main" id="{70081075-94AB-A7FB-90DA-94F44615AE4D}"/>
              </a:ext>
            </a:extLst>
          </p:cNvPr>
          <p:cNvSpPr>
            <a:spLocks noChangeShapeType="1"/>
          </p:cNvSpPr>
          <p:nvPr/>
        </p:nvSpPr>
        <p:spPr bwMode="auto">
          <a:xfrm flipV="1">
            <a:off x="7283450" y="692150"/>
            <a:ext cx="0" cy="792163"/>
          </a:xfrm>
          <a:prstGeom prst="line">
            <a:avLst/>
          </a:prstGeom>
          <a:noFill/>
          <a:ln w="19050">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43788" name="Text Box 12">
            <a:extLst>
              <a:ext uri="{FF2B5EF4-FFF2-40B4-BE49-F238E27FC236}">
                <a16:creationId xmlns:a16="http://schemas.microsoft.com/office/drawing/2014/main" id="{98474241-3B74-9B25-9B14-EDCEDC455F0D}"/>
              </a:ext>
            </a:extLst>
          </p:cNvPr>
          <p:cNvSpPr txBox="1">
            <a:spLocks noChangeArrowheads="1"/>
          </p:cNvSpPr>
          <p:nvPr/>
        </p:nvSpPr>
        <p:spPr bwMode="auto">
          <a:xfrm>
            <a:off x="8220075" y="1989138"/>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i="1">
                <a:solidFill>
                  <a:srgbClr val="66FFFF"/>
                </a:solidFill>
                <a:latin typeface="Times New Roman" panose="02020603050405020304" pitchFamily="18" charset="0"/>
                <a:ea typeface="宋体" panose="02010600030101010101" pitchFamily="2" charset="-122"/>
              </a:rPr>
              <a:t>M</a:t>
            </a:r>
          </a:p>
        </p:txBody>
      </p:sp>
      <p:sp>
        <p:nvSpPr>
          <p:cNvPr id="843789" name="Line 13">
            <a:extLst>
              <a:ext uri="{FF2B5EF4-FFF2-40B4-BE49-F238E27FC236}">
                <a16:creationId xmlns:a16="http://schemas.microsoft.com/office/drawing/2014/main" id="{52236DD0-4D05-92D1-85B9-76C0227A6B2A}"/>
              </a:ext>
            </a:extLst>
          </p:cNvPr>
          <p:cNvSpPr>
            <a:spLocks noChangeShapeType="1"/>
          </p:cNvSpPr>
          <p:nvPr/>
        </p:nvSpPr>
        <p:spPr bwMode="auto">
          <a:xfrm>
            <a:off x="7283450" y="2781300"/>
            <a:ext cx="936625" cy="215900"/>
          </a:xfrm>
          <a:prstGeom prst="line">
            <a:avLst/>
          </a:prstGeom>
          <a:noFill/>
          <a:ln w="9525">
            <a:solidFill>
              <a:schemeClr val="tx1"/>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43790" name="Text Box 14">
            <a:extLst>
              <a:ext uri="{FF2B5EF4-FFF2-40B4-BE49-F238E27FC236}">
                <a16:creationId xmlns:a16="http://schemas.microsoft.com/office/drawing/2014/main" id="{ACC07573-20BC-67CD-A0C2-EEF61546B4D7}"/>
              </a:ext>
            </a:extLst>
          </p:cNvPr>
          <p:cNvSpPr txBox="1">
            <a:spLocks noChangeArrowheads="1"/>
          </p:cNvSpPr>
          <p:nvPr/>
        </p:nvSpPr>
        <p:spPr bwMode="auto">
          <a:xfrm>
            <a:off x="7643813" y="2349500"/>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i="1">
                <a:solidFill>
                  <a:schemeClr val="tx1"/>
                </a:solidFill>
                <a:latin typeface="Times New Roman" panose="02020603050405020304" pitchFamily="18" charset="0"/>
                <a:ea typeface="宋体" panose="02010600030101010101" pitchFamily="2" charset="-122"/>
              </a:rPr>
              <a:t>R</a:t>
            </a:r>
          </a:p>
        </p:txBody>
      </p:sp>
      <p:sp>
        <p:nvSpPr>
          <p:cNvPr id="843791" name="Text Box 15">
            <a:extLst>
              <a:ext uri="{FF2B5EF4-FFF2-40B4-BE49-F238E27FC236}">
                <a16:creationId xmlns:a16="http://schemas.microsoft.com/office/drawing/2014/main" id="{E9F6082F-BEFE-D854-1569-783CFCB5B539}"/>
              </a:ext>
            </a:extLst>
          </p:cNvPr>
          <p:cNvSpPr txBox="1">
            <a:spLocks noChangeArrowheads="1"/>
          </p:cNvSpPr>
          <p:nvPr/>
        </p:nvSpPr>
        <p:spPr bwMode="auto">
          <a:xfrm>
            <a:off x="7499350" y="1268413"/>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i="1">
                <a:solidFill>
                  <a:srgbClr val="66FFFF"/>
                </a:solidFill>
                <a:latin typeface="Times New Roman" panose="02020603050405020304" pitchFamily="18" charset="0"/>
                <a:ea typeface="宋体" panose="02010600030101010101" pitchFamily="2" charset="-122"/>
              </a:rPr>
              <a:t>ω</a:t>
            </a:r>
          </a:p>
        </p:txBody>
      </p:sp>
      <p:sp>
        <p:nvSpPr>
          <p:cNvPr id="843792" name="Text Box 16">
            <a:extLst>
              <a:ext uri="{FF2B5EF4-FFF2-40B4-BE49-F238E27FC236}">
                <a16:creationId xmlns:a16="http://schemas.microsoft.com/office/drawing/2014/main" id="{A717D551-F277-4C01-3576-E919867CDFB6}"/>
              </a:ext>
            </a:extLst>
          </p:cNvPr>
          <p:cNvSpPr txBox="1">
            <a:spLocks noChangeArrowheads="1"/>
          </p:cNvSpPr>
          <p:nvPr/>
        </p:nvSpPr>
        <p:spPr bwMode="auto">
          <a:xfrm>
            <a:off x="2268538" y="190500"/>
            <a:ext cx="3024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宋体" panose="02010600030101010101" pitchFamily="2" charset="-122"/>
              </a:rPr>
              <a:t>初始的角速度为</a:t>
            </a:r>
            <a:r>
              <a:rPr kumimoji="1" lang="en-US" altLang="zh-CN" i="1">
                <a:solidFill>
                  <a:srgbClr val="66FFFF"/>
                </a:solidFill>
                <a:latin typeface="Times New Roman" panose="02020603050405020304" pitchFamily="18" charset="0"/>
                <a:ea typeface="宋体" panose="02010600030101010101" pitchFamily="2" charset="-122"/>
              </a:rPr>
              <a:t>ω</a:t>
            </a:r>
            <a:r>
              <a:rPr kumimoji="1" lang="en-US" altLang="zh-CN" baseline="-25000">
                <a:solidFill>
                  <a:srgbClr val="66FFFF"/>
                </a:solidFill>
                <a:latin typeface="Times New Roman" panose="02020603050405020304" pitchFamily="18" charset="0"/>
                <a:ea typeface="宋体" panose="02010600030101010101" pitchFamily="2" charset="-122"/>
              </a:rPr>
              <a:t>0</a:t>
            </a:r>
            <a:endParaRPr kumimoji="1" lang="en-US" altLang="zh-CN">
              <a:solidFill>
                <a:srgbClr val="66FFFF"/>
              </a:solidFill>
              <a:latin typeface="Times New Roman" panose="02020603050405020304" pitchFamily="18" charset="0"/>
              <a:ea typeface="宋体" panose="02010600030101010101" pitchFamily="2" charset="-122"/>
            </a:endParaRPr>
          </a:p>
        </p:txBody>
      </p:sp>
      <p:sp>
        <p:nvSpPr>
          <p:cNvPr id="843793" name="Text Box 17">
            <a:extLst>
              <a:ext uri="{FF2B5EF4-FFF2-40B4-BE49-F238E27FC236}">
                <a16:creationId xmlns:a16="http://schemas.microsoft.com/office/drawing/2014/main" id="{A308E90B-9942-3741-D4BE-BF84A0F5B8A1}"/>
              </a:ext>
            </a:extLst>
          </p:cNvPr>
          <p:cNvSpPr txBox="1">
            <a:spLocks noChangeArrowheads="1"/>
          </p:cNvSpPr>
          <p:nvPr/>
        </p:nvSpPr>
        <p:spPr bwMode="auto">
          <a:xfrm>
            <a:off x="5170488" y="190500"/>
            <a:ext cx="4352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宋体" panose="02010600030101010101" pitchFamily="2" charset="-122"/>
              </a:rPr>
              <a:t>有一个人站在转台的中心，</a:t>
            </a:r>
          </a:p>
        </p:txBody>
      </p:sp>
      <p:grpSp>
        <p:nvGrpSpPr>
          <p:cNvPr id="3" name="Group 18">
            <a:extLst>
              <a:ext uri="{FF2B5EF4-FFF2-40B4-BE49-F238E27FC236}">
                <a16:creationId xmlns:a16="http://schemas.microsoft.com/office/drawing/2014/main" id="{3E51ADF8-0E55-4735-E488-EF2F80E95D0F}"/>
              </a:ext>
            </a:extLst>
          </p:cNvPr>
          <p:cNvGrpSpPr>
            <a:grpSpLocks/>
          </p:cNvGrpSpPr>
          <p:nvPr/>
        </p:nvGrpSpPr>
        <p:grpSpPr bwMode="auto">
          <a:xfrm>
            <a:off x="6707188" y="2276475"/>
            <a:ext cx="215900" cy="504825"/>
            <a:chOff x="4014" y="2069"/>
            <a:chExt cx="136" cy="318"/>
          </a:xfrm>
        </p:grpSpPr>
        <p:sp>
          <p:nvSpPr>
            <p:cNvPr id="843795" name="Oval 19">
              <a:extLst>
                <a:ext uri="{FF2B5EF4-FFF2-40B4-BE49-F238E27FC236}">
                  <a16:creationId xmlns:a16="http://schemas.microsoft.com/office/drawing/2014/main" id="{F0A7C0EB-A8AB-7BDB-04AA-E275A8BF9F57}"/>
                </a:ext>
              </a:extLst>
            </p:cNvPr>
            <p:cNvSpPr>
              <a:spLocks noChangeArrowheads="1"/>
            </p:cNvSpPr>
            <p:nvPr/>
          </p:nvSpPr>
          <p:spPr bwMode="auto">
            <a:xfrm>
              <a:off x="4059" y="2069"/>
              <a:ext cx="91" cy="91"/>
            </a:xfrm>
            <a:prstGeom prst="ellipse">
              <a:avLst/>
            </a:prstGeom>
            <a:solidFill>
              <a:schemeClr val="tx1"/>
            </a:solidFill>
            <a:ln w="9525">
              <a:solidFill>
                <a:schemeClr val="bg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43796" name="AutoShape 20">
              <a:extLst>
                <a:ext uri="{FF2B5EF4-FFF2-40B4-BE49-F238E27FC236}">
                  <a16:creationId xmlns:a16="http://schemas.microsoft.com/office/drawing/2014/main" id="{3F1CD3EB-944F-49C8-80EB-C17C2E17FEAB}"/>
                </a:ext>
              </a:extLst>
            </p:cNvPr>
            <p:cNvSpPr>
              <a:spLocks noChangeArrowheads="1"/>
            </p:cNvSpPr>
            <p:nvPr/>
          </p:nvSpPr>
          <p:spPr bwMode="auto">
            <a:xfrm>
              <a:off x="4059" y="2160"/>
              <a:ext cx="90" cy="91"/>
            </a:xfrm>
            <a:prstGeom prst="triangle">
              <a:avLst>
                <a:gd name="adj" fmla="val 50000"/>
              </a:avLst>
            </a:prstGeom>
            <a:solidFill>
              <a:schemeClr val="tx1"/>
            </a:solidFill>
            <a:ln w="9525">
              <a:solidFill>
                <a:schemeClr val="bg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43797" name="Line 21">
              <a:extLst>
                <a:ext uri="{FF2B5EF4-FFF2-40B4-BE49-F238E27FC236}">
                  <a16:creationId xmlns:a16="http://schemas.microsoft.com/office/drawing/2014/main" id="{3F9EC59A-B337-2B99-6F57-8142423E2B8B}"/>
                </a:ext>
              </a:extLst>
            </p:cNvPr>
            <p:cNvSpPr>
              <a:spLocks noChangeShapeType="1"/>
            </p:cNvSpPr>
            <p:nvPr/>
          </p:nvSpPr>
          <p:spPr bwMode="auto">
            <a:xfrm flipH="1">
              <a:off x="4059" y="2251"/>
              <a:ext cx="46" cy="136"/>
            </a:xfrm>
            <a:prstGeom prst="line">
              <a:avLst/>
            </a:prstGeom>
            <a:noFill/>
            <a:ln w="9525">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43798" name="Line 22">
              <a:extLst>
                <a:ext uri="{FF2B5EF4-FFF2-40B4-BE49-F238E27FC236}">
                  <a16:creationId xmlns:a16="http://schemas.microsoft.com/office/drawing/2014/main" id="{50FF75ED-39A5-8D01-B1E7-78F7867EA6FA}"/>
                </a:ext>
              </a:extLst>
            </p:cNvPr>
            <p:cNvSpPr>
              <a:spLocks noChangeShapeType="1"/>
            </p:cNvSpPr>
            <p:nvPr/>
          </p:nvSpPr>
          <p:spPr bwMode="auto">
            <a:xfrm>
              <a:off x="4105" y="2251"/>
              <a:ext cx="45" cy="136"/>
            </a:xfrm>
            <a:prstGeom prst="line">
              <a:avLst/>
            </a:prstGeom>
            <a:noFill/>
            <a:ln w="9525">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43799" name="Line 23">
              <a:extLst>
                <a:ext uri="{FF2B5EF4-FFF2-40B4-BE49-F238E27FC236}">
                  <a16:creationId xmlns:a16="http://schemas.microsoft.com/office/drawing/2014/main" id="{836DD023-CC8E-0D78-58A1-19028BAF9BF3}"/>
                </a:ext>
              </a:extLst>
            </p:cNvPr>
            <p:cNvSpPr>
              <a:spLocks noChangeShapeType="1"/>
            </p:cNvSpPr>
            <p:nvPr/>
          </p:nvSpPr>
          <p:spPr bwMode="auto">
            <a:xfrm flipH="1" flipV="1">
              <a:off x="4014" y="2114"/>
              <a:ext cx="90" cy="91"/>
            </a:xfrm>
            <a:prstGeom prst="line">
              <a:avLst/>
            </a:prstGeom>
            <a:noFill/>
            <a:ln w="9525">
              <a:solidFill>
                <a:schemeClr val="tx1"/>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843800" name="Text Box 24">
            <a:extLst>
              <a:ext uri="{FF2B5EF4-FFF2-40B4-BE49-F238E27FC236}">
                <a16:creationId xmlns:a16="http://schemas.microsoft.com/office/drawing/2014/main" id="{B14C7072-6DC3-5F8F-8791-0AA2B4CC0494}"/>
              </a:ext>
            </a:extLst>
          </p:cNvPr>
          <p:cNvSpPr txBox="1">
            <a:spLocks noChangeArrowheads="1"/>
          </p:cNvSpPr>
          <p:nvPr/>
        </p:nvSpPr>
        <p:spPr bwMode="auto">
          <a:xfrm>
            <a:off x="6635750" y="2708275"/>
            <a:ext cx="420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i="1">
                <a:solidFill>
                  <a:schemeClr val="tx1"/>
                </a:solidFill>
                <a:latin typeface="Times New Roman" panose="02020603050405020304" pitchFamily="18" charset="0"/>
                <a:ea typeface="宋体" panose="02010600030101010101" pitchFamily="2" charset="-122"/>
              </a:rPr>
              <a:t>m</a:t>
            </a:r>
          </a:p>
        </p:txBody>
      </p:sp>
      <p:sp>
        <p:nvSpPr>
          <p:cNvPr id="843801" name="Line 25">
            <a:extLst>
              <a:ext uri="{FF2B5EF4-FFF2-40B4-BE49-F238E27FC236}">
                <a16:creationId xmlns:a16="http://schemas.microsoft.com/office/drawing/2014/main" id="{9DAFFC8B-AB64-0A6D-85B2-7A43B4514E74}"/>
              </a:ext>
            </a:extLst>
          </p:cNvPr>
          <p:cNvSpPr>
            <a:spLocks noChangeShapeType="1"/>
          </p:cNvSpPr>
          <p:nvPr/>
        </p:nvSpPr>
        <p:spPr bwMode="auto">
          <a:xfrm flipH="1">
            <a:off x="6346825" y="2133600"/>
            <a:ext cx="431800" cy="0"/>
          </a:xfrm>
          <a:prstGeom prst="line">
            <a:avLst/>
          </a:prstGeom>
          <a:noFill/>
          <a:ln w="38100">
            <a:solidFill>
              <a:schemeClr val="bg1"/>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43802" name="Text Box 26">
            <a:extLst>
              <a:ext uri="{FF2B5EF4-FFF2-40B4-BE49-F238E27FC236}">
                <a16:creationId xmlns:a16="http://schemas.microsoft.com/office/drawing/2014/main" id="{34B36B48-7DEE-9661-1AB1-FEB4437345F9}"/>
              </a:ext>
            </a:extLst>
          </p:cNvPr>
          <p:cNvSpPr txBox="1">
            <a:spLocks noChangeArrowheads="1"/>
          </p:cNvSpPr>
          <p:nvPr/>
        </p:nvSpPr>
        <p:spPr bwMode="auto">
          <a:xfrm>
            <a:off x="5986463" y="1844675"/>
            <a:ext cx="354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en-US" altLang="zh-CN" i="1">
                <a:latin typeface="Times New Roman" panose="02020603050405020304" pitchFamily="18" charset="0"/>
                <a:ea typeface="宋体" panose="02010600030101010101" pitchFamily="2" charset="-122"/>
              </a:rPr>
              <a:t>u</a:t>
            </a:r>
          </a:p>
        </p:txBody>
      </p:sp>
      <p:sp>
        <p:nvSpPr>
          <p:cNvPr id="843803" name="Text Box 27">
            <a:extLst>
              <a:ext uri="{FF2B5EF4-FFF2-40B4-BE49-F238E27FC236}">
                <a16:creationId xmlns:a16="http://schemas.microsoft.com/office/drawing/2014/main" id="{7569D480-C94E-BD6B-ACFE-0DE00D7F0F2A}"/>
              </a:ext>
            </a:extLst>
          </p:cNvPr>
          <p:cNvSpPr txBox="1">
            <a:spLocks noChangeArrowheads="1"/>
          </p:cNvSpPr>
          <p:nvPr/>
        </p:nvSpPr>
        <p:spPr bwMode="auto">
          <a:xfrm>
            <a:off x="755650" y="693738"/>
            <a:ext cx="7091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宋体" panose="02010600030101010101" pitchFamily="2" charset="-122"/>
              </a:rPr>
              <a:t>以相对于转台的恒定速度</a:t>
            </a:r>
            <a:r>
              <a:rPr kumimoji="1" lang="en-US" altLang="zh-CN" i="1">
                <a:solidFill>
                  <a:srgbClr val="66FFFF"/>
                </a:solidFill>
                <a:latin typeface="Times New Roman" panose="02020603050405020304" pitchFamily="18" charset="0"/>
                <a:ea typeface="宋体" panose="02010600030101010101" pitchFamily="2" charset="-122"/>
              </a:rPr>
              <a:t>u</a:t>
            </a:r>
            <a:r>
              <a:rPr kumimoji="1" lang="zh-CN" altLang="en-US">
                <a:latin typeface="Times New Roman" panose="02020603050405020304" pitchFamily="18" charset="0"/>
                <a:ea typeface="宋体" panose="02010600030101010101" pitchFamily="2" charset="-122"/>
              </a:rPr>
              <a:t>沿半径向边缘走去，</a:t>
            </a:r>
          </a:p>
        </p:txBody>
      </p:sp>
      <p:sp>
        <p:nvSpPr>
          <p:cNvPr id="843804" name="Text Box 28">
            <a:extLst>
              <a:ext uri="{FF2B5EF4-FFF2-40B4-BE49-F238E27FC236}">
                <a16:creationId xmlns:a16="http://schemas.microsoft.com/office/drawing/2014/main" id="{27BFBD33-0C3D-466B-8069-1079F445319B}"/>
              </a:ext>
            </a:extLst>
          </p:cNvPr>
          <p:cNvSpPr txBox="1">
            <a:spLocks noChangeArrowheads="1"/>
          </p:cNvSpPr>
          <p:nvPr/>
        </p:nvSpPr>
        <p:spPr bwMode="auto">
          <a:xfrm>
            <a:off x="755650" y="1317625"/>
            <a:ext cx="5314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a:latin typeface="Times New Roman" panose="02020603050405020304" pitchFamily="18" charset="0"/>
                <a:ea typeface="宋体" panose="02010600030101010101" pitchFamily="2" charset="-122"/>
              </a:rPr>
              <a:t>人走了</a:t>
            </a:r>
            <a:r>
              <a:rPr kumimoji="1" lang="en-US" altLang="zh-CN" i="1">
                <a:solidFill>
                  <a:srgbClr val="66FFFF"/>
                </a:solidFill>
                <a:latin typeface="Times New Roman" panose="02020603050405020304" pitchFamily="18" charset="0"/>
                <a:ea typeface="宋体" panose="02010600030101010101" pitchFamily="2" charset="-122"/>
              </a:rPr>
              <a:t>t </a:t>
            </a:r>
            <a:r>
              <a:rPr kumimoji="1" lang="zh-CN" altLang="en-US">
                <a:latin typeface="Times New Roman" panose="02020603050405020304" pitchFamily="18" charset="0"/>
                <a:ea typeface="宋体" panose="02010600030101010101" pitchFamily="2" charset="-122"/>
              </a:rPr>
              <a:t>时间后，转台转过的角度</a:t>
            </a:r>
          </a:p>
        </p:txBody>
      </p:sp>
      <p:sp>
        <p:nvSpPr>
          <p:cNvPr id="843805" name="Text Box 29">
            <a:extLst>
              <a:ext uri="{FF2B5EF4-FFF2-40B4-BE49-F238E27FC236}">
                <a16:creationId xmlns:a16="http://schemas.microsoft.com/office/drawing/2014/main" id="{D41C8CF3-CB56-10ED-6AD2-A6BEC47DC3B8}"/>
              </a:ext>
            </a:extLst>
          </p:cNvPr>
          <p:cNvSpPr txBox="1">
            <a:spLocks noChangeArrowheads="1"/>
          </p:cNvSpPr>
          <p:nvPr/>
        </p:nvSpPr>
        <p:spPr bwMode="auto">
          <a:xfrm>
            <a:off x="250825" y="19050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例</a:t>
            </a:r>
            <a:endParaRPr lang="zh-CN" altLang="en-US">
              <a:solidFill>
                <a:schemeClr val="tx1"/>
              </a:solidFill>
              <a:latin typeface="Times New Roman" panose="02020603050405020304" pitchFamily="18" charset="0"/>
              <a:ea typeface="宋体" panose="02010600030101010101" pitchFamily="2" charset="-122"/>
            </a:endParaRPr>
          </a:p>
        </p:txBody>
      </p:sp>
      <p:sp>
        <p:nvSpPr>
          <p:cNvPr id="843806" name="Text Box 30">
            <a:extLst>
              <a:ext uri="{FF2B5EF4-FFF2-40B4-BE49-F238E27FC236}">
                <a16:creationId xmlns:a16="http://schemas.microsoft.com/office/drawing/2014/main" id="{1FAD77C1-D0EE-C692-993C-472C1F6B0C8F}"/>
              </a:ext>
            </a:extLst>
          </p:cNvPr>
          <p:cNvSpPr txBox="1">
            <a:spLocks noChangeArrowheads="1"/>
          </p:cNvSpPr>
          <p:nvPr/>
        </p:nvSpPr>
        <p:spPr bwMode="auto">
          <a:xfrm>
            <a:off x="73025" y="1844675"/>
            <a:ext cx="827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spcBef>
                <a:spcPct val="50000"/>
              </a:spcBef>
              <a:buClrTx/>
              <a:buFontTx/>
              <a:buNone/>
            </a:pPr>
            <a:r>
              <a:rPr lang="zh-CN" altLang="en-US">
                <a:solidFill>
                  <a:srgbClr val="FFFF00"/>
                </a:solidFill>
                <a:latin typeface="Times New Roman" panose="02020603050405020304" pitchFamily="18" charset="0"/>
                <a:ea typeface="宋体" panose="02010600030101010101" pitchFamily="2" charset="-122"/>
              </a:rPr>
              <a:t>解</a:t>
            </a:r>
          </a:p>
        </p:txBody>
      </p:sp>
      <p:sp>
        <p:nvSpPr>
          <p:cNvPr id="843807" name="Rectangle 31">
            <a:extLst>
              <a:ext uri="{FF2B5EF4-FFF2-40B4-BE49-F238E27FC236}">
                <a16:creationId xmlns:a16="http://schemas.microsoft.com/office/drawing/2014/main" id="{539D87E4-51A1-C314-9144-9C058E15175B}"/>
              </a:ext>
            </a:extLst>
          </p:cNvPr>
          <p:cNvSpPr>
            <a:spLocks noChangeArrowheads="1"/>
          </p:cNvSpPr>
          <p:nvPr/>
        </p:nvSpPr>
        <p:spPr bwMode="auto">
          <a:xfrm>
            <a:off x="250825" y="1270000"/>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eaLnBrk="1" hangingPunct="1">
              <a:lnSpc>
                <a:spcPct val="100000"/>
              </a:lnSpc>
              <a:buClrTx/>
              <a:buFontTx/>
              <a:buNone/>
            </a:pPr>
            <a:r>
              <a:rPr lang="zh-CN" altLang="en-US">
                <a:solidFill>
                  <a:srgbClr val="FFFF00"/>
                </a:solidFill>
                <a:latin typeface="Times New Roman" panose="02020603050405020304" pitchFamily="18" charset="0"/>
                <a:ea typeface="宋体" panose="02010600030101010101" pitchFamily="2" charset="-122"/>
              </a:rPr>
              <a:t>求</a:t>
            </a:r>
          </a:p>
        </p:txBody>
      </p:sp>
      <p:sp>
        <p:nvSpPr>
          <p:cNvPr id="843808" name="Text Box 32">
            <a:extLst>
              <a:ext uri="{FF2B5EF4-FFF2-40B4-BE49-F238E27FC236}">
                <a16:creationId xmlns:a16="http://schemas.microsoft.com/office/drawing/2014/main" id="{46DB3633-3E8E-B038-759D-92F949447FA3}"/>
              </a:ext>
            </a:extLst>
          </p:cNvPr>
          <p:cNvSpPr txBox="1">
            <a:spLocks noChangeArrowheads="1"/>
          </p:cNvSpPr>
          <p:nvPr/>
        </p:nvSpPr>
        <p:spPr bwMode="auto">
          <a:xfrm>
            <a:off x="755650" y="2381250"/>
            <a:ext cx="49688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sz="2000">
                <a:latin typeface="Times New Roman" panose="02020603050405020304" pitchFamily="18" charset="0"/>
                <a:ea typeface="楷体_GB2312" pitchFamily="49" charset="-122"/>
              </a:rPr>
              <a:t>人和转台组成的系统对</a:t>
            </a:r>
            <a:r>
              <a:rPr kumimoji="1" lang="zh-CN" altLang="en-US" sz="2000">
                <a:solidFill>
                  <a:srgbClr val="66FFFF"/>
                </a:solidFill>
                <a:latin typeface="Times New Roman" panose="02020603050405020304" pitchFamily="18" charset="0"/>
                <a:ea typeface="楷体_GB2312" pitchFamily="49" charset="-122"/>
              </a:rPr>
              <a:t>竖直轴</a:t>
            </a:r>
            <a:r>
              <a:rPr kumimoji="1" lang="zh-CN" altLang="en-US" sz="2000">
                <a:latin typeface="Times New Roman" panose="02020603050405020304" pitchFamily="18" charset="0"/>
                <a:ea typeface="楷体_GB2312" pitchFamily="49" charset="-122"/>
              </a:rPr>
              <a:t>不受外力矩</a:t>
            </a:r>
          </a:p>
        </p:txBody>
      </p:sp>
      <p:sp>
        <p:nvSpPr>
          <p:cNvPr id="843809" name="Text Box 33">
            <a:extLst>
              <a:ext uri="{FF2B5EF4-FFF2-40B4-BE49-F238E27FC236}">
                <a16:creationId xmlns:a16="http://schemas.microsoft.com/office/drawing/2014/main" id="{8525F21D-29C4-177B-03E4-FD7DF39A7C96}"/>
              </a:ext>
            </a:extLst>
          </p:cNvPr>
          <p:cNvSpPr txBox="1">
            <a:spLocks noChangeArrowheads="1"/>
          </p:cNvSpPr>
          <p:nvPr/>
        </p:nvSpPr>
        <p:spPr bwMode="auto">
          <a:xfrm>
            <a:off x="790575" y="1897063"/>
            <a:ext cx="24860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sz="2000">
                <a:latin typeface="楷体_GB2312" pitchFamily="49" charset="-122"/>
                <a:ea typeface="楷体_GB2312" pitchFamily="49" charset="-122"/>
              </a:rPr>
              <a:t>选</a:t>
            </a:r>
            <a:r>
              <a:rPr kumimoji="1" lang="en-US" altLang="zh-CN" sz="2000">
                <a:latin typeface="楷体_GB2312" pitchFamily="49" charset="-122"/>
                <a:ea typeface="楷体_GB2312" pitchFamily="49" charset="-122"/>
              </a:rPr>
              <a:t>(</a:t>
            </a:r>
            <a:r>
              <a:rPr kumimoji="1" lang="zh-CN" altLang="en-US" sz="2000">
                <a:solidFill>
                  <a:srgbClr val="66FFFF"/>
                </a:solidFill>
                <a:latin typeface="楷体_GB2312" pitchFamily="49" charset="-122"/>
                <a:ea typeface="楷体_GB2312" pitchFamily="49" charset="-122"/>
              </a:rPr>
              <a:t>人和转台</a:t>
            </a:r>
            <a:r>
              <a:rPr kumimoji="1" lang="en-US" altLang="zh-CN" sz="2000">
                <a:latin typeface="楷体_GB2312" pitchFamily="49" charset="-122"/>
                <a:ea typeface="楷体_GB2312" pitchFamily="49" charset="-122"/>
              </a:rPr>
              <a:t>)</a:t>
            </a:r>
            <a:r>
              <a:rPr kumimoji="1" lang="zh-CN" altLang="en-US" sz="2000">
                <a:latin typeface="楷体_GB2312" pitchFamily="49" charset="-122"/>
                <a:ea typeface="楷体_GB2312" pitchFamily="49" charset="-122"/>
              </a:rPr>
              <a:t>为系统</a:t>
            </a:r>
          </a:p>
        </p:txBody>
      </p:sp>
      <p:sp>
        <p:nvSpPr>
          <p:cNvPr id="843810" name="Text Box 34">
            <a:extLst>
              <a:ext uri="{FF2B5EF4-FFF2-40B4-BE49-F238E27FC236}">
                <a16:creationId xmlns:a16="http://schemas.microsoft.com/office/drawing/2014/main" id="{AE6A1996-5D15-C33D-B93A-BACE0054B0DB}"/>
              </a:ext>
            </a:extLst>
          </p:cNvPr>
          <p:cNvSpPr txBox="1">
            <a:spLocks noChangeArrowheads="1"/>
          </p:cNvSpPr>
          <p:nvPr/>
        </p:nvSpPr>
        <p:spPr bwMode="auto">
          <a:xfrm>
            <a:off x="755650" y="2803525"/>
            <a:ext cx="57086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sz="2000">
                <a:latin typeface="Times New Roman" panose="02020603050405020304" pitchFamily="18" charset="0"/>
                <a:ea typeface="宋体" panose="02010600030101010101" pitchFamily="2" charset="-122"/>
              </a:rPr>
              <a:t>因此，系统对</a:t>
            </a:r>
            <a:r>
              <a:rPr kumimoji="1" lang="zh-CN" altLang="en-US" sz="2000">
                <a:solidFill>
                  <a:srgbClr val="66FFFF"/>
                </a:solidFill>
                <a:latin typeface="Times New Roman" panose="02020603050405020304" pitchFamily="18" charset="0"/>
                <a:ea typeface="宋体" panose="02010600030101010101" pitchFamily="2" charset="-122"/>
              </a:rPr>
              <a:t>竖直轴</a:t>
            </a:r>
            <a:r>
              <a:rPr kumimoji="1" lang="zh-CN" altLang="en-US" sz="2000">
                <a:latin typeface="Times New Roman" panose="02020603050405020304" pitchFamily="18" charset="0"/>
                <a:ea typeface="宋体" panose="02010600030101010101" pitchFamily="2" charset="-122"/>
              </a:rPr>
              <a:t>的角动量守恒</a:t>
            </a:r>
          </a:p>
        </p:txBody>
      </p:sp>
      <p:sp>
        <p:nvSpPr>
          <p:cNvPr id="843811" name="Text Box 35">
            <a:extLst>
              <a:ext uri="{FF2B5EF4-FFF2-40B4-BE49-F238E27FC236}">
                <a16:creationId xmlns:a16="http://schemas.microsoft.com/office/drawing/2014/main" id="{25A9AD2A-72EF-D1E8-3C87-5785159E8B83}"/>
              </a:ext>
            </a:extLst>
          </p:cNvPr>
          <p:cNvSpPr txBox="1">
            <a:spLocks noChangeArrowheads="1"/>
          </p:cNvSpPr>
          <p:nvPr/>
        </p:nvSpPr>
        <p:spPr bwMode="auto">
          <a:xfrm>
            <a:off x="755650" y="3259138"/>
            <a:ext cx="1685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sz="2000">
                <a:latin typeface="Times New Roman" panose="02020603050405020304" pitchFamily="18" charset="0"/>
                <a:ea typeface="宋体" panose="02010600030101010101" pitchFamily="2" charset="-122"/>
              </a:rPr>
              <a:t>在时间 </a:t>
            </a:r>
            <a:r>
              <a:rPr kumimoji="1" lang="en-US" altLang="zh-CN" i="1">
                <a:solidFill>
                  <a:srgbClr val="66FFFF"/>
                </a:solidFill>
                <a:latin typeface="Times New Roman" panose="02020603050405020304" pitchFamily="18" charset="0"/>
                <a:ea typeface="宋体" panose="02010600030101010101" pitchFamily="2" charset="-122"/>
              </a:rPr>
              <a:t>t </a:t>
            </a:r>
            <a:r>
              <a:rPr kumimoji="1" lang="zh-CN" altLang="en-US" sz="2000">
                <a:latin typeface="Times New Roman" panose="02020603050405020304" pitchFamily="18" charset="0"/>
                <a:ea typeface="宋体" panose="02010600030101010101" pitchFamily="2" charset="-122"/>
              </a:rPr>
              <a:t>内，</a:t>
            </a:r>
          </a:p>
        </p:txBody>
      </p:sp>
      <p:sp>
        <p:nvSpPr>
          <p:cNvPr id="843812" name="Text Box 36">
            <a:extLst>
              <a:ext uri="{FF2B5EF4-FFF2-40B4-BE49-F238E27FC236}">
                <a16:creationId xmlns:a16="http://schemas.microsoft.com/office/drawing/2014/main" id="{BCAB3F15-C97B-3D7E-0332-EF156BAD5636}"/>
              </a:ext>
            </a:extLst>
          </p:cNvPr>
          <p:cNvSpPr txBox="1">
            <a:spLocks noChangeArrowheads="1"/>
          </p:cNvSpPr>
          <p:nvPr/>
        </p:nvSpPr>
        <p:spPr bwMode="auto">
          <a:xfrm>
            <a:off x="2195513" y="3319463"/>
            <a:ext cx="3251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6pPr>
            <a:lvl7pPr marL="29718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7pPr>
            <a:lvl8pPr marL="34290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8pPr>
            <a:lvl9pPr marL="3886200" indent="-228600" algn="ctr" eaLnBrk="0" fontAlgn="base" hangingPunct="0">
              <a:lnSpc>
                <a:spcPct val="120000"/>
              </a:lnSpc>
              <a:spcBef>
                <a:spcPct val="0"/>
              </a:spcBef>
              <a:spcAft>
                <a:spcPct val="0"/>
              </a:spcAft>
              <a:buClr>
                <a:schemeClr val="tx2"/>
              </a:buClr>
              <a:buFont typeface="Monotype Sorts" pitchFamily="2" charset="2"/>
              <a:buChar char="&amp;"/>
              <a:defRPr sz="2400" b="1">
                <a:solidFill>
                  <a:schemeClr val="bg1"/>
                </a:solidFill>
                <a:latin typeface="仿宋_GB2312" pitchFamily="49" charset="-122"/>
                <a:ea typeface="仿宋_GB2312" pitchFamily="49" charset="-122"/>
              </a:defRPr>
            </a:lvl9pPr>
          </a:lstStyle>
          <a:p>
            <a:pPr algn="l" eaLnBrk="1" hangingPunct="1">
              <a:lnSpc>
                <a:spcPct val="100000"/>
              </a:lnSpc>
              <a:buClrTx/>
              <a:buFontTx/>
              <a:buNone/>
            </a:pPr>
            <a:r>
              <a:rPr kumimoji="1" lang="zh-CN" altLang="en-US" sz="2000">
                <a:latin typeface="Times New Roman" panose="02020603050405020304" pitchFamily="18" charset="0"/>
                <a:ea typeface="宋体" panose="02010600030101010101" pitchFamily="2" charset="-122"/>
              </a:rPr>
              <a:t>人走到距转台中心的距离为</a:t>
            </a:r>
          </a:p>
        </p:txBody>
      </p:sp>
      <p:graphicFrame>
        <p:nvGraphicFramePr>
          <p:cNvPr id="843813" name="Object 37">
            <a:extLst>
              <a:ext uri="{FF2B5EF4-FFF2-40B4-BE49-F238E27FC236}">
                <a16:creationId xmlns:a16="http://schemas.microsoft.com/office/drawing/2014/main" id="{711DA93F-4F24-EB18-9C17-985DD397B10F}"/>
              </a:ext>
            </a:extLst>
          </p:cNvPr>
          <p:cNvGraphicFramePr>
            <a:graphicFrameLocks noChangeAspect="1"/>
          </p:cNvGraphicFramePr>
          <p:nvPr/>
        </p:nvGraphicFramePr>
        <p:xfrm>
          <a:off x="2484438" y="3860800"/>
          <a:ext cx="835025" cy="266700"/>
        </p:xfrm>
        <a:graphic>
          <a:graphicData uri="http://schemas.openxmlformats.org/presentationml/2006/ole">
            <mc:AlternateContent xmlns:mc="http://schemas.openxmlformats.org/markup-compatibility/2006">
              <mc:Choice xmlns:v="urn:schemas-microsoft-com:vml" Requires="v">
                <p:oleObj name="公式" r:id="rId2" imgW="838080" imgH="266400" progId="Equation.3">
                  <p:embed/>
                </p:oleObj>
              </mc:Choice>
              <mc:Fallback>
                <p:oleObj name="公式" r:id="rId2" imgW="838080" imgH="266400" progId="Equation.3">
                  <p:embed/>
                  <p:pic>
                    <p:nvPicPr>
                      <p:cNvPr id="0" name="Object 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3860800"/>
                        <a:ext cx="835025" cy="266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3814" name="Object 38">
            <a:extLst>
              <a:ext uri="{FF2B5EF4-FFF2-40B4-BE49-F238E27FC236}">
                <a16:creationId xmlns:a16="http://schemas.microsoft.com/office/drawing/2014/main" id="{A34AB166-3D8C-C0A3-56A0-A6DB343C142F}"/>
              </a:ext>
            </a:extLst>
          </p:cNvPr>
          <p:cNvGraphicFramePr>
            <a:graphicFrameLocks noChangeAspect="1"/>
          </p:cNvGraphicFramePr>
          <p:nvPr/>
        </p:nvGraphicFramePr>
        <p:xfrm>
          <a:off x="1389063" y="4252913"/>
          <a:ext cx="3543300" cy="419100"/>
        </p:xfrm>
        <a:graphic>
          <a:graphicData uri="http://schemas.openxmlformats.org/presentationml/2006/ole">
            <mc:AlternateContent xmlns:mc="http://schemas.openxmlformats.org/markup-compatibility/2006">
              <mc:Choice xmlns:v="urn:schemas-microsoft-com:vml" Requires="v">
                <p:oleObj name="公式" r:id="rId4" imgW="3555720" imgH="419040" progId="Equation.3">
                  <p:embed/>
                </p:oleObj>
              </mc:Choice>
              <mc:Fallback>
                <p:oleObj name="公式" r:id="rId4" imgW="3555720" imgH="419040" progId="Equation.3">
                  <p:embed/>
                  <p:pic>
                    <p:nvPicPr>
                      <p:cNvPr id="0" name="Object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9063" y="4252913"/>
                        <a:ext cx="35433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3815" name="Object 39">
            <a:extLst>
              <a:ext uri="{FF2B5EF4-FFF2-40B4-BE49-F238E27FC236}">
                <a16:creationId xmlns:a16="http://schemas.microsoft.com/office/drawing/2014/main" id="{F37A4E0D-9249-A4AA-9E83-A2DCF5B393D0}"/>
              </a:ext>
            </a:extLst>
          </p:cNvPr>
          <p:cNvGraphicFramePr>
            <a:graphicFrameLocks noChangeAspect="1"/>
          </p:cNvGraphicFramePr>
          <p:nvPr/>
        </p:nvGraphicFramePr>
        <p:xfrm>
          <a:off x="6300788" y="4065588"/>
          <a:ext cx="2263775" cy="1308100"/>
        </p:xfrm>
        <a:graphic>
          <a:graphicData uri="http://schemas.openxmlformats.org/presentationml/2006/ole">
            <mc:AlternateContent xmlns:mc="http://schemas.openxmlformats.org/markup-compatibility/2006">
              <mc:Choice xmlns:v="urn:schemas-microsoft-com:vml" Requires="v">
                <p:oleObj name="公式" r:id="rId6" imgW="2273040" imgH="1307880" progId="Equation.3">
                  <p:embed/>
                </p:oleObj>
              </mc:Choice>
              <mc:Fallback>
                <p:oleObj name="公式" r:id="rId6" imgW="2273040" imgH="1307880" progId="Equation.3">
                  <p:embed/>
                  <p:pic>
                    <p:nvPicPr>
                      <p:cNvPr id="0" name="Object 3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00788" y="4065588"/>
                        <a:ext cx="2263775" cy="1308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3816" name="Object 40">
            <a:extLst>
              <a:ext uri="{FF2B5EF4-FFF2-40B4-BE49-F238E27FC236}">
                <a16:creationId xmlns:a16="http://schemas.microsoft.com/office/drawing/2014/main" id="{9F378ACA-C4CB-7A9F-AAC1-AD4D1F6A5AB8}"/>
              </a:ext>
            </a:extLst>
          </p:cNvPr>
          <p:cNvGraphicFramePr>
            <a:graphicFrameLocks noChangeAspect="1"/>
          </p:cNvGraphicFramePr>
          <p:nvPr/>
        </p:nvGraphicFramePr>
        <p:xfrm>
          <a:off x="2393950" y="4792663"/>
          <a:ext cx="1025525" cy="723900"/>
        </p:xfrm>
        <a:graphic>
          <a:graphicData uri="http://schemas.openxmlformats.org/presentationml/2006/ole">
            <mc:AlternateContent xmlns:mc="http://schemas.openxmlformats.org/markup-compatibility/2006">
              <mc:Choice xmlns:v="urn:schemas-microsoft-com:vml" Requires="v">
                <p:oleObj name="公式" r:id="rId8" imgW="1028520" imgH="723600" progId="Equation.3">
                  <p:embed/>
                </p:oleObj>
              </mc:Choice>
              <mc:Fallback>
                <p:oleObj name="公式" r:id="rId8" imgW="1028520" imgH="723600" progId="Equation.3">
                  <p:embed/>
                  <p:pic>
                    <p:nvPicPr>
                      <p:cNvPr id="0" name="Object 4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93950" y="4792663"/>
                        <a:ext cx="1025525"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3817" name="Object 41">
            <a:extLst>
              <a:ext uri="{FF2B5EF4-FFF2-40B4-BE49-F238E27FC236}">
                <a16:creationId xmlns:a16="http://schemas.microsoft.com/office/drawing/2014/main" id="{547C0C84-8CBE-F3C5-94B8-8F8A69853D82}"/>
              </a:ext>
            </a:extLst>
          </p:cNvPr>
          <p:cNvGraphicFramePr>
            <a:graphicFrameLocks noChangeAspect="1"/>
          </p:cNvGraphicFramePr>
          <p:nvPr/>
        </p:nvGraphicFramePr>
        <p:xfrm>
          <a:off x="1116013" y="5589588"/>
          <a:ext cx="1557337" cy="889000"/>
        </p:xfrm>
        <a:graphic>
          <a:graphicData uri="http://schemas.openxmlformats.org/presentationml/2006/ole">
            <mc:AlternateContent xmlns:mc="http://schemas.openxmlformats.org/markup-compatibility/2006">
              <mc:Choice xmlns:v="urn:schemas-microsoft-com:vml" Requires="v">
                <p:oleObj name="公式" r:id="rId10" imgW="1562040" imgH="888840" progId="Equation.3">
                  <p:embed/>
                </p:oleObj>
              </mc:Choice>
              <mc:Fallback>
                <p:oleObj name="公式" r:id="rId10" imgW="1562040" imgH="888840" progId="Equation.3">
                  <p:embed/>
                  <p:pic>
                    <p:nvPicPr>
                      <p:cNvPr id="0" name="Object 4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16013" y="5589588"/>
                        <a:ext cx="1557337"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3818" name="Object 42">
            <a:extLst>
              <a:ext uri="{FF2B5EF4-FFF2-40B4-BE49-F238E27FC236}">
                <a16:creationId xmlns:a16="http://schemas.microsoft.com/office/drawing/2014/main" id="{B7329EDA-9411-F728-5B41-4A3685D56C86}"/>
              </a:ext>
            </a:extLst>
          </p:cNvPr>
          <p:cNvGraphicFramePr>
            <a:graphicFrameLocks noChangeAspect="1"/>
          </p:cNvGraphicFramePr>
          <p:nvPr/>
        </p:nvGraphicFramePr>
        <p:xfrm>
          <a:off x="3348038" y="5576888"/>
          <a:ext cx="4483100" cy="947737"/>
        </p:xfrm>
        <a:graphic>
          <a:graphicData uri="http://schemas.openxmlformats.org/presentationml/2006/ole">
            <mc:AlternateContent xmlns:mc="http://schemas.openxmlformats.org/markup-compatibility/2006">
              <mc:Choice xmlns:v="urn:schemas-microsoft-com:vml" Requires="v">
                <p:oleObj name="公式" r:id="rId12" imgW="4495680" imgH="952200" progId="Equation.3">
                  <p:embed/>
                </p:oleObj>
              </mc:Choice>
              <mc:Fallback>
                <p:oleObj name="公式" r:id="rId12" imgW="4495680" imgH="952200" progId="Equation.3">
                  <p:embed/>
                  <p:pic>
                    <p:nvPicPr>
                      <p:cNvPr id="0" name="Object 4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48038" y="5576888"/>
                        <a:ext cx="4483100" cy="947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3819" name="AutoShape 43">
            <a:extLst>
              <a:ext uri="{FF2B5EF4-FFF2-40B4-BE49-F238E27FC236}">
                <a16:creationId xmlns:a16="http://schemas.microsoft.com/office/drawing/2014/main" id="{C5A0D4B9-BE1D-4704-D7A6-0447A8A25768}"/>
              </a:ext>
            </a:extLst>
          </p:cNvPr>
          <p:cNvSpPr>
            <a:spLocks noChangeArrowheads="1"/>
          </p:cNvSpPr>
          <p:nvPr/>
        </p:nvSpPr>
        <p:spPr bwMode="auto">
          <a:xfrm>
            <a:off x="5364163" y="4343400"/>
            <a:ext cx="576262" cy="215900"/>
          </a:xfrm>
          <a:prstGeom prst="rightArrow">
            <a:avLst>
              <a:gd name="adj1" fmla="val 50000"/>
              <a:gd name="adj2" fmla="val 66728"/>
            </a:avLst>
          </a:prstGeom>
          <a:solidFill>
            <a:srgbClr val="FFCCFF"/>
          </a:solidFill>
          <a:ln w="9525">
            <a:solidFill>
              <a:srgbClr val="FFCCFF"/>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pic>
        <p:nvPicPr>
          <p:cNvPr id="843820" name="Picture 44" descr="j0293240">
            <a:extLst>
              <a:ext uri="{FF2B5EF4-FFF2-40B4-BE49-F238E27FC236}">
                <a16:creationId xmlns:a16="http://schemas.microsoft.com/office/drawing/2014/main" id="{E9B29640-035C-EFE8-7BD9-8B29A224B81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532813" y="6405563"/>
            <a:ext cx="61118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43805"/>
                                        </p:tgtEl>
                                        <p:attrNameLst>
                                          <p:attrName>style.visibility</p:attrName>
                                        </p:attrNameLst>
                                      </p:cBhvr>
                                      <p:to>
                                        <p:strVal val="visible"/>
                                      </p:to>
                                    </p:set>
                                    <p:animEffect transition="in" filter="wipe(left)">
                                      <p:cBhvr>
                                        <p:cTn id="7" dur="500"/>
                                        <p:tgtEl>
                                          <p:spTgt spid="84380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843778"/>
                                        </p:tgtEl>
                                        <p:attrNameLst>
                                          <p:attrName>style.visibility</p:attrName>
                                        </p:attrNameLst>
                                      </p:cBhvr>
                                      <p:to>
                                        <p:strVal val="visible"/>
                                      </p:to>
                                    </p:set>
                                    <p:animEffect transition="in" filter="wipe(left)">
                                      <p:cBhvr>
                                        <p:cTn id="11" dur="2000"/>
                                        <p:tgtEl>
                                          <p:spTgt spid="84377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dissolve">
                                      <p:cBhvr>
                                        <p:cTn id="16" dur="500"/>
                                        <p:tgtEl>
                                          <p:spTgt spid="2"/>
                                        </p:tgtEl>
                                      </p:cBhvr>
                                    </p:animEffect>
                                  </p:childTnLst>
                                </p:cTn>
                              </p:par>
                            </p:childTnLst>
                          </p:cTn>
                        </p:par>
                        <p:par>
                          <p:cTn id="17" fill="hold" nodeType="afterGroup">
                            <p:stCondLst>
                              <p:cond delay="500"/>
                            </p:stCondLst>
                            <p:childTnLst>
                              <p:par>
                                <p:cTn id="18" presetID="22" presetClass="entr" presetSubtype="1" fill="hold" nodeType="afterEffect">
                                  <p:stCondLst>
                                    <p:cond delay="0"/>
                                  </p:stCondLst>
                                  <p:childTnLst>
                                    <p:set>
                                      <p:cBhvr>
                                        <p:cTn id="19" dur="1" fill="hold">
                                          <p:stCondLst>
                                            <p:cond delay="0"/>
                                          </p:stCondLst>
                                        </p:cTn>
                                        <p:tgtEl>
                                          <p:spTgt spid="843787"/>
                                        </p:tgtEl>
                                        <p:attrNameLst>
                                          <p:attrName>style.visibility</p:attrName>
                                        </p:attrNameLst>
                                      </p:cBhvr>
                                      <p:to>
                                        <p:strVal val="visible"/>
                                      </p:to>
                                    </p:set>
                                    <p:animEffect transition="in" filter="wipe(up)">
                                      <p:cBhvr>
                                        <p:cTn id="20" dur="500"/>
                                        <p:tgtEl>
                                          <p:spTgt spid="843787"/>
                                        </p:tgtEl>
                                      </p:cBhvr>
                                    </p:animEffect>
                                  </p:childTnLst>
                                </p:cTn>
                              </p:par>
                            </p:childTnLst>
                          </p:cTn>
                        </p:par>
                        <p:par>
                          <p:cTn id="21" fill="hold" nodeType="afterGroup">
                            <p:stCondLst>
                              <p:cond delay="1000"/>
                            </p:stCondLst>
                            <p:childTnLst>
                              <p:par>
                                <p:cTn id="22" presetID="22" presetClass="entr" presetSubtype="1" fill="hold" nodeType="afterEffect">
                                  <p:stCondLst>
                                    <p:cond delay="0"/>
                                  </p:stCondLst>
                                  <p:childTnLst>
                                    <p:set>
                                      <p:cBhvr>
                                        <p:cTn id="23" dur="1" fill="hold">
                                          <p:stCondLst>
                                            <p:cond delay="0"/>
                                          </p:stCondLst>
                                        </p:cTn>
                                        <p:tgtEl>
                                          <p:spTgt spid="843784"/>
                                        </p:tgtEl>
                                        <p:attrNameLst>
                                          <p:attrName>style.visibility</p:attrName>
                                        </p:attrNameLst>
                                      </p:cBhvr>
                                      <p:to>
                                        <p:strVal val="visible"/>
                                      </p:to>
                                    </p:set>
                                    <p:animEffect transition="in" filter="wipe(up)">
                                      <p:cBhvr>
                                        <p:cTn id="24" dur="500"/>
                                        <p:tgtEl>
                                          <p:spTgt spid="843784"/>
                                        </p:tgtEl>
                                      </p:cBhvr>
                                    </p:animEffect>
                                  </p:childTnLst>
                                </p:cTn>
                              </p:par>
                            </p:childTnLst>
                          </p:cTn>
                        </p:par>
                        <p:par>
                          <p:cTn id="25" fill="hold" nodeType="afterGroup">
                            <p:stCondLst>
                              <p:cond delay="1500"/>
                            </p:stCondLst>
                            <p:childTnLst>
                              <p:par>
                                <p:cTn id="26" presetID="22" presetClass="entr" presetSubtype="1" fill="hold" nodeType="afterEffect">
                                  <p:stCondLst>
                                    <p:cond delay="0"/>
                                  </p:stCondLst>
                                  <p:childTnLst>
                                    <p:set>
                                      <p:cBhvr>
                                        <p:cTn id="27" dur="1" fill="hold">
                                          <p:stCondLst>
                                            <p:cond delay="0"/>
                                          </p:stCondLst>
                                        </p:cTn>
                                        <p:tgtEl>
                                          <p:spTgt spid="843785"/>
                                        </p:tgtEl>
                                        <p:attrNameLst>
                                          <p:attrName>style.visibility</p:attrName>
                                        </p:attrNameLst>
                                      </p:cBhvr>
                                      <p:to>
                                        <p:strVal val="visible"/>
                                      </p:to>
                                    </p:set>
                                    <p:animEffect transition="in" filter="wipe(up)">
                                      <p:cBhvr>
                                        <p:cTn id="28" dur="500"/>
                                        <p:tgtEl>
                                          <p:spTgt spid="843785"/>
                                        </p:tgtEl>
                                      </p:cBhvr>
                                    </p:animEffect>
                                  </p:childTnLst>
                                </p:cTn>
                              </p:par>
                            </p:childTnLst>
                          </p:cTn>
                        </p:par>
                        <p:par>
                          <p:cTn id="29" fill="hold" nodeType="afterGroup">
                            <p:stCondLst>
                              <p:cond delay="2000"/>
                            </p:stCondLst>
                            <p:childTnLst>
                              <p:par>
                                <p:cTn id="30" presetID="22" presetClass="entr" presetSubtype="1" fill="hold" nodeType="afterEffect">
                                  <p:stCondLst>
                                    <p:cond delay="0"/>
                                  </p:stCondLst>
                                  <p:childTnLst>
                                    <p:set>
                                      <p:cBhvr>
                                        <p:cTn id="31" dur="1" fill="hold">
                                          <p:stCondLst>
                                            <p:cond delay="0"/>
                                          </p:stCondLst>
                                        </p:cTn>
                                        <p:tgtEl>
                                          <p:spTgt spid="843786"/>
                                        </p:tgtEl>
                                        <p:attrNameLst>
                                          <p:attrName>style.visibility</p:attrName>
                                        </p:attrNameLst>
                                      </p:cBhvr>
                                      <p:to>
                                        <p:strVal val="visible"/>
                                      </p:to>
                                    </p:set>
                                    <p:animEffect transition="in" filter="wipe(up)">
                                      <p:cBhvr>
                                        <p:cTn id="32" dur="500"/>
                                        <p:tgtEl>
                                          <p:spTgt spid="843786"/>
                                        </p:tgtEl>
                                      </p:cBhvr>
                                    </p:animEffect>
                                  </p:childTnLst>
                                </p:cTn>
                              </p:par>
                            </p:childTnLst>
                          </p:cTn>
                        </p:par>
                        <p:par>
                          <p:cTn id="33" fill="hold" nodeType="afterGroup">
                            <p:stCondLst>
                              <p:cond delay="2500"/>
                            </p:stCondLst>
                            <p:childTnLst>
                              <p:par>
                                <p:cTn id="34" presetID="22" presetClass="entr" presetSubtype="4" fill="hold" nodeType="afterEffect">
                                  <p:stCondLst>
                                    <p:cond delay="0"/>
                                  </p:stCondLst>
                                  <p:childTnLst>
                                    <p:set>
                                      <p:cBhvr>
                                        <p:cTn id="35" dur="1" fill="hold">
                                          <p:stCondLst>
                                            <p:cond delay="0"/>
                                          </p:stCondLst>
                                        </p:cTn>
                                        <p:tgtEl>
                                          <p:spTgt spid="843791"/>
                                        </p:tgtEl>
                                        <p:attrNameLst>
                                          <p:attrName>style.visibility</p:attrName>
                                        </p:attrNameLst>
                                      </p:cBhvr>
                                      <p:to>
                                        <p:strVal val="visible"/>
                                      </p:to>
                                    </p:set>
                                    <p:animEffect transition="in" filter="wipe(down)">
                                      <p:cBhvr>
                                        <p:cTn id="36" dur="500"/>
                                        <p:tgtEl>
                                          <p:spTgt spid="84379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843788"/>
                                        </p:tgtEl>
                                        <p:attrNameLst>
                                          <p:attrName>style.visibility</p:attrName>
                                        </p:attrNameLst>
                                      </p:cBhvr>
                                      <p:to>
                                        <p:strVal val="visible"/>
                                      </p:to>
                                    </p:set>
                                    <p:animEffect transition="in" filter="wipe(left)">
                                      <p:cBhvr>
                                        <p:cTn id="41" dur="500"/>
                                        <p:tgtEl>
                                          <p:spTgt spid="843788"/>
                                        </p:tgtEl>
                                      </p:cBhvr>
                                    </p:animEffect>
                                  </p:childTnLst>
                                </p:cTn>
                              </p:par>
                            </p:childTnLst>
                          </p:cTn>
                        </p:par>
                        <p:par>
                          <p:cTn id="42" fill="hold" nodeType="afterGroup">
                            <p:stCondLst>
                              <p:cond delay="500"/>
                            </p:stCondLst>
                            <p:childTnLst>
                              <p:par>
                                <p:cTn id="43" presetID="22" presetClass="entr" presetSubtype="8" fill="hold" nodeType="afterEffect">
                                  <p:stCondLst>
                                    <p:cond delay="0"/>
                                  </p:stCondLst>
                                  <p:childTnLst>
                                    <p:set>
                                      <p:cBhvr>
                                        <p:cTn id="44" dur="1" fill="hold">
                                          <p:stCondLst>
                                            <p:cond delay="0"/>
                                          </p:stCondLst>
                                        </p:cTn>
                                        <p:tgtEl>
                                          <p:spTgt spid="843789"/>
                                        </p:tgtEl>
                                        <p:attrNameLst>
                                          <p:attrName>style.visibility</p:attrName>
                                        </p:attrNameLst>
                                      </p:cBhvr>
                                      <p:to>
                                        <p:strVal val="visible"/>
                                      </p:to>
                                    </p:set>
                                    <p:animEffect transition="in" filter="wipe(left)">
                                      <p:cBhvr>
                                        <p:cTn id="45" dur="500"/>
                                        <p:tgtEl>
                                          <p:spTgt spid="843789"/>
                                        </p:tgtEl>
                                      </p:cBhvr>
                                    </p:animEffect>
                                  </p:childTnLst>
                                </p:cTn>
                              </p:par>
                            </p:childTnLst>
                          </p:cTn>
                        </p:par>
                        <p:par>
                          <p:cTn id="46" fill="hold" nodeType="afterGroup">
                            <p:stCondLst>
                              <p:cond delay="1000"/>
                            </p:stCondLst>
                            <p:childTnLst>
                              <p:par>
                                <p:cTn id="47" presetID="22" presetClass="entr" presetSubtype="8" fill="hold" nodeType="afterEffect">
                                  <p:stCondLst>
                                    <p:cond delay="0"/>
                                  </p:stCondLst>
                                  <p:childTnLst>
                                    <p:set>
                                      <p:cBhvr>
                                        <p:cTn id="48" dur="1" fill="hold">
                                          <p:stCondLst>
                                            <p:cond delay="0"/>
                                          </p:stCondLst>
                                        </p:cTn>
                                        <p:tgtEl>
                                          <p:spTgt spid="843790"/>
                                        </p:tgtEl>
                                        <p:attrNameLst>
                                          <p:attrName>style.visibility</p:attrName>
                                        </p:attrNameLst>
                                      </p:cBhvr>
                                      <p:to>
                                        <p:strVal val="visible"/>
                                      </p:to>
                                    </p:set>
                                    <p:animEffect transition="in" filter="wipe(left)">
                                      <p:cBhvr>
                                        <p:cTn id="49" dur="500"/>
                                        <p:tgtEl>
                                          <p:spTgt spid="843790"/>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843792"/>
                                        </p:tgtEl>
                                        <p:attrNameLst>
                                          <p:attrName>style.visibility</p:attrName>
                                        </p:attrNameLst>
                                      </p:cBhvr>
                                      <p:to>
                                        <p:strVal val="visible"/>
                                      </p:to>
                                    </p:set>
                                    <p:animEffect transition="in" filter="wipe(left)">
                                      <p:cBhvr>
                                        <p:cTn id="54" dur="2000"/>
                                        <p:tgtEl>
                                          <p:spTgt spid="843792"/>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8" fill="hold" nodeType="clickEffect">
                                  <p:stCondLst>
                                    <p:cond delay="0"/>
                                  </p:stCondLst>
                                  <p:childTnLst>
                                    <p:set>
                                      <p:cBhvr>
                                        <p:cTn id="58" dur="1" fill="hold">
                                          <p:stCondLst>
                                            <p:cond delay="0"/>
                                          </p:stCondLst>
                                        </p:cTn>
                                        <p:tgtEl>
                                          <p:spTgt spid="843793"/>
                                        </p:tgtEl>
                                        <p:attrNameLst>
                                          <p:attrName>style.visibility</p:attrName>
                                        </p:attrNameLst>
                                      </p:cBhvr>
                                      <p:to>
                                        <p:strVal val="visible"/>
                                      </p:to>
                                    </p:set>
                                    <p:animEffect transition="in" filter="wipe(left)">
                                      <p:cBhvr>
                                        <p:cTn id="59" dur="2000"/>
                                        <p:tgtEl>
                                          <p:spTgt spid="843793"/>
                                        </p:tgtEl>
                                      </p:cBhvr>
                                    </p:animEffect>
                                  </p:childTnLst>
                                </p:cTn>
                              </p:par>
                            </p:childTnLst>
                          </p:cTn>
                        </p:par>
                        <p:par>
                          <p:cTn id="60" fill="hold" nodeType="afterGroup">
                            <p:stCondLst>
                              <p:cond delay="2000"/>
                            </p:stCondLst>
                            <p:childTnLst>
                              <p:par>
                                <p:cTn id="61" presetID="22" presetClass="entr" presetSubtype="8" fill="hold" nodeType="afterEffect">
                                  <p:stCondLst>
                                    <p:cond delay="0"/>
                                  </p:stCondLst>
                                  <p:childTnLst>
                                    <p:set>
                                      <p:cBhvr>
                                        <p:cTn id="62" dur="1" fill="hold">
                                          <p:stCondLst>
                                            <p:cond delay="0"/>
                                          </p:stCondLst>
                                        </p:cTn>
                                        <p:tgtEl>
                                          <p:spTgt spid="843803"/>
                                        </p:tgtEl>
                                        <p:attrNameLst>
                                          <p:attrName>style.visibility</p:attrName>
                                        </p:attrNameLst>
                                      </p:cBhvr>
                                      <p:to>
                                        <p:strVal val="visible"/>
                                      </p:to>
                                    </p:set>
                                    <p:animEffect transition="in" filter="wipe(left)">
                                      <p:cBhvr>
                                        <p:cTn id="63" dur="2000"/>
                                        <p:tgtEl>
                                          <p:spTgt spid="843803"/>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2" fill="hold" nodeType="clickEffect">
                                  <p:stCondLst>
                                    <p:cond delay="0"/>
                                  </p:stCondLst>
                                  <p:childTnLst>
                                    <p:set>
                                      <p:cBhvr>
                                        <p:cTn id="67" dur="1" fill="hold">
                                          <p:stCondLst>
                                            <p:cond delay="0"/>
                                          </p:stCondLst>
                                        </p:cTn>
                                        <p:tgtEl>
                                          <p:spTgt spid="3"/>
                                        </p:tgtEl>
                                        <p:attrNameLst>
                                          <p:attrName>style.visibility</p:attrName>
                                        </p:attrNameLst>
                                      </p:cBhvr>
                                      <p:to>
                                        <p:strVal val="visible"/>
                                      </p:to>
                                    </p:set>
                                    <p:animEffect transition="in" filter="wipe(right)">
                                      <p:cBhvr>
                                        <p:cTn id="68" dur="500"/>
                                        <p:tgtEl>
                                          <p:spTgt spid="3"/>
                                        </p:tgtEl>
                                      </p:cBhvr>
                                    </p:animEffect>
                                  </p:childTnLst>
                                </p:cTn>
                              </p:par>
                            </p:childTnLst>
                          </p:cTn>
                        </p:par>
                        <p:par>
                          <p:cTn id="69" fill="hold" nodeType="afterGroup">
                            <p:stCondLst>
                              <p:cond delay="500"/>
                            </p:stCondLst>
                            <p:childTnLst>
                              <p:par>
                                <p:cTn id="70" presetID="22" presetClass="entr" presetSubtype="2" fill="hold" nodeType="afterEffect">
                                  <p:stCondLst>
                                    <p:cond delay="0"/>
                                  </p:stCondLst>
                                  <p:childTnLst>
                                    <p:set>
                                      <p:cBhvr>
                                        <p:cTn id="71" dur="1" fill="hold">
                                          <p:stCondLst>
                                            <p:cond delay="0"/>
                                          </p:stCondLst>
                                        </p:cTn>
                                        <p:tgtEl>
                                          <p:spTgt spid="843801"/>
                                        </p:tgtEl>
                                        <p:attrNameLst>
                                          <p:attrName>style.visibility</p:attrName>
                                        </p:attrNameLst>
                                      </p:cBhvr>
                                      <p:to>
                                        <p:strVal val="visible"/>
                                      </p:to>
                                    </p:set>
                                    <p:animEffect transition="in" filter="wipe(right)">
                                      <p:cBhvr>
                                        <p:cTn id="72" dur="500"/>
                                        <p:tgtEl>
                                          <p:spTgt spid="843801"/>
                                        </p:tgtEl>
                                      </p:cBhvr>
                                    </p:animEffect>
                                  </p:childTnLst>
                                </p:cTn>
                              </p:par>
                            </p:childTnLst>
                          </p:cTn>
                        </p:par>
                        <p:par>
                          <p:cTn id="73" fill="hold" nodeType="afterGroup">
                            <p:stCondLst>
                              <p:cond delay="1000"/>
                            </p:stCondLst>
                            <p:childTnLst>
                              <p:par>
                                <p:cTn id="74" presetID="22" presetClass="entr" presetSubtype="2" fill="hold" nodeType="afterEffect">
                                  <p:stCondLst>
                                    <p:cond delay="0"/>
                                  </p:stCondLst>
                                  <p:childTnLst>
                                    <p:set>
                                      <p:cBhvr>
                                        <p:cTn id="75" dur="1" fill="hold">
                                          <p:stCondLst>
                                            <p:cond delay="0"/>
                                          </p:stCondLst>
                                        </p:cTn>
                                        <p:tgtEl>
                                          <p:spTgt spid="843802"/>
                                        </p:tgtEl>
                                        <p:attrNameLst>
                                          <p:attrName>style.visibility</p:attrName>
                                        </p:attrNameLst>
                                      </p:cBhvr>
                                      <p:to>
                                        <p:strVal val="visible"/>
                                      </p:to>
                                    </p:set>
                                    <p:animEffect transition="in" filter="wipe(right)">
                                      <p:cBhvr>
                                        <p:cTn id="76" dur="500"/>
                                        <p:tgtEl>
                                          <p:spTgt spid="843802"/>
                                        </p:tgtEl>
                                      </p:cBhvr>
                                    </p:animEffect>
                                  </p:childTnLst>
                                </p:cTn>
                              </p:par>
                            </p:childTnLst>
                          </p:cTn>
                        </p:par>
                        <p:par>
                          <p:cTn id="77" fill="hold" nodeType="afterGroup">
                            <p:stCondLst>
                              <p:cond delay="1500"/>
                            </p:stCondLst>
                            <p:childTnLst>
                              <p:par>
                                <p:cTn id="78" presetID="22" presetClass="entr" presetSubtype="4" fill="hold" nodeType="afterEffect">
                                  <p:stCondLst>
                                    <p:cond delay="0"/>
                                  </p:stCondLst>
                                  <p:childTnLst>
                                    <p:set>
                                      <p:cBhvr>
                                        <p:cTn id="79" dur="1" fill="hold">
                                          <p:stCondLst>
                                            <p:cond delay="0"/>
                                          </p:stCondLst>
                                        </p:cTn>
                                        <p:tgtEl>
                                          <p:spTgt spid="843800"/>
                                        </p:tgtEl>
                                        <p:attrNameLst>
                                          <p:attrName>style.visibility</p:attrName>
                                        </p:attrNameLst>
                                      </p:cBhvr>
                                      <p:to>
                                        <p:strVal val="visible"/>
                                      </p:to>
                                    </p:set>
                                    <p:animEffect transition="in" filter="wipe(down)">
                                      <p:cBhvr>
                                        <p:cTn id="80" dur="500"/>
                                        <p:tgtEl>
                                          <p:spTgt spid="843800"/>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843807"/>
                                        </p:tgtEl>
                                        <p:attrNameLst>
                                          <p:attrName>style.visibility</p:attrName>
                                        </p:attrNameLst>
                                      </p:cBhvr>
                                      <p:to>
                                        <p:strVal val="visible"/>
                                      </p:to>
                                    </p:set>
                                    <p:animEffect transition="in" filter="wipe(left)">
                                      <p:cBhvr>
                                        <p:cTn id="85" dur="500"/>
                                        <p:tgtEl>
                                          <p:spTgt spid="843807"/>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843804"/>
                                        </p:tgtEl>
                                        <p:attrNameLst>
                                          <p:attrName>style.visibility</p:attrName>
                                        </p:attrNameLst>
                                      </p:cBhvr>
                                      <p:to>
                                        <p:strVal val="visible"/>
                                      </p:to>
                                    </p:set>
                                    <p:animEffect transition="in" filter="wipe(left)">
                                      <p:cBhvr>
                                        <p:cTn id="90" dur="2000"/>
                                        <p:tgtEl>
                                          <p:spTgt spid="843804"/>
                                        </p:tgtEl>
                                      </p:cBhvr>
                                    </p:animEffect>
                                  </p:childTnLst>
                                </p:cTn>
                              </p:par>
                            </p:childTnLst>
                          </p:cTn>
                        </p:par>
                      </p:childTnLst>
                    </p:cTn>
                  </p:par>
                  <p:par>
                    <p:cTn id="91" fill="hold" nodeType="clickPar">
                      <p:stCondLst>
                        <p:cond delay="indefinite"/>
                      </p:stCondLst>
                      <p:childTnLst>
                        <p:par>
                          <p:cTn id="92" fill="hold" nodeType="withGroup">
                            <p:stCondLst>
                              <p:cond delay="0"/>
                            </p:stCondLst>
                            <p:childTnLst>
                              <p:par>
                                <p:cTn id="93" presetID="22" presetClass="entr" presetSubtype="8" fill="hold" nodeType="clickEffect">
                                  <p:stCondLst>
                                    <p:cond delay="0"/>
                                  </p:stCondLst>
                                  <p:childTnLst>
                                    <p:set>
                                      <p:cBhvr>
                                        <p:cTn id="94" dur="1" fill="hold">
                                          <p:stCondLst>
                                            <p:cond delay="0"/>
                                          </p:stCondLst>
                                        </p:cTn>
                                        <p:tgtEl>
                                          <p:spTgt spid="843806"/>
                                        </p:tgtEl>
                                        <p:attrNameLst>
                                          <p:attrName>style.visibility</p:attrName>
                                        </p:attrNameLst>
                                      </p:cBhvr>
                                      <p:to>
                                        <p:strVal val="visible"/>
                                      </p:to>
                                    </p:set>
                                    <p:animEffect transition="in" filter="wipe(left)">
                                      <p:cBhvr>
                                        <p:cTn id="95" dur="500"/>
                                        <p:tgtEl>
                                          <p:spTgt spid="843806"/>
                                        </p:tgtEl>
                                      </p:cBhvr>
                                    </p:animEffect>
                                  </p:childTnLst>
                                </p:cTn>
                              </p:par>
                            </p:childTnLst>
                          </p:cTn>
                        </p:par>
                      </p:childTnLst>
                    </p:cTn>
                  </p:par>
                  <p:par>
                    <p:cTn id="96" fill="hold" nodeType="clickPar">
                      <p:stCondLst>
                        <p:cond delay="indefinite"/>
                      </p:stCondLst>
                      <p:childTnLst>
                        <p:par>
                          <p:cTn id="97" fill="hold" nodeType="withGroup">
                            <p:stCondLst>
                              <p:cond delay="0"/>
                            </p:stCondLst>
                            <p:childTnLst>
                              <p:par>
                                <p:cTn id="98" presetID="22" presetClass="entr" presetSubtype="8" fill="hold" nodeType="clickEffect">
                                  <p:stCondLst>
                                    <p:cond delay="0"/>
                                  </p:stCondLst>
                                  <p:childTnLst>
                                    <p:set>
                                      <p:cBhvr>
                                        <p:cTn id="99" dur="1" fill="hold">
                                          <p:stCondLst>
                                            <p:cond delay="0"/>
                                          </p:stCondLst>
                                        </p:cTn>
                                        <p:tgtEl>
                                          <p:spTgt spid="843809"/>
                                        </p:tgtEl>
                                        <p:attrNameLst>
                                          <p:attrName>style.visibility</p:attrName>
                                        </p:attrNameLst>
                                      </p:cBhvr>
                                      <p:to>
                                        <p:strVal val="visible"/>
                                      </p:to>
                                    </p:set>
                                    <p:animEffect transition="in" filter="wipe(left)">
                                      <p:cBhvr>
                                        <p:cTn id="100" dur="2000"/>
                                        <p:tgtEl>
                                          <p:spTgt spid="843809"/>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2" presetClass="entr" presetSubtype="8" fill="hold" nodeType="clickEffect">
                                  <p:stCondLst>
                                    <p:cond delay="0"/>
                                  </p:stCondLst>
                                  <p:childTnLst>
                                    <p:set>
                                      <p:cBhvr>
                                        <p:cTn id="104" dur="1" fill="hold">
                                          <p:stCondLst>
                                            <p:cond delay="0"/>
                                          </p:stCondLst>
                                        </p:cTn>
                                        <p:tgtEl>
                                          <p:spTgt spid="843808"/>
                                        </p:tgtEl>
                                        <p:attrNameLst>
                                          <p:attrName>style.visibility</p:attrName>
                                        </p:attrNameLst>
                                      </p:cBhvr>
                                      <p:to>
                                        <p:strVal val="visible"/>
                                      </p:to>
                                    </p:set>
                                    <p:animEffect transition="in" filter="wipe(left)">
                                      <p:cBhvr>
                                        <p:cTn id="105" dur="2000"/>
                                        <p:tgtEl>
                                          <p:spTgt spid="843808"/>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843810"/>
                                        </p:tgtEl>
                                        <p:attrNameLst>
                                          <p:attrName>style.visibility</p:attrName>
                                        </p:attrNameLst>
                                      </p:cBhvr>
                                      <p:to>
                                        <p:strVal val="visible"/>
                                      </p:to>
                                    </p:set>
                                    <p:animEffect transition="in" filter="wipe(left)">
                                      <p:cBhvr>
                                        <p:cTn id="110" dur="2000"/>
                                        <p:tgtEl>
                                          <p:spTgt spid="843810"/>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843811"/>
                                        </p:tgtEl>
                                        <p:attrNameLst>
                                          <p:attrName>style.visibility</p:attrName>
                                        </p:attrNameLst>
                                      </p:cBhvr>
                                      <p:to>
                                        <p:strVal val="visible"/>
                                      </p:to>
                                    </p:set>
                                    <p:animEffect transition="in" filter="wipe(left)">
                                      <p:cBhvr>
                                        <p:cTn id="115" dur="2000"/>
                                        <p:tgtEl>
                                          <p:spTgt spid="843811"/>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22" presetClass="entr" presetSubtype="8" fill="hold" nodeType="clickEffect">
                                  <p:stCondLst>
                                    <p:cond delay="0"/>
                                  </p:stCondLst>
                                  <p:childTnLst>
                                    <p:set>
                                      <p:cBhvr>
                                        <p:cTn id="119" dur="1" fill="hold">
                                          <p:stCondLst>
                                            <p:cond delay="0"/>
                                          </p:stCondLst>
                                        </p:cTn>
                                        <p:tgtEl>
                                          <p:spTgt spid="843812"/>
                                        </p:tgtEl>
                                        <p:attrNameLst>
                                          <p:attrName>style.visibility</p:attrName>
                                        </p:attrNameLst>
                                      </p:cBhvr>
                                      <p:to>
                                        <p:strVal val="visible"/>
                                      </p:to>
                                    </p:set>
                                    <p:animEffect transition="in" filter="wipe(left)">
                                      <p:cBhvr>
                                        <p:cTn id="120" dur="2000"/>
                                        <p:tgtEl>
                                          <p:spTgt spid="843812"/>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2" presetClass="entr" presetSubtype="8" fill="hold" nodeType="clickEffect">
                                  <p:stCondLst>
                                    <p:cond delay="0"/>
                                  </p:stCondLst>
                                  <p:childTnLst>
                                    <p:set>
                                      <p:cBhvr>
                                        <p:cTn id="124" dur="1" fill="hold">
                                          <p:stCondLst>
                                            <p:cond delay="0"/>
                                          </p:stCondLst>
                                        </p:cTn>
                                        <p:tgtEl>
                                          <p:spTgt spid="843813"/>
                                        </p:tgtEl>
                                        <p:attrNameLst>
                                          <p:attrName>style.visibility</p:attrName>
                                        </p:attrNameLst>
                                      </p:cBhvr>
                                      <p:to>
                                        <p:strVal val="visible"/>
                                      </p:to>
                                    </p:set>
                                    <p:animEffect transition="in" filter="wipe(left)">
                                      <p:cBhvr>
                                        <p:cTn id="125" dur="2000"/>
                                        <p:tgtEl>
                                          <p:spTgt spid="843813"/>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22" presetClass="entr" presetSubtype="8" fill="hold" nodeType="clickEffect">
                                  <p:stCondLst>
                                    <p:cond delay="0"/>
                                  </p:stCondLst>
                                  <p:childTnLst>
                                    <p:set>
                                      <p:cBhvr>
                                        <p:cTn id="129" dur="1" fill="hold">
                                          <p:stCondLst>
                                            <p:cond delay="0"/>
                                          </p:stCondLst>
                                        </p:cTn>
                                        <p:tgtEl>
                                          <p:spTgt spid="843814"/>
                                        </p:tgtEl>
                                        <p:attrNameLst>
                                          <p:attrName>style.visibility</p:attrName>
                                        </p:attrNameLst>
                                      </p:cBhvr>
                                      <p:to>
                                        <p:strVal val="visible"/>
                                      </p:to>
                                    </p:set>
                                    <p:animEffect transition="in" filter="wipe(left)">
                                      <p:cBhvr>
                                        <p:cTn id="130" dur="2000"/>
                                        <p:tgtEl>
                                          <p:spTgt spid="843814"/>
                                        </p:tgtEl>
                                      </p:cBhvr>
                                    </p:animEffect>
                                  </p:childTnLst>
                                </p:cTn>
                              </p:par>
                            </p:childTnLst>
                          </p:cTn>
                        </p:par>
                        <p:par>
                          <p:cTn id="131" fill="hold" nodeType="afterGroup">
                            <p:stCondLst>
                              <p:cond delay="2000"/>
                            </p:stCondLst>
                            <p:childTnLst>
                              <p:par>
                                <p:cTn id="132" presetID="22" presetClass="entr" presetSubtype="8" fill="hold" nodeType="afterEffect">
                                  <p:stCondLst>
                                    <p:cond delay="0"/>
                                  </p:stCondLst>
                                  <p:childTnLst>
                                    <p:set>
                                      <p:cBhvr>
                                        <p:cTn id="133" dur="1" fill="hold">
                                          <p:stCondLst>
                                            <p:cond delay="0"/>
                                          </p:stCondLst>
                                        </p:cTn>
                                        <p:tgtEl>
                                          <p:spTgt spid="843819"/>
                                        </p:tgtEl>
                                        <p:attrNameLst>
                                          <p:attrName>style.visibility</p:attrName>
                                        </p:attrNameLst>
                                      </p:cBhvr>
                                      <p:to>
                                        <p:strVal val="visible"/>
                                      </p:to>
                                    </p:set>
                                    <p:animEffect transition="in" filter="wipe(left)">
                                      <p:cBhvr>
                                        <p:cTn id="134" dur="500"/>
                                        <p:tgtEl>
                                          <p:spTgt spid="843819"/>
                                        </p:tgtEl>
                                      </p:cBhvr>
                                    </p:animEffec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22" presetClass="entr" presetSubtype="8" fill="hold" nodeType="clickEffect">
                                  <p:stCondLst>
                                    <p:cond delay="0"/>
                                  </p:stCondLst>
                                  <p:childTnLst>
                                    <p:set>
                                      <p:cBhvr>
                                        <p:cTn id="138" dur="1" fill="hold">
                                          <p:stCondLst>
                                            <p:cond delay="0"/>
                                          </p:stCondLst>
                                        </p:cTn>
                                        <p:tgtEl>
                                          <p:spTgt spid="843815"/>
                                        </p:tgtEl>
                                        <p:attrNameLst>
                                          <p:attrName>style.visibility</p:attrName>
                                        </p:attrNameLst>
                                      </p:cBhvr>
                                      <p:to>
                                        <p:strVal val="visible"/>
                                      </p:to>
                                    </p:set>
                                    <p:animEffect transition="in" filter="wipe(left)">
                                      <p:cBhvr>
                                        <p:cTn id="139" dur="2000"/>
                                        <p:tgtEl>
                                          <p:spTgt spid="843815"/>
                                        </p:tgtEl>
                                      </p:cBhvr>
                                    </p:animEffect>
                                  </p:childTnLst>
                                </p:cTn>
                              </p:par>
                            </p:childTnLst>
                          </p:cTn>
                        </p:par>
                      </p:childTnLst>
                    </p:cTn>
                  </p:par>
                  <p:par>
                    <p:cTn id="140" fill="hold" nodeType="clickPar">
                      <p:stCondLst>
                        <p:cond delay="indefinite"/>
                      </p:stCondLst>
                      <p:childTnLst>
                        <p:par>
                          <p:cTn id="141" fill="hold" nodeType="withGroup">
                            <p:stCondLst>
                              <p:cond delay="0"/>
                            </p:stCondLst>
                            <p:childTnLst>
                              <p:par>
                                <p:cTn id="142" presetID="22" presetClass="entr" presetSubtype="8" fill="hold" nodeType="clickEffect">
                                  <p:stCondLst>
                                    <p:cond delay="0"/>
                                  </p:stCondLst>
                                  <p:childTnLst>
                                    <p:set>
                                      <p:cBhvr>
                                        <p:cTn id="143" dur="1" fill="hold">
                                          <p:stCondLst>
                                            <p:cond delay="0"/>
                                          </p:stCondLst>
                                        </p:cTn>
                                        <p:tgtEl>
                                          <p:spTgt spid="843816"/>
                                        </p:tgtEl>
                                        <p:attrNameLst>
                                          <p:attrName>style.visibility</p:attrName>
                                        </p:attrNameLst>
                                      </p:cBhvr>
                                      <p:to>
                                        <p:strVal val="visible"/>
                                      </p:to>
                                    </p:set>
                                    <p:animEffect transition="in" filter="wipe(left)">
                                      <p:cBhvr>
                                        <p:cTn id="144" dur="2000"/>
                                        <p:tgtEl>
                                          <p:spTgt spid="843816"/>
                                        </p:tgtEl>
                                      </p:cBhvr>
                                    </p:animEffec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22" presetClass="entr" presetSubtype="8" fill="hold" nodeType="clickEffect">
                                  <p:stCondLst>
                                    <p:cond delay="0"/>
                                  </p:stCondLst>
                                  <p:childTnLst>
                                    <p:set>
                                      <p:cBhvr>
                                        <p:cTn id="148" dur="1" fill="hold">
                                          <p:stCondLst>
                                            <p:cond delay="0"/>
                                          </p:stCondLst>
                                        </p:cTn>
                                        <p:tgtEl>
                                          <p:spTgt spid="843817"/>
                                        </p:tgtEl>
                                        <p:attrNameLst>
                                          <p:attrName>style.visibility</p:attrName>
                                        </p:attrNameLst>
                                      </p:cBhvr>
                                      <p:to>
                                        <p:strVal val="visible"/>
                                      </p:to>
                                    </p:set>
                                    <p:animEffect transition="in" filter="wipe(left)">
                                      <p:cBhvr>
                                        <p:cTn id="149" dur="2000"/>
                                        <p:tgtEl>
                                          <p:spTgt spid="843817"/>
                                        </p:tgtEl>
                                      </p:cBhvr>
                                    </p:animEffect>
                                  </p:childTnLst>
                                </p:cTn>
                              </p:par>
                            </p:childTnLst>
                          </p:cTn>
                        </p:par>
                      </p:childTnLst>
                    </p:cTn>
                  </p:par>
                  <p:par>
                    <p:cTn id="150" fill="hold" nodeType="clickPar">
                      <p:stCondLst>
                        <p:cond delay="indefinite"/>
                      </p:stCondLst>
                      <p:childTnLst>
                        <p:par>
                          <p:cTn id="151" fill="hold" nodeType="withGroup">
                            <p:stCondLst>
                              <p:cond delay="0"/>
                            </p:stCondLst>
                            <p:childTnLst>
                              <p:par>
                                <p:cTn id="152" presetID="22" presetClass="entr" presetSubtype="8" fill="hold" nodeType="clickEffect">
                                  <p:stCondLst>
                                    <p:cond delay="0"/>
                                  </p:stCondLst>
                                  <p:childTnLst>
                                    <p:set>
                                      <p:cBhvr>
                                        <p:cTn id="153" dur="1" fill="hold">
                                          <p:stCondLst>
                                            <p:cond delay="0"/>
                                          </p:stCondLst>
                                        </p:cTn>
                                        <p:tgtEl>
                                          <p:spTgt spid="843818"/>
                                        </p:tgtEl>
                                        <p:attrNameLst>
                                          <p:attrName>style.visibility</p:attrName>
                                        </p:attrNameLst>
                                      </p:cBhvr>
                                      <p:to>
                                        <p:strVal val="visible"/>
                                      </p:to>
                                    </p:set>
                                    <p:animEffect transition="in" filter="wipe(left)">
                                      <p:cBhvr>
                                        <p:cTn id="154" dur="1000"/>
                                        <p:tgtEl>
                                          <p:spTgt spid="843818"/>
                                        </p:tgtEl>
                                      </p:cBhvr>
                                    </p:animEffect>
                                  </p:childTnLst>
                                </p:cTn>
                              </p:par>
                            </p:childTnLst>
                          </p:cTn>
                        </p:par>
                      </p:childTnLst>
                    </p:cTn>
                  </p:par>
                  <p:par>
                    <p:cTn id="155" fill="hold" nodeType="clickPar">
                      <p:stCondLst>
                        <p:cond delay="indefinite"/>
                      </p:stCondLst>
                      <p:childTnLst>
                        <p:par>
                          <p:cTn id="156" fill="hold" nodeType="withGroup">
                            <p:stCondLst>
                              <p:cond delay="0"/>
                            </p:stCondLst>
                            <p:childTnLst>
                              <p:par>
                                <p:cTn id="157" presetID="2" presetClass="entr" presetSubtype="2" fill="hold" nodeType="clickEffect">
                                  <p:stCondLst>
                                    <p:cond delay="0"/>
                                  </p:stCondLst>
                                  <p:childTnLst>
                                    <p:set>
                                      <p:cBhvr>
                                        <p:cTn id="158" dur="1" fill="hold">
                                          <p:stCondLst>
                                            <p:cond delay="0"/>
                                          </p:stCondLst>
                                        </p:cTn>
                                        <p:tgtEl>
                                          <p:spTgt spid="843820"/>
                                        </p:tgtEl>
                                        <p:attrNameLst>
                                          <p:attrName>style.visibility</p:attrName>
                                        </p:attrNameLst>
                                      </p:cBhvr>
                                      <p:to>
                                        <p:strVal val="visible"/>
                                      </p:to>
                                    </p:set>
                                    <p:anim calcmode="lin" valueType="num">
                                      <p:cBhvr additive="base">
                                        <p:cTn id="159" dur="500" fill="hold"/>
                                        <p:tgtEl>
                                          <p:spTgt spid="843820"/>
                                        </p:tgtEl>
                                        <p:attrNameLst>
                                          <p:attrName>ppt_x</p:attrName>
                                        </p:attrNameLst>
                                      </p:cBhvr>
                                      <p:tavLst>
                                        <p:tav tm="0">
                                          <p:val>
                                            <p:strVal val="1+#ppt_w/2"/>
                                          </p:val>
                                        </p:tav>
                                        <p:tav tm="100000">
                                          <p:val>
                                            <p:strVal val="#ppt_x"/>
                                          </p:val>
                                        </p:tav>
                                      </p:tavLst>
                                    </p:anim>
                                    <p:anim calcmode="lin" valueType="num">
                                      <p:cBhvr additive="base">
                                        <p:cTn id="160" dur="500" fill="hold"/>
                                        <p:tgtEl>
                                          <p:spTgt spid="8438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3778" grpId="0"/>
      <p:bldP spid="843786" grpId="0" animBg="1"/>
      <p:bldP spid="843788" grpId="0"/>
      <p:bldP spid="843790" grpId="0"/>
      <p:bldP spid="843791" grpId="0"/>
      <p:bldP spid="843792" grpId="0"/>
      <p:bldP spid="843793" grpId="0"/>
      <p:bldP spid="843800" grpId="0"/>
      <p:bldP spid="843802" grpId="0"/>
      <p:bldP spid="843803" grpId="0"/>
      <p:bldP spid="843804" grpId="0"/>
      <p:bldP spid="843805" grpId="0"/>
      <p:bldP spid="843806" grpId="0"/>
      <p:bldP spid="843807" grpId="0"/>
      <p:bldP spid="843808" grpId="0"/>
      <p:bldP spid="843809" grpId="0"/>
      <p:bldP spid="843810" grpId="0"/>
      <p:bldP spid="843811" grpId="0"/>
      <p:bldP spid="843812" grpId="0"/>
      <p:bldP spid="84381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86" name="Rectangle 14">
            <a:extLst>
              <a:ext uri="{FF2B5EF4-FFF2-40B4-BE49-F238E27FC236}">
                <a16:creationId xmlns:a16="http://schemas.microsoft.com/office/drawing/2014/main" id="{0D0C0252-49AD-3884-A75E-8E61155986BE}"/>
              </a:ext>
            </a:extLst>
          </p:cNvPr>
          <p:cNvSpPr>
            <a:spLocks noChangeArrowheads="1"/>
          </p:cNvSpPr>
          <p:nvPr/>
        </p:nvSpPr>
        <p:spPr bwMode="auto">
          <a:xfrm>
            <a:off x="5845175" y="1724025"/>
            <a:ext cx="2892425" cy="2403475"/>
          </a:xfrm>
          <a:prstGeom prst="rect">
            <a:avLst/>
          </a:prstGeom>
          <a:solidFill>
            <a:srgbClr val="0000CA">
              <a:alpha val="0"/>
            </a:srgbClr>
          </a:solidFill>
          <a:ln w="9525" algn="ctr">
            <a:solidFill>
              <a:srgbClr val="00CCFF">
                <a:alpha val="80000"/>
              </a:srgbClr>
            </a:solidFill>
            <a:miter lim="800000"/>
            <a:headEnd/>
            <a:tailEnd/>
          </a:ln>
          <a:effectLst>
            <a:outerShdw dist="35921" dir="2700000" algn="ctr" rotWithShape="0">
              <a:srgbClr val="0099CC">
                <a:alpha val="20000"/>
              </a:srgbClr>
            </a:outerShdw>
          </a:effectLst>
        </p:spPr>
        <p:txBody>
          <a:bodyPr anchor="ctr"/>
          <a:lstStyle/>
          <a:p>
            <a:pPr>
              <a:defRPr/>
            </a:pPr>
            <a:endParaRPr lang="zh-CN" altLang="en-GB" sz="4000">
              <a:solidFill>
                <a:srgbClr val="0000CA"/>
              </a:solidFill>
              <a:effectDag name="">
                <a:cont type="tree" name="">
                  <a:effect ref="fillLine"/>
                  <a:outerShdw dist="38100" dir="13500000" algn="br">
                    <a:srgbClr val="5555FE"/>
                  </a:outerShdw>
                </a:cont>
                <a:cont type="tree" name="">
                  <a:effect ref="fillLine"/>
                  <a:outerShdw dist="38100" dir="2700000" algn="tl">
                    <a:srgbClr val="000079"/>
                  </a:outerShdw>
                </a:cont>
                <a:effect ref="fillLine"/>
              </a:effectDag>
              <a:latin typeface="Times New Roman" panose="02020603050405020304" pitchFamily="18" charset="0"/>
              <a:ea typeface="楷体_GB2312" pitchFamily="49" charset="-122"/>
            </a:endParaRPr>
          </a:p>
          <a:p>
            <a:pPr>
              <a:defRPr/>
            </a:pPr>
            <a:endParaRPr lang="zh-CN" altLang="en-GB" sz="4000">
              <a:solidFill>
                <a:srgbClr val="0000CA"/>
              </a:solidFill>
              <a:effectDag name="">
                <a:cont type="tree" name="">
                  <a:effect ref="fillLine"/>
                  <a:outerShdw dist="38100" dir="13500000" algn="br">
                    <a:srgbClr val="5555FE"/>
                  </a:outerShdw>
                </a:cont>
                <a:cont type="tree" name="">
                  <a:effect ref="fillLine"/>
                  <a:outerShdw dist="38100" dir="2700000" algn="tl">
                    <a:srgbClr val="000079"/>
                  </a:outerShdw>
                </a:cont>
                <a:effect ref="fillLine"/>
              </a:effectDag>
              <a:latin typeface="Times New Roman" panose="02020603050405020304" pitchFamily="18" charset="0"/>
              <a:ea typeface="楷体_GB2312" pitchFamily="49" charset="-122"/>
            </a:endParaRPr>
          </a:p>
          <a:p>
            <a:pPr>
              <a:defRPr/>
            </a:pPr>
            <a:endParaRPr lang="zh-CN" altLang="en-GB" sz="4000">
              <a:solidFill>
                <a:srgbClr val="0000CA"/>
              </a:solidFill>
              <a:effectDag name="">
                <a:cont type="tree" name="">
                  <a:effect ref="fillLine"/>
                  <a:outerShdw dist="38100" dir="13500000" algn="br">
                    <a:srgbClr val="5555FE"/>
                  </a:outerShdw>
                </a:cont>
                <a:cont type="tree" name="">
                  <a:effect ref="fillLine"/>
                  <a:outerShdw dist="38100" dir="2700000" algn="tl">
                    <a:srgbClr val="000079"/>
                  </a:outerShdw>
                </a:cont>
                <a:effect ref="fillLine"/>
              </a:effectDag>
              <a:latin typeface="Times New Roman" panose="02020603050405020304" pitchFamily="18" charset="0"/>
              <a:ea typeface="楷体_GB2312" pitchFamily="49" charset="-122"/>
            </a:endParaRPr>
          </a:p>
          <a:p>
            <a:pPr>
              <a:defRPr/>
            </a:pPr>
            <a:r>
              <a:rPr lang="en-US" altLang="zh-CN" sz="4000">
                <a:solidFill>
                  <a:srgbClr val="0000CA"/>
                </a:solidFill>
                <a:effectDag name="">
                  <a:cont type="tree" name="">
                    <a:effect ref="fillLine"/>
                    <a:outerShdw dist="38100" dir="13500000" algn="br">
                      <a:srgbClr val="5555FE"/>
                    </a:outerShdw>
                  </a:cont>
                  <a:cont type="tree" name="">
                    <a:effect ref="fillLine"/>
                    <a:outerShdw dist="38100" dir="2700000" algn="tl">
                      <a:srgbClr val="000079"/>
                    </a:outerShdw>
                  </a:cont>
                  <a:effect ref="fillLine"/>
                </a:effectDag>
                <a:latin typeface="Times New Roman" panose="02020603050405020304" pitchFamily="18" charset="0"/>
                <a:ea typeface="楷体_GB2312" pitchFamily="49" charset="-122"/>
              </a:rPr>
              <a:t> </a:t>
            </a:r>
          </a:p>
        </p:txBody>
      </p:sp>
      <p:sp>
        <p:nvSpPr>
          <p:cNvPr id="23555" name="Rectangle 4">
            <a:extLst>
              <a:ext uri="{FF2B5EF4-FFF2-40B4-BE49-F238E27FC236}">
                <a16:creationId xmlns:a16="http://schemas.microsoft.com/office/drawing/2014/main" id="{D4DC9E18-75C7-0C20-4D95-9500507B78AB}"/>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412677" name="Text Box 5">
            <a:extLst>
              <a:ext uri="{FF2B5EF4-FFF2-40B4-BE49-F238E27FC236}">
                <a16:creationId xmlns:a16="http://schemas.microsoft.com/office/drawing/2014/main" id="{CCF24EEE-9E9E-68BD-D7B2-A0C5F73A0931}"/>
              </a:ext>
            </a:extLst>
          </p:cNvPr>
          <p:cNvSpPr txBox="1">
            <a:spLocks noChangeArrowheads="1"/>
          </p:cNvSpPr>
          <p:nvPr/>
        </p:nvSpPr>
        <p:spPr bwMode="auto">
          <a:xfrm>
            <a:off x="635000" y="2157413"/>
            <a:ext cx="5168900" cy="1354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5000"/>
              </a:lnSpc>
            </a:pPr>
            <a:r>
              <a:rPr lang="zh-CN" altLang="en-US"/>
              <a:t>设子弹与细棒以初速</a:t>
            </a:r>
            <a:r>
              <a:rPr lang="en-US" altLang="zh-CN" i="1">
                <a:solidFill>
                  <a:srgbClr val="FFCC00"/>
                </a:solidFill>
                <a:latin typeface="Bookman Old Style" panose="02050604050505020204" pitchFamily="18" charset="0"/>
              </a:rPr>
              <a:t>v</a:t>
            </a:r>
            <a:r>
              <a:rPr lang="en-US" altLang="zh-CN" baseline="-25000">
                <a:solidFill>
                  <a:srgbClr val="FFCC00"/>
                </a:solidFill>
              </a:rPr>
              <a:t>0</a:t>
            </a:r>
            <a:r>
              <a:rPr lang="zh-CN" altLang="en-US"/>
              <a:t>接触相碰时为起始状态，子弹以速度</a:t>
            </a:r>
            <a:r>
              <a:rPr lang="en-US" altLang="zh-CN" i="1">
                <a:solidFill>
                  <a:srgbClr val="FFCC00"/>
                </a:solidFill>
                <a:latin typeface="Bookman Old Style" panose="02050604050505020204" pitchFamily="18" charset="0"/>
              </a:rPr>
              <a:t>v</a:t>
            </a:r>
            <a:r>
              <a:rPr lang="en-US" altLang="zh-CN" baseline="-25000">
                <a:solidFill>
                  <a:srgbClr val="FFCC00"/>
                </a:solidFill>
              </a:rPr>
              <a:t>0</a:t>
            </a:r>
            <a:r>
              <a:rPr lang="en-US" altLang="zh-CN">
                <a:solidFill>
                  <a:srgbClr val="FFCC00"/>
                </a:solidFill>
                <a:latin typeface="Times New Roman" panose="02020603050405020304" pitchFamily="18" charset="0"/>
              </a:rPr>
              <a:t>/4</a:t>
            </a:r>
            <a:r>
              <a:rPr lang="zh-CN" altLang="en-US"/>
              <a:t>穿出棒时为末状态</a:t>
            </a:r>
            <a:r>
              <a:rPr lang="zh-CN" altLang="en-US">
                <a:solidFill>
                  <a:srgbClr val="FF9900"/>
                </a:solidFill>
              </a:rPr>
              <a:t>（用两种不同的解法）</a:t>
            </a:r>
            <a:r>
              <a:rPr lang="zh-CN" altLang="en-US"/>
              <a:t>。</a:t>
            </a:r>
          </a:p>
        </p:txBody>
      </p:sp>
      <p:sp>
        <p:nvSpPr>
          <p:cNvPr id="412680" name="Text Box 8">
            <a:extLst>
              <a:ext uri="{FF2B5EF4-FFF2-40B4-BE49-F238E27FC236}">
                <a16:creationId xmlns:a16="http://schemas.microsoft.com/office/drawing/2014/main" id="{A45C9C46-28A7-EFBA-07F2-0A3C69BFE6D8}"/>
              </a:ext>
            </a:extLst>
          </p:cNvPr>
          <p:cNvSpPr txBox="1">
            <a:spLocks noChangeArrowheads="1"/>
          </p:cNvSpPr>
          <p:nvPr/>
        </p:nvSpPr>
        <p:spPr bwMode="auto">
          <a:xfrm>
            <a:off x="654050" y="273050"/>
            <a:ext cx="8094663" cy="1354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5000"/>
              </a:lnSpc>
            </a:pPr>
            <a:r>
              <a:rPr lang="zh-CN" altLang="en-US"/>
              <a:t>如图，一质量为</a:t>
            </a:r>
            <a:r>
              <a:rPr lang="en-US" altLang="zh-CN" i="1">
                <a:solidFill>
                  <a:srgbClr val="FFCC00"/>
                </a:solidFill>
                <a:latin typeface="Times New Roman" panose="02020603050405020304" pitchFamily="18" charset="0"/>
              </a:rPr>
              <a:t>m</a:t>
            </a:r>
            <a:r>
              <a:rPr lang="en-US" altLang="zh-CN" baseline="-25000">
                <a:solidFill>
                  <a:srgbClr val="FFCC00"/>
                </a:solidFill>
                <a:latin typeface="Times New Roman" panose="02020603050405020304" pitchFamily="18" charset="0"/>
              </a:rPr>
              <a:t>1</a:t>
            </a:r>
            <a:r>
              <a:rPr lang="zh-CN" altLang="en-US"/>
              <a:t>，长度为</a:t>
            </a:r>
            <a:r>
              <a:rPr lang="en-US" altLang="zh-CN" i="1">
                <a:solidFill>
                  <a:srgbClr val="FFCC00"/>
                </a:solidFill>
                <a:latin typeface="Times New Roman" panose="02020603050405020304" pitchFamily="18" charset="0"/>
              </a:rPr>
              <a:t>l</a:t>
            </a:r>
            <a:r>
              <a:rPr lang="zh-CN" altLang="en-US"/>
              <a:t>的均质细棒，可绕过其顶端的光滑水平轴自由转动。质量为</a:t>
            </a:r>
            <a:r>
              <a:rPr lang="en-US" altLang="zh-CN" i="1">
                <a:solidFill>
                  <a:srgbClr val="FFCC00"/>
                </a:solidFill>
                <a:latin typeface="Times New Roman" panose="02020603050405020304" pitchFamily="18" charset="0"/>
              </a:rPr>
              <a:t>m</a:t>
            </a:r>
            <a:r>
              <a:rPr lang="en-US" altLang="zh-CN" baseline="-25000">
                <a:solidFill>
                  <a:srgbClr val="FFCC00"/>
                </a:solidFill>
                <a:latin typeface="Times New Roman" panose="02020603050405020304" pitchFamily="18" charset="0"/>
              </a:rPr>
              <a:t>2</a:t>
            </a:r>
            <a:r>
              <a:rPr lang="zh-CN" altLang="en-US"/>
              <a:t>的子弹以水平速度</a:t>
            </a:r>
            <a:r>
              <a:rPr lang="en-US" altLang="zh-CN" i="1">
                <a:solidFill>
                  <a:srgbClr val="FFCC00"/>
                </a:solidFill>
                <a:latin typeface="Bookman Old Style" panose="02050604050505020204" pitchFamily="18" charset="0"/>
              </a:rPr>
              <a:t>v</a:t>
            </a:r>
            <a:r>
              <a:rPr lang="en-US" altLang="zh-CN" baseline="-25000">
                <a:solidFill>
                  <a:srgbClr val="FFCC00"/>
                </a:solidFill>
              </a:rPr>
              <a:t>0</a:t>
            </a:r>
            <a:r>
              <a:rPr lang="zh-CN" altLang="en-US"/>
              <a:t>射入静止的细棒下端，穿出后子弹的速度减小为</a:t>
            </a:r>
            <a:r>
              <a:rPr lang="en-US" altLang="zh-CN" i="1">
                <a:solidFill>
                  <a:srgbClr val="FFCC00"/>
                </a:solidFill>
                <a:latin typeface="Bookman Old Style" panose="02050604050505020204" pitchFamily="18" charset="0"/>
              </a:rPr>
              <a:t>v</a:t>
            </a:r>
            <a:r>
              <a:rPr lang="en-US" altLang="zh-CN" baseline="-25000">
                <a:solidFill>
                  <a:srgbClr val="FFCC00"/>
                </a:solidFill>
              </a:rPr>
              <a:t>0</a:t>
            </a:r>
            <a:r>
              <a:rPr lang="en-US" altLang="zh-CN">
                <a:solidFill>
                  <a:srgbClr val="FFCC00"/>
                </a:solidFill>
                <a:latin typeface="Times New Roman" panose="02020603050405020304" pitchFamily="18" charset="0"/>
              </a:rPr>
              <a:t>/4</a:t>
            </a:r>
            <a:r>
              <a:rPr lang="zh-CN" altLang="en-US"/>
              <a:t>。</a:t>
            </a:r>
          </a:p>
        </p:txBody>
      </p:sp>
      <p:sp>
        <p:nvSpPr>
          <p:cNvPr id="412682" name="Text Box 10">
            <a:extLst>
              <a:ext uri="{FF2B5EF4-FFF2-40B4-BE49-F238E27FC236}">
                <a16:creationId xmlns:a16="http://schemas.microsoft.com/office/drawing/2014/main" id="{79AD2FC5-4BF8-3904-8137-DC8E12C8E89A}"/>
              </a:ext>
            </a:extLst>
          </p:cNvPr>
          <p:cNvSpPr txBox="1">
            <a:spLocks noChangeArrowheads="1"/>
          </p:cNvSpPr>
          <p:nvPr/>
        </p:nvSpPr>
        <p:spPr bwMode="auto">
          <a:xfrm>
            <a:off x="617538" y="1606550"/>
            <a:ext cx="6088062"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5000"/>
              </a:lnSpc>
            </a:pPr>
            <a:r>
              <a:rPr lang="zh-CN" altLang="en-US"/>
              <a:t>子弹穿出后棒所获得的角速度</a:t>
            </a:r>
            <a:r>
              <a:rPr lang="en-US" altLang="zh-CN" i="1">
                <a:solidFill>
                  <a:srgbClr val="FFCC00"/>
                </a:solidFill>
                <a:latin typeface="Symbol" panose="05050102010706020507" pitchFamily="18" charset="2"/>
              </a:rPr>
              <a:t>w</a:t>
            </a:r>
            <a:r>
              <a:rPr lang="zh-CN" altLang="en-US"/>
              <a:t>。</a:t>
            </a:r>
          </a:p>
        </p:txBody>
      </p:sp>
      <p:sp>
        <p:nvSpPr>
          <p:cNvPr id="412683" name="Rectangle 11">
            <a:extLst>
              <a:ext uri="{FF2B5EF4-FFF2-40B4-BE49-F238E27FC236}">
                <a16:creationId xmlns:a16="http://schemas.microsoft.com/office/drawing/2014/main" id="{EE3E12A4-4D17-6876-6BAC-C24808FB4914}"/>
              </a:ext>
            </a:extLst>
          </p:cNvPr>
          <p:cNvSpPr>
            <a:spLocks noChangeArrowheads="1"/>
          </p:cNvSpPr>
          <p:nvPr/>
        </p:nvSpPr>
        <p:spPr bwMode="auto">
          <a:xfrm>
            <a:off x="273050" y="2185988"/>
            <a:ext cx="64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a:solidFill>
                  <a:srgbClr val="FFFF00"/>
                </a:solidFill>
                <a:latin typeface="Times New Roman" panose="02020603050405020304" pitchFamily="18" charset="0"/>
              </a:rPr>
              <a:t>解</a:t>
            </a:r>
          </a:p>
        </p:txBody>
      </p:sp>
      <p:sp>
        <p:nvSpPr>
          <p:cNvPr id="412684" name="Rectangle 12">
            <a:extLst>
              <a:ext uri="{FF2B5EF4-FFF2-40B4-BE49-F238E27FC236}">
                <a16:creationId xmlns:a16="http://schemas.microsoft.com/office/drawing/2014/main" id="{57A9FD9F-EB10-CFE7-B162-2DB6776DE7E5}"/>
              </a:ext>
            </a:extLst>
          </p:cNvPr>
          <p:cNvSpPr>
            <a:spLocks noChangeArrowheads="1"/>
          </p:cNvSpPr>
          <p:nvPr/>
        </p:nvSpPr>
        <p:spPr bwMode="auto">
          <a:xfrm>
            <a:off x="277813" y="1620838"/>
            <a:ext cx="4905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a:solidFill>
                  <a:srgbClr val="FFFF00"/>
                </a:solidFill>
                <a:latin typeface="Times New Roman" panose="02020603050405020304" pitchFamily="18" charset="0"/>
              </a:rPr>
              <a:t>求</a:t>
            </a:r>
          </a:p>
        </p:txBody>
      </p:sp>
      <p:sp>
        <p:nvSpPr>
          <p:cNvPr id="412685" name="Rectangle 13">
            <a:extLst>
              <a:ext uri="{FF2B5EF4-FFF2-40B4-BE49-F238E27FC236}">
                <a16:creationId xmlns:a16="http://schemas.microsoft.com/office/drawing/2014/main" id="{8AE4C04E-25D9-1E7D-F888-5B2213B1B59E}"/>
              </a:ext>
            </a:extLst>
          </p:cNvPr>
          <p:cNvSpPr>
            <a:spLocks noChangeArrowheads="1"/>
          </p:cNvSpPr>
          <p:nvPr/>
        </p:nvSpPr>
        <p:spPr bwMode="auto">
          <a:xfrm>
            <a:off x="247650" y="295275"/>
            <a:ext cx="647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r>
              <a:rPr lang="zh-CN" altLang="en-US">
                <a:solidFill>
                  <a:srgbClr val="FFFF00"/>
                </a:solidFill>
                <a:latin typeface="Times New Roman" panose="02020603050405020304" pitchFamily="18" charset="0"/>
              </a:rPr>
              <a:t>例</a:t>
            </a:r>
          </a:p>
        </p:txBody>
      </p:sp>
      <p:grpSp>
        <p:nvGrpSpPr>
          <p:cNvPr id="412687" name="Group 15">
            <a:extLst>
              <a:ext uri="{FF2B5EF4-FFF2-40B4-BE49-F238E27FC236}">
                <a16:creationId xmlns:a16="http://schemas.microsoft.com/office/drawing/2014/main" id="{40FF5DDA-88C7-53C4-BD24-BA97875113F9}"/>
              </a:ext>
            </a:extLst>
          </p:cNvPr>
          <p:cNvGrpSpPr>
            <a:grpSpLocks noChangeAspect="1"/>
          </p:cNvGrpSpPr>
          <p:nvPr/>
        </p:nvGrpSpPr>
        <p:grpSpPr bwMode="auto">
          <a:xfrm>
            <a:off x="6032500" y="1843088"/>
            <a:ext cx="2611438" cy="2159000"/>
            <a:chOff x="2912" y="889"/>
            <a:chExt cx="1881" cy="1555"/>
          </a:xfrm>
        </p:grpSpPr>
        <p:sp>
          <p:nvSpPr>
            <p:cNvPr id="23570" name="Rectangle 16">
              <a:extLst>
                <a:ext uri="{FF2B5EF4-FFF2-40B4-BE49-F238E27FC236}">
                  <a16:creationId xmlns:a16="http://schemas.microsoft.com/office/drawing/2014/main" id="{0C0102E5-8E98-256C-9FE1-BF59A7A1D973}"/>
                </a:ext>
              </a:extLst>
            </p:cNvPr>
            <p:cNvSpPr>
              <a:spLocks noChangeAspect="1" noChangeArrowheads="1"/>
            </p:cNvSpPr>
            <p:nvPr/>
          </p:nvSpPr>
          <p:spPr bwMode="auto">
            <a:xfrm>
              <a:off x="3777" y="1024"/>
              <a:ext cx="58" cy="1392"/>
            </a:xfrm>
            <a:prstGeom prst="rect">
              <a:avLst/>
            </a:prstGeom>
            <a:solidFill>
              <a:schemeClr val="accent1"/>
            </a:solidFill>
            <a:ln w="12700">
              <a:solidFill>
                <a:srgbClr val="00CC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23571" name="AutoShape 17">
              <a:extLst>
                <a:ext uri="{FF2B5EF4-FFF2-40B4-BE49-F238E27FC236}">
                  <a16:creationId xmlns:a16="http://schemas.microsoft.com/office/drawing/2014/main" id="{83E5B778-791F-F74E-C763-A6D869A699C2}"/>
                </a:ext>
              </a:extLst>
            </p:cNvPr>
            <p:cNvSpPr>
              <a:spLocks noChangeAspect="1" noChangeArrowheads="1"/>
            </p:cNvSpPr>
            <p:nvPr/>
          </p:nvSpPr>
          <p:spPr bwMode="auto">
            <a:xfrm rot="10800000">
              <a:off x="3702" y="952"/>
              <a:ext cx="207" cy="116"/>
            </a:xfrm>
            <a:prstGeom prst="triangle">
              <a:avLst>
                <a:gd name="adj" fmla="val 49995"/>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23572" name="Oval 18">
              <a:extLst>
                <a:ext uri="{FF2B5EF4-FFF2-40B4-BE49-F238E27FC236}">
                  <a16:creationId xmlns:a16="http://schemas.microsoft.com/office/drawing/2014/main" id="{4142BD94-CC8C-CC9E-DC1E-5AC7A643D852}"/>
                </a:ext>
              </a:extLst>
            </p:cNvPr>
            <p:cNvSpPr>
              <a:spLocks noChangeAspect="1" noChangeArrowheads="1"/>
            </p:cNvSpPr>
            <p:nvPr/>
          </p:nvSpPr>
          <p:spPr bwMode="auto">
            <a:xfrm>
              <a:off x="3777" y="1039"/>
              <a:ext cx="58" cy="58"/>
            </a:xfrm>
            <a:prstGeom prst="ellipse">
              <a:avLst/>
            </a:prstGeom>
            <a:solidFill>
              <a:srgbClr val="FF000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23573" name="Line 19">
              <a:extLst>
                <a:ext uri="{FF2B5EF4-FFF2-40B4-BE49-F238E27FC236}">
                  <a16:creationId xmlns:a16="http://schemas.microsoft.com/office/drawing/2014/main" id="{A1A486C0-B076-67F6-6F3C-0E5E889AD8B8}"/>
                </a:ext>
              </a:extLst>
            </p:cNvPr>
            <p:cNvSpPr>
              <a:spLocks noChangeAspect="1" noChangeShapeType="1"/>
            </p:cNvSpPr>
            <p:nvPr/>
          </p:nvSpPr>
          <p:spPr bwMode="auto">
            <a:xfrm>
              <a:off x="3494" y="2407"/>
              <a:ext cx="693" cy="0"/>
            </a:xfrm>
            <a:prstGeom prst="line">
              <a:avLst/>
            </a:prstGeom>
            <a:noFill/>
            <a:ln w="19050">
              <a:solidFill>
                <a:schemeClr val="bg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74" name="Rectangle 20">
              <a:extLst>
                <a:ext uri="{FF2B5EF4-FFF2-40B4-BE49-F238E27FC236}">
                  <a16:creationId xmlns:a16="http://schemas.microsoft.com/office/drawing/2014/main" id="{6D9E01EF-B47E-ADCB-73A5-731BF42D5476}"/>
                </a:ext>
              </a:extLst>
            </p:cNvPr>
            <p:cNvSpPr>
              <a:spLocks noChangeAspect="1" noChangeArrowheads="1"/>
            </p:cNvSpPr>
            <p:nvPr/>
          </p:nvSpPr>
          <p:spPr bwMode="auto">
            <a:xfrm>
              <a:off x="3264" y="889"/>
              <a:ext cx="1111" cy="69"/>
            </a:xfrm>
            <a:prstGeom prst="rect">
              <a:avLst/>
            </a:prstGeom>
            <a:blipFill dpi="0" rotWithShape="0">
              <a:blip r:embed="rId2"/>
              <a:srcRect/>
              <a:tile tx="0" ty="0" sx="100000" sy="100000" flip="none" algn="tl"/>
            </a:blipFill>
            <a:ln w="12700">
              <a:solidFill>
                <a:srgbClr val="0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graphicFrame>
          <p:nvGraphicFramePr>
            <p:cNvPr id="23575" name="Object 21">
              <a:extLst>
                <a:ext uri="{FF2B5EF4-FFF2-40B4-BE49-F238E27FC236}">
                  <a16:creationId xmlns:a16="http://schemas.microsoft.com/office/drawing/2014/main" id="{1CD63768-6A88-E957-5F0B-9F224FD0D410}"/>
                </a:ext>
              </a:extLst>
            </p:cNvPr>
            <p:cNvGraphicFramePr>
              <a:graphicFrameLocks noChangeAspect="1"/>
            </p:cNvGraphicFramePr>
            <p:nvPr/>
          </p:nvGraphicFramePr>
          <p:xfrm>
            <a:off x="3919" y="1464"/>
            <a:ext cx="81" cy="180"/>
          </p:xfrm>
          <a:graphic>
            <a:graphicData uri="http://schemas.openxmlformats.org/presentationml/2006/ole">
              <mc:AlternateContent xmlns:mc="http://schemas.openxmlformats.org/markup-compatibility/2006">
                <mc:Choice xmlns:v="urn:schemas-microsoft-com:vml" Requires="v">
                  <p:oleObj name="公式" r:id="rId3" imgW="114456" imgH="304745" progId="Equation.3">
                    <p:embed/>
                  </p:oleObj>
                </mc:Choice>
                <mc:Fallback>
                  <p:oleObj name="公式" r:id="rId3" imgW="114456" imgH="304745" progId="Equation.3">
                    <p:embed/>
                    <p:pic>
                      <p:nvPicPr>
                        <p:cNvPr id="23575" name="Object 21">
                          <a:extLst>
                            <a:ext uri="{FF2B5EF4-FFF2-40B4-BE49-F238E27FC236}">
                              <a16:creationId xmlns:a16="http://schemas.microsoft.com/office/drawing/2014/main" id="{1CD63768-6A88-E957-5F0B-9F224FD0D4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19" y="1464"/>
                          <a:ext cx="81" cy="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76" name="Object 22">
              <a:extLst>
                <a:ext uri="{FF2B5EF4-FFF2-40B4-BE49-F238E27FC236}">
                  <a16:creationId xmlns:a16="http://schemas.microsoft.com/office/drawing/2014/main" id="{0F9CE4EE-13DC-B949-6554-284A6F681FBA}"/>
                </a:ext>
              </a:extLst>
            </p:cNvPr>
            <p:cNvGraphicFramePr>
              <a:graphicFrameLocks noChangeAspect="1"/>
            </p:cNvGraphicFramePr>
            <p:nvPr/>
          </p:nvGraphicFramePr>
          <p:xfrm>
            <a:off x="3882" y="1018"/>
            <a:ext cx="167" cy="178"/>
          </p:xfrm>
          <a:graphic>
            <a:graphicData uri="http://schemas.openxmlformats.org/presentationml/2006/ole">
              <mc:AlternateContent xmlns:mc="http://schemas.openxmlformats.org/markup-compatibility/2006">
                <mc:Choice xmlns:v="urn:schemas-microsoft-com:vml" Requires="v">
                  <p:oleObj name="公式" r:id="rId5" imgW="266731" imgH="289782" progId="Equation.3">
                    <p:embed/>
                  </p:oleObj>
                </mc:Choice>
                <mc:Fallback>
                  <p:oleObj name="公式" r:id="rId5" imgW="266731" imgH="289782" progId="Equation.3">
                    <p:embed/>
                    <p:pic>
                      <p:nvPicPr>
                        <p:cNvPr id="23576" name="Object 22">
                          <a:extLst>
                            <a:ext uri="{FF2B5EF4-FFF2-40B4-BE49-F238E27FC236}">
                              <a16:creationId xmlns:a16="http://schemas.microsoft.com/office/drawing/2014/main" id="{0F9CE4EE-13DC-B949-6554-284A6F681FB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2" y="1018"/>
                          <a:ext cx="167" cy="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77" name="Line 23">
              <a:extLst>
                <a:ext uri="{FF2B5EF4-FFF2-40B4-BE49-F238E27FC236}">
                  <a16:creationId xmlns:a16="http://schemas.microsoft.com/office/drawing/2014/main" id="{F745E1C8-7D16-62D1-E44E-59361FEC8E07}"/>
                </a:ext>
              </a:extLst>
            </p:cNvPr>
            <p:cNvSpPr>
              <a:spLocks noChangeAspect="1" noChangeShapeType="1"/>
            </p:cNvSpPr>
            <p:nvPr/>
          </p:nvSpPr>
          <p:spPr bwMode="auto">
            <a:xfrm>
              <a:off x="3209" y="2399"/>
              <a:ext cx="288" cy="0"/>
            </a:xfrm>
            <a:prstGeom prst="line">
              <a:avLst/>
            </a:prstGeom>
            <a:noFill/>
            <a:ln w="38100">
              <a:solidFill>
                <a:schemeClr va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3578" name="Object 24">
              <a:extLst>
                <a:ext uri="{FF2B5EF4-FFF2-40B4-BE49-F238E27FC236}">
                  <a16:creationId xmlns:a16="http://schemas.microsoft.com/office/drawing/2014/main" id="{B4BFFA38-7105-DFEF-97BB-620C81713532}"/>
                </a:ext>
              </a:extLst>
            </p:cNvPr>
            <p:cNvGraphicFramePr>
              <a:graphicFrameLocks noChangeAspect="1"/>
            </p:cNvGraphicFramePr>
            <p:nvPr/>
          </p:nvGraphicFramePr>
          <p:xfrm>
            <a:off x="3526" y="1405"/>
            <a:ext cx="206" cy="244"/>
          </p:xfrm>
          <a:graphic>
            <a:graphicData uri="http://schemas.openxmlformats.org/presentationml/2006/ole">
              <mc:AlternateContent xmlns:mc="http://schemas.openxmlformats.org/markup-compatibility/2006">
                <mc:Choice xmlns:v="urn:schemas-microsoft-com:vml" Requires="v">
                  <p:oleObj name="公式" r:id="rId7" imgW="342869" imgH="418961" progId="Equation.3">
                    <p:embed/>
                  </p:oleObj>
                </mc:Choice>
                <mc:Fallback>
                  <p:oleObj name="公式" r:id="rId7" imgW="342869" imgH="418961" progId="Equation.3">
                    <p:embed/>
                    <p:pic>
                      <p:nvPicPr>
                        <p:cNvPr id="23578" name="Object 24">
                          <a:extLst>
                            <a:ext uri="{FF2B5EF4-FFF2-40B4-BE49-F238E27FC236}">
                              <a16:creationId xmlns:a16="http://schemas.microsoft.com/office/drawing/2014/main" id="{B4BFFA38-7105-DFEF-97BB-620C8171353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26" y="1405"/>
                          <a:ext cx="206"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79" name="Object 25">
              <a:extLst>
                <a:ext uri="{FF2B5EF4-FFF2-40B4-BE49-F238E27FC236}">
                  <a16:creationId xmlns:a16="http://schemas.microsoft.com/office/drawing/2014/main" id="{EFEAA81C-1555-5B19-347B-A82E3BF863E5}"/>
                </a:ext>
              </a:extLst>
            </p:cNvPr>
            <p:cNvGraphicFramePr>
              <a:graphicFrameLocks noChangeAspect="1"/>
            </p:cNvGraphicFramePr>
            <p:nvPr/>
          </p:nvGraphicFramePr>
          <p:xfrm>
            <a:off x="2912" y="2070"/>
            <a:ext cx="225" cy="244"/>
          </p:xfrm>
          <a:graphic>
            <a:graphicData uri="http://schemas.openxmlformats.org/presentationml/2006/ole">
              <mc:AlternateContent xmlns:mc="http://schemas.openxmlformats.org/markup-compatibility/2006">
                <mc:Choice xmlns:v="urn:schemas-microsoft-com:vml" Requires="v">
                  <p:oleObj name="公式" r:id="rId9" imgW="381187" imgH="418961" progId="Equation.3">
                    <p:embed/>
                  </p:oleObj>
                </mc:Choice>
                <mc:Fallback>
                  <p:oleObj name="公式" r:id="rId9" imgW="381187" imgH="418961" progId="Equation.3">
                    <p:embed/>
                    <p:pic>
                      <p:nvPicPr>
                        <p:cNvPr id="23579" name="Object 25">
                          <a:extLst>
                            <a:ext uri="{FF2B5EF4-FFF2-40B4-BE49-F238E27FC236}">
                              <a16:creationId xmlns:a16="http://schemas.microsoft.com/office/drawing/2014/main" id="{EFEAA81C-1555-5B19-347B-A82E3BF863E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12" y="2070"/>
                          <a:ext cx="225" cy="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80" name="Object 26">
              <a:extLst>
                <a:ext uri="{FF2B5EF4-FFF2-40B4-BE49-F238E27FC236}">
                  <a16:creationId xmlns:a16="http://schemas.microsoft.com/office/drawing/2014/main" id="{ED471592-1FD4-57DC-02F5-137EAC745921}"/>
                </a:ext>
              </a:extLst>
            </p:cNvPr>
            <p:cNvGraphicFramePr>
              <a:graphicFrameLocks noChangeAspect="1"/>
            </p:cNvGraphicFramePr>
            <p:nvPr/>
          </p:nvGraphicFramePr>
          <p:xfrm>
            <a:off x="3274" y="2090"/>
            <a:ext cx="184" cy="243"/>
          </p:xfrm>
          <a:graphic>
            <a:graphicData uri="http://schemas.openxmlformats.org/presentationml/2006/ole">
              <mc:AlternateContent xmlns:mc="http://schemas.openxmlformats.org/markup-compatibility/2006">
                <mc:Choice xmlns:v="urn:schemas-microsoft-com:vml" Requires="v">
                  <p:oleObj name="公式" r:id="rId11" imgW="305049" imgH="418961" progId="Equation.3">
                    <p:embed/>
                  </p:oleObj>
                </mc:Choice>
                <mc:Fallback>
                  <p:oleObj name="公式" r:id="rId11" imgW="305049" imgH="418961" progId="Equation.3">
                    <p:embed/>
                    <p:pic>
                      <p:nvPicPr>
                        <p:cNvPr id="23580" name="Object 26">
                          <a:extLst>
                            <a:ext uri="{FF2B5EF4-FFF2-40B4-BE49-F238E27FC236}">
                              <a16:creationId xmlns:a16="http://schemas.microsoft.com/office/drawing/2014/main" id="{ED471592-1FD4-57DC-02F5-137EAC74592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74" y="2090"/>
                          <a:ext cx="184"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3581" name="Group 27">
              <a:extLst>
                <a:ext uri="{FF2B5EF4-FFF2-40B4-BE49-F238E27FC236}">
                  <a16:creationId xmlns:a16="http://schemas.microsoft.com/office/drawing/2014/main" id="{F5766AC4-E850-19FD-F600-691607E1379F}"/>
                </a:ext>
              </a:extLst>
            </p:cNvPr>
            <p:cNvGrpSpPr>
              <a:grpSpLocks noChangeAspect="1"/>
            </p:cNvGrpSpPr>
            <p:nvPr/>
          </p:nvGrpSpPr>
          <p:grpSpPr bwMode="auto">
            <a:xfrm>
              <a:off x="2916" y="2352"/>
              <a:ext cx="268" cy="84"/>
              <a:chOff x="2844" y="2872"/>
              <a:chExt cx="535" cy="200"/>
            </a:xfrm>
          </p:grpSpPr>
          <p:sp>
            <p:nvSpPr>
              <p:cNvPr id="23587" name="Rectangle 28">
                <a:extLst>
                  <a:ext uri="{FF2B5EF4-FFF2-40B4-BE49-F238E27FC236}">
                    <a16:creationId xmlns:a16="http://schemas.microsoft.com/office/drawing/2014/main" id="{12DDA55F-F630-9CEF-0497-7DBF4BDE5F55}"/>
                  </a:ext>
                </a:extLst>
              </p:cNvPr>
              <p:cNvSpPr>
                <a:spLocks noChangeAspect="1" noChangeArrowheads="1"/>
              </p:cNvSpPr>
              <p:nvPr/>
            </p:nvSpPr>
            <p:spPr bwMode="auto">
              <a:xfrm>
                <a:off x="2844" y="2874"/>
                <a:ext cx="336" cy="198"/>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23588" name="AutoShape 29">
                <a:extLst>
                  <a:ext uri="{FF2B5EF4-FFF2-40B4-BE49-F238E27FC236}">
                    <a16:creationId xmlns:a16="http://schemas.microsoft.com/office/drawing/2014/main" id="{AE58D184-C78F-6D08-7B73-8FD9BBDA3B9F}"/>
                  </a:ext>
                </a:extLst>
              </p:cNvPr>
              <p:cNvSpPr>
                <a:spLocks noChangeAspect="1" noChangeArrowheads="1"/>
              </p:cNvSpPr>
              <p:nvPr/>
            </p:nvSpPr>
            <p:spPr bwMode="auto">
              <a:xfrm rot="5400000">
                <a:off x="3179" y="2872"/>
                <a:ext cx="200" cy="200"/>
              </a:xfrm>
              <a:prstGeom prst="triangle">
                <a:avLst>
                  <a:gd name="adj" fmla="val 50000"/>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grpSp>
        <p:grpSp>
          <p:nvGrpSpPr>
            <p:cNvPr id="23582" name="Group 30">
              <a:extLst>
                <a:ext uri="{FF2B5EF4-FFF2-40B4-BE49-F238E27FC236}">
                  <a16:creationId xmlns:a16="http://schemas.microsoft.com/office/drawing/2014/main" id="{CDF21651-C5EB-757B-61C6-863F4F25C238}"/>
                </a:ext>
              </a:extLst>
            </p:cNvPr>
            <p:cNvGrpSpPr>
              <a:grpSpLocks noChangeAspect="1"/>
            </p:cNvGrpSpPr>
            <p:nvPr/>
          </p:nvGrpSpPr>
          <p:grpSpPr bwMode="auto">
            <a:xfrm>
              <a:off x="4204" y="2360"/>
              <a:ext cx="268" cy="84"/>
              <a:chOff x="2844" y="2872"/>
              <a:chExt cx="535" cy="200"/>
            </a:xfrm>
          </p:grpSpPr>
          <p:sp>
            <p:nvSpPr>
              <p:cNvPr id="23585" name="Rectangle 31">
                <a:extLst>
                  <a:ext uri="{FF2B5EF4-FFF2-40B4-BE49-F238E27FC236}">
                    <a16:creationId xmlns:a16="http://schemas.microsoft.com/office/drawing/2014/main" id="{7AEFC1B0-BF32-C59D-2E35-A65D71788C93}"/>
                  </a:ext>
                </a:extLst>
              </p:cNvPr>
              <p:cNvSpPr>
                <a:spLocks noChangeAspect="1" noChangeArrowheads="1"/>
              </p:cNvSpPr>
              <p:nvPr/>
            </p:nvSpPr>
            <p:spPr bwMode="auto">
              <a:xfrm>
                <a:off x="2844" y="2874"/>
                <a:ext cx="336" cy="198"/>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sp>
            <p:nvSpPr>
              <p:cNvPr id="23586" name="AutoShape 32">
                <a:extLst>
                  <a:ext uri="{FF2B5EF4-FFF2-40B4-BE49-F238E27FC236}">
                    <a16:creationId xmlns:a16="http://schemas.microsoft.com/office/drawing/2014/main" id="{DDB0835F-837B-EF1A-BA7E-44A73A86CB7B}"/>
                  </a:ext>
                </a:extLst>
              </p:cNvPr>
              <p:cNvSpPr>
                <a:spLocks noChangeAspect="1" noChangeArrowheads="1"/>
              </p:cNvSpPr>
              <p:nvPr/>
            </p:nvSpPr>
            <p:spPr bwMode="auto">
              <a:xfrm rot="5400000">
                <a:off x="3179" y="2872"/>
                <a:ext cx="200" cy="200"/>
              </a:xfrm>
              <a:prstGeom prst="triangle">
                <a:avLst>
                  <a:gd name="adj" fmla="val 50000"/>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grpSp>
        <p:graphicFrame>
          <p:nvGraphicFramePr>
            <p:cNvPr id="23583" name="Object 33">
              <a:extLst>
                <a:ext uri="{FF2B5EF4-FFF2-40B4-BE49-F238E27FC236}">
                  <a16:creationId xmlns:a16="http://schemas.microsoft.com/office/drawing/2014/main" id="{77DE2938-584A-2750-FC6D-40C9A7023C8A}"/>
                </a:ext>
              </a:extLst>
            </p:cNvPr>
            <p:cNvGraphicFramePr>
              <a:graphicFrameLocks noChangeAspect="1"/>
            </p:cNvGraphicFramePr>
            <p:nvPr/>
          </p:nvGraphicFramePr>
          <p:xfrm>
            <a:off x="4573" y="2154"/>
            <a:ext cx="129" cy="162"/>
          </p:xfrm>
          <a:graphic>
            <a:graphicData uri="http://schemas.openxmlformats.org/presentationml/2006/ole">
              <mc:AlternateContent xmlns:mc="http://schemas.openxmlformats.org/markup-compatibility/2006">
                <mc:Choice xmlns:v="urn:schemas-microsoft-com:vml" Requires="v">
                  <p:oleObj name="公式" r:id="rId13" imgW="205522" imgH="266839" progId="Equation.3">
                    <p:embed/>
                  </p:oleObj>
                </mc:Choice>
                <mc:Fallback>
                  <p:oleObj name="公式" r:id="rId13" imgW="205522" imgH="266839" progId="Equation.3">
                    <p:embed/>
                    <p:pic>
                      <p:nvPicPr>
                        <p:cNvPr id="23583" name="Object 33">
                          <a:extLst>
                            <a:ext uri="{FF2B5EF4-FFF2-40B4-BE49-F238E27FC236}">
                              <a16:creationId xmlns:a16="http://schemas.microsoft.com/office/drawing/2014/main" id="{77DE2938-584A-2750-FC6D-40C9A7023C8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73" y="2154"/>
                          <a:ext cx="129" cy="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84" name="Line 34">
              <a:extLst>
                <a:ext uri="{FF2B5EF4-FFF2-40B4-BE49-F238E27FC236}">
                  <a16:creationId xmlns:a16="http://schemas.microsoft.com/office/drawing/2014/main" id="{73837177-B412-045B-3BD7-CEF6CCD4FC95}"/>
                </a:ext>
              </a:extLst>
            </p:cNvPr>
            <p:cNvSpPr>
              <a:spLocks noChangeAspect="1" noChangeShapeType="1"/>
            </p:cNvSpPr>
            <p:nvPr/>
          </p:nvSpPr>
          <p:spPr bwMode="auto">
            <a:xfrm>
              <a:off x="4505" y="2399"/>
              <a:ext cx="288" cy="0"/>
            </a:xfrm>
            <a:prstGeom prst="line">
              <a:avLst/>
            </a:prstGeom>
            <a:noFill/>
            <a:ln w="38100">
              <a:solidFill>
                <a:schemeClr val="hlink"/>
              </a:solidFill>
              <a:round/>
              <a:headEnd type="none" w="sm" len="sm"/>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12707" name="Text Box 35">
            <a:extLst>
              <a:ext uri="{FF2B5EF4-FFF2-40B4-BE49-F238E27FC236}">
                <a16:creationId xmlns:a16="http://schemas.microsoft.com/office/drawing/2014/main" id="{71183D58-3531-0DB5-75D8-D4ED0D5EA708}"/>
              </a:ext>
            </a:extLst>
          </p:cNvPr>
          <p:cNvSpPr txBox="1">
            <a:spLocks noChangeArrowheads="1"/>
          </p:cNvSpPr>
          <p:nvPr/>
        </p:nvSpPr>
        <p:spPr bwMode="auto">
          <a:xfrm>
            <a:off x="590550" y="3597275"/>
            <a:ext cx="5397500"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5000"/>
              </a:lnSpc>
            </a:pPr>
            <a:r>
              <a:rPr lang="en-US" altLang="zh-CN">
                <a:latin typeface="Times New Roman" panose="02020603050405020304" pitchFamily="18" charset="0"/>
              </a:rPr>
              <a:t>(1)</a:t>
            </a:r>
            <a:r>
              <a:rPr lang="zh-CN" altLang="en-US">
                <a:latin typeface="Times New Roman" panose="02020603050405020304" pitchFamily="18" charset="0"/>
              </a:rPr>
              <a:t>应用动量定理和角动量定理求解</a:t>
            </a:r>
          </a:p>
        </p:txBody>
      </p:sp>
      <p:sp>
        <p:nvSpPr>
          <p:cNvPr id="412708" name="Text Box 36">
            <a:extLst>
              <a:ext uri="{FF2B5EF4-FFF2-40B4-BE49-F238E27FC236}">
                <a16:creationId xmlns:a16="http://schemas.microsoft.com/office/drawing/2014/main" id="{00D31E7E-B968-C263-0005-00129FEBE4C1}"/>
              </a:ext>
            </a:extLst>
          </p:cNvPr>
          <p:cNvSpPr txBox="1">
            <a:spLocks noChangeArrowheads="1"/>
          </p:cNvSpPr>
          <p:nvPr/>
        </p:nvSpPr>
        <p:spPr bwMode="auto">
          <a:xfrm>
            <a:off x="912813" y="4227513"/>
            <a:ext cx="6624637"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5000"/>
              </a:lnSpc>
            </a:pPr>
            <a:r>
              <a:rPr lang="zh-CN" altLang="en-US"/>
              <a:t>设棒对子弹的阻力为</a:t>
            </a:r>
            <a:r>
              <a:rPr lang="en-US" altLang="zh-CN" i="1">
                <a:solidFill>
                  <a:srgbClr val="FFCC00"/>
                </a:solidFill>
                <a:latin typeface="Times New Roman" panose="02020603050405020304" pitchFamily="18" charset="0"/>
              </a:rPr>
              <a:t>F</a:t>
            </a:r>
            <a:r>
              <a:rPr lang="zh-CN" altLang="en-US"/>
              <a:t>，对子弹应用动量定理</a:t>
            </a:r>
          </a:p>
        </p:txBody>
      </p:sp>
      <p:graphicFrame>
        <p:nvGraphicFramePr>
          <p:cNvPr id="412709" name="Object 37">
            <a:extLst>
              <a:ext uri="{FF2B5EF4-FFF2-40B4-BE49-F238E27FC236}">
                <a16:creationId xmlns:a16="http://schemas.microsoft.com/office/drawing/2014/main" id="{2A8631F8-6D2B-9C8C-091F-95F53B104AB1}"/>
              </a:ext>
            </a:extLst>
          </p:cNvPr>
          <p:cNvGraphicFramePr>
            <a:graphicFrameLocks noChangeAspect="1"/>
          </p:cNvGraphicFramePr>
          <p:nvPr/>
        </p:nvGraphicFramePr>
        <p:xfrm>
          <a:off x="1924050" y="4713288"/>
          <a:ext cx="3651250" cy="712787"/>
        </p:xfrm>
        <a:graphic>
          <a:graphicData uri="http://schemas.openxmlformats.org/presentationml/2006/ole">
            <mc:AlternateContent xmlns:mc="http://schemas.openxmlformats.org/markup-compatibility/2006">
              <mc:Choice xmlns:v="urn:schemas-microsoft-com:vml" Requires="v">
                <p:oleObj name="公式" r:id="rId15" imgW="3642173" imgH="685800" progId="Equation.3">
                  <p:embed/>
                </p:oleObj>
              </mc:Choice>
              <mc:Fallback>
                <p:oleObj name="公式" r:id="rId15" imgW="3642173" imgH="685800" progId="Equation.3">
                  <p:embed/>
                  <p:pic>
                    <p:nvPicPr>
                      <p:cNvPr id="412709" name="Object 37">
                        <a:extLst>
                          <a:ext uri="{FF2B5EF4-FFF2-40B4-BE49-F238E27FC236}">
                            <a16:creationId xmlns:a16="http://schemas.microsoft.com/office/drawing/2014/main" id="{2A8631F8-6D2B-9C8C-091F-95F53B104AB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24050" y="4713288"/>
                        <a:ext cx="3651250"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2710" name="Text Box 38">
            <a:extLst>
              <a:ext uri="{FF2B5EF4-FFF2-40B4-BE49-F238E27FC236}">
                <a16:creationId xmlns:a16="http://schemas.microsoft.com/office/drawing/2014/main" id="{5151B082-DB14-A333-860F-176E33FD2FBB}"/>
              </a:ext>
            </a:extLst>
          </p:cNvPr>
          <p:cNvSpPr txBox="1">
            <a:spLocks noChangeArrowheads="1"/>
          </p:cNvSpPr>
          <p:nvPr/>
        </p:nvSpPr>
        <p:spPr bwMode="auto">
          <a:xfrm>
            <a:off x="6613525" y="4822825"/>
            <a:ext cx="885825"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5000"/>
              </a:lnSpc>
            </a:pPr>
            <a:r>
              <a:rPr lang="en-US" altLang="zh-CN">
                <a:latin typeface="Times New Roman" panose="02020603050405020304" pitchFamily="18" charset="0"/>
              </a:rPr>
              <a:t>(1)</a:t>
            </a:r>
          </a:p>
        </p:txBody>
      </p:sp>
      <p:sp>
        <p:nvSpPr>
          <p:cNvPr id="412711" name="Text Box 39">
            <a:extLst>
              <a:ext uri="{FF2B5EF4-FFF2-40B4-BE49-F238E27FC236}">
                <a16:creationId xmlns:a16="http://schemas.microsoft.com/office/drawing/2014/main" id="{FEF6BC7C-25CF-FF8F-D0B8-8BB34ACAC8F2}"/>
              </a:ext>
            </a:extLst>
          </p:cNvPr>
          <p:cNvSpPr txBox="1">
            <a:spLocks noChangeArrowheads="1"/>
          </p:cNvSpPr>
          <p:nvPr/>
        </p:nvSpPr>
        <p:spPr bwMode="auto">
          <a:xfrm>
            <a:off x="952500" y="5414963"/>
            <a:ext cx="7713663"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5000"/>
              </a:lnSpc>
            </a:pPr>
            <a:r>
              <a:rPr lang="zh-CN" altLang="en-US"/>
              <a:t>子弹对细棒的冲击力为</a:t>
            </a:r>
            <a:r>
              <a:rPr lang="en-US" altLang="zh-CN" i="1">
                <a:solidFill>
                  <a:srgbClr val="FFCC00"/>
                </a:solidFill>
                <a:latin typeface="Times New Roman" panose="02020603050405020304" pitchFamily="18" charset="0"/>
              </a:rPr>
              <a:t>F</a:t>
            </a:r>
            <a:r>
              <a:rPr lang="en-US" altLang="zh-CN" i="1">
                <a:solidFill>
                  <a:srgbClr val="FFCC00"/>
                </a:solidFill>
                <a:latin typeface="Times New Roman" panose="02020603050405020304" pitchFamily="18" charset="0"/>
                <a:cs typeface="Arial" panose="020B0604020202020204" pitchFamily="34" charset="0"/>
              </a:rPr>
              <a:t>′</a:t>
            </a:r>
            <a:r>
              <a:rPr lang="en-US" altLang="zh-CN"/>
              <a:t>,</a:t>
            </a:r>
            <a:r>
              <a:rPr lang="zh-CN" altLang="en-US"/>
              <a:t>对细棒应用角动量定理</a:t>
            </a:r>
          </a:p>
        </p:txBody>
      </p:sp>
      <p:graphicFrame>
        <p:nvGraphicFramePr>
          <p:cNvPr id="412712" name="Object 40">
            <a:extLst>
              <a:ext uri="{FF2B5EF4-FFF2-40B4-BE49-F238E27FC236}">
                <a16:creationId xmlns:a16="http://schemas.microsoft.com/office/drawing/2014/main" id="{C3550AC2-5C84-CCA1-A83D-0A8C594BF0F7}"/>
              </a:ext>
            </a:extLst>
          </p:cNvPr>
          <p:cNvGraphicFramePr>
            <a:graphicFrameLocks noChangeAspect="1"/>
          </p:cNvGraphicFramePr>
          <p:nvPr/>
        </p:nvGraphicFramePr>
        <p:xfrm>
          <a:off x="2695575" y="5878513"/>
          <a:ext cx="1562100" cy="596900"/>
        </p:xfrm>
        <a:graphic>
          <a:graphicData uri="http://schemas.openxmlformats.org/presentationml/2006/ole">
            <mc:AlternateContent xmlns:mc="http://schemas.openxmlformats.org/markup-compatibility/2006">
              <mc:Choice xmlns:v="urn:schemas-microsoft-com:vml" Requires="v">
                <p:oleObj name="公式" r:id="rId17" imgW="1524249" imgH="556121" progId="Equation.3">
                  <p:embed/>
                </p:oleObj>
              </mc:Choice>
              <mc:Fallback>
                <p:oleObj name="公式" r:id="rId17" imgW="1524249" imgH="556121" progId="Equation.3">
                  <p:embed/>
                  <p:pic>
                    <p:nvPicPr>
                      <p:cNvPr id="412712" name="Object 40">
                        <a:extLst>
                          <a:ext uri="{FF2B5EF4-FFF2-40B4-BE49-F238E27FC236}">
                            <a16:creationId xmlns:a16="http://schemas.microsoft.com/office/drawing/2014/main" id="{C3550AC2-5C84-CCA1-A83D-0A8C594BF0F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95575" y="5878513"/>
                        <a:ext cx="15621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2714" name="Text Box 42">
            <a:extLst>
              <a:ext uri="{FF2B5EF4-FFF2-40B4-BE49-F238E27FC236}">
                <a16:creationId xmlns:a16="http://schemas.microsoft.com/office/drawing/2014/main" id="{232AEF4B-4EB1-435E-60B0-8499C4077F43}"/>
              </a:ext>
            </a:extLst>
          </p:cNvPr>
          <p:cNvSpPr txBox="1">
            <a:spLocks noChangeArrowheads="1"/>
          </p:cNvSpPr>
          <p:nvPr/>
        </p:nvSpPr>
        <p:spPr bwMode="auto">
          <a:xfrm>
            <a:off x="6635750" y="5942013"/>
            <a:ext cx="898525"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5000"/>
              </a:lnSpc>
            </a:pPr>
            <a:r>
              <a:rPr lang="en-US" altLang="zh-CN">
                <a:latin typeface="Times New Roman" panose="02020603050405020304" pitchFamily="18" charset="0"/>
              </a:rPr>
              <a:t>(2)</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12685"/>
                                        </p:tgtEl>
                                        <p:attrNameLst>
                                          <p:attrName>style.visibility</p:attrName>
                                        </p:attrNameLst>
                                      </p:cBhvr>
                                      <p:to>
                                        <p:strVal val="visible"/>
                                      </p:to>
                                    </p:set>
                                    <p:animEffect transition="in" filter="wipe(left)">
                                      <p:cBhvr>
                                        <p:cTn id="7" dur="500"/>
                                        <p:tgtEl>
                                          <p:spTgt spid="4126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12680"/>
                                        </p:tgtEl>
                                        <p:attrNameLst>
                                          <p:attrName>style.visibility</p:attrName>
                                        </p:attrNameLst>
                                      </p:cBhvr>
                                      <p:to>
                                        <p:strVal val="visible"/>
                                      </p:to>
                                    </p:set>
                                    <p:animEffect transition="in" filter="wipe(left)">
                                      <p:cBhvr>
                                        <p:cTn id="12" dur="500"/>
                                        <p:tgtEl>
                                          <p:spTgt spid="4126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12686"/>
                                        </p:tgtEl>
                                        <p:attrNameLst>
                                          <p:attrName>style.visibility</p:attrName>
                                        </p:attrNameLst>
                                      </p:cBhvr>
                                      <p:to>
                                        <p:strVal val="visible"/>
                                      </p:to>
                                    </p:set>
                                    <p:animEffect transition="in" filter="wipe(left)">
                                      <p:cBhvr>
                                        <p:cTn id="17" dur="500"/>
                                        <p:tgtEl>
                                          <p:spTgt spid="412686"/>
                                        </p:tgtEl>
                                      </p:cBhvr>
                                    </p:animEffect>
                                  </p:childTnLst>
                                </p:cTn>
                              </p:par>
                            </p:childTnLst>
                          </p:cTn>
                        </p:par>
                        <p:par>
                          <p:cTn id="18" fill="hold" nodeType="afterGroup">
                            <p:stCondLst>
                              <p:cond delay="500"/>
                            </p:stCondLst>
                            <p:childTnLst>
                              <p:par>
                                <p:cTn id="19" presetID="22" presetClass="entr" presetSubtype="8" fill="hold" nodeType="afterEffect">
                                  <p:stCondLst>
                                    <p:cond delay="0"/>
                                  </p:stCondLst>
                                  <p:childTnLst>
                                    <p:set>
                                      <p:cBhvr>
                                        <p:cTn id="20" dur="1" fill="hold">
                                          <p:stCondLst>
                                            <p:cond delay="0"/>
                                          </p:stCondLst>
                                        </p:cTn>
                                        <p:tgtEl>
                                          <p:spTgt spid="412687"/>
                                        </p:tgtEl>
                                        <p:attrNameLst>
                                          <p:attrName>style.visibility</p:attrName>
                                        </p:attrNameLst>
                                      </p:cBhvr>
                                      <p:to>
                                        <p:strVal val="visible"/>
                                      </p:to>
                                    </p:set>
                                    <p:animEffect transition="in" filter="wipe(left)">
                                      <p:cBhvr>
                                        <p:cTn id="21" dur="500"/>
                                        <p:tgtEl>
                                          <p:spTgt spid="41268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412684"/>
                                        </p:tgtEl>
                                        <p:attrNameLst>
                                          <p:attrName>style.visibility</p:attrName>
                                        </p:attrNameLst>
                                      </p:cBhvr>
                                      <p:to>
                                        <p:strVal val="visible"/>
                                      </p:to>
                                    </p:set>
                                    <p:animEffect transition="in" filter="wipe(left)">
                                      <p:cBhvr>
                                        <p:cTn id="26" dur="500"/>
                                        <p:tgtEl>
                                          <p:spTgt spid="41268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412682"/>
                                        </p:tgtEl>
                                        <p:attrNameLst>
                                          <p:attrName>style.visibility</p:attrName>
                                        </p:attrNameLst>
                                      </p:cBhvr>
                                      <p:to>
                                        <p:strVal val="visible"/>
                                      </p:to>
                                    </p:set>
                                    <p:animEffect transition="in" filter="wipe(left)">
                                      <p:cBhvr>
                                        <p:cTn id="31" dur="500"/>
                                        <p:tgtEl>
                                          <p:spTgt spid="41268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412683"/>
                                        </p:tgtEl>
                                        <p:attrNameLst>
                                          <p:attrName>style.visibility</p:attrName>
                                        </p:attrNameLst>
                                      </p:cBhvr>
                                      <p:to>
                                        <p:strVal val="visible"/>
                                      </p:to>
                                    </p:set>
                                    <p:animEffect transition="in" filter="wipe(left)">
                                      <p:cBhvr>
                                        <p:cTn id="36" dur="500"/>
                                        <p:tgtEl>
                                          <p:spTgt spid="41268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412677"/>
                                        </p:tgtEl>
                                        <p:attrNameLst>
                                          <p:attrName>style.visibility</p:attrName>
                                        </p:attrNameLst>
                                      </p:cBhvr>
                                      <p:to>
                                        <p:strVal val="visible"/>
                                      </p:to>
                                    </p:set>
                                    <p:animEffect transition="in" filter="wipe(left)">
                                      <p:cBhvr>
                                        <p:cTn id="41" dur="500"/>
                                        <p:tgtEl>
                                          <p:spTgt spid="412677"/>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412707"/>
                                        </p:tgtEl>
                                        <p:attrNameLst>
                                          <p:attrName>style.visibility</p:attrName>
                                        </p:attrNameLst>
                                      </p:cBhvr>
                                      <p:to>
                                        <p:strVal val="visible"/>
                                      </p:to>
                                    </p:set>
                                    <p:animEffect transition="in" filter="wipe(left)">
                                      <p:cBhvr>
                                        <p:cTn id="46" dur="500"/>
                                        <p:tgtEl>
                                          <p:spTgt spid="412707"/>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412708"/>
                                        </p:tgtEl>
                                        <p:attrNameLst>
                                          <p:attrName>style.visibility</p:attrName>
                                        </p:attrNameLst>
                                      </p:cBhvr>
                                      <p:to>
                                        <p:strVal val="visible"/>
                                      </p:to>
                                    </p:set>
                                    <p:animEffect transition="in" filter="wipe(left)">
                                      <p:cBhvr>
                                        <p:cTn id="51" dur="500"/>
                                        <p:tgtEl>
                                          <p:spTgt spid="412708"/>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412709"/>
                                        </p:tgtEl>
                                        <p:attrNameLst>
                                          <p:attrName>style.visibility</p:attrName>
                                        </p:attrNameLst>
                                      </p:cBhvr>
                                      <p:to>
                                        <p:strVal val="visible"/>
                                      </p:to>
                                    </p:set>
                                    <p:animEffect transition="in" filter="wipe(left)">
                                      <p:cBhvr>
                                        <p:cTn id="56" dur="500"/>
                                        <p:tgtEl>
                                          <p:spTgt spid="412709"/>
                                        </p:tgtEl>
                                      </p:cBhvr>
                                    </p:animEffect>
                                  </p:childTnLst>
                                </p:cTn>
                              </p:par>
                            </p:childTnLst>
                          </p:cTn>
                        </p:par>
                        <p:par>
                          <p:cTn id="57" fill="hold" nodeType="afterGroup">
                            <p:stCondLst>
                              <p:cond delay="500"/>
                            </p:stCondLst>
                            <p:childTnLst>
                              <p:par>
                                <p:cTn id="58" presetID="22" presetClass="entr" presetSubtype="8" fill="hold" nodeType="afterEffect">
                                  <p:stCondLst>
                                    <p:cond delay="0"/>
                                  </p:stCondLst>
                                  <p:childTnLst>
                                    <p:set>
                                      <p:cBhvr>
                                        <p:cTn id="59" dur="1" fill="hold">
                                          <p:stCondLst>
                                            <p:cond delay="0"/>
                                          </p:stCondLst>
                                        </p:cTn>
                                        <p:tgtEl>
                                          <p:spTgt spid="412710"/>
                                        </p:tgtEl>
                                        <p:attrNameLst>
                                          <p:attrName>style.visibility</p:attrName>
                                        </p:attrNameLst>
                                      </p:cBhvr>
                                      <p:to>
                                        <p:strVal val="visible"/>
                                      </p:to>
                                    </p:set>
                                    <p:animEffect transition="in" filter="wipe(left)">
                                      <p:cBhvr>
                                        <p:cTn id="60" dur="500"/>
                                        <p:tgtEl>
                                          <p:spTgt spid="412710"/>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412711"/>
                                        </p:tgtEl>
                                        <p:attrNameLst>
                                          <p:attrName>style.visibility</p:attrName>
                                        </p:attrNameLst>
                                      </p:cBhvr>
                                      <p:to>
                                        <p:strVal val="visible"/>
                                      </p:to>
                                    </p:set>
                                    <p:animEffect transition="in" filter="wipe(left)">
                                      <p:cBhvr>
                                        <p:cTn id="65" dur="500"/>
                                        <p:tgtEl>
                                          <p:spTgt spid="412711"/>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412712"/>
                                        </p:tgtEl>
                                        <p:attrNameLst>
                                          <p:attrName>style.visibility</p:attrName>
                                        </p:attrNameLst>
                                      </p:cBhvr>
                                      <p:to>
                                        <p:strVal val="visible"/>
                                      </p:to>
                                    </p:set>
                                    <p:animEffect transition="in" filter="wipe(left)">
                                      <p:cBhvr>
                                        <p:cTn id="70" dur="500"/>
                                        <p:tgtEl>
                                          <p:spTgt spid="412712"/>
                                        </p:tgtEl>
                                      </p:cBhvr>
                                    </p:animEffect>
                                  </p:childTnLst>
                                </p:cTn>
                              </p:par>
                            </p:childTnLst>
                          </p:cTn>
                        </p:par>
                        <p:par>
                          <p:cTn id="71" fill="hold" nodeType="afterGroup">
                            <p:stCondLst>
                              <p:cond delay="500"/>
                            </p:stCondLst>
                            <p:childTnLst>
                              <p:par>
                                <p:cTn id="72" presetID="22" presetClass="entr" presetSubtype="8" fill="hold" nodeType="afterEffect">
                                  <p:stCondLst>
                                    <p:cond delay="0"/>
                                  </p:stCondLst>
                                  <p:childTnLst>
                                    <p:set>
                                      <p:cBhvr>
                                        <p:cTn id="73" dur="1" fill="hold">
                                          <p:stCondLst>
                                            <p:cond delay="0"/>
                                          </p:stCondLst>
                                        </p:cTn>
                                        <p:tgtEl>
                                          <p:spTgt spid="412714"/>
                                        </p:tgtEl>
                                        <p:attrNameLst>
                                          <p:attrName>style.visibility</p:attrName>
                                        </p:attrNameLst>
                                      </p:cBhvr>
                                      <p:to>
                                        <p:strVal val="visible"/>
                                      </p:to>
                                    </p:set>
                                    <p:animEffect transition="in" filter="wipe(left)">
                                      <p:cBhvr>
                                        <p:cTn id="74" dur="500"/>
                                        <p:tgtEl>
                                          <p:spTgt spid="412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86" grpId="0" animBg="1"/>
      <p:bldP spid="412677" grpId="0"/>
      <p:bldP spid="412680" grpId="0"/>
      <p:bldP spid="412682" grpId="0"/>
      <p:bldP spid="412683" grpId="0"/>
      <p:bldP spid="412684" grpId="0"/>
      <p:bldP spid="412685" grpId="0"/>
      <p:bldP spid="412707" grpId="0"/>
      <p:bldP spid="412708" grpId="0"/>
      <p:bldP spid="412710" grpId="0"/>
      <p:bldP spid="412711" grpId="0"/>
      <p:bldP spid="41271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8">
            <a:extLst>
              <a:ext uri="{FF2B5EF4-FFF2-40B4-BE49-F238E27FC236}">
                <a16:creationId xmlns:a16="http://schemas.microsoft.com/office/drawing/2014/main" id="{8321527B-02DE-D73C-D19B-85F988B3424E}"/>
              </a:ext>
            </a:extLst>
          </p:cNvPr>
          <p:cNvSpPr>
            <a:spLocks noChangeArrowheads="1"/>
          </p:cNvSpPr>
          <p:nvPr/>
        </p:nvSpPr>
        <p:spPr bwMode="auto">
          <a:xfrm>
            <a:off x="1497013" y="484188"/>
            <a:ext cx="6454775" cy="1695450"/>
          </a:xfrm>
          <a:prstGeom prst="rect">
            <a:avLst/>
          </a:prstGeom>
          <a:solidFill>
            <a:srgbClr val="00CC99">
              <a:alpha val="20000"/>
            </a:srgbClr>
          </a:solidFill>
          <a:ln w="9525">
            <a:solidFill>
              <a:srgbClr val="B2B2B2">
                <a:alpha val="39999"/>
              </a:srgb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endParaRPr lang="zh-CN" altLang="en-US"/>
          </a:p>
        </p:txBody>
      </p:sp>
      <p:graphicFrame>
        <p:nvGraphicFramePr>
          <p:cNvPr id="413706" name="Object 10">
            <a:extLst>
              <a:ext uri="{FF2B5EF4-FFF2-40B4-BE49-F238E27FC236}">
                <a16:creationId xmlns:a16="http://schemas.microsoft.com/office/drawing/2014/main" id="{4773B140-8103-1D75-CE26-FB8FBD1F83A0}"/>
              </a:ext>
            </a:extLst>
          </p:cNvPr>
          <p:cNvGraphicFramePr>
            <a:graphicFrameLocks noChangeAspect="1"/>
          </p:cNvGraphicFramePr>
          <p:nvPr/>
        </p:nvGraphicFramePr>
        <p:xfrm>
          <a:off x="1290638" y="2540000"/>
          <a:ext cx="1041400" cy="279400"/>
        </p:xfrm>
        <a:graphic>
          <a:graphicData uri="http://schemas.openxmlformats.org/presentationml/2006/ole">
            <mc:AlternateContent xmlns:mc="http://schemas.openxmlformats.org/markup-compatibility/2006">
              <mc:Choice xmlns:v="urn:schemas-microsoft-com:vml" Requires="v">
                <p:oleObj name="公式" r:id="rId2" imgW="1005716" imgH="243895" progId="Equation.3">
                  <p:embed/>
                </p:oleObj>
              </mc:Choice>
              <mc:Fallback>
                <p:oleObj name="公式" r:id="rId2" imgW="1005716" imgH="243895" progId="Equation.3">
                  <p:embed/>
                  <p:pic>
                    <p:nvPicPr>
                      <p:cNvPr id="413706" name="Object 10">
                        <a:extLst>
                          <a:ext uri="{FF2B5EF4-FFF2-40B4-BE49-F238E27FC236}">
                            <a16:creationId xmlns:a16="http://schemas.microsoft.com/office/drawing/2014/main" id="{4773B140-8103-1D75-CE26-FB8FBD1F83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0638" y="2540000"/>
                        <a:ext cx="10414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3707" name="Object 11">
            <a:extLst>
              <a:ext uri="{FF2B5EF4-FFF2-40B4-BE49-F238E27FC236}">
                <a16:creationId xmlns:a16="http://schemas.microsoft.com/office/drawing/2014/main" id="{C8D2AB0A-8C42-CE71-152B-749A237E7AD2}"/>
              </a:ext>
            </a:extLst>
          </p:cNvPr>
          <p:cNvGraphicFramePr>
            <a:graphicFrameLocks noChangeAspect="1"/>
          </p:cNvGraphicFramePr>
          <p:nvPr/>
        </p:nvGraphicFramePr>
        <p:xfrm>
          <a:off x="3240088" y="2308225"/>
          <a:ext cx="1219200" cy="723900"/>
        </p:xfrm>
        <a:graphic>
          <a:graphicData uri="http://schemas.openxmlformats.org/presentationml/2006/ole">
            <mc:AlternateContent xmlns:mc="http://schemas.openxmlformats.org/markup-compatibility/2006">
              <mc:Choice xmlns:v="urn:schemas-microsoft-com:vml" Requires="v">
                <p:oleObj name="公式" r:id="rId4" imgW="1180882" imgH="685800" progId="Equation.3">
                  <p:embed/>
                </p:oleObj>
              </mc:Choice>
              <mc:Fallback>
                <p:oleObj name="公式" r:id="rId4" imgW="1180882" imgH="685800" progId="Equation.3">
                  <p:embed/>
                  <p:pic>
                    <p:nvPicPr>
                      <p:cNvPr id="413707" name="Object 11">
                        <a:extLst>
                          <a:ext uri="{FF2B5EF4-FFF2-40B4-BE49-F238E27FC236}">
                            <a16:creationId xmlns:a16="http://schemas.microsoft.com/office/drawing/2014/main" id="{C8D2AB0A-8C42-CE71-152B-749A237E7A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40088" y="2308225"/>
                        <a:ext cx="12192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3708" name="Text Box 12">
            <a:extLst>
              <a:ext uri="{FF2B5EF4-FFF2-40B4-BE49-F238E27FC236}">
                <a16:creationId xmlns:a16="http://schemas.microsoft.com/office/drawing/2014/main" id="{D16F9836-6E98-2976-8FB1-07AC90F20F5B}"/>
              </a:ext>
            </a:extLst>
          </p:cNvPr>
          <p:cNvSpPr txBox="1">
            <a:spLocks noChangeArrowheads="1"/>
          </p:cNvSpPr>
          <p:nvPr/>
        </p:nvSpPr>
        <p:spPr bwMode="auto">
          <a:xfrm>
            <a:off x="623888" y="2409825"/>
            <a:ext cx="563562"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5000"/>
              </a:lnSpc>
            </a:pPr>
            <a:r>
              <a:rPr lang="zh-CN" altLang="en-US"/>
              <a:t>而              </a:t>
            </a:r>
          </a:p>
        </p:txBody>
      </p:sp>
      <p:graphicFrame>
        <p:nvGraphicFramePr>
          <p:cNvPr id="413712" name="Object 16">
            <a:extLst>
              <a:ext uri="{FF2B5EF4-FFF2-40B4-BE49-F238E27FC236}">
                <a16:creationId xmlns:a16="http://schemas.microsoft.com/office/drawing/2014/main" id="{EB228586-7893-8E2D-64C9-837E75FC7514}"/>
              </a:ext>
            </a:extLst>
          </p:cNvPr>
          <p:cNvGraphicFramePr>
            <a:graphicFrameLocks noChangeAspect="1"/>
          </p:cNvGraphicFramePr>
          <p:nvPr/>
        </p:nvGraphicFramePr>
        <p:xfrm>
          <a:off x="3406775" y="3209925"/>
          <a:ext cx="2030413" cy="723900"/>
        </p:xfrm>
        <a:graphic>
          <a:graphicData uri="http://schemas.openxmlformats.org/presentationml/2006/ole">
            <mc:AlternateContent xmlns:mc="http://schemas.openxmlformats.org/markup-compatibility/2006">
              <mc:Choice xmlns:v="urn:schemas-microsoft-com:vml" Requires="v">
                <p:oleObj name="公式" r:id="rId6" imgW="1996502" imgH="685800" progId="Equation.3">
                  <p:embed/>
                </p:oleObj>
              </mc:Choice>
              <mc:Fallback>
                <p:oleObj name="公式" r:id="rId6" imgW="1996502" imgH="685800" progId="Equation.3">
                  <p:embed/>
                  <p:pic>
                    <p:nvPicPr>
                      <p:cNvPr id="413712" name="Object 16">
                        <a:extLst>
                          <a:ext uri="{FF2B5EF4-FFF2-40B4-BE49-F238E27FC236}">
                            <a16:creationId xmlns:a16="http://schemas.microsoft.com/office/drawing/2014/main" id="{EB228586-7893-8E2D-64C9-837E75FC751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06775" y="3209925"/>
                        <a:ext cx="2030413"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3" name="Text Box 17">
            <a:extLst>
              <a:ext uri="{FF2B5EF4-FFF2-40B4-BE49-F238E27FC236}">
                <a16:creationId xmlns:a16="http://schemas.microsoft.com/office/drawing/2014/main" id="{BAA5E894-9572-288E-0203-2B4C8BDF7D1A}"/>
              </a:ext>
            </a:extLst>
          </p:cNvPr>
          <p:cNvSpPr txBox="1">
            <a:spLocks noChangeArrowheads="1"/>
          </p:cNvSpPr>
          <p:nvPr/>
        </p:nvSpPr>
        <p:spPr bwMode="auto">
          <a:xfrm>
            <a:off x="6981825" y="1490663"/>
            <a:ext cx="898525"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5000"/>
              </a:lnSpc>
            </a:pPr>
            <a:r>
              <a:rPr lang="en-US" altLang="zh-CN">
                <a:latin typeface="Times New Roman" panose="02020603050405020304" pitchFamily="18" charset="0"/>
              </a:rPr>
              <a:t>(2)</a:t>
            </a:r>
          </a:p>
        </p:txBody>
      </p:sp>
      <p:sp>
        <p:nvSpPr>
          <p:cNvPr id="413715" name="Text Box 19">
            <a:extLst>
              <a:ext uri="{FF2B5EF4-FFF2-40B4-BE49-F238E27FC236}">
                <a16:creationId xmlns:a16="http://schemas.microsoft.com/office/drawing/2014/main" id="{728BC7C5-B5BC-B743-2764-645CE3793C5F}"/>
              </a:ext>
            </a:extLst>
          </p:cNvPr>
          <p:cNvSpPr txBox="1">
            <a:spLocks noChangeArrowheads="1"/>
          </p:cNvSpPr>
          <p:nvPr/>
        </p:nvSpPr>
        <p:spPr bwMode="auto">
          <a:xfrm>
            <a:off x="2592388" y="2371725"/>
            <a:ext cx="563562"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5000"/>
              </a:lnSpc>
            </a:pPr>
            <a:r>
              <a:rPr lang="zh-CN" altLang="en-US"/>
              <a:t>且              </a:t>
            </a:r>
          </a:p>
        </p:txBody>
      </p:sp>
      <p:graphicFrame>
        <p:nvGraphicFramePr>
          <p:cNvPr id="24585" name="Object 20">
            <a:extLst>
              <a:ext uri="{FF2B5EF4-FFF2-40B4-BE49-F238E27FC236}">
                <a16:creationId xmlns:a16="http://schemas.microsoft.com/office/drawing/2014/main" id="{B72938EE-4789-C7CA-3AE6-10F218F0BF41}"/>
              </a:ext>
            </a:extLst>
          </p:cNvPr>
          <p:cNvGraphicFramePr>
            <a:graphicFrameLocks noChangeAspect="1"/>
          </p:cNvGraphicFramePr>
          <p:nvPr/>
        </p:nvGraphicFramePr>
        <p:xfrm>
          <a:off x="2368550" y="547688"/>
          <a:ext cx="3681413" cy="723900"/>
        </p:xfrm>
        <a:graphic>
          <a:graphicData uri="http://schemas.openxmlformats.org/presentationml/2006/ole">
            <mc:AlternateContent xmlns:mc="http://schemas.openxmlformats.org/markup-compatibility/2006">
              <mc:Choice xmlns:v="urn:schemas-microsoft-com:vml" Requires="v">
                <p:oleObj name="公式" r:id="rId8" imgW="3642173" imgH="685800" progId="Equation.3">
                  <p:embed/>
                </p:oleObj>
              </mc:Choice>
              <mc:Fallback>
                <p:oleObj name="公式" r:id="rId8" imgW="3642173" imgH="685800" progId="Equation.3">
                  <p:embed/>
                  <p:pic>
                    <p:nvPicPr>
                      <p:cNvPr id="24585" name="Object 20">
                        <a:extLst>
                          <a:ext uri="{FF2B5EF4-FFF2-40B4-BE49-F238E27FC236}">
                            <a16:creationId xmlns:a16="http://schemas.microsoft.com/office/drawing/2014/main" id="{B72938EE-4789-C7CA-3AE6-10F218F0BF4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68550" y="547688"/>
                        <a:ext cx="3681413"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586" name="Text Box 21">
            <a:extLst>
              <a:ext uri="{FF2B5EF4-FFF2-40B4-BE49-F238E27FC236}">
                <a16:creationId xmlns:a16="http://schemas.microsoft.com/office/drawing/2014/main" id="{8587698F-897E-902C-6EE4-791FD66ACE06}"/>
              </a:ext>
            </a:extLst>
          </p:cNvPr>
          <p:cNvSpPr txBox="1">
            <a:spLocks noChangeArrowheads="1"/>
          </p:cNvSpPr>
          <p:nvPr/>
        </p:nvSpPr>
        <p:spPr bwMode="auto">
          <a:xfrm>
            <a:off x="6981825" y="657225"/>
            <a:ext cx="885825"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5000"/>
              </a:lnSpc>
            </a:pPr>
            <a:r>
              <a:rPr lang="en-US" altLang="zh-CN">
                <a:latin typeface="Times New Roman" panose="02020603050405020304" pitchFamily="18" charset="0"/>
              </a:rPr>
              <a:t>(1)</a:t>
            </a:r>
          </a:p>
        </p:txBody>
      </p:sp>
      <p:graphicFrame>
        <p:nvGraphicFramePr>
          <p:cNvPr id="24587" name="Object 22">
            <a:extLst>
              <a:ext uri="{FF2B5EF4-FFF2-40B4-BE49-F238E27FC236}">
                <a16:creationId xmlns:a16="http://schemas.microsoft.com/office/drawing/2014/main" id="{54714C6A-4663-E77A-DBA8-FABE861619A9}"/>
              </a:ext>
            </a:extLst>
          </p:cNvPr>
          <p:cNvGraphicFramePr>
            <a:graphicFrameLocks noChangeAspect="1"/>
          </p:cNvGraphicFramePr>
          <p:nvPr/>
        </p:nvGraphicFramePr>
        <p:xfrm>
          <a:off x="3473450" y="1428750"/>
          <a:ext cx="1562100" cy="596900"/>
        </p:xfrm>
        <a:graphic>
          <a:graphicData uri="http://schemas.openxmlformats.org/presentationml/2006/ole">
            <mc:AlternateContent xmlns:mc="http://schemas.openxmlformats.org/markup-compatibility/2006">
              <mc:Choice xmlns:v="urn:schemas-microsoft-com:vml" Requires="v">
                <p:oleObj name="公式" r:id="rId10" imgW="1524249" imgH="556121" progId="Equation.3">
                  <p:embed/>
                </p:oleObj>
              </mc:Choice>
              <mc:Fallback>
                <p:oleObj name="公式" r:id="rId10" imgW="1524249" imgH="556121" progId="Equation.3">
                  <p:embed/>
                  <p:pic>
                    <p:nvPicPr>
                      <p:cNvPr id="24587" name="Object 22">
                        <a:extLst>
                          <a:ext uri="{FF2B5EF4-FFF2-40B4-BE49-F238E27FC236}">
                            <a16:creationId xmlns:a16="http://schemas.microsoft.com/office/drawing/2014/main" id="{54714C6A-4663-E77A-DBA8-FABE861619A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73450" y="1428750"/>
                        <a:ext cx="15621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3719" name="Rectangle 23">
            <a:extLst>
              <a:ext uri="{FF2B5EF4-FFF2-40B4-BE49-F238E27FC236}">
                <a16:creationId xmlns:a16="http://schemas.microsoft.com/office/drawing/2014/main" id="{088E925A-E2D5-2732-0D96-1584D68C8214}"/>
              </a:ext>
            </a:extLst>
          </p:cNvPr>
          <p:cNvSpPr>
            <a:spLocks noChangeArrowheads="1"/>
          </p:cNvSpPr>
          <p:nvPr/>
        </p:nvSpPr>
        <p:spPr bwMode="auto">
          <a:xfrm>
            <a:off x="603250" y="4073525"/>
            <a:ext cx="3595688"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5000"/>
              </a:lnSpc>
            </a:pPr>
            <a:r>
              <a:rPr lang="zh-CN" altLang="en-US"/>
              <a:t>比较式</a:t>
            </a:r>
            <a:r>
              <a:rPr lang="en-US" altLang="zh-CN"/>
              <a:t>(1)</a:t>
            </a:r>
            <a:r>
              <a:rPr lang="zh-CN" altLang="en-US"/>
              <a:t>和式</a:t>
            </a:r>
            <a:r>
              <a:rPr lang="en-US" altLang="zh-CN"/>
              <a:t>(3)</a:t>
            </a:r>
            <a:r>
              <a:rPr lang="zh-CN" altLang="en-US"/>
              <a:t>可得</a:t>
            </a:r>
          </a:p>
        </p:txBody>
      </p:sp>
      <p:graphicFrame>
        <p:nvGraphicFramePr>
          <p:cNvPr id="413720" name="Object 24">
            <a:extLst>
              <a:ext uri="{FF2B5EF4-FFF2-40B4-BE49-F238E27FC236}">
                <a16:creationId xmlns:a16="http://schemas.microsoft.com/office/drawing/2014/main" id="{117DD18E-A065-847F-8191-433898B9BCFE}"/>
              </a:ext>
            </a:extLst>
          </p:cNvPr>
          <p:cNvGraphicFramePr>
            <a:graphicFrameLocks noChangeAspect="1"/>
          </p:cNvGraphicFramePr>
          <p:nvPr/>
        </p:nvGraphicFramePr>
        <p:xfrm>
          <a:off x="3471863" y="4772025"/>
          <a:ext cx="2347912" cy="723900"/>
        </p:xfrm>
        <a:graphic>
          <a:graphicData uri="http://schemas.openxmlformats.org/presentationml/2006/ole">
            <mc:AlternateContent xmlns:mc="http://schemas.openxmlformats.org/markup-compatibility/2006">
              <mc:Choice xmlns:v="urn:schemas-microsoft-com:vml" Requires="v">
                <p:oleObj name="公式" r:id="rId12" imgW="2309016" imgH="685800" progId="Equation.3">
                  <p:embed/>
                </p:oleObj>
              </mc:Choice>
              <mc:Fallback>
                <p:oleObj name="公式" r:id="rId12" imgW="2309016" imgH="685800" progId="Equation.3">
                  <p:embed/>
                  <p:pic>
                    <p:nvPicPr>
                      <p:cNvPr id="413720" name="Object 24">
                        <a:extLst>
                          <a:ext uri="{FF2B5EF4-FFF2-40B4-BE49-F238E27FC236}">
                            <a16:creationId xmlns:a16="http://schemas.microsoft.com/office/drawing/2014/main" id="{117DD18E-A065-847F-8191-433898B9BCF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71863" y="4772025"/>
                        <a:ext cx="2347912"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3721" name="Object 25">
            <a:extLst>
              <a:ext uri="{FF2B5EF4-FFF2-40B4-BE49-F238E27FC236}">
                <a16:creationId xmlns:a16="http://schemas.microsoft.com/office/drawing/2014/main" id="{7F4A09D8-1B9C-2B63-0956-725D7CF7150B}"/>
              </a:ext>
            </a:extLst>
          </p:cNvPr>
          <p:cNvGraphicFramePr>
            <a:graphicFrameLocks noChangeAspect="1"/>
          </p:cNvGraphicFramePr>
          <p:nvPr/>
        </p:nvGraphicFramePr>
        <p:xfrm>
          <a:off x="3824288" y="5654675"/>
          <a:ext cx="1320800" cy="800100"/>
        </p:xfrm>
        <a:graphic>
          <a:graphicData uri="http://schemas.openxmlformats.org/presentationml/2006/ole">
            <mc:AlternateContent xmlns:mc="http://schemas.openxmlformats.org/markup-compatibility/2006">
              <mc:Choice xmlns:v="urn:schemas-microsoft-com:vml" Requires="v">
                <p:oleObj name="公式" r:id="rId14" imgW="1280409" imgH="762111" progId="Equation.3">
                  <p:embed/>
                </p:oleObj>
              </mc:Choice>
              <mc:Fallback>
                <p:oleObj name="公式" r:id="rId14" imgW="1280409" imgH="762111" progId="Equation.3">
                  <p:embed/>
                  <p:pic>
                    <p:nvPicPr>
                      <p:cNvPr id="413721" name="Object 25">
                        <a:extLst>
                          <a:ext uri="{FF2B5EF4-FFF2-40B4-BE49-F238E27FC236}">
                            <a16:creationId xmlns:a16="http://schemas.microsoft.com/office/drawing/2014/main" id="{7F4A09D8-1B9C-2B63-0956-725D7CF7150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24288" y="5654675"/>
                        <a:ext cx="13208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3722" name="Text Box 26">
            <a:extLst>
              <a:ext uri="{FF2B5EF4-FFF2-40B4-BE49-F238E27FC236}">
                <a16:creationId xmlns:a16="http://schemas.microsoft.com/office/drawing/2014/main" id="{E56DB87F-7E78-2A02-B66B-61FE0BF696A9}"/>
              </a:ext>
            </a:extLst>
          </p:cNvPr>
          <p:cNvSpPr txBox="1">
            <a:spLocks noChangeArrowheads="1"/>
          </p:cNvSpPr>
          <p:nvPr/>
        </p:nvSpPr>
        <p:spPr bwMode="auto">
          <a:xfrm>
            <a:off x="4589463" y="2386013"/>
            <a:ext cx="2735262"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5000"/>
              </a:lnSpc>
            </a:pPr>
            <a:r>
              <a:rPr lang="zh-CN" altLang="en-US"/>
              <a:t>则式</a:t>
            </a:r>
            <a:r>
              <a:rPr lang="en-US" altLang="zh-CN"/>
              <a:t>(2)</a:t>
            </a:r>
            <a:r>
              <a:rPr lang="zh-CN" altLang="en-US"/>
              <a:t>变为             </a:t>
            </a:r>
          </a:p>
        </p:txBody>
      </p:sp>
      <p:sp>
        <p:nvSpPr>
          <p:cNvPr id="413723" name="Text Box 27">
            <a:extLst>
              <a:ext uri="{FF2B5EF4-FFF2-40B4-BE49-F238E27FC236}">
                <a16:creationId xmlns:a16="http://schemas.microsoft.com/office/drawing/2014/main" id="{C4DE5D6F-6FC6-4235-0246-C68A3EF404B2}"/>
              </a:ext>
            </a:extLst>
          </p:cNvPr>
          <p:cNvSpPr txBox="1">
            <a:spLocks noChangeArrowheads="1"/>
          </p:cNvSpPr>
          <p:nvPr/>
        </p:nvSpPr>
        <p:spPr bwMode="auto">
          <a:xfrm>
            <a:off x="6981825" y="3255963"/>
            <a:ext cx="898525"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5000"/>
              </a:lnSpc>
            </a:pPr>
            <a:r>
              <a:rPr lang="en-US" altLang="zh-CN">
                <a:latin typeface="Times New Roman" panose="02020603050405020304" pitchFamily="18" charset="0"/>
              </a:rPr>
              <a:t>(3)</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13708"/>
                                        </p:tgtEl>
                                        <p:attrNameLst>
                                          <p:attrName>style.visibility</p:attrName>
                                        </p:attrNameLst>
                                      </p:cBhvr>
                                      <p:to>
                                        <p:strVal val="visible"/>
                                      </p:to>
                                    </p:set>
                                    <p:animEffect transition="in" filter="wipe(left)">
                                      <p:cBhvr>
                                        <p:cTn id="7" dur="500"/>
                                        <p:tgtEl>
                                          <p:spTgt spid="4137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13706"/>
                                        </p:tgtEl>
                                        <p:attrNameLst>
                                          <p:attrName>style.visibility</p:attrName>
                                        </p:attrNameLst>
                                      </p:cBhvr>
                                      <p:to>
                                        <p:strVal val="visible"/>
                                      </p:to>
                                    </p:set>
                                    <p:animEffect transition="in" filter="wipe(left)">
                                      <p:cBhvr>
                                        <p:cTn id="12" dur="500"/>
                                        <p:tgtEl>
                                          <p:spTgt spid="4137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13715"/>
                                        </p:tgtEl>
                                        <p:attrNameLst>
                                          <p:attrName>style.visibility</p:attrName>
                                        </p:attrNameLst>
                                      </p:cBhvr>
                                      <p:to>
                                        <p:strVal val="visible"/>
                                      </p:to>
                                    </p:set>
                                    <p:animEffect transition="in" filter="wipe(left)">
                                      <p:cBhvr>
                                        <p:cTn id="17" dur="500"/>
                                        <p:tgtEl>
                                          <p:spTgt spid="4137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13707"/>
                                        </p:tgtEl>
                                        <p:attrNameLst>
                                          <p:attrName>style.visibility</p:attrName>
                                        </p:attrNameLst>
                                      </p:cBhvr>
                                      <p:to>
                                        <p:strVal val="visible"/>
                                      </p:to>
                                    </p:set>
                                    <p:animEffect transition="in" filter="wipe(left)">
                                      <p:cBhvr>
                                        <p:cTn id="22" dur="500"/>
                                        <p:tgtEl>
                                          <p:spTgt spid="41370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13722"/>
                                        </p:tgtEl>
                                        <p:attrNameLst>
                                          <p:attrName>style.visibility</p:attrName>
                                        </p:attrNameLst>
                                      </p:cBhvr>
                                      <p:to>
                                        <p:strVal val="visible"/>
                                      </p:to>
                                    </p:set>
                                    <p:animEffect transition="in" filter="wipe(left)">
                                      <p:cBhvr>
                                        <p:cTn id="27" dur="500"/>
                                        <p:tgtEl>
                                          <p:spTgt spid="41372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13712"/>
                                        </p:tgtEl>
                                        <p:attrNameLst>
                                          <p:attrName>style.visibility</p:attrName>
                                        </p:attrNameLst>
                                      </p:cBhvr>
                                      <p:to>
                                        <p:strVal val="visible"/>
                                      </p:to>
                                    </p:set>
                                    <p:animEffect transition="in" filter="wipe(left)">
                                      <p:cBhvr>
                                        <p:cTn id="32" dur="500"/>
                                        <p:tgtEl>
                                          <p:spTgt spid="413712"/>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413723"/>
                                        </p:tgtEl>
                                        <p:attrNameLst>
                                          <p:attrName>style.visibility</p:attrName>
                                        </p:attrNameLst>
                                      </p:cBhvr>
                                      <p:to>
                                        <p:strVal val="visible"/>
                                      </p:to>
                                    </p:set>
                                    <p:animEffect transition="in" filter="wipe(left)">
                                      <p:cBhvr>
                                        <p:cTn id="36" dur="500"/>
                                        <p:tgtEl>
                                          <p:spTgt spid="41372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413719"/>
                                        </p:tgtEl>
                                        <p:attrNameLst>
                                          <p:attrName>style.visibility</p:attrName>
                                        </p:attrNameLst>
                                      </p:cBhvr>
                                      <p:to>
                                        <p:strVal val="visible"/>
                                      </p:to>
                                    </p:set>
                                    <p:animEffect transition="in" filter="wipe(left)">
                                      <p:cBhvr>
                                        <p:cTn id="41" dur="500"/>
                                        <p:tgtEl>
                                          <p:spTgt spid="41371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413720"/>
                                        </p:tgtEl>
                                        <p:attrNameLst>
                                          <p:attrName>style.visibility</p:attrName>
                                        </p:attrNameLst>
                                      </p:cBhvr>
                                      <p:to>
                                        <p:strVal val="visible"/>
                                      </p:to>
                                    </p:set>
                                    <p:animEffect transition="in" filter="wipe(left)">
                                      <p:cBhvr>
                                        <p:cTn id="46" dur="500"/>
                                        <p:tgtEl>
                                          <p:spTgt spid="41372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413721"/>
                                        </p:tgtEl>
                                        <p:attrNameLst>
                                          <p:attrName>style.visibility</p:attrName>
                                        </p:attrNameLst>
                                      </p:cBhvr>
                                      <p:to>
                                        <p:strVal val="visible"/>
                                      </p:to>
                                    </p:set>
                                    <p:animEffect transition="in" filter="wipe(left)">
                                      <p:cBhvr>
                                        <p:cTn id="51" dur="500"/>
                                        <p:tgtEl>
                                          <p:spTgt spid="4137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708" grpId="0"/>
      <p:bldP spid="413715" grpId="0"/>
      <p:bldP spid="413719" grpId="0"/>
      <p:bldP spid="413722" grpId="0"/>
      <p:bldP spid="41372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6" name="Rectangle 6">
            <a:extLst>
              <a:ext uri="{FF2B5EF4-FFF2-40B4-BE49-F238E27FC236}">
                <a16:creationId xmlns:a16="http://schemas.microsoft.com/office/drawing/2014/main" id="{F589BA8E-F7C5-A797-6EE9-4D15FCBD0C53}"/>
              </a:ext>
            </a:extLst>
          </p:cNvPr>
          <p:cNvSpPr>
            <a:spLocks noChangeArrowheads="1"/>
          </p:cNvSpPr>
          <p:nvPr/>
        </p:nvSpPr>
        <p:spPr bwMode="auto">
          <a:xfrm>
            <a:off x="595313" y="311150"/>
            <a:ext cx="4675187"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5000"/>
              </a:lnSpc>
            </a:pPr>
            <a:r>
              <a:rPr lang="en-US" altLang="zh-CN">
                <a:latin typeface="Times New Roman" panose="02020603050405020304" pitchFamily="18" charset="0"/>
              </a:rPr>
              <a:t>(2) </a:t>
            </a:r>
            <a:r>
              <a:rPr lang="zh-CN" altLang="en-US">
                <a:latin typeface="Times New Roman" panose="02020603050405020304" pitchFamily="18" charset="0"/>
              </a:rPr>
              <a:t>应用系统角动量守恒定律求解 </a:t>
            </a:r>
          </a:p>
        </p:txBody>
      </p:sp>
      <p:sp>
        <p:nvSpPr>
          <p:cNvPr id="414727" name="Text Box 7">
            <a:extLst>
              <a:ext uri="{FF2B5EF4-FFF2-40B4-BE49-F238E27FC236}">
                <a16:creationId xmlns:a16="http://schemas.microsoft.com/office/drawing/2014/main" id="{41E721DB-2D5C-869D-281A-0B8FD4934838}"/>
              </a:ext>
            </a:extLst>
          </p:cNvPr>
          <p:cNvSpPr txBox="1">
            <a:spLocks noChangeArrowheads="1"/>
          </p:cNvSpPr>
          <p:nvPr/>
        </p:nvSpPr>
        <p:spPr bwMode="auto">
          <a:xfrm>
            <a:off x="609600" y="736600"/>
            <a:ext cx="8191500" cy="177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5000"/>
              </a:lnSpc>
            </a:pPr>
            <a:r>
              <a:rPr lang="en-US" altLang="zh-CN"/>
              <a:t>   </a:t>
            </a:r>
            <a:r>
              <a:rPr lang="zh-CN" altLang="en-US"/>
              <a:t>取子弹和细棒为一系统。在子弹射入棒端并从棒中穿出的过程中，子弹与细棒之间的作用力为内力，轴承上的作用力以及重力均不产生力矩，故系统所受合外力矩为零，系统角动量守恒。应用系统角动量守恒定律，有</a:t>
            </a:r>
          </a:p>
        </p:txBody>
      </p:sp>
      <p:graphicFrame>
        <p:nvGraphicFramePr>
          <p:cNvPr id="414729" name="Object 9">
            <a:extLst>
              <a:ext uri="{FF2B5EF4-FFF2-40B4-BE49-F238E27FC236}">
                <a16:creationId xmlns:a16="http://schemas.microsoft.com/office/drawing/2014/main" id="{A36165D1-69B8-1873-F41A-40C9DBDBA066}"/>
              </a:ext>
            </a:extLst>
          </p:cNvPr>
          <p:cNvGraphicFramePr>
            <a:graphicFrameLocks noChangeAspect="1"/>
          </p:cNvGraphicFramePr>
          <p:nvPr/>
        </p:nvGraphicFramePr>
        <p:xfrm>
          <a:off x="2344738" y="2873375"/>
          <a:ext cx="2297112" cy="381000"/>
        </p:xfrm>
        <a:graphic>
          <a:graphicData uri="http://schemas.openxmlformats.org/presentationml/2006/ole">
            <mc:AlternateContent xmlns:mc="http://schemas.openxmlformats.org/markup-compatibility/2006">
              <mc:Choice xmlns:v="urn:schemas-microsoft-com:vml" Requires="v">
                <p:oleObj name="公式" r:id="rId2" imgW="2263233" imgH="343149" progId="Equation.3">
                  <p:embed/>
                </p:oleObj>
              </mc:Choice>
              <mc:Fallback>
                <p:oleObj name="公式" r:id="rId2" imgW="2263233" imgH="343149" progId="Equation.3">
                  <p:embed/>
                  <p:pic>
                    <p:nvPicPr>
                      <p:cNvPr id="414729" name="Object 9">
                        <a:extLst>
                          <a:ext uri="{FF2B5EF4-FFF2-40B4-BE49-F238E27FC236}">
                            <a16:creationId xmlns:a16="http://schemas.microsoft.com/office/drawing/2014/main" id="{A36165D1-69B8-1873-F41A-40C9DBDBA0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4738" y="2873375"/>
                        <a:ext cx="22971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4730" name="Rectangle 10">
            <a:extLst>
              <a:ext uri="{FF2B5EF4-FFF2-40B4-BE49-F238E27FC236}">
                <a16:creationId xmlns:a16="http://schemas.microsoft.com/office/drawing/2014/main" id="{6A15CB76-FC54-BB50-C7B5-3ED3AFBD7D3C}"/>
              </a:ext>
            </a:extLst>
          </p:cNvPr>
          <p:cNvSpPr>
            <a:spLocks noChangeArrowheads="1"/>
          </p:cNvSpPr>
          <p:nvPr/>
        </p:nvSpPr>
        <p:spPr bwMode="auto">
          <a:xfrm>
            <a:off x="687388" y="4073525"/>
            <a:ext cx="1563687"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5000"/>
              </a:lnSpc>
            </a:pPr>
            <a:r>
              <a:rPr lang="zh-CN" altLang="en-US"/>
              <a:t>由此解得 </a:t>
            </a:r>
          </a:p>
        </p:txBody>
      </p:sp>
      <p:graphicFrame>
        <p:nvGraphicFramePr>
          <p:cNvPr id="414731" name="Object 11">
            <a:extLst>
              <a:ext uri="{FF2B5EF4-FFF2-40B4-BE49-F238E27FC236}">
                <a16:creationId xmlns:a16="http://schemas.microsoft.com/office/drawing/2014/main" id="{EFEF64ED-AA41-991A-DC49-7C530F9A417A}"/>
              </a:ext>
            </a:extLst>
          </p:cNvPr>
          <p:cNvGraphicFramePr>
            <a:graphicFrameLocks noChangeAspect="1"/>
          </p:cNvGraphicFramePr>
          <p:nvPr/>
        </p:nvGraphicFramePr>
        <p:xfrm>
          <a:off x="2643188" y="4035425"/>
          <a:ext cx="1916112" cy="723900"/>
        </p:xfrm>
        <a:graphic>
          <a:graphicData uri="http://schemas.openxmlformats.org/presentationml/2006/ole">
            <mc:AlternateContent xmlns:mc="http://schemas.openxmlformats.org/markup-compatibility/2006">
              <mc:Choice xmlns:v="urn:schemas-microsoft-com:vml" Requires="v">
                <p:oleObj name="公式" r:id="rId4" imgW="1882047" imgH="685800" progId="Equation.3">
                  <p:embed/>
                </p:oleObj>
              </mc:Choice>
              <mc:Fallback>
                <p:oleObj name="公式" r:id="rId4" imgW="1882047" imgH="685800" progId="Equation.3">
                  <p:embed/>
                  <p:pic>
                    <p:nvPicPr>
                      <p:cNvPr id="414731" name="Object 11">
                        <a:extLst>
                          <a:ext uri="{FF2B5EF4-FFF2-40B4-BE49-F238E27FC236}">
                            <a16:creationId xmlns:a16="http://schemas.microsoft.com/office/drawing/2014/main" id="{EFEF64ED-AA41-991A-DC49-7C530F9A417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43188" y="4035425"/>
                        <a:ext cx="1916112"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4732" name="Rectangle 12">
            <a:extLst>
              <a:ext uri="{FF2B5EF4-FFF2-40B4-BE49-F238E27FC236}">
                <a16:creationId xmlns:a16="http://schemas.microsoft.com/office/drawing/2014/main" id="{FE0856E8-3A58-628B-358E-6B49018FC191}"/>
              </a:ext>
            </a:extLst>
          </p:cNvPr>
          <p:cNvSpPr>
            <a:spLocks noChangeArrowheads="1"/>
          </p:cNvSpPr>
          <p:nvPr/>
        </p:nvSpPr>
        <p:spPr bwMode="auto">
          <a:xfrm>
            <a:off x="1073150" y="5446713"/>
            <a:ext cx="950913" cy="51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5000"/>
              </a:lnSpc>
            </a:pPr>
            <a:r>
              <a:rPr lang="zh-CN" altLang="en-US"/>
              <a:t>所以 </a:t>
            </a:r>
          </a:p>
        </p:txBody>
      </p:sp>
      <p:graphicFrame>
        <p:nvGraphicFramePr>
          <p:cNvPr id="414733" name="Object 13">
            <a:extLst>
              <a:ext uri="{FF2B5EF4-FFF2-40B4-BE49-F238E27FC236}">
                <a16:creationId xmlns:a16="http://schemas.microsoft.com/office/drawing/2014/main" id="{6786E670-011D-B380-A927-17340B585D42}"/>
              </a:ext>
            </a:extLst>
          </p:cNvPr>
          <p:cNvGraphicFramePr>
            <a:graphicFrameLocks noChangeAspect="1"/>
          </p:cNvGraphicFramePr>
          <p:nvPr/>
        </p:nvGraphicFramePr>
        <p:xfrm>
          <a:off x="2614613" y="5353050"/>
          <a:ext cx="1320800" cy="800100"/>
        </p:xfrm>
        <a:graphic>
          <a:graphicData uri="http://schemas.openxmlformats.org/presentationml/2006/ole">
            <mc:AlternateContent xmlns:mc="http://schemas.openxmlformats.org/markup-compatibility/2006">
              <mc:Choice xmlns:v="urn:schemas-microsoft-com:vml" Requires="v">
                <p:oleObj name="公式" r:id="rId6" imgW="1280409" imgH="762111" progId="Equation.3">
                  <p:embed/>
                </p:oleObj>
              </mc:Choice>
              <mc:Fallback>
                <p:oleObj name="公式" r:id="rId6" imgW="1280409" imgH="762111" progId="Equation.3">
                  <p:embed/>
                  <p:pic>
                    <p:nvPicPr>
                      <p:cNvPr id="414733" name="Object 13">
                        <a:extLst>
                          <a:ext uri="{FF2B5EF4-FFF2-40B4-BE49-F238E27FC236}">
                            <a16:creationId xmlns:a16="http://schemas.microsoft.com/office/drawing/2014/main" id="{6786E670-011D-B380-A927-17340B585D4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14613" y="5353050"/>
                        <a:ext cx="13208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4734" name="Object 14">
            <a:extLst>
              <a:ext uri="{FF2B5EF4-FFF2-40B4-BE49-F238E27FC236}">
                <a16:creationId xmlns:a16="http://schemas.microsoft.com/office/drawing/2014/main" id="{C82C879B-CDE1-5AFE-C14F-6480840877CF}"/>
              </a:ext>
            </a:extLst>
          </p:cNvPr>
          <p:cNvGraphicFramePr>
            <a:graphicFrameLocks noChangeAspect="1"/>
          </p:cNvGraphicFramePr>
          <p:nvPr/>
        </p:nvGraphicFramePr>
        <p:xfrm>
          <a:off x="5514975" y="2700338"/>
          <a:ext cx="1219200" cy="723900"/>
        </p:xfrm>
        <a:graphic>
          <a:graphicData uri="http://schemas.openxmlformats.org/presentationml/2006/ole">
            <mc:AlternateContent xmlns:mc="http://schemas.openxmlformats.org/markup-compatibility/2006">
              <mc:Choice xmlns:v="urn:schemas-microsoft-com:vml" Requires="v">
                <p:oleObj name="公式" r:id="rId8" imgW="1180882" imgH="685800" progId="Equation.3">
                  <p:embed/>
                </p:oleObj>
              </mc:Choice>
              <mc:Fallback>
                <p:oleObj name="公式" r:id="rId8" imgW="1180882" imgH="685800" progId="Equation.3">
                  <p:embed/>
                  <p:pic>
                    <p:nvPicPr>
                      <p:cNvPr id="414734" name="Object 14">
                        <a:extLst>
                          <a:ext uri="{FF2B5EF4-FFF2-40B4-BE49-F238E27FC236}">
                            <a16:creationId xmlns:a16="http://schemas.microsoft.com/office/drawing/2014/main" id="{C82C879B-CDE1-5AFE-C14F-6480840877C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14975" y="2700338"/>
                        <a:ext cx="12192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14735" name="Text Box 15">
            <a:extLst>
              <a:ext uri="{FF2B5EF4-FFF2-40B4-BE49-F238E27FC236}">
                <a16:creationId xmlns:a16="http://schemas.microsoft.com/office/drawing/2014/main" id="{2D373235-6E65-B392-A67E-0D08518D8614}"/>
              </a:ext>
            </a:extLst>
          </p:cNvPr>
          <p:cNvSpPr txBox="1">
            <a:spLocks noChangeArrowheads="1"/>
          </p:cNvSpPr>
          <p:nvPr/>
        </p:nvSpPr>
        <p:spPr bwMode="auto">
          <a:xfrm>
            <a:off x="4764088" y="2765425"/>
            <a:ext cx="563562"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bg1"/>
                </a:solidFill>
                <a:latin typeface="仿宋_GB2312" pitchFamily="49" charset="-122"/>
                <a:ea typeface="仿宋_GB2312" pitchFamily="49" charset="-122"/>
              </a:defRPr>
            </a:lvl1pPr>
            <a:lvl2pPr marL="742950" indent="-285750">
              <a:defRPr sz="2400" b="1">
                <a:solidFill>
                  <a:schemeClr val="bg1"/>
                </a:solidFill>
                <a:latin typeface="仿宋_GB2312" pitchFamily="49" charset="-122"/>
                <a:ea typeface="仿宋_GB2312" pitchFamily="49" charset="-122"/>
              </a:defRPr>
            </a:lvl2pPr>
            <a:lvl3pPr marL="1143000" indent="-228600">
              <a:defRPr sz="2400" b="1">
                <a:solidFill>
                  <a:schemeClr val="bg1"/>
                </a:solidFill>
                <a:latin typeface="仿宋_GB2312" pitchFamily="49" charset="-122"/>
                <a:ea typeface="仿宋_GB2312" pitchFamily="49" charset="-122"/>
              </a:defRPr>
            </a:lvl3pPr>
            <a:lvl4pPr marL="1600200" indent="-228600">
              <a:defRPr sz="2400" b="1">
                <a:solidFill>
                  <a:schemeClr val="bg1"/>
                </a:solidFill>
                <a:latin typeface="仿宋_GB2312" pitchFamily="49" charset="-122"/>
                <a:ea typeface="仿宋_GB2312" pitchFamily="49" charset="-122"/>
              </a:defRPr>
            </a:lvl4pPr>
            <a:lvl5pPr marL="2057400" indent="-228600">
              <a:defRPr sz="2400" b="1">
                <a:solidFill>
                  <a:schemeClr val="bg1"/>
                </a:solidFill>
                <a:latin typeface="仿宋_GB2312" pitchFamily="49" charset="-122"/>
                <a:ea typeface="仿宋_GB2312" pitchFamily="49" charset="-122"/>
              </a:defRPr>
            </a:lvl5pPr>
            <a:lvl6pPr marL="25146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6pPr>
            <a:lvl7pPr marL="29718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7pPr>
            <a:lvl8pPr marL="34290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8pPr>
            <a:lvl9pPr marL="3886200" indent="-228600" eaLnBrk="0" fontAlgn="base" hangingPunct="0">
              <a:spcBef>
                <a:spcPct val="0"/>
              </a:spcBef>
              <a:spcAft>
                <a:spcPct val="0"/>
              </a:spcAft>
              <a:defRPr sz="2400" b="1">
                <a:solidFill>
                  <a:schemeClr val="bg1"/>
                </a:solidFill>
                <a:latin typeface="仿宋_GB2312" pitchFamily="49" charset="-122"/>
                <a:ea typeface="仿宋_GB2312" pitchFamily="49" charset="-122"/>
              </a:defRPr>
            </a:lvl9pPr>
          </a:lstStyle>
          <a:p>
            <a:pPr>
              <a:lnSpc>
                <a:spcPct val="115000"/>
              </a:lnSpc>
            </a:pPr>
            <a:r>
              <a:rPr lang="zh-CN" altLang="en-US"/>
              <a:t>且              </a:t>
            </a:r>
          </a:p>
        </p:txBody>
      </p:sp>
      <p:graphicFrame>
        <p:nvGraphicFramePr>
          <p:cNvPr id="414736" name="Object 16">
            <a:extLst>
              <a:ext uri="{FF2B5EF4-FFF2-40B4-BE49-F238E27FC236}">
                <a16:creationId xmlns:a16="http://schemas.microsoft.com/office/drawing/2014/main" id="{EED48CC1-27CB-69F8-61A8-EC4E90824C00}"/>
              </a:ext>
            </a:extLst>
          </p:cNvPr>
          <p:cNvGraphicFramePr>
            <a:graphicFrameLocks noChangeAspect="1"/>
          </p:cNvGraphicFramePr>
          <p:nvPr/>
        </p:nvGraphicFramePr>
        <p:xfrm>
          <a:off x="4646613" y="3705225"/>
          <a:ext cx="1231900" cy="1447800"/>
        </p:xfrm>
        <a:graphic>
          <a:graphicData uri="http://schemas.openxmlformats.org/presentationml/2006/ole">
            <mc:AlternateContent xmlns:mc="http://schemas.openxmlformats.org/markup-compatibility/2006">
              <mc:Choice xmlns:v="urn:schemas-microsoft-com:vml" Requires="v">
                <p:oleObj name="公式" r:id="rId10" imgW="1196309" imgH="1409506" progId="Equation.3">
                  <p:embed/>
                </p:oleObj>
              </mc:Choice>
              <mc:Fallback>
                <p:oleObj name="公式" r:id="rId10" imgW="1196309" imgH="1409506" progId="Equation.3">
                  <p:embed/>
                  <p:pic>
                    <p:nvPicPr>
                      <p:cNvPr id="414736" name="Object 16">
                        <a:extLst>
                          <a:ext uri="{FF2B5EF4-FFF2-40B4-BE49-F238E27FC236}">
                            <a16:creationId xmlns:a16="http://schemas.microsoft.com/office/drawing/2014/main" id="{EED48CC1-27CB-69F8-61A8-EC4E90824C0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46613" y="3705225"/>
                        <a:ext cx="12319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14726"/>
                                        </p:tgtEl>
                                        <p:attrNameLst>
                                          <p:attrName>style.visibility</p:attrName>
                                        </p:attrNameLst>
                                      </p:cBhvr>
                                      <p:to>
                                        <p:strVal val="visible"/>
                                      </p:to>
                                    </p:set>
                                    <p:animEffect transition="in" filter="wipe(left)">
                                      <p:cBhvr>
                                        <p:cTn id="7" dur="500"/>
                                        <p:tgtEl>
                                          <p:spTgt spid="4147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14727"/>
                                        </p:tgtEl>
                                        <p:attrNameLst>
                                          <p:attrName>style.visibility</p:attrName>
                                        </p:attrNameLst>
                                      </p:cBhvr>
                                      <p:to>
                                        <p:strVal val="visible"/>
                                      </p:to>
                                    </p:set>
                                    <p:animEffect transition="in" filter="wipe(left)">
                                      <p:cBhvr>
                                        <p:cTn id="12" dur="500"/>
                                        <p:tgtEl>
                                          <p:spTgt spid="4147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14729"/>
                                        </p:tgtEl>
                                        <p:attrNameLst>
                                          <p:attrName>style.visibility</p:attrName>
                                        </p:attrNameLst>
                                      </p:cBhvr>
                                      <p:to>
                                        <p:strVal val="visible"/>
                                      </p:to>
                                    </p:set>
                                    <p:animEffect transition="in" filter="wipe(left)">
                                      <p:cBhvr>
                                        <p:cTn id="17" dur="500"/>
                                        <p:tgtEl>
                                          <p:spTgt spid="41472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14735"/>
                                        </p:tgtEl>
                                        <p:attrNameLst>
                                          <p:attrName>style.visibility</p:attrName>
                                        </p:attrNameLst>
                                      </p:cBhvr>
                                      <p:to>
                                        <p:strVal val="visible"/>
                                      </p:to>
                                    </p:set>
                                    <p:animEffect transition="in" filter="wipe(left)">
                                      <p:cBhvr>
                                        <p:cTn id="22" dur="500"/>
                                        <p:tgtEl>
                                          <p:spTgt spid="41473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14734"/>
                                        </p:tgtEl>
                                        <p:attrNameLst>
                                          <p:attrName>style.visibility</p:attrName>
                                        </p:attrNameLst>
                                      </p:cBhvr>
                                      <p:to>
                                        <p:strVal val="visible"/>
                                      </p:to>
                                    </p:set>
                                    <p:animEffect transition="in" filter="wipe(left)">
                                      <p:cBhvr>
                                        <p:cTn id="27" dur="500"/>
                                        <p:tgtEl>
                                          <p:spTgt spid="41473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14730"/>
                                        </p:tgtEl>
                                        <p:attrNameLst>
                                          <p:attrName>style.visibility</p:attrName>
                                        </p:attrNameLst>
                                      </p:cBhvr>
                                      <p:to>
                                        <p:strVal val="visible"/>
                                      </p:to>
                                    </p:set>
                                    <p:animEffect transition="in" filter="wipe(left)">
                                      <p:cBhvr>
                                        <p:cTn id="32" dur="500"/>
                                        <p:tgtEl>
                                          <p:spTgt spid="41473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414731"/>
                                        </p:tgtEl>
                                        <p:attrNameLst>
                                          <p:attrName>style.visibility</p:attrName>
                                        </p:attrNameLst>
                                      </p:cBhvr>
                                      <p:to>
                                        <p:strVal val="visible"/>
                                      </p:to>
                                    </p:set>
                                    <p:animEffect transition="in" filter="wipe(left)">
                                      <p:cBhvr>
                                        <p:cTn id="37" dur="500"/>
                                        <p:tgtEl>
                                          <p:spTgt spid="41473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414736"/>
                                        </p:tgtEl>
                                        <p:attrNameLst>
                                          <p:attrName>style.visibility</p:attrName>
                                        </p:attrNameLst>
                                      </p:cBhvr>
                                      <p:to>
                                        <p:strVal val="visible"/>
                                      </p:to>
                                    </p:set>
                                    <p:animEffect transition="in" filter="wipe(left)">
                                      <p:cBhvr>
                                        <p:cTn id="42" dur="500"/>
                                        <p:tgtEl>
                                          <p:spTgt spid="41473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414732"/>
                                        </p:tgtEl>
                                        <p:attrNameLst>
                                          <p:attrName>style.visibility</p:attrName>
                                        </p:attrNameLst>
                                      </p:cBhvr>
                                      <p:to>
                                        <p:strVal val="visible"/>
                                      </p:to>
                                    </p:set>
                                    <p:animEffect transition="in" filter="wipe(left)">
                                      <p:cBhvr>
                                        <p:cTn id="47" dur="500"/>
                                        <p:tgtEl>
                                          <p:spTgt spid="41473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414733"/>
                                        </p:tgtEl>
                                        <p:attrNameLst>
                                          <p:attrName>style.visibility</p:attrName>
                                        </p:attrNameLst>
                                      </p:cBhvr>
                                      <p:to>
                                        <p:strVal val="visible"/>
                                      </p:to>
                                    </p:set>
                                    <p:animEffect transition="in" filter="wipe(left)">
                                      <p:cBhvr>
                                        <p:cTn id="52" dur="500"/>
                                        <p:tgtEl>
                                          <p:spTgt spid="414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6" grpId="0"/>
      <p:bldP spid="414727" grpId="0"/>
      <p:bldP spid="414730" grpId="0"/>
      <p:bldP spid="414732" grpId="0"/>
      <p:bldP spid="414735" grpId="0"/>
    </p:bldLst>
  </p:timing>
</p:sld>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457200" marR="0" indent="-457200" algn="ctr" defTabSz="914400" rtl="0" eaLnBrk="0" fontAlgn="base" latinLnBrk="0" hangingPunct="0">
          <a:lnSpc>
            <a:spcPct val="120000"/>
          </a:lnSpc>
          <a:spcBef>
            <a:spcPct val="0"/>
          </a:spcBef>
          <a:spcAft>
            <a:spcPct val="0"/>
          </a:spcAft>
          <a:buClr>
            <a:schemeClr val="tx2"/>
          </a:buClr>
          <a:buSzTx/>
          <a:buFont typeface="Monotype Sorts" pitchFamily="2" charset="2"/>
          <a:buChar char="&amp;"/>
          <a:tabLst/>
          <a:defRPr kumimoji="0" lang="zh-CN" altLang="en-US" sz="2400" b="1" i="0" u="none" strike="noStrike" cap="none" normalizeH="0" baseline="0" smtClean="0">
            <a:ln>
              <a:noFill/>
            </a:ln>
            <a:solidFill>
              <a:schemeClr val="bg1"/>
            </a:solidFill>
            <a:effectLst>
              <a:outerShdw blurRad="38100" dist="38100" dir="2700000" algn="tl">
                <a:srgbClr val="000000">
                  <a:alpha val="43137"/>
                </a:srgbClr>
              </a:outerShdw>
            </a:effectLst>
            <a:latin typeface="仿宋_GB2312" pitchFamily="49" charset="-122"/>
            <a:ea typeface="仿宋_GB2312" pitchFamily="49"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457200" marR="0" indent="-457200" algn="ctr" defTabSz="914400" rtl="0" eaLnBrk="0" fontAlgn="base" latinLnBrk="0" hangingPunct="0">
          <a:lnSpc>
            <a:spcPct val="120000"/>
          </a:lnSpc>
          <a:spcBef>
            <a:spcPct val="0"/>
          </a:spcBef>
          <a:spcAft>
            <a:spcPct val="0"/>
          </a:spcAft>
          <a:buClr>
            <a:schemeClr val="tx2"/>
          </a:buClr>
          <a:buSzTx/>
          <a:buFont typeface="Monotype Sorts" pitchFamily="2" charset="2"/>
          <a:buChar char="&amp;"/>
          <a:tabLst/>
          <a:defRPr kumimoji="0" lang="zh-CN" altLang="en-US" sz="2400" b="1" i="0" u="none" strike="noStrike" cap="none" normalizeH="0" baseline="0" smtClean="0">
            <a:ln>
              <a:noFill/>
            </a:ln>
            <a:solidFill>
              <a:schemeClr val="bg1"/>
            </a:solidFill>
            <a:effectLst>
              <a:outerShdw blurRad="38100" dist="38100" dir="2700000" algn="tl">
                <a:srgbClr val="000000">
                  <a:alpha val="43137"/>
                </a:srgbClr>
              </a:outerShdw>
            </a:effectLst>
            <a:latin typeface="仿宋_GB2312" pitchFamily="49" charset="-122"/>
            <a:ea typeface="仿宋_GB2312" pitchFamily="49" charset="-122"/>
          </a:defRPr>
        </a:defPPr>
      </a:lstStyle>
    </a:lnDef>
  </a:objectDefaults>
  <a:extraClrSchemeLst>
    <a:extraClrScheme>
      <a:clrScheme name="1_默认设计模板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默认设计模板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12671</TotalTime>
  <Words>1426</Words>
  <Application>Microsoft Office PowerPoint</Application>
  <PresentationFormat>全屏显示(4:3)</PresentationFormat>
  <Paragraphs>209</Paragraphs>
  <Slides>22</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3</vt:i4>
      </vt:variant>
      <vt:variant>
        <vt:lpstr>幻灯片标题</vt:lpstr>
      </vt:variant>
      <vt:variant>
        <vt:i4>22</vt:i4>
      </vt:variant>
    </vt:vector>
  </HeadingPairs>
  <TitlesOfParts>
    <vt:vector size="37" baseType="lpstr">
      <vt:lpstr>Monotype Sorts</vt:lpstr>
      <vt:lpstr>仿宋_GB2312</vt:lpstr>
      <vt:lpstr>黑体</vt:lpstr>
      <vt:lpstr>华文新魏</vt:lpstr>
      <vt:lpstr>楷体_GB2312</vt:lpstr>
      <vt:lpstr>宋体</vt:lpstr>
      <vt:lpstr>Arial</vt:lpstr>
      <vt:lpstr>Bookman Old Style</vt:lpstr>
      <vt:lpstr>Symbol</vt:lpstr>
      <vt:lpstr>Times New Roman</vt:lpstr>
      <vt:lpstr>Wingdings</vt:lpstr>
      <vt:lpstr>1_默认设计模板</vt:lpstr>
      <vt:lpstr>公式</vt:lpstr>
      <vt:lpstr>Equation</vt:lpstr>
      <vt:lpstr>BMP 图象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第3章 功和能</dc:title>
  <dc:subject>大学物理电子教案</dc:subject>
  <dc:creator>zhaoshumin</dc:creator>
  <cp:lastModifiedBy>mixi</cp:lastModifiedBy>
  <cp:revision>845</cp:revision>
  <dcterms:created xsi:type="dcterms:W3CDTF">2004-11-16T23:52:09Z</dcterms:created>
  <dcterms:modified xsi:type="dcterms:W3CDTF">2025-03-30T05:57:30Z</dcterms:modified>
</cp:coreProperties>
</file>