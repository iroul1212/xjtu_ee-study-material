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6"/>
  </p:notesMasterIdLst>
  <p:sldIdLst>
    <p:sldId id="286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15" r:id="rId22"/>
    <p:sldId id="307" r:id="rId23"/>
    <p:sldId id="308" r:id="rId24"/>
    <p:sldId id="309" r:id="rId2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b="1" kern="120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2">
          <p15:clr>
            <a:srgbClr val="A4A3A4"/>
          </p15:clr>
        </p15:guide>
        <p15:guide id="2" pos="4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CC3300"/>
    <a:srgbClr val="66FFFF"/>
    <a:srgbClr val="FFFF00"/>
    <a:srgbClr val="FF0000"/>
    <a:srgbClr val="CC66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398" autoAdjust="0"/>
  </p:normalViewPr>
  <p:slideViewPr>
    <p:cSldViewPr showGuides="1">
      <p:cViewPr varScale="1">
        <p:scale>
          <a:sx n="73" d="100"/>
          <a:sy n="73" d="100"/>
        </p:scale>
        <p:origin x="1666" y="72"/>
      </p:cViewPr>
      <p:guideLst>
        <p:guide orient="horz" pos="1752"/>
        <p:guide pos="4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4B3622C-4223-3492-7930-6CE9C9D444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FDFAA4-5593-1D58-F293-FB7C829CE78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F73B7694-E4E5-4B56-A681-4CC1A23CCE89}" type="datetimeFigureOut">
              <a:rPr lang="zh-CN" altLang="en-US"/>
              <a:pPr>
                <a:defRPr/>
              </a:pPr>
              <a:t>2025/2/19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F25164AB-A229-A765-7A04-D07DE98BFD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DE9AEF53-051C-DAB6-8D5C-8E6BDBA24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5696AA-4087-7AFB-5974-D993F82573B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04E919-80EC-30DC-21AF-EB9D392BDD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5723356-516B-4559-B675-660239526A5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E3CDC499-E771-8B48-F9DE-BB738533C6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4705FC6-18CE-477F-9BCF-2A1D5639A544}" type="slidenum">
              <a:rPr lang="en-US" altLang="zh-CN" sz="1200" smtClean="0"/>
              <a:pPr/>
              <a:t>1</a:t>
            </a:fld>
            <a:endParaRPr lang="en-US" altLang="zh-CN" sz="1200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ABEBA602-6C47-D12A-DC7B-16C80C3C089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FF232515-0F8E-A23B-E1EC-4DBCBB8519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B13FD4A1-8A6B-E466-B665-2F85810A09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A2B31837-D505-A953-0178-F4F0567A77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75D009DE-E993-F2BB-CB9F-CDD1B154DE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0D68D0F-EB1E-423C-82C1-146C727069BF}" type="slidenum">
              <a:rPr lang="zh-CN" altLang="en-US" sz="1200" smtClean="0"/>
              <a:pPr/>
              <a:t>2</a:t>
            </a:fld>
            <a:endParaRPr lang="zh-C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4216525809"/>
      </p:ext>
    </p:extLst>
  </p:cSld>
  <p:clrMapOvr>
    <a:masterClrMapping/>
  </p:clrMapOvr>
  <p:transition spd="slow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91748539"/>
      </p:ext>
    </p:extLst>
  </p:cSld>
  <p:clrMapOvr>
    <a:masterClrMapping/>
  </p:clrMapOvr>
  <p:transition spd="slow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379607"/>
      </p:ext>
    </p:extLst>
  </p:cSld>
  <p:clrMapOvr>
    <a:masterClrMapping/>
  </p:clrMapOvr>
  <p:transition spd="slow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15026159"/>
      </p:ext>
    </p:extLst>
  </p:cSld>
  <p:clrMapOvr>
    <a:masterClrMapping/>
  </p:clrMapOvr>
  <p:transition spd="slow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31131547"/>
      </p:ext>
    </p:extLst>
  </p:cSld>
  <p:clrMapOvr>
    <a:masterClrMapping/>
  </p:clrMapOvr>
  <p:transition spd="slow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15852705"/>
      </p:ext>
    </p:extLst>
  </p:cSld>
  <p:clrMapOvr>
    <a:masterClrMapping/>
  </p:clrMapOvr>
  <p:transition spd="slow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8310082"/>
      </p:ext>
    </p:extLst>
  </p:cSld>
  <p:clrMapOvr>
    <a:masterClrMapping/>
  </p:clrMapOvr>
  <p:transition spd="slow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36700989"/>
      </p:ext>
    </p:extLst>
  </p:cSld>
  <p:clrMapOvr>
    <a:masterClrMapping/>
  </p:clrMapOvr>
  <p:transition spd="slow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51853689"/>
      </p:ext>
    </p:extLst>
  </p:cSld>
  <p:clrMapOvr>
    <a:masterClrMapping/>
  </p:clrMapOvr>
  <p:transition spd="slow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19839466"/>
      </p:ext>
    </p:extLst>
  </p:cSld>
  <p:clrMapOvr>
    <a:masterClrMapping/>
  </p:clrMapOvr>
  <p:transition spd="slow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097664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>
            <a:extLst>
              <a:ext uri="{FF2B5EF4-FFF2-40B4-BE49-F238E27FC236}">
                <a16:creationId xmlns:a16="http://schemas.microsoft.com/office/drawing/2014/main" id="{9A88BBC1-5963-3610-E6E1-545752339B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588" y="0"/>
            <a:ext cx="9237663" cy="6873875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0F0ED78-A035-49CA-0E15-5334029EF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003366">
                <a:alpha val="50195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8" name="AutoShape 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47A0FEBC-3F96-7938-D29C-30A1324123D2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45363" y="6629400"/>
            <a:ext cx="395287" cy="127000"/>
          </a:xfrm>
          <a:prstGeom prst="actionButtonBackPrevious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9" name="AutoShape 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D7A061F1-D65D-28B1-8ECF-537AB7AA2176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812088" y="6629400"/>
            <a:ext cx="395287" cy="127000"/>
          </a:xfrm>
          <a:prstGeom prst="actionButtonHome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0" name="AutoShape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7CA298F-53FE-FC31-81DE-33EA108BB19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280400" y="6629400"/>
            <a:ext cx="395288" cy="127000"/>
          </a:xfrm>
          <a:prstGeom prst="actionButtonForwardNext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0" r:id="rId1"/>
    <p:sldLayoutId id="2147484091" r:id="rId2"/>
    <p:sldLayoutId id="2147484092" r:id="rId3"/>
    <p:sldLayoutId id="2147484093" r:id="rId4"/>
    <p:sldLayoutId id="2147484094" r:id="rId5"/>
    <p:sldLayoutId id="2147484095" r:id="rId6"/>
    <p:sldLayoutId id="2147484096" r:id="rId7"/>
    <p:sldLayoutId id="2147484097" r:id="rId8"/>
    <p:sldLayoutId id="2147484098" r:id="rId9"/>
    <p:sldLayoutId id="2147484099" r:id="rId10"/>
    <p:sldLayoutId id="2147484100" r:id="rId11"/>
  </p:sldLayoutIdLst>
  <p:transition spd="slow">
    <p:wipe dir="d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8.emf"/><Relationship Id="rId18" Type="http://schemas.openxmlformats.org/officeDocument/2006/relationships/oleObject" Target="../embeddings/oleObject11.bin"/><Relationship Id="rId26" Type="http://schemas.openxmlformats.org/officeDocument/2006/relationships/oleObject" Target="../embeddings/oleObject15.bin"/><Relationship Id="rId3" Type="http://schemas.openxmlformats.org/officeDocument/2006/relationships/image" Target="../media/image3.emf"/><Relationship Id="rId21" Type="http://schemas.openxmlformats.org/officeDocument/2006/relationships/image" Target="../media/image12.emf"/><Relationship Id="rId7" Type="http://schemas.openxmlformats.org/officeDocument/2006/relationships/image" Target="../media/image5.emf"/><Relationship Id="rId12" Type="http://schemas.openxmlformats.org/officeDocument/2006/relationships/oleObject" Target="../embeddings/oleObject8.bin"/><Relationship Id="rId17" Type="http://schemas.openxmlformats.org/officeDocument/2006/relationships/image" Target="../media/image10.emf"/><Relationship Id="rId25" Type="http://schemas.openxmlformats.org/officeDocument/2006/relationships/image" Target="../media/image14.emf"/><Relationship Id="rId33" Type="http://schemas.openxmlformats.org/officeDocument/2006/relationships/image" Target="../media/image18.emf"/><Relationship Id="rId2" Type="http://schemas.openxmlformats.org/officeDocument/2006/relationships/oleObject" Target="../embeddings/oleObject3.bin"/><Relationship Id="rId16" Type="http://schemas.openxmlformats.org/officeDocument/2006/relationships/oleObject" Target="../embeddings/oleObject10.bin"/><Relationship Id="rId20" Type="http://schemas.openxmlformats.org/officeDocument/2006/relationships/oleObject" Target="../embeddings/oleObject12.bin"/><Relationship Id="rId29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7.emf"/><Relationship Id="rId24" Type="http://schemas.openxmlformats.org/officeDocument/2006/relationships/oleObject" Target="../embeddings/oleObject14.bin"/><Relationship Id="rId32" Type="http://schemas.openxmlformats.org/officeDocument/2006/relationships/oleObject" Target="../embeddings/oleObject18.bin"/><Relationship Id="rId5" Type="http://schemas.openxmlformats.org/officeDocument/2006/relationships/image" Target="../media/image4.emf"/><Relationship Id="rId15" Type="http://schemas.openxmlformats.org/officeDocument/2006/relationships/image" Target="../media/image9.emf"/><Relationship Id="rId23" Type="http://schemas.openxmlformats.org/officeDocument/2006/relationships/image" Target="../media/image13.emf"/><Relationship Id="rId28" Type="http://schemas.openxmlformats.org/officeDocument/2006/relationships/oleObject" Target="../embeddings/oleObject16.bin"/><Relationship Id="rId10" Type="http://schemas.openxmlformats.org/officeDocument/2006/relationships/oleObject" Target="../embeddings/oleObject7.bin"/><Relationship Id="rId19" Type="http://schemas.openxmlformats.org/officeDocument/2006/relationships/image" Target="../media/image11.emf"/><Relationship Id="rId31" Type="http://schemas.openxmlformats.org/officeDocument/2006/relationships/image" Target="../media/image17.e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6.emf"/><Relationship Id="rId14" Type="http://schemas.openxmlformats.org/officeDocument/2006/relationships/oleObject" Target="../embeddings/oleObject9.bin"/><Relationship Id="rId22" Type="http://schemas.openxmlformats.org/officeDocument/2006/relationships/oleObject" Target="../embeddings/oleObject13.bin"/><Relationship Id="rId27" Type="http://schemas.openxmlformats.org/officeDocument/2006/relationships/image" Target="../media/image15.emf"/><Relationship Id="rId30" Type="http://schemas.openxmlformats.org/officeDocument/2006/relationships/oleObject" Target="../embeddings/oleObject17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24.emf"/><Relationship Id="rId18" Type="http://schemas.openxmlformats.org/officeDocument/2006/relationships/oleObject" Target="../embeddings/oleObject27.bin"/><Relationship Id="rId3" Type="http://schemas.openxmlformats.org/officeDocument/2006/relationships/image" Target="../media/image19.emf"/><Relationship Id="rId21" Type="http://schemas.openxmlformats.org/officeDocument/2006/relationships/image" Target="../media/image28.emf"/><Relationship Id="rId7" Type="http://schemas.openxmlformats.org/officeDocument/2006/relationships/image" Target="../media/image21.emf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26.emf"/><Relationship Id="rId2" Type="http://schemas.openxmlformats.org/officeDocument/2006/relationships/oleObject" Target="../embeddings/oleObject19.bin"/><Relationship Id="rId16" Type="http://schemas.openxmlformats.org/officeDocument/2006/relationships/oleObject" Target="../embeddings/oleObject26.bin"/><Relationship Id="rId20" Type="http://schemas.openxmlformats.org/officeDocument/2006/relationships/oleObject" Target="../embeddings/oleObject2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3.emf"/><Relationship Id="rId5" Type="http://schemas.openxmlformats.org/officeDocument/2006/relationships/image" Target="../media/image20.emf"/><Relationship Id="rId15" Type="http://schemas.openxmlformats.org/officeDocument/2006/relationships/image" Target="../media/image25.emf"/><Relationship Id="rId23" Type="http://schemas.openxmlformats.org/officeDocument/2006/relationships/image" Target="../media/image29.emf"/><Relationship Id="rId10" Type="http://schemas.openxmlformats.org/officeDocument/2006/relationships/oleObject" Target="../embeddings/oleObject23.bin"/><Relationship Id="rId19" Type="http://schemas.openxmlformats.org/officeDocument/2006/relationships/image" Target="../media/image27.e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2.emf"/><Relationship Id="rId14" Type="http://schemas.openxmlformats.org/officeDocument/2006/relationships/oleObject" Target="../embeddings/oleObject25.bin"/><Relationship Id="rId22" Type="http://schemas.openxmlformats.org/officeDocument/2006/relationships/oleObject" Target="../embeddings/oleObject29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35.emf"/><Relationship Id="rId18" Type="http://schemas.openxmlformats.org/officeDocument/2006/relationships/oleObject" Target="../embeddings/oleObject38.bin"/><Relationship Id="rId26" Type="http://schemas.openxmlformats.org/officeDocument/2006/relationships/oleObject" Target="../embeddings/oleObject42.bin"/><Relationship Id="rId3" Type="http://schemas.openxmlformats.org/officeDocument/2006/relationships/image" Target="../media/image30.emf"/><Relationship Id="rId21" Type="http://schemas.openxmlformats.org/officeDocument/2006/relationships/image" Target="../media/image39.emf"/><Relationship Id="rId34" Type="http://schemas.openxmlformats.org/officeDocument/2006/relationships/oleObject" Target="../embeddings/oleObject46.bin"/><Relationship Id="rId7" Type="http://schemas.openxmlformats.org/officeDocument/2006/relationships/image" Target="../media/image32.emf"/><Relationship Id="rId12" Type="http://schemas.openxmlformats.org/officeDocument/2006/relationships/oleObject" Target="../embeddings/oleObject35.bin"/><Relationship Id="rId17" Type="http://schemas.openxmlformats.org/officeDocument/2006/relationships/image" Target="../media/image37.emf"/><Relationship Id="rId25" Type="http://schemas.openxmlformats.org/officeDocument/2006/relationships/image" Target="../media/image41.emf"/><Relationship Id="rId33" Type="http://schemas.openxmlformats.org/officeDocument/2006/relationships/image" Target="../media/image45.emf"/><Relationship Id="rId2" Type="http://schemas.openxmlformats.org/officeDocument/2006/relationships/oleObject" Target="../embeddings/oleObject30.bin"/><Relationship Id="rId16" Type="http://schemas.openxmlformats.org/officeDocument/2006/relationships/oleObject" Target="../embeddings/oleObject37.bin"/><Relationship Id="rId20" Type="http://schemas.openxmlformats.org/officeDocument/2006/relationships/oleObject" Target="../embeddings/oleObject39.bin"/><Relationship Id="rId29" Type="http://schemas.openxmlformats.org/officeDocument/2006/relationships/image" Target="../media/image43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4.emf"/><Relationship Id="rId24" Type="http://schemas.openxmlformats.org/officeDocument/2006/relationships/oleObject" Target="../embeddings/oleObject41.bin"/><Relationship Id="rId32" Type="http://schemas.openxmlformats.org/officeDocument/2006/relationships/oleObject" Target="../embeddings/oleObject45.bin"/><Relationship Id="rId37" Type="http://schemas.openxmlformats.org/officeDocument/2006/relationships/image" Target="../media/image47.emf"/><Relationship Id="rId5" Type="http://schemas.openxmlformats.org/officeDocument/2006/relationships/image" Target="../media/image31.emf"/><Relationship Id="rId15" Type="http://schemas.openxmlformats.org/officeDocument/2006/relationships/image" Target="../media/image36.emf"/><Relationship Id="rId23" Type="http://schemas.openxmlformats.org/officeDocument/2006/relationships/image" Target="../media/image40.emf"/><Relationship Id="rId28" Type="http://schemas.openxmlformats.org/officeDocument/2006/relationships/oleObject" Target="../embeddings/oleObject43.bin"/><Relationship Id="rId36" Type="http://schemas.openxmlformats.org/officeDocument/2006/relationships/oleObject" Target="../embeddings/oleObject47.bin"/><Relationship Id="rId10" Type="http://schemas.openxmlformats.org/officeDocument/2006/relationships/oleObject" Target="../embeddings/oleObject34.bin"/><Relationship Id="rId19" Type="http://schemas.openxmlformats.org/officeDocument/2006/relationships/image" Target="../media/image38.emf"/><Relationship Id="rId31" Type="http://schemas.openxmlformats.org/officeDocument/2006/relationships/image" Target="../media/image44.e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3.emf"/><Relationship Id="rId14" Type="http://schemas.openxmlformats.org/officeDocument/2006/relationships/oleObject" Target="../embeddings/oleObject36.bin"/><Relationship Id="rId22" Type="http://schemas.openxmlformats.org/officeDocument/2006/relationships/oleObject" Target="../embeddings/oleObject40.bin"/><Relationship Id="rId27" Type="http://schemas.openxmlformats.org/officeDocument/2006/relationships/image" Target="../media/image42.emf"/><Relationship Id="rId30" Type="http://schemas.openxmlformats.org/officeDocument/2006/relationships/oleObject" Target="../embeddings/oleObject44.bin"/><Relationship Id="rId35" Type="http://schemas.openxmlformats.org/officeDocument/2006/relationships/image" Target="../media/image46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13" Type="http://schemas.openxmlformats.org/officeDocument/2006/relationships/image" Target="../media/image53.emf"/><Relationship Id="rId3" Type="http://schemas.openxmlformats.org/officeDocument/2006/relationships/image" Target="../media/image48.emf"/><Relationship Id="rId7" Type="http://schemas.openxmlformats.org/officeDocument/2006/relationships/image" Target="../media/image50.emf"/><Relationship Id="rId12" Type="http://schemas.openxmlformats.org/officeDocument/2006/relationships/oleObject" Target="../embeddings/oleObject53.bin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0.bin"/><Relationship Id="rId11" Type="http://schemas.openxmlformats.org/officeDocument/2006/relationships/image" Target="../media/image52.emf"/><Relationship Id="rId5" Type="http://schemas.openxmlformats.org/officeDocument/2006/relationships/image" Target="../media/image49.emf"/><Relationship Id="rId10" Type="http://schemas.openxmlformats.org/officeDocument/2006/relationships/oleObject" Target="../embeddings/oleObject52.bin"/><Relationship Id="rId4" Type="http://schemas.openxmlformats.org/officeDocument/2006/relationships/oleObject" Target="../embeddings/oleObject49.bin"/><Relationship Id="rId9" Type="http://schemas.openxmlformats.org/officeDocument/2006/relationships/image" Target="../media/image51.emf"/><Relationship Id="rId14" Type="http://schemas.openxmlformats.org/officeDocument/2006/relationships/image" Target="../media/image5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13" Type="http://schemas.openxmlformats.org/officeDocument/2006/relationships/image" Target="../media/image60.emf"/><Relationship Id="rId18" Type="http://schemas.openxmlformats.org/officeDocument/2006/relationships/oleObject" Target="../embeddings/oleObject62.bin"/><Relationship Id="rId3" Type="http://schemas.openxmlformats.org/officeDocument/2006/relationships/image" Target="../media/image55.emf"/><Relationship Id="rId21" Type="http://schemas.openxmlformats.org/officeDocument/2006/relationships/image" Target="../media/image64.emf"/><Relationship Id="rId7" Type="http://schemas.openxmlformats.org/officeDocument/2006/relationships/image" Target="../media/image57.emf"/><Relationship Id="rId12" Type="http://schemas.openxmlformats.org/officeDocument/2006/relationships/oleObject" Target="../embeddings/oleObject59.bin"/><Relationship Id="rId17" Type="http://schemas.openxmlformats.org/officeDocument/2006/relationships/image" Target="../media/image62.emf"/><Relationship Id="rId2" Type="http://schemas.openxmlformats.org/officeDocument/2006/relationships/oleObject" Target="../embeddings/oleObject54.bin"/><Relationship Id="rId16" Type="http://schemas.openxmlformats.org/officeDocument/2006/relationships/oleObject" Target="../embeddings/oleObject61.bin"/><Relationship Id="rId20" Type="http://schemas.openxmlformats.org/officeDocument/2006/relationships/oleObject" Target="../embeddings/oleObject6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6.bin"/><Relationship Id="rId11" Type="http://schemas.openxmlformats.org/officeDocument/2006/relationships/image" Target="../media/image59.emf"/><Relationship Id="rId5" Type="http://schemas.openxmlformats.org/officeDocument/2006/relationships/image" Target="../media/image56.emf"/><Relationship Id="rId15" Type="http://schemas.openxmlformats.org/officeDocument/2006/relationships/image" Target="../media/image61.emf"/><Relationship Id="rId10" Type="http://schemas.openxmlformats.org/officeDocument/2006/relationships/oleObject" Target="../embeddings/oleObject58.bin"/><Relationship Id="rId19" Type="http://schemas.openxmlformats.org/officeDocument/2006/relationships/image" Target="../media/image63.emf"/><Relationship Id="rId4" Type="http://schemas.openxmlformats.org/officeDocument/2006/relationships/oleObject" Target="../embeddings/oleObject55.bin"/><Relationship Id="rId9" Type="http://schemas.openxmlformats.org/officeDocument/2006/relationships/image" Target="../media/image58.emf"/><Relationship Id="rId14" Type="http://schemas.openxmlformats.org/officeDocument/2006/relationships/oleObject" Target="../embeddings/oleObject60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.bin"/><Relationship Id="rId13" Type="http://schemas.openxmlformats.org/officeDocument/2006/relationships/image" Target="../media/image70.emf"/><Relationship Id="rId3" Type="http://schemas.openxmlformats.org/officeDocument/2006/relationships/image" Target="../media/image65.emf"/><Relationship Id="rId7" Type="http://schemas.openxmlformats.org/officeDocument/2006/relationships/image" Target="../media/image67.emf"/><Relationship Id="rId12" Type="http://schemas.openxmlformats.org/officeDocument/2006/relationships/oleObject" Target="../embeddings/oleObject69.bin"/><Relationship Id="rId17" Type="http://schemas.openxmlformats.org/officeDocument/2006/relationships/image" Target="../media/image72.emf"/><Relationship Id="rId2" Type="http://schemas.openxmlformats.org/officeDocument/2006/relationships/oleObject" Target="../embeddings/oleObject64.bin"/><Relationship Id="rId16" Type="http://schemas.openxmlformats.org/officeDocument/2006/relationships/oleObject" Target="../embeddings/oleObject7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6.bin"/><Relationship Id="rId11" Type="http://schemas.openxmlformats.org/officeDocument/2006/relationships/image" Target="../media/image69.emf"/><Relationship Id="rId5" Type="http://schemas.openxmlformats.org/officeDocument/2006/relationships/image" Target="../media/image66.emf"/><Relationship Id="rId15" Type="http://schemas.openxmlformats.org/officeDocument/2006/relationships/image" Target="../media/image71.emf"/><Relationship Id="rId10" Type="http://schemas.openxmlformats.org/officeDocument/2006/relationships/oleObject" Target="../embeddings/oleObject68.bin"/><Relationship Id="rId4" Type="http://schemas.openxmlformats.org/officeDocument/2006/relationships/oleObject" Target="../embeddings/oleObject65.bin"/><Relationship Id="rId9" Type="http://schemas.openxmlformats.org/officeDocument/2006/relationships/image" Target="../media/image68.emf"/><Relationship Id="rId14" Type="http://schemas.openxmlformats.org/officeDocument/2006/relationships/oleObject" Target="../embeddings/oleObject70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78.emf"/><Relationship Id="rId18" Type="http://schemas.openxmlformats.org/officeDocument/2006/relationships/oleObject" Target="../embeddings/oleObject80.bin"/><Relationship Id="rId3" Type="http://schemas.openxmlformats.org/officeDocument/2006/relationships/image" Target="../media/image73.emf"/><Relationship Id="rId7" Type="http://schemas.openxmlformats.org/officeDocument/2006/relationships/image" Target="../media/image75.emf"/><Relationship Id="rId12" Type="http://schemas.openxmlformats.org/officeDocument/2006/relationships/oleObject" Target="../embeddings/oleObject77.bin"/><Relationship Id="rId17" Type="http://schemas.openxmlformats.org/officeDocument/2006/relationships/image" Target="../media/image80.emf"/><Relationship Id="rId2" Type="http://schemas.openxmlformats.org/officeDocument/2006/relationships/oleObject" Target="../embeddings/oleObject72.bin"/><Relationship Id="rId16" Type="http://schemas.openxmlformats.org/officeDocument/2006/relationships/oleObject" Target="../embeddings/oleObject7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77.emf"/><Relationship Id="rId5" Type="http://schemas.openxmlformats.org/officeDocument/2006/relationships/image" Target="../media/image74.emf"/><Relationship Id="rId15" Type="http://schemas.openxmlformats.org/officeDocument/2006/relationships/image" Target="../media/image79.emf"/><Relationship Id="rId10" Type="http://schemas.openxmlformats.org/officeDocument/2006/relationships/oleObject" Target="../embeddings/oleObject76.bin"/><Relationship Id="rId19" Type="http://schemas.openxmlformats.org/officeDocument/2006/relationships/image" Target="../media/image81.emf"/><Relationship Id="rId4" Type="http://schemas.openxmlformats.org/officeDocument/2006/relationships/oleObject" Target="../embeddings/oleObject73.bin"/><Relationship Id="rId9" Type="http://schemas.openxmlformats.org/officeDocument/2006/relationships/image" Target="../media/image76.emf"/><Relationship Id="rId14" Type="http://schemas.openxmlformats.org/officeDocument/2006/relationships/oleObject" Target="../embeddings/oleObject78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4.bin"/><Relationship Id="rId13" Type="http://schemas.openxmlformats.org/officeDocument/2006/relationships/image" Target="../media/image87.emf"/><Relationship Id="rId18" Type="http://schemas.openxmlformats.org/officeDocument/2006/relationships/oleObject" Target="../embeddings/oleObject89.bin"/><Relationship Id="rId26" Type="http://schemas.openxmlformats.org/officeDocument/2006/relationships/oleObject" Target="../embeddings/oleObject93.bin"/><Relationship Id="rId3" Type="http://schemas.openxmlformats.org/officeDocument/2006/relationships/image" Target="../media/image82.emf"/><Relationship Id="rId21" Type="http://schemas.openxmlformats.org/officeDocument/2006/relationships/image" Target="../media/image91.emf"/><Relationship Id="rId7" Type="http://schemas.openxmlformats.org/officeDocument/2006/relationships/image" Target="../media/image84.emf"/><Relationship Id="rId12" Type="http://schemas.openxmlformats.org/officeDocument/2006/relationships/oleObject" Target="../embeddings/oleObject86.bin"/><Relationship Id="rId17" Type="http://schemas.openxmlformats.org/officeDocument/2006/relationships/image" Target="../media/image89.emf"/><Relationship Id="rId25" Type="http://schemas.openxmlformats.org/officeDocument/2006/relationships/image" Target="../media/image93.emf"/><Relationship Id="rId2" Type="http://schemas.openxmlformats.org/officeDocument/2006/relationships/oleObject" Target="../embeddings/oleObject81.bin"/><Relationship Id="rId16" Type="http://schemas.openxmlformats.org/officeDocument/2006/relationships/oleObject" Target="../embeddings/oleObject88.bin"/><Relationship Id="rId20" Type="http://schemas.openxmlformats.org/officeDocument/2006/relationships/oleObject" Target="../embeddings/oleObject90.bin"/><Relationship Id="rId29" Type="http://schemas.openxmlformats.org/officeDocument/2006/relationships/image" Target="../media/image95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3.bin"/><Relationship Id="rId11" Type="http://schemas.openxmlformats.org/officeDocument/2006/relationships/image" Target="../media/image86.emf"/><Relationship Id="rId24" Type="http://schemas.openxmlformats.org/officeDocument/2006/relationships/oleObject" Target="../embeddings/oleObject92.bin"/><Relationship Id="rId5" Type="http://schemas.openxmlformats.org/officeDocument/2006/relationships/image" Target="../media/image83.emf"/><Relationship Id="rId15" Type="http://schemas.openxmlformats.org/officeDocument/2006/relationships/image" Target="../media/image88.emf"/><Relationship Id="rId23" Type="http://schemas.openxmlformats.org/officeDocument/2006/relationships/image" Target="../media/image92.emf"/><Relationship Id="rId28" Type="http://schemas.openxmlformats.org/officeDocument/2006/relationships/oleObject" Target="../embeddings/oleObject94.bin"/><Relationship Id="rId10" Type="http://schemas.openxmlformats.org/officeDocument/2006/relationships/oleObject" Target="../embeddings/oleObject85.bin"/><Relationship Id="rId19" Type="http://schemas.openxmlformats.org/officeDocument/2006/relationships/image" Target="../media/image90.emf"/><Relationship Id="rId4" Type="http://schemas.openxmlformats.org/officeDocument/2006/relationships/oleObject" Target="../embeddings/oleObject82.bin"/><Relationship Id="rId9" Type="http://schemas.openxmlformats.org/officeDocument/2006/relationships/image" Target="../media/image85.emf"/><Relationship Id="rId14" Type="http://schemas.openxmlformats.org/officeDocument/2006/relationships/oleObject" Target="../embeddings/oleObject87.bin"/><Relationship Id="rId22" Type="http://schemas.openxmlformats.org/officeDocument/2006/relationships/oleObject" Target="../embeddings/oleObject91.bin"/><Relationship Id="rId27" Type="http://schemas.openxmlformats.org/officeDocument/2006/relationships/image" Target="../media/image94.emf"/><Relationship Id="rId30" Type="http://schemas.openxmlformats.org/officeDocument/2006/relationships/image" Target="../media/image96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13" Type="http://schemas.openxmlformats.org/officeDocument/2006/relationships/image" Target="../media/image102.emf"/><Relationship Id="rId18" Type="http://schemas.openxmlformats.org/officeDocument/2006/relationships/oleObject" Target="../embeddings/oleObject103.bin"/><Relationship Id="rId26" Type="http://schemas.openxmlformats.org/officeDocument/2006/relationships/oleObject" Target="../embeddings/oleObject107.bin"/><Relationship Id="rId3" Type="http://schemas.openxmlformats.org/officeDocument/2006/relationships/image" Target="../media/image97.emf"/><Relationship Id="rId21" Type="http://schemas.openxmlformats.org/officeDocument/2006/relationships/image" Target="../media/image106.emf"/><Relationship Id="rId7" Type="http://schemas.openxmlformats.org/officeDocument/2006/relationships/image" Target="../media/image99.emf"/><Relationship Id="rId12" Type="http://schemas.openxmlformats.org/officeDocument/2006/relationships/oleObject" Target="../embeddings/oleObject100.bin"/><Relationship Id="rId17" Type="http://schemas.openxmlformats.org/officeDocument/2006/relationships/image" Target="../media/image104.emf"/><Relationship Id="rId25" Type="http://schemas.openxmlformats.org/officeDocument/2006/relationships/image" Target="../media/image108.emf"/><Relationship Id="rId2" Type="http://schemas.openxmlformats.org/officeDocument/2006/relationships/oleObject" Target="../embeddings/oleObject95.bin"/><Relationship Id="rId16" Type="http://schemas.openxmlformats.org/officeDocument/2006/relationships/oleObject" Target="../embeddings/oleObject102.bin"/><Relationship Id="rId20" Type="http://schemas.openxmlformats.org/officeDocument/2006/relationships/oleObject" Target="../embeddings/oleObject104.bin"/><Relationship Id="rId29" Type="http://schemas.openxmlformats.org/officeDocument/2006/relationships/image" Target="../media/image110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7.bin"/><Relationship Id="rId11" Type="http://schemas.openxmlformats.org/officeDocument/2006/relationships/image" Target="../media/image101.emf"/><Relationship Id="rId24" Type="http://schemas.openxmlformats.org/officeDocument/2006/relationships/oleObject" Target="../embeddings/oleObject106.bin"/><Relationship Id="rId5" Type="http://schemas.openxmlformats.org/officeDocument/2006/relationships/image" Target="../media/image98.emf"/><Relationship Id="rId15" Type="http://schemas.openxmlformats.org/officeDocument/2006/relationships/image" Target="../media/image103.emf"/><Relationship Id="rId23" Type="http://schemas.openxmlformats.org/officeDocument/2006/relationships/image" Target="../media/image107.emf"/><Relationship Id="rId28" Type="http://schemas.openxmlformats.org/officeDocument/2006/relationships/oleObject" Target="../embeddings/oleObject108.bin"/><Relationship Id="rId10" Type="http://schemas.openxmlformats.org/officeDocument/2006/relationships/oleObject" Target="../embeddings/oleObject99.bin"/><Relationship Id="rId19" Type="http://schemas.openxmlformats.org/officeDocument/2006/relationships/image" Target="../media/image105.emf"/><Relationship Id="rId4" Type="http://schemas.openxmlformats.org/officeDocument/2006/relationships/oleObject" Target="../embeddings/oleObject96.bin"/><Relationship Id="rId9" Type="http://schemas.openxmlformats.org/officeDocument/2006/relationships/image" Target="../media/image100.emf"/><Relationship Id="rId14" Type="http://schemas.openxmlformats.org/officeDocument/2006/relationships/oleObject" Target="../embeddings/oleObject101.bin"/><Relationship Id="rId22" Type="http://schemas.openxmlformats.org/officeDocument/2006/relationships/oleObject" Target="../embeddings/oleObject105.bin"/><Relationship Id="rId27" Type="http://schemas.openxmlformats.org/officeDocument/2006/relationships/image" Target="../media/image109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2.bin"/><Relationship Id="rId3" Type="http://schemas.openxmlformats.org/officeDocument/2006/relationships/image" Target="../media/image111.emf"/><Relationship Id="rId7" Type="http://schemas.openxmlformats.org/officeDocument/2006/relationships/image" Target="../media/image113.emf"/><Relationship Id="rId2" Type="http://schemas.openxmlformats.org/officeDocument/2006/relationships/oleObject" Target="../embeddings/oleObject10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1.bin"/><Relationship Id="rId11" Type="http://schemas.openxmlformats.org/officeDocument/2006/relationships/image" Target="../media/image115.emf"/><Relationship Id="rId5" Type="http://schemas.openxmlformats.org/officeDocument/2006/relationships/image" Target="../media/image112.emf"/><Relationship Id="rId10" Type="http://schemas.openxmlformats.org/officeDocument/2006/relationships/oleObject" Target="../embeddings/oleObject113.bin"/><Relationship Id="rId4" Type="http://schemas.openxmlformats.org/officeDocument/2006/relationships/oleObject" Target="../embeddings/oleObject110.bin"/><Relationship Id="rId9" Type="http://schemas.openxmlformats.org/officeDocument/2006/relationships/image" Target="../media/image114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7.bin"/><Relationship Id="rId13" Type="http://schemas.openxmlformats.org/officeDocument/2006/relationships/image" Target="../media/image121.emf"/><Relationship Id="rId3" Type="http://schemas.openxmlformats.org/officeDocument/2006/relationships/image" Target="../media/image116.emf"/><Relationship Id="rId7" Type="http://schemas.openxmlformats.org/officeDocument/2006/relationships/image" Target="../media/image118.emf"/><Relationship Id="rId12" Type="http://schemas.openxmlformats.org/officeDocument/2006/relationships/oleObject" Target="../embeddings/oleObject119.bin"/><Relationship Id="rId17" Type="http://schemas.openxmlformats.org/officeDocument/2006/relationships/image" Target="../media/image123.emf"/><Relationship Id="rId2" Type="http://schemas.openxmlformats.org/officeDocument/2006/relationships/oleObject" Target="../embeddings/oleObject114.bin"/><Relationship Id="rId16" Type="http://schemas.openxmlformats.org/officeDocument/2006/relationships/oleObject" Target="../embeddings/oleObject12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6.bin"/><Relationship Id="rId11" Type="http://schemas.openxmlformats.org/officeDocument/2006/relationships/image" Target="../media/image120.emf"/><Relationship Id="rId5" Type="http://schemas.openxmlformats.org/officeDocument/2006/relationships/image" Target="../media/image117.emf"/><Relationship Id="rId15" Type="http://schemas.openxmlformats.org/officeDocument/2006/relationships/image" Target="../media/image122.emf"/><Relationship Id="rId10" Type="http://schemas.openxmlformats.org/officeDocument/2006/relationships/oleObject" Target="../embeddings/oleObject118.bin"/><Relationship Id="rId4" Type="http://schemas.openxmlformats.org/officeDocument/2006/relationships/oleObject" Target="../embeddings/oleObject115.bin"/><Relationship Id="rId9" Type="http://schemas.openxmlformats.org/officeDocument/2006/relationships/image" Target="../media/image119.emf"/><Relationship Id="rId14" Type="http://schemas.openxmlformats.org/officeDocument/2006/relationships/oleObject" Target="../embeddings/oleObject120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5.bin"/><Relationship Id="rId13" Type="http://schemas.openxmlformats.org/officeDocument/2006/relationships/image" Target="../media/image129.emf"/><Relationship Id="rId18" Type="http://schemas.openxmlformats.org/officeDocument/2006/relationships/oleObject" Target="../embeddings/oleObject130.bin"/><Relationship Id="rId3" Type="http://schemas.openxmlformats.org/officeDocument/2006/relationships/image" Target="../media/image124.emf"/><Relationship Id="rId21" Type="http://schemas.openxmlformats.org/officeDocument/2006/relationships/image" Target="../media/image133.emf"/><Relationship Id="rId7" Type="http://schemas.openxmlformats.org/officeDocument/2006/relationships/image" Target="../media/image126.emf"/><Relationship Id="rId12" Type="http://schemas.openxmlformats.org/officeDocument/2006/relationships/oleObject" Target="../embeddings/oleObject127.bin"/><Relationship Id="rId17" Type="http://schemas.openxmlformats.org/officeDocument/2006/relationships/image" Target="../media/image131.emf"/><Relationship Id="rId25" Type="http://schemas.openxmlformats.org/officeDocument/2006/relationships/image" Target="../media/image135.emf"/><Relationship Id="rId2" Type="http://schemas.openxmlformats.org/officeDocument/2006/relationships/oleObject" Target="../embeddings/oleObject122.bin"/><Relationship Id="rId16" Type="http://schemas.openxmlformats.org/officeDocument/2006/relationships/oleObject" Target="../embeddings/oleObject129.bin"/><Relationship Id="rId20" Type="http://schemas.openxmlformats.org/officeDocument/2006/relationships/oleObject" Target="../embeddings/oleObject13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4.bin"/><Relationship Id="rId11" Type="http://schemas.openxmlformats.org/officeDocument/2006/relationships/image" Target="../media/image128.emf"/><Relationship Id="rId24" Type="http://schemas.openxmlformats.org/officeDocument/2006/relationships/oleObject" Target="../embeddings/oleObject133.bin"/><Relationship Id="rId5" Type="http://schemas.openxmlformats.org/officeDocument/2006/relationships/image" Target="../media/image125.emf"/><Relationship Id="rId15" Type="http://schemas.openxmlformats.org/officeDocument/2006/relationships/image" Target="../media/image130.emf"/><Relationship Id="rId23" Type="http://schemas.openxmlformats.org/officeDocument/2006/relationships/image" Target="../media/image134.emf"/><Relationship Id="rId10" Type="http://schemas.openxmlformats.org/officeDocument/2006/relationships/oleObject" Target="../embeddings/oleObject126.bin"/><Relationship Id="rId19" Type="http://schemas.openxmlformats.org/officeDocument/2006/relationships/image" Target="../media/image132.emf"/><Relationship Id="rId4" Type="http://schemas.openxmlformats.org/officeDocument/2006/relationships/oleObject" Target="../embeddings/oleObject123.bin"/><Relationship Id="rId9" Type="http://schemas.openxmlformats.org/officeDocument/2006/relationships/image" Target="../media/image127.emf"/><Relationship Id="rId14" Type="http://schemas.openxmlformats.org/officeDocument/2006/relationships/oleObject" Target="../embeddings/oleObject128.bin"/><Relationship Id="rId22" Type="http://schemas.openxmlformats.org/officeDocument/2006/relationships/oleObject" Target="../embeddings/oleObject132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13" Type="http://schemas.openxmlformats.org/officeDocument/2006/relationships/image" Target="../media/image141.emf"/><Relationship Id="rId18" Type="http://schemas.openxmlformats.org/officeDocument/2006/relationships/oleObject" Target="../embeddings/oleObject142.bin"/><Relationship Id="rId26" Type="http://schemas.openxmlformats.org/officeDocument/2006/relationships/oleObject" Target="../embeddings/oleObject146.bin"/><Relationship Id="rId3" Type="http://schemas.openxmlformats.org/officeDocument/2006/relationships/image" Target="../media/image136.emf"/><Relationship Id="rId21" Type="http://schemas.openxmlformats.org/officeDocument/2006/relationships/image" Target="../media/image145.emf"/><Relationship Id="rId7" Type="http://schemas.openxmlformats.org/officeDocument/2006/relationships/image" Target="../media/image138.emf"/><Relationship Id="rId12" Type="http://schemas.openxmlformats.org/officeDocument/2006/relationships/oleObject" Target="../embeddings/oleObject139.bin"/><Relationship Id="rId17" Type="http://schemas.openxmlformats.org/officeDocument/2006/relationships/image" Target="../media/image143.emf"/><Relationship Id="rId25" Type="http://schemas.openxmlformats.org/officeDocument/2006/relationships/image" Target="../media/image147.emf"/><Relationship Id="rId2" Type="http://schemas.openxmlformats.org/officeDocument/2006/relationships/oleObject" Target="../embeddings/oleObject134.bin"/><Relationship Id="rId16" Type="http://schemas.openxmlformats.org/officeDocument/2006/relationships/oleObject" Target="../embeddings/oleObject141.bin"/><Relationship Id="rId20" Type="http://schemas.openxmlformats.org/officeDocument/2006/relationships/oleObject" Target="../embeddings/oleObject143.bin"/><Relationship Id="rId29" Type="http://schemas.openxmlformats.org/officeDocument/2006/relationships/image" Target="../media/image149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6.bin"/><Relationship Id="rId11" Type="http://schemas.openxmlformats.org/officeDocument/2006/relationships/image" Target="../media/image140.emf"/><Relationship Id="rId24" Type="http://schemas.openxmlformats.org/officeDocument/2006/relationships/oleObject" Target="../embeddings/oleObject145.bin"/><Relationship Id="rId5" Type="http://schemas.openxmlformats.org/officeDocument/2006/relationships/image" Target="../media/image137.emf"/><Relationship Id="rId15" Type="http://schemas.openxmlformats.org/officeDocument/2006/relationships/image" Target="../media/image142.emf"/><Relationship Id="rId23" Type="http://schemas.openxmlformats.org/officeDocument/2006/relationships/image" Target="../media/image146.emf"/><Relationship Id="rId28" Type="http://schemas.openxmlformats.org/officeDocument/2006/relationships/oleObject" Target="../embeddings/oleObject147.bin"/><Relationship Id="rId10" Type="http://schemas.openxmlformats.org/officeDocument/2006/relationships/oleObject" Target="../embeddings/oleObject138.bin"/><Relationship Id="rId19" Type="http://schemas.openxmlformats.org/officeDocument/2006/relationships/image" Target="../media/image144.emf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39.emf"/><Relationship Id="rId14" Type="http://schemas.openxmlformats.org/officeDocument/2006/relationships/oleObject" Target="../embeddings/oleObject140.bin"/><Relationship Id="rId22" Type="http://schemas.openxmlformats.org/officeDocument/2006/relationships/oleObject" Target="../embeddings/oleObject144.bin"/><Relationship Id="rId27" Type="http://schemas.openxmlformats.org/officeDocument/2006/relationships/image" Target="../media/image148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1.bin"/><Relationship Id="rId13" Type="http://schemas.openxmlformats.org/officeDocument/2006/relationships/image" Target="../media/image155.emf"/><Relationship Id="rId18" Type="http://schemas.openxmlformats.org/officeDocument/2006/relationships/oleObject" Target="../embeddings/oleObject156.bin"/><Relationship Id="rId26" Type="http://schemas.openxmlformats.org/officeDocument/2006/relationships/oleObject" Target="../embeddings/oleObject160.bin"/><Relationship Id="rId3" Type="http://schemas.openxmlformats.org/officeDocument/2006/relationships/image" Target="../media/image150.emf"/><Relationship Id="rId21" Type="http://schemas.openxmlformats.org/officeDocument/2006/relationships/image" Target="../media/image159.emf"/><Relationship Id="rId34" Type="http://schemas.openxmlformats.org/officeDocument/2006/relationships/oleObject" Target="../embeddings/oleObject164.bin"/><Relationship Id="rId7" Type="http://schemas.openxmlformats.org/officeDocument/2006/relationships/image" Target="../media/image152.emf"/><Relationship Id="rId12" Type="http://schemas.openxmlformats.org/officeDocument/2006/relationships/oleObject" Target="../embeddings/oleObject153.bin"/><Relationship Id="rId17" Type="http://schemas.openxmlformats.org/officeDocument/2006/relationships/image" Target="../media/image157.emf"/><Relationship Id="rId25" Type="http://schemas.openxmlformats.org/officeDocument/2006/relationships/image" Target="../media/image161.emf"/><Relationship Id="rId33" Type="http://schemas.openxmlformats.org/officeDocument/2006/relationships/image" Target="../media/image165.emf"/><Relationship Id="rId2" Type="http://schemas.openxmlformats.org/officeDocument/2006/relationships/oleObject" Target="../embeddings/oleObject148.bin"/><Relationship Id="rId16" Type="http://schemas.openxmlformats.org/officeDocument/2006/relationships/oleObject" Target="../embeddings/oleObject155.bin"/><Relationship Id="rId20" Type="http://schemas.openxmlformats.org/officeDocument/2006/relationships/oleObject" Target="../embeddings/oleObject157.bin"/><Relationship Id="rId29" Type="http://schemas.openxmlformats.org/officeDocument/2006/relationships/image" Target="../media/image163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0.bin"/><Relationship Id="rId11" Type="http://schemas.openxmlformats.org/officeDocument/2006/relationships/image" Target="../media/image154.emf"/><Relationship Id="rId24" Type="http://schemas.openxmlformats.org/officeDocument/2006/relationships/oleObject" Target="../embeddings/oleObject159.bin"/><Relationship Id="rId32" Type="http://schemas.openxmlformats.org/officeDocument/2006/relationships/oleObject" Target="../embeddings/oleObject163.bin"/><Relationship Id="rId5" Type="http://schemas.openxmlformats.org/officeDocument/2006/relationships/image" Target="../media/image151.emf"/><Relationship Id="rId15" Type="http://schemas.openxmlformats.org/officeDocument/2006/relationships/image" Target="../media/image156.emf"/><Relationship Id="rId23" Type="http://schemas.openxmlformats.org/officeDocument/2006/relationships/image" Target="../media/image160.emf"/><Relationship Id="rId28" Type="http://schemas.openxmlformats.org/officeDocument/2006/relationships/oleObject" Target="../embeddings/oleObject161.bin"/><Relationship Id="rId10" Type="http://schemas.openxmlformats.org/officeDocument/2006/relationships/oleObject" Target="../embeddings/oleObject152.bin"/><Relationship Id="rId19" Type="http://schemas.openxmlformats.org/officeDocument/2006/relationships/image" Target="../media/image158.emf"/><Relationship Id="rId31" Type="http://schemas.openxmlformats.org/officeDocument/2006/relationships/image" Target="../media/image164.emf"/><Relationship Id="rId4" Type="http://schemas.openxmlformats.org/officeDocument/2006/relationships/oleObject" Target="../embeddings/oleObject149.bin"/><Relationship Id="rId9" Type="http://schemas.openxmlformats.org/officeDocument/2006/relationships/image" Target="../media/image153.emf"/><Relationship Id="rId14" Type="http://schemas.openxmlformats.org/officeDocument/2006/relationships/oleObject" Target="../embeddings/oleObject154.bin"/><Relationship Id="rId22" Type="http://schemas.openxmlformats.org/officeDocument/2006/relationships/oleObject" Target="../embeddings/oleObject158.bin"/><Relationship Id="rId27" Type="http://schemas.openxmlformats.org/officeDocument/2006/relationships/image" Target="../media/image162.emf"/><Relationship Id="rId30" Type="http://schemas.openxmlformats.org/officeDocument/2006/relationships/oleObject" Target="../embeddings/oleObject162.bin"/><Relationship Id="rId35" Type="http://schemas.openxmlformats.org/officeDocument/2006/relationships/image" Target="../media/image166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8.bin"/><Relationship Id="rId13" Type="http://schemas.openxmlformats.org/officeDocument/2006/relationships/image" Target="../media/image172.emf"/><Relationship Id="rId18" Type="http://schemas.openxmlformats.org/officeDocument/2006/relationships/oleObject" Target="../embeddings/oleObject173.bin"/><Relationship Id="rId26" Type="http://schemas.openxmlformats.org/officeDocument/2006/relationships/oleObject" Target="../embeddings/oleObject177.bin"/><Relationship Id="rId39" Type="http://schemas.openxmlformats.org/officeDocument/2006/relationships/image" Target="../media/image185.emf"/><Relationship Id="rId3" Type="http://schemas.openxmlformats.org/officeDocument/2006/relationships/image" Target="../media/image167.emf"/><Relationship Id="rId21" Type="http://schemas.openxmlformats.org/officeDocument/2006/relationships/image" Target="../media/image176.emf"/><Relationship Id="rId34" Type="http://schemas.openxmlformats.org/officeDocument/2006/relationships/oleObject" Target="../embeddings/oleObject181.bin"/><Relationship Id="rId42" Type="http://schemas.openxmlformats.org/officeDocument/2006/relationships/oleObject" Target="../embeddings/oleObject185.bin"/><Relationship Id="rId47" Type="http://schemas.openxmlformats.org/officeDocument/2006/relationships/image" Target="../media/image189.emf"/><Relationship Id="rId7" Type="http://schemas.openxmlformats.org/officeDocument/2006/relationships/image" Target="../media/image169.emf"/><Relationship Id="rId12" Type="http://schemas.openxmlformats.org/officeDocument/2006/relationships/oleObject" Target="../embeddings/oleObject170.bin"/><Relationship Id="rId17" Type="http://schemas.openxmlformats.org/officeDocument/2006/relationships/image" Target="../media/image174.emf"/><Relationship Id="rId25" Type="http://schemas.openxmlformats.org/officeDocument/2006/relationships/image" Target="../media/image178.emf"/><Relationship Id="rId33" Type="http://schemas.openxmlformats.org/officeDocument/2006/relationships/image" Target="../media/image182.emf"/><Relationship Id="rId38" Type="http://schemas.openxmlformats.org/officeDocument/2006/relationships/oleObject" Target="../embeddings/oleObject183.bin"/><Relationship Id="rId46" Type="http://schemas.openxmlformats.org/officeDocument/2006/relationships/oleObject" Target="../embeddings/oleObject187.bin"/><Relationship Id="rId2" Type="http://schemas.openxmlformats.org/officeDocument/2006/relationships/oleObject" Target="../embeddings/oleObject165.bin"/><Relationship Id="rId16" Type="http://schemas.openxmlformats.org/officeDocument/2006/relationships/oleObject" Target="../embeddings/oleObject172.bin"/><Relationship Id="rId20" Type="http://schemas.openxmlformats.org/officeDocument/2006/relationships/oleObject" Target="../embeddings/oleObject174.bin"/><Relationship Id="rId29" Type="http://schemas.openxmlformats.org/officeDocument/2006/relationships/image" Target="../media/image180.emf"/><Relationship Id="rId41" Type="http://schemas.openxmlformats.org/officeDocument/2006/relationships/image" Target="../media/image186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7.bin"/><Relationship Id="rId11" Type="http://schemas.openxmlformats.org/officeDocument/2006/relationships/image" Target="../media/image171.emf"/><Relationship Id="rId24" Type="http://schemas.openxmlformats.org/officeDocument/2006/relationships/oleObject" Target="../embeddings/oleObject176.bin"/><Relationship Id="rId32" Type="http://schemas.openxmlformats.org/officeDocument/2006/relationships/oleObject" Target="../embeddings/oleObject180.bin"/><Relationship Id="rId37" Type="http://schemas.openxmlformats.org/officeDocument/2006/relationships/image" Target="../media/image184.emf"/><Relationship Id="rId40" Type="http://schemas.openxmlformats.org/officeDocument/2006/relationships/oleObject" Target="../embeddings/oleObject184.bin"/><Relationship Id="rId45" Type="http://schemas.openxmlformats.org/officeDocument/2006/relationships/image" Target="../media/image188.emf"/><Relationship Id="rId5" Type="http://schemas.openxmlformats.org/officeDocument/2006/relationships/image" Target="../media/image168.emf"/><Relationship Id="rId15" Type="http://schemas.openxmlformats.org/officeDocument/2006/relationships/image" Target="../media/image173.emf"/><Relationship Id="rId23" Type="http://schemas.openxmlformats.org/officeDocument/2006/relationships/image" Target="../media/image177.emf"/><Relationship Id="rId28" Type="http://schemas.openxmlformats.org/officeDocument/2006/relationships/oleObject" Target="../embeddings/oleObject178.bin"/><Relationship Id="rId36" Type="http://schemas.openxmlformats.org/officeDocument/2006/relationships/oleObject" Target="../embeddings/oleObject182.bin"/><Relationship Id="rId10" Type="http://schemas.openxmlformats.org/officeDocument/2006/relationships/oleObject" Target="../embeddings/oleObject169.bin"/><Relationship Id="rId19" Type="http://schemas.openxmlformats.org/officeDocument/2006/relationships/image" Target="../media/image175.emf"/><Relationship Id="rId31" Type="http://schemas.openxmlformats.org/officeDocument/2006/relationships/image" Target="../media/image181.emf"/><Relationship Id="rId44" Type="http://schemas.openxmlformats.org/officeDocument/2006/relationships/oleObject" Target="../embeddings/oleObject186.bin"/><Relationship Id="rId4" Type="http://schemas.openxmlformats.org/officeDocument/2006/relationships/oleObject" Target="../embeddings/oleObject166.bin"/><Relationship Id="rId9" Type="http://schemas.openxmlformats.org/officeDocument/2006/relationships/image" Target="../media/image170.emf"/><Relationship Id="rId14" Type="http://schemas.openxmlformats.org/officeDocument/2006/relationships/oleObject" Target="../embeddings/oleObject171.bin"/><Relationship Id="rId22" Type="http://schemas.openxmlformats.org/officeDocument/2006/relationships/oleObject" Target="../embeddings/oleObject175.bin"/><Relationship Id="rId27" Type="http://schemas.openxmlformats.org/officeDocument/2006/relationships/image" Target="../media/image179.emf"/><Relationship Id="rId30" Type="http://schemas.openxmlformats.org/officeDocument/2006/relationships/oleObject" Target="../embeddings/oleObject179.bin"/><Relationship Id="rId35" Type="http://schemas.openxmlformats.org/officeDocument/2006/relationships/image" Target="../media/image183.emf"/><Relationship Id="rId43" Type="http://schemas.openxmlformats.org/officeDocument/2006/relationships/image" Target="../media/image187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1.bin"/><Relationship Id="rId13" Type="http://schemas.openxmlformats.org/officeDocument/2006/relationships/image" Target="../media/image195.emf"/><Relationship Id="rId18" Type="http://schemas.openxmlformats.org/officeDocument/2006/relationships/oleObject" Target="../embeddings/oleObject196.bin"/><Relationship Id="rId26" Type="http://schemas.openxmlformats.org/officeDocument/2006/relationships/oleObject" Target="../embeddings/oleObject200.bin"/><Relationship Id="rId3" Type="http://schemas.openxmlformats.org/officeDocument/2006/relationships/image" Target="../media/image190.emf"/><Relationship Id="rId21" Type="http://schemas.openxmlformats.org/officeDocument/2006/relationships/image" Target="../media/image199.emf"/><Relationship Id="rId7" Type="http://schemas.openxmlformats.org/officeDocument/2006/relationships/image" Target="../media/image192.emf"/><Relationship Id="rId12" Type="http://schemas.openxmlformats.org/officeDocument/2006/relationships/oleObject" Target="../embeddings/oleObject193.bin"/><Relationship Id="rId17" Type="http://schemas.openxmlformats.org/officeDocument/2006/relationships/image" Target="../media/image197.emf"/><Relationship Id="rId25" Type="http://schemas.openxmlformats.org/officeDocument/2006/relationships/image" Target="../media/image201.emf"/><Relationship Id="rId2" Type="http://schemas.openxmlformats.org/officeDocument/2006/relationships/oleObject" Target="../embeddings/oleObject188.bin"/><Relationship Id="rId16" Type="http://schemas.openxmlformats.org/officeDocument/2006/relationships/oleObject" Target="../embeddings/oleObject195.bin"/><Relationship Id="rId20" Type="http://schemas.openxmlformats.org/officeDocument/2006/relationships/oleObject" Target="../embeddings/oleObject197.bin"/><Relationship Id="rId29" Type="http://schemas.openxmlformats.org/officeDocument/2006/relationships/image" Target="../media/image203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0.bin"/><Relationship Id="rId11" Type="http://schemas.openxmlformats.org/officeDocument/2006/relationships/image" Target="../media/image194.emf"/><Relationship Id="rId24" Type="http://schemas.openxmlformats.org/officeDocument/2006/relationships/oleObject" Target="../embeddings/oleObject199.bin"/><Relationship Id="rId5" Type="http://schemas.openxmlformats.org/officeDocument/2006/relationships/image" Target="../media/image191.emf"/><Relationship Id="rId15" Type="http://schemas.openxmlformats.org/officeDocument/2006/relationships/image" Target="../media/image196.emf"/><Relationship Id="rId23" Type="http://schemas.openxmlformats.org/officeDocument/2006/relationships/image" Target="../media/image200.emf"/><Relationship Id="rId28" Type="http://schemas.openxmlformats.org/officeDocument/2006/relationships/oleObject" Target="../embeddings/oleObject201.bin"/><Relationship Id="rId10" Type="http://schemas.openxmlformats.org/officeDocument/2006/relationships/oleObject" Target="../embeddings/oleObject192.bin"/><Relationship Id="rId19" Type="http://schemas.openxmlformats.org/officeDocument/2006/relationships/image" Target="../media/image198.emf"/><Relationship Id="rId31" Type="http://schemas.openxmlformats.org/officeDocument/2006/relationships/image" Target="../media/image204.emf"/><Relationship Id="rId4" Type="http://schemas.openxmlformats.org/officeDocument/2006/relationships/oleObject" Target="../embeddings/oleObject189.bin"/><Relationship Id="rId9" Type="http://schemas.openxmlformats.org/officeDocument/2006/relationships/image" Target="../media/image193.emf"/><Relationship Id="rId14" Type="http://schemas.openxmlformats.org/officeDocument/2006/relationships/oleObject" Target="../embeddings/oleObject194.bin"/><Relationship Id="rId22" Type="http://schemas.openxmlformats.org/officeDocument/2006/relationships/oleObject" Target="../embeddings/oleObject198.bin"/><Relationship Id="rId27" Type="http://schemas.openxmlformats.org/officeDocument/2006/relationships/image" Target="../media/image202.emf"/><Relationship Id="rId30" Type="http://schemas.openxmlformats.org/officeDocument/2006/relationships/oleObject" Target="../embeddings/oleObject202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6.bin"/><Relationship Id="rId13" Type="http://schemas.openxmlformats.org/officeDocument/2006/relationships/image" Target="../media/image210.emf"/><Relationship Id="rId3" Type="http://schemas.openxmlformats.org/officeDocument/2006/relationships/image" Target="../media/image205.emf"/><Relationship Id="rId7" Type="http://schemas.openxmlformats.org/officeDocument/2006/relationships/image" Target="../media/image207.emf"/><Relationship Id="rId12" Type="http://schemas.openxmlformats.org/officeDocument/2006/relationships/oleObject" Target="../embeddings/oleObject208.bin"/><Relationship Id="rId2" Type="http://schemas.openxmlformats.org/officeDocument/2006/relationships/oleObject" Target="../embeddings/oleObject20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5.bin"/><Relationship Id="rId11" Type="http://schemas.openxmlformats.org/officeDocument/2006/relationships/image" Target="../media/image209.emf"/><Relationship Id="rId5" Type="http://schemas.openxmlformats.org/officeDocument/2006/relationships/image" Target="../media/image206.emf"/><Relationship Id="rId10" Type="http://schemas.openxmlformats.org/officeDocument/2006/relationships/oleObject" Target="../embeddings/oleObject207.bin"/><Relationship Id="rId4" Type="http://schemas.openxmlformats.org/officeDocument/2006/relationships/oleObject" Target="../embeddings/oleObject204.bin"/><Relationship Id="rId9" Type="http://schemas.openxmlformats.org/officeDocument/2006/relationships/image" Target="../media/image208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2.bin"/><Relationship Id="rId13" Type="http://schemas.openxmlformats.org/officeDocument/2006/relationships/image" Target="../media/image216.emf"/><Relationship Id="rId18" Type="http://schemas.openxmlformats.org/officeDocument/2006/relationships/oleObject" Target="../embeddings/oleObject217.bin"/><Relationship Id="rId26" Type="http://schemas.openxmlformats.org/officeDocument/2006/relationships/oleObject" Target="../embeddings/oleObject221.bin"/><Relationship Id="rId3" Type="http://schemas.openxmlformats.org/officeDocument/2006/relationships/image" Target="../media/image211.emf"/><Relationship Id="rId21" Type="http://schemas.openxmlformats.org/officeDocument/2006/relationships/image" Target="../media/image220.emf"/><Relationship Id="rId7" Type="http://schemas.openxmlformats.org/officeDocument/2006/relationships/image" Target="../media/image213.emf"/><Relationship Id="rId12" Type="http://schemas.openxmlformats.org/officeDocument/2006/relationships/oleObject" Target="../embeddings/oleObject214.bin"/><Relationship Id="rId17" Type="http://schemas.openxmlformats.org/officeDocument/2006/relationships/image" Target="../media/image218.emf"/><Relationship Id="rId25" Type="http://schemas.openxmlformats.org/officeDocument/2006/relationships/image" Target="../media/image222.emf"/><Relationship Id="rId2" Type="http://schemas.openxmlformats.org/officeDocument/2006/relationships/oleObject" Target="../embeddings/oleObject209.bin"/><Relationship Id="rId16" Type="http://schemas.openxmlformats.org/officeDocument/2006/relationships/oleObject" Target="../embeddings/oleObject216.bin"/><Relationship Id="rId20" Type="http://schemas.openxmlformats.org/officeDocument/2006/relationships/oleObject" Target="../embeddings/oleObject2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1.bin"/><Relationship Id="rId11" Type="http://schemas.openxmlformats.org/officeDocument/2006/relationships/image" Target="../media/image215.emf"/><Relationship Id="rId24" Type="http://schemas.openxmlformats.org/officeDocument/2006/relationships/oleObject" Target="../embeddings/oleObject220.bin"/><Relationship Id="rId5" Type="http://schemas.openxmlformats.org/officeDocument/2006/relationships/image" Target="../media/image212.emf"/><Relationship Id="rId15" Type="http://schemas.openxmlformats.org/officeDocument/2006/relationships/image" Target="../media/image217.emf"/><Relationship Id="rId23" Type="http://schemas.openxmlformats.org/officeDocument/2006/relationships/image" Target="../media/image221.emf"/><Relationship Id="rId10" Type="http://schemas.openxmlformats.org/officeDocument/2006/relationships/oleObject" Target="../embeddings/oleObject213.bin"/><Relationship Id="rId19" Type="http://schemas.openxmlformats.org/officeDocument/2006/relationships/image" Target="../media/image219.emf"/><Relationship Id="rId4" Type="http://schemas.openxmlformats.org/officeDocument/2006/relationships/oleObject" Target="../embeddings/oleObject210.bin"/><Relationship Id="rId9" Type="http://schemas.openxmlformats.org/officeDocument/2006/relationships/image" Target="../media/image214.emf"/><Relationship Id="rId14" Type="http://schemas.openxmlformats.org/officeDocument/2006/relationships/oleObject" Target="../embeddings/oleObject215.bin"/><Relationship Id="rId22" Type="http://schemas.openxmlformats.org/officeDocument/2006/relationships/oleObject" Target="../embeddings/oleObject219.bin"/><Relationship Id="rId27" Type="http://schemas.openxmlformats.org/officeDocument/2006/relationships/image" Target="../media/image223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5.bin"/><Relationship Id="rId13" Type="http://schemas.openxmlformats.org/officeDocument/2006/relationships/image" Target="../media/image229.emf"/><Relationship Id="rId18" Type="http://schemas.openxmlformats.org/officeDocument/2006/relationships/oleObject" Target="../embeddings/oleObject230.bin"/><Relationship Id="rId26" Type="http://schemas.openxmlformats.org/officeDocument/2006/relationships/oleObject" Target="../embeddings/oleObject234.bin"/><Relationship Id="rId3" Type="http://schemas.openxmlformats.org/officeDocument/2006/relationships/image" Target="../media/image224.emf"/><Relationship Id="rId21" Type="http://schemas.openxmlformats.org/officeDocument/2006/relationships/image" Target="../media/image233.emf"/><Relationship Id="rId7" Type="http://schemas.openxmlformats.org/officeDocument/2006/relationships/image" Target="../media/image226.emf"/><Relationship Id="rId12" Type="http://schemas.openxmlformats.org/officeDocument/2006/relationships/oleObject" Target="../embeddings/oleObject227.bin"/><Relationship Id="rId17" Type="http://schemas.openxmlformats.org/officeDocument/2006/relationships/image" Target="../media/image231.emf"/><Relationship Id="rId25" Type="http://schemas.openxmlformats.org/officeDocument/2006/relationships/image" Target="../media/image235.emf"/><Relationship Id="rId2" Type="http://schemas.openxmlformats.org/officeDocument/2006/relationships/oleObject" Target="../embeddings/oleObject222.bin"/><Relationship Id="rId16" Type="http://schemas.openxmlformats.org/officeDocument/2006/relationships/oleObject" Target="../embeddings/oleObject229.bin"/><Relationship Id="rId20" Type="http://schemas.openxmlformats.org/officeDocument/2006/relationships/oleObject" Target="../embeddings/oleObject231.bin"/><Relationship Id="rId29" Type="http://schemas.openxmlformats.org/officeDocument/2006/relationships/image" Target="../media/image237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4.bin"/><Relationship Id="rId11" Type="http://schemas.openxmlformats.org/officeDocument/2006/relationships/image" Target="../media/image228.emf"/><Relationship Id="rId24" Type="http://schemas.openxmlformats.org/officeDocument/2006/relationships/oleObject" Target="../embeddings/oleObject233.bin"/><Relationship Id="rId5" Type="http://schemas.openxmlformats.org/officeDocument/2006/relationships/image" Target="../media/image225.emf"/><Relationship Id="rId15" Type="http://schemas.openxmlformats.org/officeDocument/2006/relationships/image" Target="../media/image230.emf"/><Relationship Id="rId23" Type="http://schemas.openxmlformats.org/officeDocument/2006/relationships/image" Target="../media/image234.emf"/><Relationship Id="rId28" Type="http://schemas.openxmlformats.org/officeDocument/2006/relationships/oleObject" Target="../embeddings/oleObject235.bin"/><Relationship Id="rId10" Type="http://schemas.openxmlformats.org/officeDocument/2006/relationships/oleObject" Target="../embeddings/oleObject226.bin"/><Relationship Id="rId19" Type="http://schemas.openxmlformats.org/officeDocument/2006/relationships/image" Target="../media/image232.emf"/><Relationship Id="rId4" Type="http://schemas.openxmlformats.org/officeDocument/2006/relationships/oleObject" Target="../embeddings/oleObject223.bin"/><Relationship Id="rId9" Type="http://schemas.openxmlformats.org/officeDocument/2006/relationships/image" Target="../media/image227.emf"/><Relationship Id="rId14" Type="http://schemas.openxmlformats.org/officeDocument/2006/relationships/oleObject" Target="../embeddings/oleObject228.bin"/><Relationship Id="rId22" Type="http://schemas.openxmlformats.org/officeDocument/2006/relationships/oleObject" Target="../embeddings/oleObject232.bin"/><Relationship Id="rId27" Type="http://schemas.openxmlformats.org/officeDocument/2006/relationships/image" Target="../media/image236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9.bin"/><Relationship Id="rId13" Type="http://schemas.openxmlformats.org/officeDocument/2006/relationships/image" Target="../media/image243.emf"/><Relationship Id="rId3" Type="http://schemas.openxmlformats.org/officeDocument/2006/relationships/image" Target="../media/image238.emf"/><Relationship Id="rId7" Type="http://schemas.openxmlformats.org/officeDocument/2006/relationships/image" Target="../media/image240.emf"/><Relationship Id="rId12" Type="http://schemas.openxmlformats.org/officeDocument/2006/relationships/oleObject" Target="../embeddings/oleObject241.bin"/><Relationship Id="rId2" Type="http://schemas.openxmlformats.org/officeDocument/2006/relationships/oleObject" Target="../embeddings/oleObject23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8.bin"/><Relationship Id="rId11" Type="http://schemas.openxmlformats.org/officeDocument/2006/relationships/image" Target="../media/image242.emf"/><Relationship Id="rId5" Type="http://schemas.openxmlformats.org/officeDocument/2006/relationships/image" Target="../media/image239.emf"/><Relationship Id="rId15" Type="http://schemas.openxmlformats.org/officeDocument/2006/relationships/image" Target="../media/image244.emf"/><Relationship Id="rId10" Type="http://schemas.openxmlformats.org/officeDocument/2006/relationships/oleObject" Target="../embeddings/oleObject240.bin"/><Relationship Id="rId4" Type="http://schemas.openxmlformats.org/officeDocument/2006/relationships/oleObject" Target="../embeddings/oleObject237.bin"/><Relationship Id="rId9" Type="http://schemas.openxmlformats.org/officeDocument/2006/relationships/image" Target="../media/image241.emf"/><Relationship Id="rId14" Type="http://schemas.openxmlformats.org/officeDocument/2006/relationships/oleObject" Target="../embeddings/oleObject242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6.bin"/><Relationship Id="rId3" Type="http://schemas.openxmlformats.org/officeDocument/2006/relationships/image" Target="../media/image245.emf"/><Relationship Id="rId7" Type="http://schemas.openxmlformats.org/officeDocument/2006/relationships/image" Target="../media/image247.emf"/><Relationship Id="rId2" Type="http://schemas.openxmlformats.org/officeDocument/2006/relationships/oleObject" Target="../embeddings/oleObject24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5.bin"/><Relationship Id="rId11" Type="http://schemas.openxmlformats.org/officeDocument/2006/relationships/image" Target="../media/image249.emf"/><Relationship Id="rId5" Type="http://schemas.openxmlformats.org/officeDocument/2006/relationships/image" Target="../media/image246.emf"/><Relationship Id="rId10" Type="http://schemas.openxmlformats.org/officeDocument/2006/relationships/oleObject" Target="../embeddings/oleObject247.bin"/><Relationship Id="rId4" Type="http://schemas.openxmlformats.org/officeDocument/2006/relationships/oleObject" Target="../embeddings/oleObject244.bin"/><Relationship Id="rId9" Type="http://schemas.openxmlformats.org/officeDocument/2006/relationships/image" Target="../media/image248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emf"/><Relationship Id="rId13" Type="http://schemas.openxmlformats.org/officeDocument/2006/relationships/oleObject" Target="../embeddings/oleObject253.bin"/><Relationship Id="rId18" Type="http://schemas.openxmlformats.org/officeDocument/2006/relationships/image" Target="../media/image258.emf"/><Relationship Id="rId26" Type="http://schemas.openxmlformats.org/officeDocument/2006/relationships/image" Target="../media/image262.emf"/><Relationship Id="rId3" Type="http://schemas.openxmlformats.org/officeDocument/2006/relationships/oleObject" Target="../embeddings/oleObject248.bin"/><Relationship Id="rId21" Type="http://schemas.openxmlformats.org/officeDocument/2006/relationships/oleObject" Target="../embeddings/oleObject257.bin"/><Relationship Id="rId7" Type="http://schemas.openxmlformats.org/officeDocument/2006/relationships/oleObject" Target="../embeddings/oleObject250.bin"/><Relationship Id="rId12" Type="http://schemas.openxmlformats.org/officeDocument/2006/relationships/image" Target="../media/image255.emf"/><Relationship Id="rId17" Type="http://schemas.openxmlformats.org/officeDocument/2006/relationships/oleObject" Target="../embeddings/oleObject255.bin"/><Relationship Id="rId25" Type="http://schemas.openxmlformats.org/officeDocument/2006/relationships/oleObject" Target="../embeddings/oleObject259.bin"/><Relationship Id="rId2" Type="http://schemas.openxmlformats.org/officeDocument/2006/relationships/image" Target="../media/image250.jpeg"/><Relationship Id="rId16" Type="http://schemas.openxmlformats.org/officeDocument/2006/relationships/image" Target="../media/image257.emf"/><Relationship Id="rId20" Type="http://schemas.openxmlformats.org/officeDocument/2006/relationships/image" Target="../media/image259.emf"/><Relationship Id="rId29" Type="http://schemas.openxmlformats.org/officeDocument/2006/relationships/oleObject" Target="../embeddings/oleObject26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2.emf"/><Relationship Id="rId11" Type="http://schemas.openxmlformats.org/officeDocument/2006/relationships/oleObject" Target="../embeddings/oleObject252.bin"/><Relationship Id="rId24" Type="http://schemas.openxmlformats.org/officeDocument/2006/relationships/image" Target="../media/image261.emf"/><Relationship Id="rId5" Type="http://schemas.openxmlformats.org/officeDocument/2006/relationships/oleObject" Target="../embeddings/oleObject249.bin"/><Relationship Id="rId15" Type="http://schemas.openxmlformats.org/officeDocument/2006/relationships/oleObject" Target="../embeddings/oleObject254.bin"/><Relationship Id="rId23" Type="http://schemas.openxmlformats.org/officeDocument/2006/relationships/oleObject" Target="../embeddings/oleObject258.bin"/><Relationship Id="rId28" Type="http://schemas.openxmlformats.org/officeDocument/2006/relationships/image" Target="../media/image263.emf"/><Relationship Id="rId10" Type="http://schemas.openxmlformats.org/officeDocument/2006/relationships/image" Target="../media/image254.emf"/><Relationship Id="rId19" Type="http://schemas.openxmlformats.org/officeDocument/2006/relationships/oleObject" Target="../embeddings/oleObject256.bin"/><Relationship Id="rId4" Type="http://schemas.openxmlformats.org/officeDocument/2006/relationships/image" Target="../media/image251.emf"/><Relationship Id="rId9" Type="http://schemas.openxmlformats.org/officeDocument/2006/relationships/oleObject" Target="../embeddings/oleObject251.bin"/><Relationship Id="rId14" Type="http://schemas.openxmlformats.org/officeDocument/2006/relationships/image" Target="../media/image256.emf"/><Relationship Id="rId22" Type="http://schemas.openxmlformats.org/officeDocument/2006/relationships/image" Target="../media/image260.emf"/><Relationship Id="rId27" Type="http://schemas.openxmlformats.org/officeDocument/2006/relationships/oleObject" Target="../embeddings/oleObject260.bin"/><Relationship Id="rId30" Type="http://schemas.openxmlformats.org/officeDocument/2006/relationships/image" Target="../media/image26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>
            <a:extLst>
              <a:ext uri="{FF2B5EF4-FFF2-40B4-BE49-F238E27FC236}">
                <a16:creationId xmlns:a16="http://schemas.microsoft.com/office/drawing/2014/main" id="{5804C2EF-64B1-338C-3AD4-910AEA85C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052513"/>
            <a:ext cx="8820150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kumimoji="1" lang="zh-CN" altLang="en-US" sz="660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  <a:cs typeface="Times New Roman" pitchFamily="18" charset="0"/>
              </a:rPr>
              <a:t>第</a:t>
            </a:r>
            <a:r>
              <a:rPr kumimoji="1" lang="en-US" altLang="zh-CN" sz="660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  <a:cs typeface="Times New Roman" pitchFamily="18" charset="0"/>
              </a:rPr>
              <a:t>1</a:t>
            </a:r>
            <a:r>
              <a:rPr kumimoji="1" lang="zh-CN" altLang="en-US" sz="660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隶书" pitchFamily="49" charset="-122"/>
                <a:ea typeface="隶书" pitchFamily="49" charset="-122"/>
                <a:cs typeface="Times New Roman" pitchFamily="18" charset="0"/>
              </a:rPr>
              <a:t>章 质点运动学 </a:t>
            </a:r>
          </a:p>
        </p:txBody>
      </p:sp>
      <p:sp>
        <p:nvSpPr>
          <p:cNvPr id="40965" name="Text Box 5">
            <a:extLst>
              <a:ext uri="{FF2B5EF4-FFF2-40B4-BE49-F238E27FC236}">
                <a16:creationId xmlns:a16="http://schemas.microsoft.com/office/drawing/2014/main" id="{B3A7CE0A-B3FB-CF9D-435B-AE1000CA4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276475"/>
            <a:ext cx="510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solidFill>
                  <a:srgbClr val="FFFF66"/>
                </a:solidFill>
                <a:latin typeface="Times New Roman" panose="02020603050405020304" pitchFamily="18" charset="0"/>
              </a:rPr>
              <a:t>主要内容：</a:t>
            </a:r>
          </a:p>
        </p:txBody>
      </p:sp>
      <p:sp>
        <p:nvSpPr>
          <p:cNvPr id="40967" name="Rectangle 7">
            <a:extLst>
              <a:ext uri="{FF2B5EF4-FFF2-40B4-BE49-F238E27FC236}">
                <a16:creationId xmlns:a16="http://schemas.microsoft.com/office/drawing/2014/main" id="{3C3BE998-579E-73B9-0086-52B45285A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50" y="3105150"/>
            <a:ext cx="6326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/>
            <a:r>
              <a:rPr kumimoji="1" lang="en-US" altLang="zh-CN" sz="2400">
                <a:solidFill>
                  <a:srgbClr val="00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 </a:t>
            </a:r>
            <a:r>
              <a:rPr kumimoji="1" lang="zh-CN" altLang="en-US" sz="2400">
                <a:solidFill>
                  <a:srgbClr val="00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质点位置的确定方法</a:t>
            </a:r>
          </a:p>
        </p:txBody>
      </p:sp>
      <p:sp>
        <p:nvSpPr>
          <p:cNvPr id="40968" name="Text Box 8">
            <a:extLst>
              <a:ext uri="{FF2B5EF4-FFF2-40B4-BE49-F238E27FC236}">
                <a16:creationId xmlns:a16="http://schemas.microsoft.com/office/drawing/2014/main" id="{9AB9A5F8-02B6-8EAA-8395-E3FAE27BE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950" y="3748088"/>
            <a:ext cx="4633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rgbClr val="00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  </a:t>
            </a:r>
            <a:r>
              <a:rPr kumimoji="1" lang="zh-CN" altLang="en-US" sz="2400">
                <a:solidFill>
                  <a:srgbClr val="00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质点的位移、速度和加速度</a:t>
            </a:r>
          </a:p>
        </p:txBody>
      </p:sp>
      <p:sp>
        <p:nvSpPr>
          <p:cNvPr id="40969" name="Text Box 9">
            <a:extLst>
              <a:ext uri="{FF2B5EF4-FFF2-40B4-BE49-F238E27FC236}">
                <a16:creationId xmlns:a16="http://schemas.microsoft.com/office/drawing/2014/main" id="{CBB0FB6F-B77C-346D-8E1A-BD39EB0C1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950" y="4391025"/>
            <a:ext cx="7234238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10800" bIns="10800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rgbClr val="00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  </a:t>
            </a:r>
            <a:r>
              <a:rPr kumimoji="1" lang="zh-CN" altLang="en-US" sz="2400">
                <a:solidFill>
                  <a:srgbClr val="00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圆周运动的角量描述  角量与线量的关系</a:t>
            </a:r>
          </a:p>
        </p:txBody>
      </p:sp>
      <p:sp>
        <p:nvSpPr>
          <p:cNvPr id="40970" name="Text Box 10">
            <a:extLst>
              <a:ext uri="{FF2B5EF4-FFF2-40B4-BE49-F238E27FC236}">
                <a16:creationId xmlns:a16="http://schemas.microsoft.com/office/drawing/2014/main" id="{F15B27E8-C8B1-79FF-1EEE-F6863F91D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950" y="4964113"/>
            <a:ext cx="7202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090738" indent="-2090738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rgbClr val="00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  </a:t>
            </a:r>
            <a:r>
              <a:rPr kumimoji="1" lang="zh-CN" altLang="en-US" sz="2400">
                <a:solidFill>
                  <a:srgbClr val="00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不同参考系中的速度和加速度变换定理简介</a:t>
            </a:r>
            <a:endParaRPr kumimoji="1" lang="zh-CN" altLang="en-US" sz="2400">
              <a:solidFill>
                <a:srgbClr val="00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5" grpId="0"/>
      <p:bldP spid="40967" grpId="0" autoUpdateAnimBg="0"/>
      <p:bldP spid="40968" grpId="0" autoUpdateAnimBg="0"/>
      <p:bldP spid="40969" grpId="0" autoUpdateAnimBg="0"/>
      <p:bldP spid="40970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" name="Line 30">
            <a:extLst>
              <a:ext uri="{FF2B5EF4-FFF2-40B4-BE49-F238E27FC236}">
                <a16:creationId xmlns:a16="http://schemas.microsoft.com/office/drawing/2014/main" id="{C7956680-2DFE-8301-E713-F56D509DC3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4800600"/>
            <a:ext cx="838200" cy="762000"/>
          </a:xfrm>
          <a:prstGeom prst="line">
            <a:avLst/>
          </a:prstGeom>
          <a:noFill/>
          <a:ln w="28575">
            <a:solidFill>
              <a:srgbClr val="FFFFCC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7" name="Rectangle 17">
            <a:extLst>
              <a:ext uri="{FF2B5EF4-FFF2-40B4-BE49-F238E27FC236}">
                <a16:creationId xmlns:a16="http://schemas.microsoft.com/office/drawing/2014/main" id="{77C2C1FF-842B-DF6C-42F4-53BA9894B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28613"/>
            <a:ext cx="5791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t" hangingPunct="1"/>
            <a:r>
              <a:rPr kumimoji="1" lang="en-US" altLang="zh-CN" sz="3200">
                <a:solidFill>
                  <a:srgbClr val="66FF33"/>
                </a:solidFill>
                <a:latin typeface="Times New Roman" panose="02020603050405020304" pitchFamily="18" charset="0"/>
              </a:rPr>
              <a:t>§</a:t>
            </a:r>
            <a:r>
              <a:rPr kumimoji="1" lang="en-US" altLang="zh-CN" sz="3200">
                <a:solidFill>
                  <a:srgbClr val="66FF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1.1  </a:t>
            </a:r>
            <a:r>
              <a:rPr kumimoji="1" lang="zh-CN" altLang="en-US" sz="3200">
                <a:solidFill>
                  <a:srgbClr val="66FF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质点位置的确定方法</a:t>
            </a:r>
          </a:p>
        </p:txBody>
      </p:sp>
      <p:sp>
        <p:nvSpPr>
          <p:cNvPr id="5138" name="Text Box 18">
            <a:extLst>
              <a:ext uri="{FF2B5EF4-FFF2-40B4-BE49-F238E27FC236}">
                <a16:creationId xmlns:a16="http://schemas.microsoft.com/office/drawing/2014/main" id="{8E929BAA-2067-298E-F6B4-FE56AA9E7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004888"/>
            <a:ext cx="510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</a:rPr>
              <a:t>一</a:t>
            </a:r>
            <a:r>
              <a:rPr kumimoji="1" lang="en-US" altLang="zh-CN" sz="2800">
                <a:latin typeface="Times New Roman" panose="02020603050405020304" pitchFamily="18" charset="0"/>
              </a:rPr>
              <a:t>. </a:t>
            </a:r>
            <a:r>
              <a:rPr kumimoji="1" lang="zh-CN" altLang="en-US" sz="2800">
                <a:latin typeface="Times New Roman" panose="02020603050405020304" pitchFamily="18" charset="0"/>
              </a:rPr>
              <a:t>质点运动学的基本概念</a:t>
            </a:r>
          </a:p>
        </p:txBody>
      </p:sp>
      <p:sp>
        <p:nvSpPr>
          <p:cNvPr id="5139" name="Text Box 19">
            <a:extLst>
              <a:ext uri="{FF2B5EF4-FFF2-40B4-BE49-F238E27FC236}">
                <a16:creationId xmlns:a16="http://schemas.microsoft.com/office/drawing/2014/main" id="{A152C896-D8E2-6DC9-FF80-3C4111EE4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175" y="1600200"/>
            <a:ext cx="868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质点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：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有质量而无形状和大小的几何点。 突出了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质量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和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位置</a:t>
            </a:r>
          </a:p>
        </p:txBody>
      </p:sp>
      <p:sp>
        <p:nvSpPr>
          <p:cNvPr id="5140" name="Text Box 20">
            <a:extLst>
              <a:ext uri="{FF2B5EF4-FFF2-40B4-BE49-F238E27FC236}">
                <a16:creationId xmlns:a16="http://schemas.microsoft.com/office/drawing/2014/main" id="{514E3554-A596-6D2C-044A-9F1F77F67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50" y="2133600"/>
            <a:ext cx="434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</a:rPr>
              <a:t>质点系</a:t>
            </a:r>
            <a:r>
              <a:rPr kumimoji="1" lang="en-US" altLang="zh-CN" sz="2400">
                <a:solidFill>
                  <a:schemeClr val="hlink"/>
                </a:solidFill>
                <a:latin typeface="宋体" panose="02010600030101010101" pitchFamily="2" charset="-122"/>
              </a:rPr>
              <a:t>: 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若干质点的集合。</a:t>
            </a:r>
          </a:p>
        </p:txBody>
      </p:sp>
      <p:sp>
        <p:nvSpPr>
          <p:cNvPr id="5141" name="Line 21">
            <a:extLst>
              <a:ext uri="{FF2B5EF4-FFF2-40B4-BE49-F238E27FC236}">
                <a16:creationId xmlns:a16="http://schemas.microsoft.com/office/drawing/2014/main" id="{9CC85799-E118-8E91-26D7-168582CBA3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3200400"/>
            <a:ext cx="0" cy="1600200"/>
          </a:xfrm>
          <a:prstGeom prst="line">
            <a:avLst/>
          </a:prstGeom>
          <a:noFill/>
          <a:ln w="28575">
            <a:solidFill>
              <a:srgbClr val="FFFFCC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42" name="Line 22">
            <a:extLst>
              <a:ext uri="{FF2B5EF4-FFF2-40B4-BE49-F238E27FC236}">
                <a16:creationId xmlns:a16="http://schemas.microsoft.com/office/drawing/2014/main" id="{DDF98AF0-218C-59EE-CA65-36EE3E1A5B5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4800600"/>
            <a:ext cx="1981200" cy="0"/>
          </a:xfrm>
          <a:prstGeom prst="line">
            <a:avLst/>
          </a:prstGeom>
          <a:noFill/>
          <a:ln w="28575">
            <a:solidFill>
              <a:srgbClr val="FFFFCC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43" name="Freeform 23">
            <a:extLst>
              <a:ext uri="{FF2B5EF4-FFF2-40B4-BE49-F238E27FC236}">
                <a16:creationId xmlns:a16="http://schemas.microsoft.com/office/drawing/2014/main" id="{F906E3CD-9F27-6EFC-E34C-4E2115F7ADB7}"/>
              </a:ext>
            </a:extLst>
          </p:cNvPr>
          <p:cNvSpPr>
            <a:spLocks/>
          </p:cNvSpPr>
          <p:nvPr/>
        </p:nvSpPr>
        <p:spPr bwMode="auto">
          <a:xfrm>
            <a:off x="5943600" y="4191000"/>
            <a:ext cx="1387475" cy="1066800"/>
          </a:xfrm>
          <a:custGeom>
            <a:avLst/>
            <a:gdLst>
              <a:gd name="T0" fmla="*/ 2147483646 w 874"/>
              <a:gd name="T1" fmla="*/ 0 h 672"/>
              <a:gd name="T2" fmla="*/ 2147483646 w 874"/>
              <a:gd name="T3" fmla="*/ 2147483646 h 672"/>
              <a:gd name="T4" fmla="*/ 2147483646 w 874"/>
              <a:gd name="T5" fmla="*/ 2147483646 h 672"/>
              <a:gd name="T6" fmla="*/ 2147483646 w 874"/>
              <a:gd name="T7" fmla="*/ 2147483646 h 672"/>
              <a:gd name="T8" fmla="*/ 2147483646 w 874"/>
              <a:gd name="T9" fmla="*/ 2147483646 h 672"/>
              <a:gd name="T10" fmla="*/ 2147483646 w 874"/>
              <a:gd name="T11" fmla="*/ 2147483646 h 672"/>
              <a:gd name="T12" fmla="*/ 2147483646 w 874"/>
              <a:gd name="T13" fmla="*/ 2147483646 h 672"/>
              <a:gd name="T14" fmla="*/ 2147483646 w 874"/>
              <a:gd name="T15" fmla="*/ 2147483646 h 672"/>
              <a:gd name="T16" fmla="*/ 2147483646 w 874"/>
              <a:gd name="T17" fmla="*/ 2147483646 h 672"/>
              <a:gd name="T18" fmla="*/ 2147483646 w 874"/>
              <a:gd name="T19" fmla="*/ 2147483646 h 672"/>
              <a:gd name="T20" fmla="*/ 2147483646 w 874"/>
              <a:gd name="T21" fmla="*/ 2147483646 h 672"/>
              <a:gd name="T22" fmla="*/ 2147483646 w 874"/>
              <a:gd name="T23" fmla="*/ 2147483646 h 672"/>
              <a:gd name="T24" fmla="*/ 2147483646 w 874"/>
              <a:gd name="T25" fmla="*/ 2147483646 h 672"/>
              <a:gd name="T26" fmla="*/ 2147483646 w 874"/>
              <a:gd name="T27" fmla="*/ 2147483646 h 672"/>
              <a:gd name="T28" fmla="*/ 2147483646 w 874"/>
              <a:gd name="T29" fmla="*/ 2147483646 h 672"/>
              <a:gd name="T30" fmla="*/ 2147483646 w 874"/>
              <a:gd name="T31" fmla="*/ 2147483646 h 672"/>
              <a:gd name="T32" fmla="*/ 2147483646 w 874"/>
              <a:gd name="T33" fmla="*/ 2147483646 h 672"/>
              <a:gd name="T34" fmla="*/ 2147483646 w 874"/>
              <a:gd name="T35" fmla="*/ 2147483646 h 672"/>
              <a:gd name="T36" fmla="*/ 2147483646 w 874"/>
              <a:gd name="T37" fmla="*/ 0 h 67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874"/>
              <a:gd name="T58" fmla="*/ 0 h 672"/>
              <a:gd name="T59" fmla="*/ 874 w 874"/>
              <a:gd name="T60" fmla="*/ 672 h 672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874" h="672">
                <a:moveTo>
                  <a:pt x="578" y="0"/>
                </a:moveTo>
                <a:cubicBezTo>
                  <a:pt x="466" y="16"/>
                  <a:pt x="354" y="32"/>
                  <a:pt x="242" y="48"/>
                </a:cubicBezTo>
                <a:cubicBezTo>
                  <a:pt x="226" y="53"/>
                  <a:pt x="210" y="60"/>
                  <a:pt x="194" y="64"/>
                </a:cubicBezTo>
                <a:cubicBezTo>
                  <a:pt x="162" y="71"/>
                  <a:pt x="98" y="80"/>
                  <a:pt x="98" y="80"/>
                </a:cubicBezTo>
                <a:cubicBezTo>
                  <a:pt x="87" y="91"/>
                  <a:pt x="79" y="104"/>
                  <a:pt x="66" y="112"/>
                </a:cubicBezTo>
                <a:cubicBezTo>
                  <a:pt x="52" y="121"/>
                  <a:pt x="29" y="115"/>
                  <a:pt x="18" y="128"/>
                </a:cubicBezTo>
                <a:cubicBezTo>
                  <a:pt x="0" y="148"/>
                  <a:pt x="9" y="182"/>
                  <a:pt x="2" y="208"/>
                </a:cubicBezTo>
                <a:cubicBezTo>
                  <a:pt x="21" y="397"/>
                  <a:pt x="117" y="469"/>
                  <a:pt x="282" y="552"/>
                </a:cubicBezTo>
                <a:cubicBezTo>
                  <a:pt x="330" y="576"/>
                  <a:pt x="377" y="635"/>
                  <a:pt x="426" y="648"/>
                </a:cubicBezTo>
                <a:cubicBezTo>
                  <a:pt x="507" y="670"/>
                  <a:pt x="599" y="664"/>
                  <a:pt x="682" y="672"/>
                </a:cubicBezTo>
                <a:cubicBezTo>
                  <a:pt x="695" y="667"/>
                  <a:pt x="714" y="668"/>
                  <a:pt x="722" y="656"/>
                </a:cubicBezTo>
                <a:cubicBezTo>
                  <a:pt x="734" y="639"/>
                  <a:pt x="740" y="568"/>
                  <a:pt x="746" y="544"/>
                </a:cubicBezTo>
                <a:cubicBezTo>
                  <a:pt x="757" y="501"/>
                  <a:pt x="781" y="480"/>
                  <a:pt x="794" y="440"/>
                </a:cubicBezTo>
                <a:cubicBezTo>
                  <a:pt x="801" y="419"/>
                  <a:pt x="802" y="396"/>
                  <a:pt x="810" y="376"/>
                </a:cubicBezTo>
                <a:cubicBezTo>
                  <a:pt x="827" y="336"/>
                  <a:pt x="860" y="307"/>
                  <a:pt x="874" y="264"/>
                </a:cubicBezTo>
                <a:cubicBezTo>
                  <a:pt x="870" y="235"/>
                  <a:pt x="869" y="183"/>
                  <a:pt x="842" y="160"/>
                </a:cubicBezTo>
                <a:cubicBezTo>
                  <a:pt x="817" y="139"/>
                  <a:pt x="783" y="134"/>
                  <a:pt x="754" y="120"/>
                </a:cubicBezTo>
                <a:cubicBezTo>
                  <a:pt x="726" y="106"/>
                  <a:pt x="708" y="81"/>
                  <a:pt x="682" y="64"/>
                </a:cubicBezTo>
                <a:cubicBezTo>
                  <a:pt x="658" y="29"/>
                  <a:pt x="619" y="10"/>
                  <a:pt x="578" y="0"/>
                </a:cubicBezTo>
                <a:close/>
              </a:path>
            </a:pathLst>
          </a:custGeom>
          <a:solidFill>
            <a:srgbClr val="00FF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144" name="Object 2">
            <a:extLst>
              <a:ext uri="{FF2B5EF4-FFF2-40B4-BE49-F238E27FC236}">
                <a16:creationId xmlns:a16="http://schemas.microsoft.com/office/drawing/2014/main" id="{F7873047-FF25-9744-7040-A5DD881821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3505200"/>
          <a:ext cx="609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3286125" imgH="3038475" progId="MS_ClipArt_Gallery.5">
                  <p:embed/>
                </p:oleObj>
              </mc:Choice>
              <mc:Fallback>
                <p:oleObj name="Clip" r:id="rId3" imgW="3286125" imgH="3038475" progId="MS_ClipArt_Gallery.5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3505200"/>
                        <a:ext cx="6096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5" name="Rectangle 25">
            <a:extLst>
              <a:ext uri="{FF2B5EF4-FFF2-40B4-BE49-F238E27FC236}">
                <a16:creationId xmlns:a16="http://schemas.microsoft.com/office/drawing/2014/main" id="{70DDCEB4-41F8-6FC1-5A4B-28AB653C6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8700" y="5278438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i="1">
                <a:solidFill>
                  <a:srgbClr val="FFFFCC"/>
                </a:solidFill>
                <a:latin typeface="Times New Roman" panose="02020603050405020304" pitchFamily="18" charset="0"/>
              </a:rPr>
              <a:t>x</a:t>
            </a:r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5146" name="Rectangle 26">
            <a:extLst>
              <a:ext uri="{FF2B5EF4-FFF2-40B4-BE49-F238E27FC236}">
                <a16:creationId xmlns:a16="http://schemas.microsoft.com/office/drawing/2014/main" id="{7CBF81DC-F60C-46BC-2F27-C166F8544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8025" y="4316413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i="1">
                <a:solidFill>
                  <a:schemeClr val="hlink"/>
                </a:solidFill>
                <a:latin typeface="Times New Roman" panose="02020603050405020304" pitchFamily="18" charset="0"/>
              </a:rPr>
              <a:t>y</a:t>
            </a:r>
            <a:endParaRPr kumimoji="1" lang="en-US" altLang="zh-CN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47" name="Rectangle 27">
            <a:extLst>
              <a:ext uri="{FF2B5EF4-FFF2-40B4-BE49-F238E27FC236}">
                <a16:creationId xmlns:a16="http://schemas.microsoft.com/office/drawing/2014/main" id="{657197A0-C4F9-FFCF-A3D3-D249BE821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9263" y="3249613"/>
            <a:ext cx="28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i="1">
                <a:solidFill>
                  <a:schemeClr val="hlink"/>
                </a:solidFill>
                <a:latin typeface="Times New Roman" panose="02020603050405020304" pitchFamily="18" charset="0"/>
              </a:rPr>
              <a:t>z</a:t>
            </a:r>
            <a:endParaRPr kumimoji="1" lang="en-US" altLang="zh-CN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48" name="Rectangle 28">
            <a:extLst>
              <a:ext uri="{FF2B5EF4-FFF2-40B4-BE49-F238E27FC236}">
                <a16:creationId xmlns:a16="http://schemas.microsoft.com/office/drawing/2014/main" id="{A087A48C-29F6-1803-C8A1-9297426AD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3675" y="4772025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5149" name="Rectangle 29">
            <a:extLst>
              <a:ext uri="{FF2B5EF4-FFF2-40B4-BE49-F238E27FC236}">
                <a16:creationId xmlns:a16="http://schemas.microsoft.com/office/drawing/2014/main" id="{B9445086-7F77-D714-5993-770065963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4868863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参照物</a:t>
            </a:r>
            <a:endParaRPr kumimoji="1" lang="zh-CN" altLang="en-US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151" name="Text Box 31">
            <a:extLst>
              <a:ext uri="{FF2B5EF4-FFF2-40B4-BE49-F238E27FC236}">
                <a16:creationId xmlns:a16="http://schemas.microsoft.com/office/drawing/2014/main" id="{E96404F2-42D7-5BA5-E549-45418175A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538" y="3200400"/>
            <a:ext cx="5099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</a:rPr>
              <a:t>参考系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：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参照物 </a:t>
            </a:r>
            <a:r>
              <a:rPr kumimoji="1" lang="en-US" altLang="zh-CN" sz="2400">
                <a:solidFill>
                  <a:schemeClr val="bg1"/>
                </a:solidFill>
                <a:latin typeface="宋体" panose="02010600030101010101" pitchFamily="2" charset="-122"/>
              </a:rPr>
              <a:t>+ 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坐标系</a:t>
            </a:r>
          </a:p>
        </p:txBody>
      </p:sp>
      <p:sp>
        <p:nvSpPr>
          <p:cNvPr id="5152" name="Text Box 32">
            <a:extLst>
              <a:ext uri="{FF2B5EF4-FFF2-40B4-BE49-F238E27FC236}">
                <a16:creationId xmlns:a16="http://schemas.microsoft.com/office/drawing/2014/main" id="{3C14F05E-7FBE-5030-79D9-3045B1771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743325"/>
            <a:ext cx="45720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50000"/>
              </a:spcBef>
            </a:pPr>
            <a:r>
              <a: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</a:rPr>
              <a:t>(1) </a:t>
            </a:r>
            <a:r>
              <a:rPr kumimoji="1" lang="zh-CN" altLang="en-US" sz="2400">
                <a:solidFill>
                  <a:schemeClr val="bg1"/>
                </a:solidFill>
                <a:latin typeface="仿宋_GB2312" pitchFamily="49" charset="-122"/>
              </a:rPr>
              <a:t>运动学中参考系可任选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5153" name="Text Box 33">
            <a:extLst>
              <a:ext uri="{FF2B5EF4-FFF2-40B4-BE49-F238E27FC236}">
                <a16:creationId xmlns:a16="http://schemas.microsoft.com/office/drawing/2014/main" id="{D464F0EB-28B1-C8D2-7D24-4BB53459D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2667000"/>
            <a:ext cx="8215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</a:rPr>
              <a:t>参照物</a:t>
            </a:r>
            <a:r>
              <a:rPr kumimoji="1" lang="zh-CN" altLang="en-US" sz="2400">
                <a:solidFill>
                  <a:schemeClr val="hlink"/>
                </a:solidFill>
                <a:latin typeface="仿宋_GB2312" pitchFamily="49" charset="-122"/>
              </a:rPr>
              <a:t>：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用来描述物体运动而选作参考的物体或物体系。</a:t>
            </a:r>
          </a:p>
        </p:txBody>
      </p:sp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B6864AD6-5EA0-F4AB-4719-AF627C0E74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14151" imgH="215619" progId="Equation.3">
                  <p:embed/>
                </p:oleObj>
              </mc:Choice>
              <mc:Fallback>
                <p:oleObj name="公式" r:id="rId5" imgW="114151" imgH="21561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56" name="Rectangle 36">
            <a:extLst>
              <a:ext uri="{FF2B5EF4-FFF2-40B4-BE49-F238E27FC236}">
                <a16:creationId xmlns:a16="http://schemas.microsoft.com/office/drawing/2014/main" id="{5D174EBC-3D44-398C-0456-DFC127DB5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2275" y="3262313"/>
            <a:ext cx="339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i="1">
                <a:solidFill>
                  <a:srgbClr val="FFFFCC"/>
                </a:solidFill>
                <a:latin typeface="Times New Roman" panose="02020603050405020304" pitchFamily="18" charset="0"/>
              </a:rPr>
              <a:t>P</a:t>
            </a:r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5157" name="Arc 37">
            <a:extLst>
              <a:ext uri="{FF2B5EF4-FFF2-40B4-BE49-F238E27FC236}">
                <a16:creationId xmlns:a16="http://schemas.microsoft.com/office/drawing/2014/main" id="{CB8D4D40-5D4D-C9DC-86BC-8F124C4A41A9}"/>
              </a:ext>
            </a:extLst>
          </p:cNvPr>
          <p:cNvSpPr>
            <a:spLocks/>
          </p:cNvSpPr>
          <p:nvPr/>
        </p:nvSpPr>
        <p:spPr bwMode="auto">
          <a:xfrm flipV="1">
            <a:off x="5435600" y="3933825"/>
            <a:ext cx="2565400" cy="5334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59" name="Text Box 39">
            <a:extLst>
              <a:ext uri="{FF2B5EF4-FFF2-40B4-BE49-F238E27FC236}">
                <a16:creationId xmlns:a16="http://schemas.microsoft.com/office/drawing/2014/main" id="{941E051E-2C9E-29A3-AD91-2F67412B7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392613"/>
            <a:ext cx="5040312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5763" indent="-385763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</a:rPr>
              <a:t>(2) 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参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照物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选定后，坐标系可任选。</a:t>
            </a:r>
          </a:p>
        </p:txBody>
      </p:sp>
      <p:sp>
        <p:nvSpPr>
          <p:cNvPr id="5160" name="Text Box 40">
            <a:extLst>
              <a:ext uri="{FF2B5EF4-FFF2-40B4-BE49-F238E27FC236}">
                <a16:creationId xmlns:a16="http://schemas.microsoft.com/office/drawing/2014/main" id="{34BCB10F-1A34-48E8-BD81-AF928E63A5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013325"/>
            <a:ext cx="3182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</a:rPr>
              <a:t>(3) 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常用坐标系</a:t>
            </a:r>
          </a:p>
        </p:txBody>
      </p:sp>
      <p:sp>
        <p:nvSpPr>
          <p:cNvPr id="5161" name="Text Box 41">
            <a:extLst>
              <a:ext uri="{FF2B5EF4-FFF2-40B4-BE49-F238E27FC236}">
                <a16:creationId xmlns:a16="http://schemas.microsoft.com/office/drawing/2014/main" id="{F362BBED-9805-AADF-4B7F-04A439585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5602288"/>
            <a:ext cx="754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直角坐标系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（ 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x , y , z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）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球坐标系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（ 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r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,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θ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5162" name="Text Box 42">
            <a:extLst>
              <a:ext uri="{FF2B5EF4-FFF2-40B4-BE49-F238E27FC236}">
                <a16:creationId xmlns:a16="http://schemas.microsoft.com/office/drawing/2014/main" id="{9280D122-F5D8-7391-07FE-09AA925D3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4150" y="6140450"/>
            <a:ext cx="693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柱坐标系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（</a:t>
            </a:r>
            <a:r>
              <a:rPr kumimoji="1" lang="zh-CN" altLang="en-US" sz="2400" i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 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  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, z 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）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    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自然坐标系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 s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 )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8195 0.08148 C -0.25347 0.08032 -0.225 0.07917 -0.20347 0.07778 C -0.18195 0.07639 -0.17205 0.07616 -0.15278 0.07315 C -0.13351 0.07014 -0.10747 0.06528 -0.0882 0.06019 C -0.06892 0.05509 -0.05087 0.04931 -0.0375 0.04259 C -0.02413 0.03588 -0.01389 0.02755 -0.00764 0.02037 C -0.00139 0.01319 -0.0007 0.00648 4.44444E-6 7.40741E-7 " pathEditMode="fixed" ptsTypes="aaaaaaA">
                                      <p:cBhvr>
                                        <p:cTn id="39" dur="2000" fill="hold"/>
                                        <p:tgtEl>
                                          <p:spTgt spid="51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500"/>
                                        <p:tgtEl>
                                          <p:spTgt spid="5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5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5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8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5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5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autoUpdateAnimBg="0"/>
      <p:bldP spid="5138" grpId="0"/>
      <p:bldP spid="5139" grpId="0" autoUpdateAnimBg="0"/>
      <p:bldP spid="5140" grpId="0" autoUpdateAnimBg="0"/>
      <p:bldP spid="5145" grpId="0" build="p" autoUpdateAnimBg="0" advAuto="0"/>
      <p:bldP spid="5146" grpId="0" build="p" autoUpdateAnimBg="0" advAuto="0"/>
      <p:bldP spid="5147" grpId="0" build="p" autoUpdateAnimBg="0" advAuto="0"/>
      <p:bldP spid="5148" grpId="0" build="p" autoUpdateAnimBg="0"/>
      <p:bldP spid="5149" grpId="0" autoUpdateAnimBg="0"/>
      <p:bldP spid="5151" grpId="0" autoUpdateAnimBg="0"/>
      <p:bldP spid="5152" grpId="0" build="p" autoUpdateAnimBg="0"/>
      <p:bldP spid="5153" grpId="0" autoUpdateAnimBg="0"/>
      <p:bldP spid="5156" grpId="0" build="p" autoUpdateAnimBg="0" advAuto="0"/>
      <p:bldP spid="5159" grpId="0" build="p" autoUpdateAnimBg="0"/>
      <p:bldP spid="5160" grpId="0" autoUpdateAnimBg="0"/>
      <p:bldP spid="5161" grpId="0" autoUpdateAnimBg="0"/>
      <p:bldP spid="5162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Text Box 5">
            <a:extLst>
              <a:ext uri="{FF2B5EF4-FFF2-40B4-BE49-F238E27FC236}">
                <a16:creationId xmlns:a16="http://schemas.microsoft.com/office/drawing/2014/main" id="{3E60CEBC-1590-541B-B67D-AAFC2C36C537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79388" y="404813"/>
            <a:ext cx="4752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</a:rPr>
              <a:t>二</a:t>
            </a:r>
            <a:r>
              <a:rPr kumimoji="1" lang="en-US" altLang="zh-CN" sz="2800">
                <a:latin typeface="Times New Roman" panose="02020603050405020304" pitchFamily="18" charset="0"/>
              </a:rPr>
              <a:t>. </a:t>
            </a:r>
            <a:r>
              <a:rPr kumimoji="1" lang="zh-CN" altLang="en-US" sz="2800">
                <a:latin typeface="Times New Roman" panose="02020603050405020304" pitchFamily="18" charset="0"/>
              </a:rPr>
              <a:t>确定质点位置的常用方法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C8B54A22-35BD-EEC9-07C6-ECC2A615CC1A}"/>
              </a:ext>
            </a:extLst>
          </p:cNvPr>
          <p:cNvSpPr>
            <a:spLocks noChangeArrowheads="1"/>
          </p:cNvSpPr>
          <p:nvPr/>
        </p:nvSpPr>
        <p:spPr bwMode="black">
          <a:xfrm>
            <a:off x="466725" y="1027113"/>
            <a:ext cx="3241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直角坐标法 </a:t>
            </a:r>
            <a:r>
              <a:rPr kumimoji="1" lang="en-US" altLang="zh-CN" sz="2400" i="1">
                <a:latin typeface="Times New Roman" panose="02020603050405020304" pitchFamily="18" charset="0"/>
              </a:rPr>
              <a:t>P</a:t>
            </a:r>
            <a:r>
              <a:rPr kumimoji="1" lang="en-US" altLang="zh-CN" sz="2400"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>
                <a:latin typeface="Times New Roman" panose="02020603050405020304" pitchFamily="18" charset="0"/>
              </a:rPr>
              <a:t>x</a:t>
            </a:r>
            <a:r>
              <a:rPr kumimoji="1" lang="en-US" altLang="zh-CN" sz="2400">
                <a:latin typeface="Times New Roman" panose="02020603050405020304" pitchFamily="18" charset="0"/>
              </a:rPr>
              <a:t>, </a:t>
            </a:r>
            <a:r>
              <a:rPr kumimoji="1" lang="en-US" altLang="zh-CN" sz="2400" i="1">
                <a:latin typeface="Times New Roman" panose="02020603050405020304" pitchFamily="18" charset="0"/>
              </a:rPr>
              <a:t>y</a:t>
            </a:r>
            <a:r>
              <a:rPr kumimoji="1" lang="en-US" altLang="zh-CN" sz="2400">
                <a:latin typeface="Times New Roman" panose="02020603050405020304" pitchFamily="18" charset="0"/>
              </a:rPr>
              <a:t>, </a:t>
            </a:r>
            <a:r>
              <a:rPr kumimoji="1" lang="en-US" altLang="zh-CN" sz="2400" i="1">
                <a:latin typeface="Times New Roman" panose="02020603050405020304" pitchFamily="18" charset="0"/>
              </a:rPr>
              <a:t>z</a:t>
            </a:r>
            <a:r>
              <a:rPr kumimoji="1" lang="en-US" altLang="zh-CN" sz="240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7175" name="Text Box 7">
            <a:extLst>
              <a:ext uri="{FF2B5EF4-FFF2-40B4-BE49-F238E27FC236}">
                <a16:creationId xmlns:a16="http://schemas.microsoft.com/office/drawing/2014/main" id="{953671C9-A831-B2F7-A511-3B7836E96ADA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442913" y="1592263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2. </a:t>
            </a:r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</a:rPr>
              <a:t>位矢法</a:t>
            </a:r>
            <a:endParaRPr kumimoji="1" lang="zh-CN" altLang="en-US" sz="2800">
              <a:solidFill>
                <a:srgbClr val="66FF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176" name="Object 2">
            <a:extLst>
              <a:ext uri="{FF2B5EF4-FFF2-40B4-BE49-F238E27FC236}">
                <a16:creationId xmlns:a16="http://schemas.microsoft.com/office/drawing/2014/main" id="{ED562E25-50D3-D4D0-E4E3-35C6BFABA184}"/>
              </a:ext>
            </a:extLst>
          </p:cNvPr>
          <p:cNvGraphicFramePr>
            <a:graphicFrameLocks/>
          </p:cNvGraphicFramePr>
          <p:nvPr/>
        </p:nvGraphicFramePr>
        <p:xfrm>
          <a:off x="1466850" y="3154363"/>
          <a:ext cx="22621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87096" imgH="373574" progId="Equation.3">
                  <p:embed/>
                </p:oleObj>
              </mc:Choice>
              <mc:Fallback>
                <p:oleObj name="公式" r:id="rId2" imgW="2187096" imgH="373574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466850" y="3154363"/>
                        <a:ext cx="226218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7" name="Text Box 9">
            <a:extLst>
              <a:ext uri="{FF2B5EF4-FFF2-40B4-BE49-F238E27FC236}">
                <a16:creationId xmlns:a16="http://schemas.microsoft.com/office/drawing/2014/main" id="{1B133A05-D5F5-960F-1A1C-B24A1F26BFF2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066800" y="2582863"/>
            <a:ext cx="1417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表示。</a:t>
            </a:r>
          </a:p>
        </p:txBody>
      </p:sp>
      <p:graphicFrame>
        <p:nvGraphicFramePr>
          <p:cNvPr id="7178" name="Object 3">
            <a:extLst>
              <a:ext uri="{FF2B5EF4-FFF2-40B4-BE49-F238E27FC236}">
                <a16:creationId xmlns:a16="http://schemas.microsoft.com/office/drawing/2014/main" id="{A6B11345-9C76-365C-42DF-7E74A382D94F}"/>
              </a:ext>
            </a:extLst>
          </p:cNvPr>
          <p:cNvGraphicFramePr>
            <a:graphicFrameLocks/>
          </p:cNvGraphicFramePr>
          <p:nvPr/>
        </p:nvGraphicFramePr>
        <p:xfrm>
          <a:off x="838200" y="2684463"/>
          <a:ext cx="215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4811" imgH="198009" progId="Equation.3">
                  <p:embed/>
                </p:oleObj>
              </mc:Choice>
              <mc:Fallback>
                <p:oleObj name="公式" r:id="rId4" imgW="144811" imgH="198009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38200" y="2684463"/>
                        <a:ext cx="215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" name="Text Box 11">
            <a:extLst>
              <a:ext uri="{FF2B5EF4-FFF2-40B4-BE49-F238E27FC236}">
                <a16:creationId xmlns:a16="http://schemas.microsoft.com/office/drawing/2014/main" id="{62B8667C-F163-07F7-F875-7DA51BD23DF1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84213" y="3716338"/>
            <a:ext cx="294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位矢的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大小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为：</a:t>
            </a:r>
          </a:p>
        </p:txBody>
      </p:sp>
      <p:graphicFrame>
        <p:nvGraphicFramePr>
          <p:cNvPr id="7180" name="Object 4">
            <a:extLst>
              <a:ext uri="{FF2B5EF4-FFF2-40B4-BE49-F238E27FC236}">
                <a16:creationId xmlns:a16="http://schemas.microsoft.com/office/drawing/2014/main" id="{91251705-04CE-D356-FA78-86AADB7E28DC}"/>
              </a:ext>
            </a:extLst>
          </p:cNvPr>
          <p:cNvGraphicFramePr>
            <a:graphicFrameLocks/>
          </p:cNvGraphicFramePr>
          <p:nvPr/>
        </p:nvGraphicFramePr>
        <p:xfrm>
          <a:off x="1447800" y="4292600"/>
          <a:ext cx="25622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491647" imgH="464848" progId="Equation.3">
                  <p:embed/>
                </p:oleObj>
              </mc:Choice>
              <mc:Fallback>
                <p:oleObj name="公式" r:id="rId6" imgW="2491647" imgH="464848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447800" y="4292600"/>
                        <a:ext cx="256222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1" name="Rectangle 13">
            <a:extLst>
              <a:ext uri="{FF2B5EF4-FFF2-40B4-BE49-F238E27FC236}">
                <a16:creationId xmlns:a16="http://schemas.microsoft.com/office/drawing/2014/main" id="{D9F085B3-4073-EED0-1C7C-108E437C6BC9}"/>
              </a:ext>
            </a:extLst>
          </p:cNvPr>
          <p:cNvSpPr>
            <a:spLocks noChangeArrowheads="1"/>
          </p:cNvSpPr>
          <p:nvPr/>
        </p:nvSpPr>
        <p:spPr bwMode="black">
          <a:xfrm>
            <a:off x="673100" y="4941888"/>
            <a:ext cx="5133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位矢的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方向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用方向余弦表示，则有：</a:t>
            </a:r>
          </a:p>
        </p:txBody>
      </p:sp>
      <p:graphicFrame>
        <p:nvGraphicFramePr>
          <p:cNvPr id="7182" name="Object 5">
            <a:extLst>
              <a:ext uri="{FF2B5EF4-FFF2-40B4-BE49-F238E27FC236}">
                <a16:creationId xmlns:a16="http://schemas.microsoft.com/office/drawing/2014/main" id="{47000932-D2E9-C7BD-24EC-1BBCCD0084DA}"/>
              </a:ext>
            </a:extLst>
          </p:cNvPr>
          <p:cNvGraphicFramePr>
            <a:graphicFrameLocks/>
          </p:cNvGraphicFramePr>
          <p:nvPr/>
        </p:nvGraphicFramePr>
        <p:xfrm>
          <a:off x="2287588" y="5516563"/>
          <a:ext cx="470535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640424" imgH="853385" progId="Equation.3">
                  <p:embed/>
                </p:oleObj>
              </mc:Choice>
              <mc:Fallback>
                <p:oleObj name="公式" r:id="rId8" imgW="4640424" imgH="853385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287588" y="5516563"/>
                        <a:ext cx="4705350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3" name="Freeform 15">
            <a:extLst>
              <a:ext uri="{FF2B5EF4-FFF2-40B4-BE49-F238E27FC236}">
                <a16:creationId xmlns:a16="http://schemas.microsoft.com/office/drawing/2014/main" id="{A9541E12-4C3D-E3F0-129E-58BD4CF0B2E9}"/>
              </a:ext>
            </a:extLst>
          </p:cNvPr>
          <p:cNvSpPr>
            <a:spLocks/>
          </p:cNvSpPr>
          <p:nvPr/>
        </p:nvSpPr>
        <p:spPr bwMode="black">
          <a:xfrm>
            <a:off x="4267200" y="2874963"/>
            <a:ext cx="4343400" cy="1143000"/>
          </a:xfrm>
          <a:custGeom>
            <a:avLst/>
            <a:gdLst>
              <a:gd name="T0" fmla="*/ 2147483646 w 1667"/>
              <a:gd name="T1" fmla="*/ 2147483646 h 1694"/>
              <a:gd name="T2" fmla="*/ 2147483646 w 1667"/>
              <a:gd name="T3" fmla="*/ 2147483646 h 1694"/>
              <a:gd name="T4" fmla="*/ 2147483646 w 1667"/>
              <a:gd name="T5" fmla="*/ 2147483646 h 1694"/>
              <a:gd name="T6" fmla="*/ 2147483646 w 1667"/>
              <a:gd name="T7" fmla="*/ 0 h 1694"/>
              <a:gd name="T8" fmla="*/ 2147483646 w 1667"/>
              <a:gd name="T9" fmla="*/ 2147483646 h 1694"/>
              <a:gd name="T10" fmla="*/ 2147483646 w 1667"/>
              <a:gd name="T11" fmla="*/ 2147483646 h 1694"/>
              <a:gd name="T12" fmla="*/ 2147483646 w 1667"/>
              <a:gd name="T13" fmla="*/ 2147483646 h 1694"/>
              <a:gd name="T14" fmla="*/ 2147483646 w 1667"/>
              <a:gd name="T15" fmla="*/ 2147483646 h 1694"/>
              <a:gd name="T16" fmla="*/ 2147483646 w 1667"/>
              <a:gd name="T17" fmla="*/ 2147483646 h 1694"/>
              <a:gd name="T18" fmla="*/ 2147483646 w 1667"/>
              <a:gd name="T19" fmla="*/ 2147483646 h 1694"/>
              <a:gd name="T20" fmla="*/ 2147483646 w 1667"/>
              <a:gd name="T21" fmla="*/ 2147483646 h 1694"/>
              <a:gd name="T22" fmla="*/ 2147483646 w 1667"/>
              <a:gd name="T23" fmla="*/ 2147483646 h 1694"/>
              <a:gd name="T24" fmla="*/ 2147483646 w 1667"/>
              <a:gd name="T25" fmla="*/ 2147483646 h 1694"/>
              <a:gd name="T26" fmla="*/ 2147483646 w 1667"/>
              <a:gd name="T27" fmla="*/ 2147483646 h 1694"/>
              <a:gd name="T28" fmla="*/ 2147483646 w 1667"/>
              <a:gd name="T29" fmla="*/ 2147483646 h 1694"/>
              <a:gd name="T30" fmla="*/ 2147483646 w 1667"/>
              <a:gd name="T31" fmla="*/ 2147483646 h 1694"/>
              <a:gd name="T32" fmla="*/ 2147483646 w 1667"/>
              <a:gd name="T33" fmla="*/ 2147483646 h 1694"/>
              <a:gd name="T34" fmla="*/ 2147483646 w 1667"/>
              <a:gd name="T35" fmla="*/ 2147483646 h 1694"/>
              <a:gd name="T36" fmla="*/ 2147483646 w 1667"/>
              <a:gd name="T37" fmla="*/ 2147483646 h 1694"/>
              <a:gd name="T38" fmla="*/ 2147483646 w 1667"/>
              <a:gd name="T39" fmla="*/ 2147483646 h 1694"/>
              <a:gd name="T40" fmla="*/ 2147483646 w 1667"/>
              <a:gd name="T41" fmla="*/ 2147483646 h 1694"/>
              <a:gd name="T42" fmla="*/ 2147483646 w 1667"/>
              <a:gd name="T43" fmla="*/ 2147483646 h 1694"/>
              <a:gd name="T44" fmla="*/ 2147483646 w 1667"/>
              <a:gd name="T45" fmla="*/ 2147483646 h 1694"/>
              <a:gd name="T46" fmla="*/ 2147483646 w 1667"/>
              <a:gd name="T47" fmla="*/ 2147483646 h 1694"/>
              <a:gd name="T48" fmla="*/ 2147483646 w 1667"/>
              <a:gd name="T49" fmla="*/ 2147483646 h 1694"/>
              <a:gd name="T50" fmla="*/ 2147483646 w 1667"/>
              <a:gd name="T51" fmla="*/ 2147483646 h 1694"/>
              <a:gd name="T52" fmla="*/ 2147483646 w 1667"/>
              <a:gd name="T53" fmla="*/ 2147483646 h 1694"/>
              <a:gd name="T54" fmla="*/ 2147483646 w 1667"/>
              <a:gd name="T55" fmla="*/ 2147483646 h 1694"/>
              <a:gd name="T56" fmla="*/ 2147483646 w 1667"/>
              <a:gd name="T57" fmla="*/ 2147483646 h 1694"/>
              <a:gd name="T58" fmla="*/ 2147483646 w 1667"/>
              <a:gd name="T59" fmla="*/ 2147483646 h 1694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1667"/>
              <a:gd name="T91" fmla="*/ 0 h 1694"/>
              <a:gd name="T92" fmla="*/ 1667 w 1667"/>
              <a:gd name="T93" fmla="*/ 1694 h 1694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1667" h="1694">
                <a:moveTo>
                  <a:pt x="1402" y="356"/>
                </a:moveTo>
                <a:cubicBezTo>
                  <a:pt x="1396" y="311"/>
                  <a:pt x="1397" y="264"/>
                  <a:pt x="1385" y="220"/>
                </a:cubicBezTo>
                <a:cubicBezTo>
                  <a:pt x="1368" y="158"/>
                  <a:pt x="1271" y="102"/>
                  <a:pt x="1215" y="85"/>
                </a:cubicBezTo>
                <a:cubicBezTo>
                  <a:pt x="1058" y="38"/>
                  <a:pt x="884" y="40"/>
                  <a:pt x="724" y="0"/>
                </a:cubicBezTo>
                <a:cubicBezTo>
                  <a:pt x="594" y="6"/>
                  <a:pt x="464" y="7"/>
                  <a:pt x="335" y="17"/>
                </a:cubicBezTo>
                <a:cubicBezTo>
                  <a:pt x="317" y="18"/>
                  <a:pt x="297" y="21"/>
                  <a:pt x="284" y="34"/>
                </a:cubicBezTo>
                <a:cubicBezTo>
                  <a:pt x="271" y="47"/>
                  <a:pt x="275" y="69"/>
                  <a:pt x="267" y="85"/>
                </a:cubicBezTo>
                <a:cubicBezTo>
                  <a:pt x="258" y="103"/>
                  <a:pt x="241" y="117"/>
                  <a:pt x="233" y="136"/>
                </a:cubicBezTo>
                <a:cubicBezTo>
                  <a:pt x="218" y="168"/>
                  <a:pt x="199" y="237"/>
                  <a:pt x="199" y="237"/>
                </a:cubicBezTo>
                <a:cubicBezTo>
                  <a:pt x="193" y="288"/>
                  <a:pt x="194" y="340"/>
                  <a:pt x="182" y="390"/>
                </a:cubicBezTo>
                <a:cubicBezTo>
                  <a:pt x="177" y="410"/>
                  <a:pt x="156" y="422"/>
                  <a:pt x="148" y="441"/>
                </a:cubicBezTo>
                <a:cubicBezTo>
                  <a:pt x="115" y="517"/>
                  <a:pt x="147" y="493"/>
                  <a:pt x="114" y="559"/>
                </a:cubicBezTo>
                <a:cubicBezTo>
                  <a:pt x="105" y="577"/>
                  <a:pt x="88" y="591"/>
                  <a:pt x="80" y="610"/>
                </a:cubicBezTo>
                <a:cubicBezTo>
                  <a:pt x="0" y="792"/>
                  <a:pt x="90" y="648"/>
                  <a:pt x="13" y="763"/>
                </a:cubicBezTo>
                <a:cubicBezTo>
                  <a:pt x="19" y="887"/>
                  <a:pt x="20" y="1011"/>
                  <a:pt x="30" y="1135"/>
                </a:cubicBezTo>
                <a:cubicBezTo>
                  <a:pt x="32" y="1158"/>
                  <a:pt x="36" y="1183"/>
                  <a:pt x="47" y="1203"/>
                </a:cubicBezTo>
                <a:cubicBezTo>
                  <a:pt x="59" y="1224"/>
                  <a:pt x="82" y="1235"/>
                  <a:pt x="97" y="1254"/>
                </a:cubicBezTo>
                <a:cubicBezTo>
                  <a:pt x="180" y="1361"/>
                  <a:pt x="216" y="1441"/>
                  <a:pt x="351" y="1508"/>
                </a:cubicBezTo>
                <a:cubicBezTo>
                  <a:pt x="454" y="1560"/>
                  <a:pt x="505" y="1630"/>
                  <a:pt x="623" y="1660"/>
                </a:cubicBezTo>
                <a:cubicBezTo>
                  <a:pt x="668" y="1671"/>
                  <a:pt x="758" y="1694"/>
                  <a:pt x="758" y="1694"/>
                </a:cubicBezTo>
                <a:cubicBezTo>
                  <a:pt x="814" y="1688"/>
                  <a:pt x="871" y="1686"/>
                  <a:pt x="927" y="1677"/>
                </a:cubicBezTo>
                <a:cubicBezTo>
                  <a:pt x="1055" y="1657"/>
                  <a:pt x="1134" y="1520"/>
                  <a:pt x="1199" y="1423"/>
                </a:cubicBezTo>
                <a:cubicBezTo>
                  <a:pt x="1212" y="1404"/>
                  <a:pt x="1244" y="1413"/>
                  <a:pt x="1266" y="1406"/>
                </a:cubicBezTo>
                <a:cubicBezTo>
                  <a:pt x="1300" y="1396"/>
                  <a:pt x="1368" y="1372"/>
                  <a:pt x="1368" y="1372"/>
                </a:cubicBezTo>
                <a:cubicBezTo>
                  <a:pt x="1391" y="1355"/>
                  <a:pt x="1418" y="1344"/>
                  <a:pt x="1436" y="1322"/>
                </a:cubicBezTo>
                <a:cubicBezTo>
                  <a:pt x="1543" y="1195"/>
                  <a:pt x="1344" y="1345"/>
                  <a:pt x="1503" y="1237"/>
                </a:cubicBezTo>
                <a:cubicBezTo>
                  <a:pt x="1571" y="1033"/>
                  <a:pt x="1667" y="710"/>
                  <a:pt x="1470" y="576"/>
                </a:cubicBezTo>
                <a:cubicBezTo>
                  <a:pt x="1459" y="559"/>
                  <a:pt x="1441" y="545"/>
                  <a:pt x="1436" y="525"/>
                </a:cubicBezTo>
                <a:cubicBezTo>
                  <a:pt x="1415" y="448"/>
                  <a:pt x="1434" y="403"/>
                  <a:pt x="1402" y="339"/>
                </a:cubicBezTo>
                <a:cubicBezTo>
                  <a:pt x="1399" y="334"/>
                  <a:pt x="1402" y="350"/>
                  <a:pt x="1402" y="356"/>
                </a:cubicBezTo>
                <a:close/>
              </a:path>
            </a:pathLst>
          </a:custGeom>
          <a:solidFill>
            <a:schemeClr val="accent1">
              <a:alpha val="50195"/>
            </a:schemeClr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7184" name="Line 16">
            <a:extLst>
              <a:ext uri="{FF2B5EF4-FFF2-40B4-BE49-F238E27FC236}">
                <a16:creationId xmlns:a16="http://schemas.microsoft.com/office/drawing/2014/main" id="{A64D9129-A0C0-8669-E524-8F39D931D516}"/>
              </a:ext>
            </a:extLst>
          </p:cNvPr>
          <p:cNvSpPr>
            <a:spLocks noChangeShapeType="1"/>
          </p:cNvSpPr>
          <p:nvPr/>
        </p:nvSpPr>
        <p:spPr bwMode="black">
          <a:xfrm>
            <a:off x="5638800" y="3408363"/>
            <a:ext cx="3048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7185" name="Line 17">
            <a:extLst>
              <a:ext uri="{FF2B5EF4-FFF2-40B4-BE49-F238E27FC236}">
                <a16:creationId xmlns:a16="http://schemas.microsoft.com/office/drawing/2014/main" id="{F060B25B-8478-A6DB-7E19-EB1475DC90D9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5638800" y="893763"/>
            <a:ext cx="0" cy="25146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7186" name="Line 18">
            <a:extLst>
              <a:ext uri="{FF2B5EF4-FFF2-40B4-BE49-F238E27FC236}">
                <a16:creationId xmlns:a16="http://schemas.microsoft.com/office/drawing/2014/main" id="{366F1B0C-B3CC-A1A8-B4CA-95A896F52754}"/>
              </a:ext>
            </a:extLst>
          </p:cNvPr>
          <p:cNvSpPr>
            <a:spLocks noChangeShapeType="1"/>
          </p:cNvSpPr>
          <p:nvPr/>
        </p:nvSpPr>
        <p:spPr bwMode="black">
          <a:xfrm flipH="1">
            <a:off x="4572000" y="3408363"/>
            <a:ext cx="1066800" cy="10668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aphicFrame>
        <p:nvGraphicFramePr>
          <p:cNvPr id="7187" name="Object 6">
            <a:extLst>
              <a:ext uri="{FF2B5EF4-FFF2-40B4-BE49-F238E27FC236}">
                <a16:creationId xmlns:a16="http://schemas.microsoft.com/office/drawing/2014/main" id="{1869ABF8-D606-C076-DD52-D542BF66FF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43575" y="893763"/>
          <a:ext cx="165100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9384" imgH="144641" progId="Equation.3">
                  <p:embed/>
                </p:oleObj>
              </mc:Choice>
              <mc:Fallback>
                <p:oleObj name="公式" r:id="rId10" imgW="129384" imgH="14464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743575" y="893763"/>
                        <a:ext cx="165100" cy="17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8" name="Object 7">
            <a:extLst>
              <a:ext uri="{FF2B5EF4-FFF2-40B4-BE49-F238E27FC236}">
                <a16:creationId xmlns:a16="http://schemas.microsoft.com/office/drawing/2014/main" id="{EC2B9ADF-8CC5-76BB-7A27-5C20D40A05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22825" y="4276725"/>
          <a:ext cx="173038" cy="18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44811" imgH="160103" progId="Equation.3">
                  <p:embed/>
                </p:oleObj>
              </mc:Choice>
              <mc:Fallback>
                <p:oleObj name="公式" r:id="rId12" imgW="144811" imgH="16010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822825" y="4276725"/>
                        <a:ext cx="173038" cy="182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9" name="Object 8">
            <a:extLst>
              <a:ext uri="{FF2B5EF4-FFF2-40B4-BE49-F238E27FC236}">
                <a16:creationId xmlns:a16="http://schemas.microsoft.com/office/drawing/2014/main" id="{9EA25C13-94B7-DFA5-1634-0DD2D03402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32788" y="3051175"/>
          <a:ext cx="190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67702" imgH="228434" progId="Equation.3">
                  <p:embed/>
                </p:oleObj>
              </mc:Choice>
              <mc:Fallback>
                <p:oleObj name="公式" r:id="rId14" imgW="167702" imgH="22843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332788" y="3051175"/>
                        <a:ext cx="1905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0" name="Object 9">
            <a:extLst>
              <a:ext uri="{FF2B5EF4-FFF2-40B4-BE49-F238E27FC236}">
                <a16:creationId xmlns:a16="http://schemas.microsoft.com/office/drawing/2014/main" id="{C6732132-F0B0-2E24-CCCB-40FD0BEBC4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75263" y="3257550"/>
          <a:ext cx="233362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20949" imgH="243895" progId="Equation.3">
                  <p:embed/>
                </p:oleObj>
              </mc:Choice>
              <mc:Fallback>
                <p:oleObj name="公式" r:id="rId16" imgW="220949" imgH="24389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275263" y="3257550"/>
                        <a:ext cx="233362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1" name="Line 23">
            <a:extLst>
              <a:ext uri="{FF2B5EF4-FFF2-40B4-BE49-F238E27FC236}">
                <a16:creationId xmlns:a16="http://schemas.microsoft.com/office/drawing/2014/main" id="{8F90B96D-9279-886D-A418-9D9382BEAA60}"/>
              </a:ext>
            </a:extLst>
          </p:cNvPr>
          <p:cNvSpPr>
            <a:spLocks noChangeShapeType="1"/>
          </p:cNvSpPr>
          <p:nvPr/>
        </p:nvSpPr>
        <p:spPr bwMode="black">
          <a:xfrm flipH="1">
            <a:off x="7380288" y="1989138"/>
            <a:ext cx="71437" cy="2160587"/>
          </a:xfrm>
          <a:prstGeom prst="line">
            <a:avLst/>
          </a:prstGeom>
          <a:noFill/>
          <a:ln w="19050">
            <a:solidFill>
              <a:srgbClr val="66FF3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7192" name="Line 24">
            <a:extLst>
              <a:ext uri="{FF2B5EF4-FFF2-40B4-BE49-F238E27FC236}">
                <a16:creationId xmlns:a16="http://schemas.microsoft.com/office/drawing/2014/main" id="{23A362DE-8A95-CFC1-C9E2-C80AD20AD450}"/>
              </a:ext>
            </a:extLst>
          </p:cNvPr>
          <p:cNvSpPr>
            <a:spLocks noChangeShapeType="1"/>
          </p:cNvSpPr>
          <p:nvPr/>
        </p:nvSpPr>
        <p:spPr bwMode="black">
          <a:xfrm flipH="1">
            <a:off x="4852988" y="4208463"/>
            <a:ext cx="2514600" cy="0"/>
          </a:xfrm>
          <a:prstGeom prst="line">
            <a:avLst/>
          </a:prstGeom>
          <a:noFill/>
          <a:ln w="19050">
            <a:solidFill>
              <a:srgbClr val="66FF3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aphicFrame>
        <p:nvGraphicFramePr>
          <p:cNvPr id="7193" name="Object 10">
            <a:extLst>
              <a:ext uri="{FF2B5EF4-FFF2-40B4-BE49-F238E27FC236}">
                <a16:creationId xmlns:a16="http://schemas.microsoft.com/office/drawing/2014/main" id="{3656E34B-8DA2-DF68-7496-3354915140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12050" y="2606675"/>
          <a:ext cx="155575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29384" imgH="144641" progId="Equation.3">
                  <p:embed/>
                </p:oleObj>
              </mc:Choice>
              <mc:Fallback>
                <p:oleObj name="公式" r:id="rId18" imgW="129384" imgH="144641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512050" y="2606675"/>
                        <a:ext cx="155575" cy="17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4" name="Object 11">
            <a:extLst>
              <a:ext uri="{FF2B5EF4-FFF2-40B4-BE49-F238E27FC236}">
                <a16:creationId xmlns:a16="http://schemas.microsoft.com/office/drawing/2014/main" id="{1759D722-53E9-F0B7-5C06-C3DA77E33F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34250" y="1531938"/>
          <a:ext cx="1054100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249556" imgH="320206" progId="Equation.3">
                  <p:embed/>
                </p:oleObj>
              </mc:Choice>
              <mc:Fallback>
                <p:oleObj name="公式" r:id="rId20" imgW="1249556" imgH="320206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334250" y="1531938"/>
                        <a:ext cx="1054100" cy="31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5" name="Object 12">
            <a:extLst>
              <a:ext uri="{FF2B5EF4-FFF2-40B4-BE49-F238E27FC236}">
                <a16:creationId xmlns:a16="http://schemas.microsoft.com/office/drawing/2014/main" id="{47769C61-D949-EBE1-4281-1744CEC746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4413" y="4260850"/>
          <a:ext cx="206375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67702" imgH="228434" progId="Equation.3">
                  <p:embed/>
                </p:oleObj>
              </mc:Choice>
              <mc:Fallback>
                <p:oleObj name="公式" r:id="rId22" imgW="167702" imgH="228434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094413" y="4260850"/>
                        <a:ext cx="206375" cy="24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6" name="Object 13">
            <a:extLst>
              <a:ext uri="{FF2B5EF4-FFF2-40B4-BE49-F238E27FC236}">
                <a16:creationId xmlns:a16="http://schemas.microsoft.com/office/drawing/2014/main" id="{146A0C00-9240-E048-5EBB-52BC86DC5D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67625" y="3892550"/>
          <a:ext cx="174625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44811" imgH="160103" progId="Equation.3">
                  <p:embed/>
                </p:oleObj>
              </mc:Choice>
              <mc:Fallback>
                <p:oleObj name="公式" r:id="rId24" imgW="144811" imgH="160103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667625" y="3892550"/>
                        <a:ext cx="174625" cy="18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7" name="Line 29">
            <a:extLst>
              <a:ext uri="{FF2B5EF4-FFF2-40B4-BE49-F238E27FC236}">
                <a16:creationId xmlns:a16="http://schemas.microsoft.com/office/drawing/2014/main" id="{2D6F1263-8543-D813-5EA8-67D382833EEF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5638800" y="2009775"/>
            <a:ext cx="1781175" cy="1398588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aphicFrame>
        <p:nvGraphicFramePr>
          <p:cNvPr id="7198" name="Object 14">
            <a:extLst>
              <a:ext uri="{FF2B5EF4-FFF2-40B4-BE49-F238E27FC236}">
                <a16:creationId xmlns:a16="http://schemas.microsoft.com/office/drawing/2014/main" id="{61EE2C86-8027-0BA2-F8B4-9E9DBB4069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75450" y="2565400"/>
          <a:ext cx="173038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44811" imgH="198009" progId="Equation.3">
                  <p:embed/>
                </p:oleObj>
              </mc:Choice>
              <mc:Fallback>
                <p:oleObj name="公式" r:id="rId26" imgW="144811" imgH="198009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775450" y="2565400"/>
                        <a:ext cx="173038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9" name="Object 15">
            <a:extLst>
              <a:ext uri="{FF2B5EF4-FFF2-40B4-BE49-F238E27FC236}">
                <a16:creationId xmlns:a16="http://schemas.microsoft.com/office/drawing/2014/main" id="{FE0B7F03-D3CD-75AC-96F1-5AD987E1B7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7763" y="2995613"/>
          <a:ext cx="28892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53247" imgH="83792" progId="Equation.3">
                  <p:embed/>
                </p:oleObj>
              </mc:Choice>
              <mc:Fallback>
                <p:oleObj name="公式" r:id="rId28" imgW="53247" imgH="83792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227763" y="2995613"/>
                        <a:ext cx="288925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0" name="Object 16">
            <a:extLst>
              <a:ext uri="{FF2B5EF4-FFF2-40B4-BE49-F238E27FC236}">
                <a16:creationId xmlns:a16="http://schemas.microsoft.com/office/drawing/2014/main" id="{4628422A-8A88-43DF-2711-6885BACC1855}"/>
              </a:ext>
            </a:extLst>
          </p:cNvPr>
          <p:cNvGraphicFramePr>
            <a:graphicFrameLocks/>
          </p:cNvGraphicFramePr>
          <p:nvPr/>
        </p:nvGraphicFramePr>
        <p:xfrm>
          <a:off x="5797550" y="3525838"/>
          <a:ext cx="214313" cy="18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98058" imgH="160103" progId="Equation.3">
                  <p:embed/>
                </p:oleObj>
              </mc:Choice>
              <mc:Fallback>
                <p:oleObj name="公式" r:id="rId30" imgW="198058" imgH="160103" progId="Equation.3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797550" y="3525838"/>
                        <a:ext cx="214313" cy="182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1" name="Object 17">
            <a:extLst>
              <a:ext uri="{FF2B5EF4-FFF2-40B4-BE49-F238E27FC236}">
                <a16:creationId xmlns:a16="http://schemas.microsoft.com/office/drawing/2014/main" id="{E02F93A5-37B8-ED4C-B94D-FEDA1295711F}"/>
              </a:ext>
            </a:extLst>
          </p:cNvPr>
          <p:cNvGraphicFramePr>
            <a:graphicFrameLocks/>
          </p:cNvGraphicFramePr>
          <p:nvPr/>
        </p:nvGraphicFramePr>
        <p:xfrm>
          <a:off x="5761038" y="2605088"/>
          <a:ext cx="160337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129384" imgH="228434" progId="Equation.3">
                  <p:embed/>
                </p:oleObj>
              </mc:Choice>
              <mc:Fallback>
                <p:oleObj name="公式" r:id="rId32" imgW="129384" imgH="228434" progId="Equation.3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761038" y="2605088"/>
                        <a:ext cx="160337" cy="24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3" name="Text Box 35">
            <a:extLst>
              <a:ext uri="{FF2B5EF4-FFF2-40B4-BE49-F238E27FC236}">
                <a16:creationId xmlns:a16="http://schemas.microsoft.com/office/drawing/2014/main" id="{F20FE83D-6201-E7B8-8E37-73A88870276E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251575" y="3438525"/>
            <a:ext cx="946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>
                <a:solidFill>
                  <a:srgbClr val="66FF33"/>
                </a:solidFill>
                <a:latin typeface="Times New Roman" panose="02020603050405020304" pitchFamily="18" charset="0"/>
                <a:ea typeface="楷体_GB2312" pitchFamily="49" charset="-122"/>
              </a:rPr>
              <a:t>参考物</a:t>
            </a:r>
            <a:endParaRPr kumimoji="1" lang="zh-CN" altLang="en-US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204" name="Arc 36">
            <a:extLst>
              <a:ext uri="{FF2B5EF4-FFF2-40B4-BE49-F238E27FC236}">
                <a16:creationId xmlns:a16="http://schemas.microsoft.com/office/drawing/2014/main" id="{DE3E3C03-A8CA-3346-8EDA-FE9E3CF58642}"/>
              </a:ext>
            </a:extLst>
          </p:cNvPr>
          <p:cNvSpPr>
            <a:spLocks/>
          </p:cNvSpPr>
          <p:nvPr/>
        </p:nvSpPr>
        <p:spPr bwMode="black">
          <a:xfrm flipV="1">
            <a:off x="5511800" y="3170238"/>
            <a:ext cx="392113" cy="381000"/>
          </a:xfrm>
          <a:custGeom>
            <a:avLst/>
            <a:gdLst>
              <a:gd name="T0" fmla="*/ 0 w 22198"/>
              <a:gd name="T1" fmla="*/ 2147483646 h 21600"/>
              <a:gd name="T2" fmla="*/ 2147483646 w 22198"/>
              <a:gd name="T3" fmla="*/ 2147483646 h 21600"/>
              <a:gd name="T4" fmla="*/ 2147483646 w 22198"/>
              <a:gd name="T5" fmla="*/ 2147483646 h 21600"/>
              <a:gd name="T6" fmla="*/ 0 60000 65536"/>
              <a:gd name="T7" fmla="*/ 0 60000 65536"/>
              <a:gd name="T8" fmla="*/ 0 60000 65536"/>
              <a:gd name="T9" fmla="*/ 0 w 22198"/>
              <a:gd name="T10" fmla="*/ 0 h 21600"/>
              <a:gd name="T11" fmla="*/ 22198 w 2219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198" h="21600" fill="none" extrusionOk="0">
                <a:moveTo>
                  <a:pt x="-1" y="14"/>
                </a:moveTo>
                <a:cubicBezTo>
                  <a:pt x="266" y="4"/>
                  <a:pt x="532" y="-1"/>
                  <a:pt x="799" y="0"/>
                </a:cubicBezTo>
                <a:cubicBezTo>
                  <a:pt x="11591" y="0"/>
                  <a:pt x="20727" y="7966"/>
                  <a:pt x="22197" y="18658"/>
                </a:cubicBezTo>
              </a:path>
              <a:path w="22198" h="21600" stroke="0" extrusionOk="0">
                <a:moveTo>
                  <a:pt x="-1" y="14"/>
                </a:moveTo>
                <a:cubicBezTo>
                  <a:pt x="266" y="4"/>
                  <a:pt x="532" y="-1"/>
                  <a:pt x="799" y="0"/>
                </a:cubicBezTo>
                <a:cubicBezTo>
                  <a:pt x="11591" y="0"/>
                  <a:pt x="20727" y="7966"/>
                  <a:pt x="22197" y="18658"/>
                </a:cubicBezTo>
                <a:lnTo>
                  <a:pt x="799" y="21600"/>
                </a:lnTo>
                <a:lnTo>
                  <a:pt x="-1" y="14"/>
                </a:lnTo>
                <a:close/>
              </a:path>
            </a:pathLst>
          </a:cu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05" name="Arc 37">
            <a:extLst>
              <a:ext uri="{FF2B5EF4-FFF2-40B4-BE49-F238E27FC236}">
                <a16:creationId xmlns:a16="http://schemas.microsoft.com/office/drawing/2014/main" id="{31C300B8-1068-A480-F0C0-3B696CDFAAF3}"/>
              </a:ext>
            </a:extLst>
          </p:cNvPr>
          <p:cNvSpPr>
            <a:spLocks/>
          </p:cNvSpPr>
          <p:nvPr/>
        </p:nvSpPr>
        <p:spPr bwMode="black">
          <a:xfrm>
            <a:off x="5949950" y="3125788"/>
            <a:ext cx="152400" cy="292100"/>
          </a:xfrm>
          <a:custGeom>
            <a:avLst/>
            <a:gdLst>
              <a:gd name="T0" fmla="*/ 2147483646 w 21575"/>
              <a:gd name="T1" fmla="*/ 0 h 20740"/>
              <a:gd name="T2" fmla="*/ 2147483646 w 21575"/>
              <a:gd name="T3" fmla="*/ 2147483646 h 20740"/>
              <a:gd name="T4" fmla="*/ 0 w 21575"/>
              <a:gd name="T5" fmla="*/ 2147483646 h 20740"/>
              <a:gd name="T6" fmla="*/ 0 60000 65536"/>
              <a:gd name="T7" fmla="*/ 0 60000 65536"/>
              <a:gd name="T8" fmla="*/ 0 60000 65536"/>
              <a:gd name="T9" fmla="*/ 0 w 21575"/>
              <a:gd name="T10" fmla="*/ 0 h 20740"/>
              <a:gd name="T11" fmla="*/ 21575 w 21575"/>
              <a:gd name="T12" fmla="*/ 20740 h 207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75" h="20740" fill="none" extrusionOk="0">
                <a:moveTo>
                  <a:pt x="6034" y="-1"/>
                </a:moveTo>
                <a:cubicBezTo>
                  <a:pt x="14886" y="2575"/>
                  <a:pt x="21128" y="10486"/>
                  <a:pt x="21574" y="19695"/>
                </a:cubicBezTo>
              </a:path>
              <a:path w="21575" h="20740" stroke="0" extrusionOk="0">
                <a:moveTo>
                  <a:pt x="6034" y="-1"/>
                </a:moveTo>
                <a:cubicBezTo>
                  <a:pt x="14886" y="2575"/>
                  <a:pt x="21128" y="10486"/>
                  <a:pt x="21574" y="19695"/>
                </a:cubicBezTo>
                <a:lnTo>
                  <a:pt x="0" y="20740"/>
                </a:lnTo>
                <a:lnTo>
                  <a:pt x="6034" y="-1"/>
                </a:lnTo>
                <a:close/>
              </a:path>
            </a:pathLst>
          </a:cu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06" name="Arc 38">
            <a:extLst>
              <a:ext uri="{FF2B5EF4-FFF2-40B4-BE49-F238E27FC236}">
                <a16:creationId xmlns:a16="http://schemas.microsoft.com/office/drawing/2014/main" id="{B527650C-4084-C3D1-567B-DE541A3B1F05}"/>
              </a:ext>
            </a:extLst>
          </p:cNvPr>
          <p:cNvSpPr>
            <a:spLocks/>
          </p:cNvSpPr>
          <p:nvPr/>
        </p:nvSpPr>
        <p:spPr bwMode="black">
          <a:xfrm>
            <a:off x="5638800" y="2852738"/>
            <a:ext cx="425450" cy="307975"/>
          </a:xfrm>
          <a:custGeom>
            <a:avLst/>
            <a:gdLst>
              <a:gd name="T0" fmla="*/ 0 w 20578"/>
              <a:gd name="T1" fmla="*/ 0 h 21600"/>
              <a:gd name="T2" fmla="*/ 2147483646 w 20578"/>
              <a:gd name="T3" fmla="*/ 2147483646 h 21600"/>
              <a:gd name="T4" fmla="*/ 0 w 20578"/>
              <a:gd name="T5" fmla="*/ 2147483646 h 21600"/>
              <a:gd name="T6" fmla="*/ 0 60000 65536"/>
              <a:gd name="T7" fmla="*/ 0 60000 65536"/>
              <a:gd name="T8" fmla="*/ 0 60000 65536"/>
              <a:gd name="T9" fmla="*/ 0 w 20578"/>
              <a:gd name="T10" fmla="*/ 0 h 21600"/>
              <a:gd name="T11" fmla="*/ 20578 w 2057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578" h="21600" fill="none" extrusionOk="0">
                <a:moveTo>
                  <a:pt x="-1" y="0"/>
                </a:moveTo>
                <a:cubicBezTo>
                  <a:pt x="9399" y="0"/>
                  <a:pt x="17719" y="6078"/>
                  <a:pt x="20577" y="15033"/>
                </a:cubicBezTo>
              </a:path>
              <a:path w="20578" h="21600" stroke="0" extrusionOk="0">
                <a:moveTo>
                  <a:pt x="-1" y="0"/>
                </a:moveTo>
                <a:cubicBezTo>
                  <a:pt x="9399" y="0"/>
                  <a:pt x="17719" y="6078"/>
                  <a:pt x="20577" y="15033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07" name="Line 39">
            <a:extLst>
              <a:ext uri="{FF2B5EF4-FFF2-40B4-BE49-F238E27FC236}">
                <a16:creationId xmlns:a16="http://schemas.microsoft.com/office/drawing/2014/main" id="{889D2BA2-BC39-7E11-9230-3ED78E413157}"/>
              </a:ext>
            </a:extLst>
          </p:cNvPr>
          <p:cNvSpPr>
            <a:spLocks noChangeShapeType="1"/>
          </p:cNvSpPr>
          <p:nvPr/>
        </p:nvSpPr>
        <p:spPr bwMode="black">
          <a:xfrm>
            <a:off x="5638800" y="1217613"/>
            <a:ext cx="1812925" cy="771525"/>
          </a:xfrm>
          <a:prstGeom prst="line">
            <a:avLst/>
          </a:prstGeom>
          <a:noFill/>
          <a:ln w="19050">
            <a:solidFill>
              <a:srgbClr val="66FF3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08" name="Line 40">
            <a:extLst>
              <a:ext uri="{FF2B5EF4-FFF2-40B4-BE49-F238E27FC236}">
                <a16:creationId xmlns:a16="http://schemas.microsoft.com/office/drawing/2014/main" id="{CBFA232D-DFBE-C77F-8713-9F00E96AB49E}"/>
              </a:ext>
            </a:extLst>
          </p:cNvPr>
          <p:cNvSpPr>
            <a:spLocks noChangeShapeType="1"/>
          </p:cNvSpPr>
          <p:nvPr/>
        </p:nvSpPr>
        <p:spPr bwMode="black">
          <a:xfrm flipH="1">
            <a:off x="7372350" y="3429000"/>
            <a:ext cx="652463" cy="798513"/>
          </a:xfrm>
          <a:prstGeom prst="line">
            <a:avLst/>
          </a:prstGeom>
          <a:noFill/>
          <a:ln w="19050">
            <a:solidFill>
              <a:srgbClr val="66FF33"/>
            </a:solidFill>
            <a:prstDash val="dash"/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7209" name="Rectangle 41">
            <a:extLst>
              <a:ext uri="{FF2B5EF4-FFF2-40B4-BE49-F238E27FC236}">
                <a16:creationId xmlns:a16="http://schemas.microsoft.com/office/drawing/2014/main" id="{789EDC43-A406-32D6-C088-C77B65D39412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62000" y="2125663"/>
            <a:ext cx="4560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质点某时刻位置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P 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x, y, z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由</a:t>
            </a:r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</a:rPr>
              <a:t>位矢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210" name="Oval 42">
            <a:extLst>
              <a:ext uri="{FF2B5EF4-FFF2-40B4-BE49-F238E27FC236}">
                <a16:creationId xmlns:a16="http://schemas.microsoft.com/office/drawing/2014/main" id="{6880BD8C-C31A-816B-5704-C9D0E28FB913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366000" y="1935163"/>
            <a:ext cx="144463" cy="144462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7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7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3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7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7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7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/>
      <p:bldP spid="7174" grpId="0" autoUpdateAnimBg="0"/>
      <p:bldP spid="7175" grpId="0" autoUpdateAnimBg="0"/>
      <p:bldP spid="7177" grpId="0" autoUpdateAnimBg="0"/>
      <p:bldP spid="7179" grpId="0" autoUpdateAnimBg="0"/>
      <p:bldP spid="7181" grpId="0" autoUpdateAnimBg="0"/>
      <p:bldP spid="7203" grpId="0" autoUpdateAnimBg="0"/>
      <p:bldP spid="7209" grpId="0" build="p" autoUpdateAnimBg="0"/>
      <p:bldP spid="72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Freeform 6">
            <a:extLst>
              <a:ext uri="{FF2B5EF4-FFF2-40B4-BE49-F238E27FC236}">
                <a16:creationId xmlns:a16="http://schemas.microsoft.com/office/drawing/2014/main" id="{530A5468-430C-B5E5-1120-C829D7992E9D}"/>
              </a:ext>
            </a:extLst>
          </p:cNvPr>
          <p:cNvSpPr>
            <a:spLocks/>
          </p:cNvSpPr>
          <p:nvPr/>
        </p:nvSpPr>
        <p:spPr bwMode="black">
          <a:xfrm>
            <a:off x="4491038" y="1674813"/>
            <a:ext cx="4329112" cy="1657350"/>
          </a:xfrm>
          <a:custGeom>
            <a:avLst/>
            <a:gdLst>
              <a:gd name="T0" fmla="*/ 2147483646 w 2727"/>
              <a:gd name="T1" fmla="*/ 2147483646 h 1044"/>
              <a:gd name="T2" fmla="*/ 2147483646 w 2727"/>
              <a:gd name="T3" fmla="*/ 2147483646 h 1044"/>
              <a:gd name="T4" fmla="*/ 2147483646 w 2727"/>
              <a:gd name="T5" fmla="*/ 2147483646 h 1044"/>
              <a:gd name="T6" fmla="*/ 2147483646 w 2727"/>
              <a:gd name="T7" fmla="*/ 2147483646 h 1044"/>
              <a:gd name="T8" fmla="*/ 2147483646 w 2727"/>
              <a:gd name="T9" fmla="*/ 2147483646 h 1044"/>
              <a:gd name="T10" fmla="*/ 2147483646 w 2727"/>
              <a:gd name="T11" fmla="*/ 2147483646 h 1044"/>
              <a:gd name="T12" fmla="*/ 2147483646 w 2727"/>
              <a:gd name="T13" fmla="*/ 2147483646 h 1044"/>
              <a:gd name="T14" fmla="*/ 2147483646 w 2727"/>
              <a:gd name="T15" fmla="*/ 2147483646 h 1044"/>
              <a:gd name="T16" fmla="*/ 2147483646 w 2727"/>
              <a:gd name="T17" fmla="*/ 2147483646 h 1044"/>
              <a:gd name="T18" fmla="*/ 2147483646 w 2727"/>
              <a:gd name="T19" fmla="*/ 2147483646 h 1044"/>
              <a:gd name="T20" fmla="*/ 2147483646 w 2727"/>
              <a:gd name="T21" fmla="*/ 2147483646 h 1044"/>
              <a:gd name="T22" fmla="*/ 2147483646 w 2727"/>
              <a:gd name="T23" fmla="*/ 2147483646 h 1044"/>
              <a:gd name="T24" fmla="*/ 2147483646 w 2727"/>
              <a:gd name="T25" fmla="*/ 2147483646 h 1044"/>
              <a:gd name="T26" fmla="*/ 2147483646 w 2727"/>
              <a:gd name="T27" fmla="*/ 2147483646 h 1044"/>
              <a:gd name="T28" fmla="*/ 2147483646 w 2727"/>
              <a:gd name="T29" fmla="*/ 2147483646 h 1044"/>
              <a:gd name="T30" fmla="*/ 0 w 2727"/>
              <a:gd name="T31" fmla="*/ 2147483646 h 1044"/>
              <a:gd name="T32" fmla="*/ 2147483646 w 2727"/>
              <a:gd name="T33" fmla="*/ 2147483646 h 1044"/>
              <a:gd name="T34" fmla="*/ 2147483646 w 2727"/>
              <a:gd name="T35" fmla="*/ 2147483646 h 1044"/>
              <a:gd name="T36" fmla="*/ 2147483646 w 2727"/>
              <a:gd name="T37" fmla="*/ 2147483646 h 1044"/>
              <a:gd name="T38" fmla="*/ 2147483646 w 2727"/>
              <a:gd name="T39" fmla="*/ 2147483646 h 1044"/>
              <a:gd name="T40" fmla="*/ 2147483646 w 2727"/>
              <a:gd name="T41" fmla="*/ 2147483646 h 1044"/>
              <a:gd name="T42" fmla="*/ 2147483646 w 2727"/>
              <a:gd name="T43" fmla="*/ 2147483646 h 1044"/>
              <a:gd name="T44" fmla="*/ 2147483646 w 2727"/>
              <a:gd name="T45" fmla="*/ 0 h 1044"/>
              <a:gd name="T46" fmla="*/ 2147483646 w 2727"/>
              <a:gd name="T47" fmla="*/ 2147483646 h 1044"/>
              <a:gd name="T48" fmla="*/ 2147483646 w 2727"/>
              <a:gd name="T49" fmla="*/ 2147483646 h 1044"/>
              <a:gd name="T50" fmla="*/ 2147483646 w 2727"/>
              <a:gd name="T51" fmla="*/ 2147483646 h 1044"/>
              <a:gd name="T52" fmla="*/ 2147483646 w 2727"/>
              <a:gd name="T53" fmla="*/ 2147483646 h 1044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2727"/>
              <a:gd name="T82" fmla="*/ 0 h 1044"/>
              <a:gd name="T83" fmla="*/ 2727 w 2727"/>
              <a:gd name="T84" fmla="*/ 1044 h 1044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2727" h="1044">
                <a:moveTo>
                  <a:pt x="2376" y="12"/>
                </a:moveTo>
                <a:cubicBezTo>
                  <a:pt x="2457" y="26"/>
                  <a:pt x="2524" y="51"/>
                  <a:pt x="2592" y="96"/>
                </a:cubicBezTo>
                <a:cubicBezTo>
                  <a:pt x="2661" y="200"/>
                  <a:pt x="2699" y="309"/>
                  <a:pt x="2724" y="432"/>
                </a:cubicBezTo>
                <a:cubicBezTo>
                  <a:pt x="2714" y="521"/>
                  <a:pt x="2727" y="714"/>
                  <a:pt x="2652" y="780"/>
                </a:cubicBezTo>
                <a:cubicBezTo>
                  <a:pt x="2577" y="845"/>
                  <a:pt x="2479" y="858"/>
                  <a:pt x="2388" y="888"/>
                </a:cubicBezTo>
                <a:cubicBezTo>
                  <a:pt x="2361" y="897"/>
                  <a:pt x="2340" y="920"/>
                  <a:pt x="2316" y="936"/>
                </a:cubicBezTo>
                <a:cubicBezTo>
                  <a:pt x="2156" y="1043"/>
                  <a:pt x="2393" y="889"/>
                  <a:pt x="2244" y="972"/>
                </a:cubicBezTo>
                <a:cubicBezTo>
                  <a:pt x="2216" y="987"/>
                  <a:pt x="2175" y="1028"/>
                  <a:pt x="2136" y="1032"/>
                </a:cubicBezTo>
                <a:cubicBezTo>
                  <a:pt x="2064" y="1039"/>
                  <a:pt x="1992" y="1040"/>
                  <a:pt x="1920" y="1044"/>
                </a:cubicBezTo>
                <a:cubicBezTo>
                  <a:pt x="1630" y="1037"/>
                  <a:pt x="1504" y="1028"/>
                  <a:pt x="1260" y="1008"/>
                </a:cubicBezTo>
                <a:cubicBezTo>
                  <a:pt x="1111" y="958"/>
                  <a:pt x="960" y="931"/>
                  <a:pt x="804" y="912"/>
                </a:cubicBezTo>
                <a:cubicBezTo>
                  <a:pt x="754" y="895"/>
                  <a:pt x="699" y="863"/>
                  <a:pt x="648" y="852"/>
                </a:cubicBezTo>
                <a:cubicBezTo>
                  <a:pt x="490" y="817"/>
                  <a:pt x="345" y="812"/>
                  <a:pt x="180" y="804"/>
                </a:cubicBezTo>
                <a:cubicBezTo>
                  <a:pt x="164" y="800"/>
                  <a:pt x="148" y="797"/>
                  <a:pt x="132" y="792"/>
                </a:cubicBezTo>
                <a:cubicBezTo>
                  <a:pt x="108" y="785"/>
                  <a:pt x="60" y="768"/>
                  <a:pt x="60" y="768"/>
                </a:cubicBezTo>
                <a:cubicBezTo>
                  <a:pt x="1" y="679"/>
                  <a:pt x="18" y="724"/>
                  <a:pt x="0" y="636"/>
                </a:cubicBezTo>
                <a:cubicBezTo>
                  <a:pt x="12" y="544"/>
                  <a:pt x="10" y="359"/>
                  <a:pt x="84" y="276"/>
                </a:cubicBezTo>
                <a:cubicBezTo>
                  <a:pt x="118" y="238"/>
                  <a:pt x="164" y="210"/>
                  <a:pt x="192" y="168"/>
                </a:cubicBezTo>
                <a:cubicBezTo>
                  <a:pt x="220" y="125"/>
                  <a:pt x="281" y="64"/>
                  <a:pt x="336" y="60"/>
                </a:cubicBezTo>
                <a:cubicBezTo>
                  <a:pt x="424" y="53"/>
                  <a:pt x="512" y="52"/>
                  <a:pt x="600" y="48"/>
                </a:cubicBezTo>
                <a:cubicBezTo>
                  <a:pt x="640" y="44"/>
                  <a:pt x="680" y="43"/>
                  <a:pt x="720" y="36"/>
                </a:cubicBezTo>
                <a:cubicBezTo>
                  <a:pt x="745" y="31"/>
                  <a:pt x="768" y="20"/>
                  <a:pt x="792" y="12"/>
                </a:cubicBezTo>
                <a:cubicBezTo>
                  <a:pt x="804" y="8"/>
                  <a:pt x="828" y="0"/>
                  <a:pt x="828" y="0"/>
                </a:cubicBezTo>
                <a:cubicBezTo>
                  <a:pt x="965" y="9"/>
                  <a:pt x="1089" y="33"/>
                  <a:pt x="1224" y="48"/>
                </a:cubicBezTo>
                <a:cubicBezTo>
                  <a:pt x="1276" y="65"/>
                  <a:pt x="1326" y="75"/>
                  <a:pt x="1380" y="84"/>
                </a:cubicBezTo>
                <a:cubicBezTo>
                  <a:pt x="1631" y="61"/>
                  <a:pt x="1884" y="56"/>
                  <a:pt x="2136" y="48"/>
                </a:cubicBezTo>
                <a:cubicBezTo>
                  <a:pt x="2226" y="18"/>
                  <a:pt x="2282" y="12"/>
                  <a:pt x="2376" y="12"/>
                </a:cubicBezTo>
                <a:close/>
              </a:path>
            </a:pathLst>
          </a:custGeom>
          <a:solidFill>
            <a:schemeClr val="hlink">
              <a:alpha val="50195"/>
            </a:schemeClr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2A6E9921-DA39-C3AA-1E0A-23BF18E52F30}"/>
              </a:ext>
            </a:extLst>
          </p:cNvPr>
          <p:cNvSpPr>
            <a:spLocks noChangeArrowheads="1"/>
          </p:cNvSpPr>
          <p:nvPr/>
        </p:nvSpPr>
        <p:spPr bwMode="black">
          <a:xfrm>
            <a:off x="6919913" y="2417763"/>
            <a:ext cx="3619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4000">
                <a:solidFill>
                  <a:srgbClr val="66FF33"/>
                </a:solidFill>
                <a:latin typeface="Times New Roman" panose="02020603050405020304" pitchFamily="18" charset="0"/>
              </a:rPr>
              <a:t>•</a:t>
            </a:r>
            <a:endParaRPr kumimoji="1" lang="en-US" altLang="zh-CN" sz="40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CF5DD561-389D-3816-8C5F-DB66DB9F0C5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5862638" y="1774825"/>
            <a:ext cx="3619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4000">
                <a:latin typeface="Times New Roman" panose="02020603050405020304" pitchFamily="18" charset="0"/>
              </a:rPr>
              <a:t>•</a:t>
            </a:r>
            <a:endParaRPr kumimoji="1" lang="en-US" altLang="zh-CN" sz="40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9" name="Text Box 7">
            <a:extLst>
              <a:ext uri="{FF2B5EF4-FFF2-40B4-BE49-F238E27FC236}">
                <a16:creationId xmlns:a16="http://schemas.microsoft.com/office/drawing/2014/main" id="{5C86E797-64A5-C190-63CD-EE88022F0306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323850" y="476250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3. 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自然坐标</a:t>
            </a:r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</a:rPr>
              <a:t>法</a:t>
            </a:r>
            <a:endParaRPr kumimoji="1" lang="zh-CN" altLang="en-US" sz="2800">
              <a:solidFill>
                <a:srgbClr val="66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0" name="Text Box 8">
            <a:extLst>
              <a:ext uri="{FF2B5EF4-FFF2-40B4-BE49-F238E27FC236}">
                <a16:creationId xmlns:a16="http://schemas.microsoft.com/office/drawing/2014/main" id="{09EF7735-1F8C-E113-11F6-13A090C49ED9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11188" y="1087438"/>
            <a:ext cx="7632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已知质点相对参考系的运动轨迹时，常用自然法。</a:t>
            </a:r>
          </a:p>
        </p:txBody>
      </p:sp>
      <p:sp>
        <p:nvSpPr>
          <p:cNvPr id="8201" name="Text Box 9">
            <a:extLst>
              <a:ext uri="{FF2B5EF4-FFF2-40B4-BE49-F238E27FC236}">
                <a16:creationId xmlns:a16="http://schemas.microsoft.com/office/drawing/2014/main" id="{6520D685-D8AB-DBFC-0BDA-BB8366AB7E0E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350838" y="2513013"/>
            <a:ext cx="342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4. </a:t>
            </a:r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</a:rPr>
              <a:t>运动学方程</a:t>
            </a:r>
            <a:r>
              <a:rPr kumimoji="1" lang="en-US" altLang="zh-CN" sz="2400">
                <a:solidFill>
                  <a:srgbClr val="66FFFF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</a:rPr>
              <a:t>函数</a:t>
            </a:r>
            <a:r>
              <a:rPr kumimoji="1" lang="en-US" altLang="zh-CN" sz="2400">
                <a:solidFill>
                  <a:srgbClr val="66FFFF"/>
                </a:solidFill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8202" name="Text Box 10">
            <a:extLst>
              <a:ext uri="{FF2B5EF4-FFF2-40B4-BE49-F238E27FC236}">
                <a16:creationId xmlns:a16="http://schemas.microsoft.com/office/drawing/2014/main" id="{0D8DE1B1-4CB2-011A-7FC7-BD8D22CA49AB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84213" y="4051300"/>
            <a:ext cx="220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直角坐标下</a:t>
            </a:r>
          </a:p>
        </p:txBody>
      </p:sp>
      <p:graphicFrame>
        <p:nvGraphicFramePr>
          <p:cNvPr id="8203" name="Object 2">
            <a:extLst>
              <a:ext uri="{FF2B5EF4-FFF2-40B4-BE49-F238E27FC236}">
                <a16:creationId xmlns:a16="http://schemas.microsoft.com/office/drawing/2014/main" id="{0A625D0E-AD3F-35F4-A401-1E8FA61D26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4124325"/>
          <a:ext cx="111918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44033" imgH="320206" progId="Equation.3">
                  <p:embed/>
                </p:oleObj>
              </mc:Choice>
              <mc:Fallback>
                <p:oleObj name="Equation" r:id="rId2" imgW="1044033" imgH="32020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987675" y="4124325"/>
                        <a:ext cx="111918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4" name="Object 3">
            <a:extLst>
              <a:ext uri="{FF2B5EF4-FFF2-40B4-BE49-F238E27FC236}">
                <a16:creationId xmlns:a16="http://schemas.microsoft.com/office/drawing/2014/main" id="{1A117E5B-6D2B-2C99-1A8C-7AEFFF92DA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6463" y="4124325"/>
          <a:ext cx="11699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97280" imgH="320206" progId="Equation.3">
                  <p:embed/>
                </p:oleObj>
              </mc:Choice>
              <mc:Fallback>
                <p:oleObj name="Equation" r:id="rId4" imgW="1097280" imgH="32020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716463" y="4124325"/>
                        <a:ext cx="1169987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5" name="Object 4">
            <a:extLst>
              <a:ext uri="{FF2B5EF4-FFF2-40B4-BE49-F238E27FC236}">
                <a16:creationId xmlns:a16="http://schemas.microsoft.com/office/drawing/2014/main" id="{CE04B680-5F75-9476-BB88-6061DA164F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25" y="4124325"/>
          <a:ext cx="109378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21142" imgH="320206" progId="Equation.3">
                  <p:embed/>
                </p:oleObj>
              </mc:Choice>
              <mc:Fallback>
                <p:oleObj name="Equation" r:id="rId6" imgW="1021142" imgH="32020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588125" y="4124325"/>
                        <a:ext cx="109378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6" name="Object 5">
            <a:extLst>
              <a:ext uri="{FF2B5EF4-FFF2-40B4-BE49-F238E27FC236}">
                <a16:creationId xmlns:a16="http://schemas.microsoft.com/office/drawing/2014/main" id="{958DE7DB-D8FE-377D-80EF-7FB9999F28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3321050"/>
          <a:ext cx="435927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297556" imgH="373574" progId="Equation.3">
                  <p:embed/>
                </p:oleObj>
              </mc:Choice>
              <mc:Fallback>
                <p:oleObj name="公式" r:id="rId8" imgW="4297556" imgH="37357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62000" y="3321050"/>
                        <a:ext cx="435927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7" name="Text Box 15">
            <a:extLst>
              <a:ext uri="{FF2B5EF4-FFF2-40B4-BE49-F238E27FC236}">
                <a16:creationId xmlns:a16="http://schemas.microsoft.com/office/drawing/2014/main" id="{61F8C150-3A89-B669-AABB-5606171A5D0C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84213" y="4841875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自然坐标下</a:t>
            </a:r>
          </a:p>
        </p:txBody>
      </p:sp>
      <p:graphicFrame>
        <p:nvGraphicFramePr>
          <p:cNvPr id="8208" name="Object 6">
            <a:extLst>
              <a:ext uri="{FF2B5EF4-FFF2-40B4-BE49-F238E27FC236}">
                <a16:creationId xmlns:a16="http://schemas.microsoft.com/office/drawing/2014/main" id="{5DED9FFE-C595-57FE-7F8B-823EF1BEFC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8300" y="4899025"/>
          <a:ext cx="115887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81853" imgH="320206" progId="Equation.3">
                  <p:embed/>
                </p:oleObj>
              </mc:Choice>
              <mc:Fallback>
                <p:oleObj name="Equation" r:id="rId10" imgW="1081853" imgH="32020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908300" y="4899025"/>
                        <a:ext cx="1158875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9" name="Text Box 17">
            <a:extLst>
              <a:ext uri="{FF2B5EF4-FFF2-40B4-BE49-F238E27FC236}">
                <a16:creationId xmlns:a16="http://schemas.microsoft.com/office/drawing/2014/main" id="{0A076EE0-9554-1BD8-4928-0FD2A7217F44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547813" y="5562600"/>
            <a:ext cx="746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已知运动学方程，可求质点运动轨迹、速度和加速度</a:t>
            </a:r>
          </a:p>
        </p:txBody>
      </p:sp>
      <p:graphicFrame>
        <p:nvGraphicFramePr>
          <p:cNvPr id="8211" name="Object 7">
            <a:extLst>
              <a:ext uri="{FF2B5EF4-FFF2-40B4-BE49-F238E27FC236}">
                <a16:creationId xmlns:a16="http://schemas.microsoft.com/office/drawing/2014/main" id="{304D62B5-AE65-8990-58D1-66BFB77B5C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6463" y="2360613"/>
          <a:ext cx="960437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72253" imgH="144641" progId="Equation.3">
                  <p:embed/>
                </p:oleObj>
              </mc:Choice>
              <mc:Fallback>
                <p:oleObj name="公式" r:id="rId12" imgW="472253" imgH="144641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716463" y="2360613"/>
                        <a:ext cx="960437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2" name="Line 20">
            <a:extLst>
              <a:ext uri="{FF2B5EF4-FFF2-40B4-BE49-F238E27FC236}">
                <a16:creationId xmlns:a16="http://schemas.microsoft.com/office/drawing/2014/main" id="{426BFDBB-5B75-FE85-65F8-737C21BD0F86}"/>
              </a:ext>
            </a:extLst>
          </p:cNvPr>
          <p:cNvSpPr>
            <a:spLocks noChangeShapeType="1"/>
          </p:cNvSpPr>
          <p:nvPr/>
        </p:nvSpPr>
        <p:spPr bwMode="black">
          <a:xfrm>
            <a:off x="6319838" y="2132013"/>
            <a:ext cx="381000" cy="304800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213" name="Object 8">
            <a:extLst>
              <a:ext uri="{FF2B5EF4-FFF2-40B4-BE49-F238E27FC236}">
                <a16:creationId xmlns:a16="http://schemas.microsoft.com/office/drawing/2014/main" id="{BCFECBE9-1555-AF2D-4CEF-FCDF6DD33F8D}"/>
              </a:ext>
            </a:extLst>
          </p:cNvPr>
          <p:cNvGraphicFramePr>
            <a:graphicFrameLocks/>
          </p:cNvGraphicFramePr>
          <p:nvPr/>
        </p:nvGraphicFramePr>
        <p:xfrm>
          <a:off x="5795963" y="2257425"/>
          <a:ext cx="215900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6138" imgH="106735" progId="Equation.3">
                  <p:embed/>
                </p:oleObj>
              </mc:Choice>
              <mc:Fallback>
                <p:oleObj name="Equation" r:id="rId14" imgW="76138" imgH="106735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795963" y="2257425"/>
                        <a:ext cx="215900" cy="28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4" name="Object 9">
            <a:extLst>
              <a:ext uri="{FF2B5EF4-FFF2-40B4-BE49-F238E27FC236}">
                <a16:creationId xmlns:a16="http://schemas.microsoft.com/office/drawing/2014/main" id="{71752A7D-BE2A-2BC0-274F-0346F8EDA7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19838" y="2513013"/>
          <a:ext cx="28892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3247" imgH="83792" progId="Equation.3">
                  <p:embed/>
                </p:oleObj>
              </mc:Choice>
              <mc:Fallback>
                <p:oleObj name="Equation" r:id="rId16" imgW="53247" imgH="83792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319838" y="2513013"/>
                        <a:ext cx="288925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5" name="Object 10">
            <a:extLst>
              <a:ext uri="{FF2B5EF4-FFF2-40B4-BE49-F238E27FC236}">
                <a16:creationId xmlns:a16="http://schemas.microsoft.com/office/drawing/2014/main" id="{CED464DB-D935-D568-CB0B-3BB9CB0985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67525" y="2817813"/>
          <a:ext cx="347663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6138" imgH="91274" progId="Equation.3">
                  <p:embed/>
                </p:oleObj>
              </mc:Choice>
              <mc:Fallback>
                <p:oleObj name="Equation" r:id="rId18" imgW="76138" imgH="91274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867525" y="2817813"/>
                        <a:ext cx="347663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6" name="Object 11">
            <a:extLst>
              <a:ext uri="{FF2B5EF4-FFF2-40B4-BE49-F238E27FC236}">
                <a16:creationId xmlns:a16="http://schemas.microsoft.com/office/drawing/2014/main" id="{6EBC2C12-0821-CABC-5DA2-A81F4E53AB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16713" y="2135188"/>
          <a:ext cx="4413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4456" imgH="160103" progId="Equation.3">
                  <p:embed/>
                </p:oleObj>
              </mc:Choice>
              <mc:Fallback>
                <p:oleObj name="Equation" r:id="rId20" imgW="114456" imgH="16010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716713" y="2135188"/>
                        <a:ext cx="44132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7" name="Object 12">
            <a:extLst>
              <a:ext uri="{FF2B5EF4-FFF2-40B4-BE49-F238E27FC236}">
                <a16:creationId xmlns:a16="http://schemas.microsoft.com/office/drawing/2014/main" id="{DDACA6C2-16CE-6A5D-F261-E0052B0F16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1858963"/>
          <a:ext cx="115887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081853" imgH="320206" progId="Equation.3">
                  <p:embed/>
                </p:oleObj>
              </mc:Choice>
              <mc:Fallback>
                <p:oleObj name="Equation" r:id="rId22" imgW="1081853" imgH="320206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600200" y="1858963"/>
                        <a:ext cx="115887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8" name="Rectangle 26">
            <a:extLst>
              <a:ext uri="{FF2B5EF4-FFF2-40B4-BE49-F238E27FC236}">
                <a16:creationId xmlns:a16="http://schemas.microsoft.com/office/drawing/2014/main" id="{E9C463CE-5801-7AA7-15A5-38066DC4254D}"/>
              </a:ext>
            </a:extLst>
          </p:cNvPr>
          <p:cNvSpPr>
            <a:spLocks noChangeArrowheads="1"/>
          </p:cNvSpPr>
          <p:nvPr/>
        </p:nvSpPr>
        <p:spPr bwMode="black">
          <a:xfrm>
            <a:off x="687388" y="5564188"/>
            <a:ext cx="895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意义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8219" name="Freeform 27">
            <a:extLst>
              <a:ext uri="{FF2B5EF4-FFF2-40B4-BE49-F238E27FC236}">
                <a16:creationId xmlns:a16="http://schemas.microsoft.com/office/drawing/2014/main" id="{EFD7BB80-D4C0-35A7-070F-920F9E7C620B}"/>
              </a:ext>
            </a:extLst>
          </p:cNvPr>
          <p:cNvSpPr>
            <a:spLocks/>
          </p:cNvSpPr>
          <p:nvPr/>
        </p:nvSpPr>
        <p:spPr bwMode="black">
          <a:xfrm>
            <a:off x="4859338" y="2036763"/>
            <a:ext cx="3822700" cy="774700"/>
          </a:xfrm>
          <a:custGeom>
            <a:avLst/>
            <a:gdLst>
              <a:gd name="T0" fmla="*/ 0 w 2408"/>
              <a:gd name="T1" fmla="*/ 2147483646 h 488"/>
              <a:gd name="T2" fmla="*/ 2147483646 w 2408"/>
              <a:gd name="T3" fmla="*/ 2147483646 h 488"/>
              <a:gd name="T4" fmla="*/ 2147483646 w 2408"/>
              <a:gd name="T5" fmla="*/ 2147483646 h 488"/>
              <a:gd name="T6" fmla="*/ 2147483646 w 2408"/>
              <a:gd name="T7" fmla="*/ 2147483646 h 488"/>
              <a:gd name="T8" fmla="*/ 2147483646 w 2408"/>
              <a:gd name="T9" fmla="*/ 2147483646 h 488"/>
              <a:gd name="T10" fmla="*/ 2147483646 w 2408"/>
              <a:gd name="T11" fmla="*/ 2147483646 h 488"/>
              <a:gd name="T12" fmla="*/ 2147483646 w 2408"/>
              <a:gd name="T13" fmla="*/ 2147483646 h 488"/>
              <a:gd name="T14" fmla="*/ 2147483646 w 2408"/>
              <a:gd name="T15" fmla="*/ 2147483646 h 4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408"/>
              <a:gd name="T25" fmla="*/ 0 h 488"/>
              <a:gd name="T26" fmla="*/ 2408 w 2408"/>
              <a:gd name="T27" fmla="*/ 488 h 4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408" h="488">
                <a:moveTo>
                  <a:pt x="0" y="118"/>
                </a:moveTo>
                <a:cubicBezTo>
                  <a:pt x="72" y="100"/>
                  <a:pt x="302" y="14"/>
                  <a:pt x="431" y="7"/>
                </a:cubicBezTo>
                <a:cubicBezTo>
                  <a:pt x="560" y="0"/>
                  <a:pt x="647" y="9"/>
                  <a:pt x="772" y="73"/>
                </a:cubicBezTo>
                <a:cubicBezTo>
                  <a:pt x="897" y="137"/>
                  <a:pt x="1051" y="322"/>
                  <a:pt x="1180" y="390"/>
                </a:cubicBezTo>
                <a:cubicBezTo>
                  <a:pt x="1309" y="458"/>
                  <a:pt x="1394" y="488"/>
                  <a:pt x="1543" y="481"/>
                </a:cubicBezTo>
                <a:cubicBezTo>
                  <a:pt x="1692" y="474"/>
                  <a:pt x="1939" y="387"/>
                  <a:pt x="2075" y="349"/>
                </a:cubicBezTo>
                <a:cubicBezTo>
                  <a:pt x="2211" y="311"/>
                  <a:pt x="2310" y="272"/>
                  <a:pt x="2359" y="254"/>
                </a:cubicBezTo>
                <a:cubicBezTo>
                  <a:pt x="2408" y="236"/>
                  <a:pt x="2367" y="244"/>
                  <a:pt x="2369" y="241"/>
                </a:cubicBezTo>
              </a:path>
            </a:pathLst>
          </a:custGeom>
          <a:noFill/>
          <a:ln w="19050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8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8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8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8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8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8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autoUpdateAnimBg="0"/>
      <p:bldP spid="8197" grpId="0" autoUpdateAnimBg="0"/>
      <p:bldP spid="8199" grpId="0" autoUpdateAnimBg="0"/>
      <p:bldP spid="8200" grpId="0" autoUpdateAnimBg="0"/>
      <p:bldP spid="8201" grpId="0" autoUpdateAnimBg="0"/>
      <p:bldP spid="8202" grpId="0"/>
      <p:bldP spid="8207" grpId="0"/>
      <p:bldP spid="8209" grpId="0"/>
      <p:bldP spid="8218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ext Box 4">
            <a:extLst>
              <a:ext uri="{FF2B5EF4-FFF2-40B4-BE49-F238E27FC236}">
                <a16:creationId xmlns:a16="http://schemas.microsoft.com/office/drawing/2014/main" id="{1399BB5D-F404-DBC3-F79B-DF226EFABF28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85800" y="384175"/>
            <a:ext cx="7773988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一质点作匀速圆周运动，半径为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r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，角速度为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i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9221" name="Text Box 5">
            <a:extLst>
              <a:ext uri="{FF2B5EF4-FFF2-40B4-BE49-F238E27FC236}">
                <a16:creationId xmlns:a16="http://schemas.microsoft.com/office/drawing/2014/main" id="{2E6E3773-9B0B-BC2B-F891-C172B76A49DA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85800" y="1724025"/>
            <a:ext cx="47244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以圆心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O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为原点。建立直角坐标系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Oxy</a:t>
            </a:r>
            <a:r>
              <a:rPr kumimoji="1" lang="en-US" altLang="zh-CN" sz="2400" i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，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O 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点为起始时刻，设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t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时刻质点位于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 , 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y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）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，用直角坐标表示的质点运动学方程为</a:t>
            </a:r>
          </a:p>
        </p:txBody>
      </p:sp>
      <p:graphicFrame>
        <p:nvGraphicFramePr>
          <p:cNvPr id="9222" name="Object 2">
            <a:extLst>
              <a:ext uri="{FF2B5EF4-FFF2-40B4-BE49-F238E27FC236}">
                <a16:creationId xmlns:a16="http://schemas.microsoft.com/office/drawing/2014/main" id="{CC75D00A-60D6-EFD9-30C2-9E8CE1E9CB29}"/>
              </a:ext>
            </a:extLst>
          </p:cNvPr>
          <p:cNvGraphicFramePr>
            <a:graphicFrameLocks/>
          </p:cNvGraphicFramePr>
          <p:nvPr/>
        </p:nvGraphicFramePr>
        <p:xfrm>
          <a:off x="1252538" y="3810000"/>
          <a:ext cx="375285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687956" imgH="320206" progId="Equation.3">
                  <p:embed/>
                </p:oleObj>
              </mc:Choice>
              <mc:Fallback>
                <p:oleObj name="公式" r:id="rId2" imgW="3687956" imgH="320206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252538" y="3810000"/>
                        <a:ext cx="375285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3">
            <a:extLst>
              <a:ext uri="{FF2B5EF4-FFF2-40B4-BE49-F238E27FC236}">
                <a16:creationId xmlns:a16="http://schemas.microsoft.com/office/drawing/2014/main" id="{24B13840-FEA5-7DEC-41D1-372BD52B6431}"/>
              </a:ext>
            </a:extLst>
          </p:cNvPr>
          <p:cNvGraphicFramePr>
            <a:graphicFrameLocks/>
          </p:cNvGraphicFramePr>
          <p:nvPr/>
        </p:nvGraphicFramePr>
        <p:xfrm>
          <a:off x="3352800" y="5876925"/>
          <a:ext cx="10541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82824" imgH="198009" progId="Equation.3">
                  <p:embed/>
                </p:oleObj>
              </mc:Choice>
              <mc:Fallback>
                <p:oleObj name="Equation" r:id="rId4" imgW="982824" imgH="198009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352800" y="5876925"/>
                        <a:ext cx="10541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4" name="Text Box 8">
            <a:extLst>
              <a:ext uri="{FF2B5EF4-FFF2-40B4-BE49-F238E27FC236}">
                <a16:creationId xmlns:a16="http://schemas.microsoft.com/office/drawing/2014/main" id="{AB83B1B3-B2DE-C8BD-514B-FE0BEB863255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85800" y="4343400"/>
            <a:ext cx="345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位矢表示为</a:t>
            </a:r>
          </a:p>
        </p:txBody>
      </p:sp>
      <p:sp>
        <p:nvSpPr>
          <p:cNvPr id="9225" name="Text Box 9">
            <a:extLst>
              <a:ext uri="{FF2B5EF4-FFF2-40B4-BE49-F238E27FC236}">
                <a16:creationId xmlns:a16="http://schemas.microsoft.com/office/drawing/2014/main" id="{42DD4DED-16EF-57FB-2108-802FD916AB12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85800" y="5734050"/>
            <a:ext cx="259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自然坐标表示为</a:t>
            </a:r>
          </a:p>
        </p:txBody>
      </p:sp>
      <p:sp>
        <p:nvSpPr>
          <p:cNvPr id="9226" name="Oval 10">
            <a:extLst>
              <a:ext uri="{FF2B5EF4-FFF2-40B4-BE49-F238E27FC236}">
                <a16:creationId xmlns:a16="http://schemas.microsoft.com/office/drawing/2014/main" id="{33FC8135-CA73-4D1C-EAFC-17A3FCBD1DEA}"/>
              </a:ext>
            </a:extLst>
          </p:cNvPr>
          <p:cNvSpPr>
            <a:spLocks noChangeArrowheads="1"/>
          </p:cNvSpPr>
          <p:nvPr/>
        </p:nvSpPr>
        <p:spPr bwMode="black">
          <a:xfrm>
            <a:off x="5435600" y="2809875"/>
            <a:ext cx="2058988" cy="2058988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7" name="Line 11">
            <a:extLst>
              <a:ext uri="{FF2B5EF4-FFF2-40B4-BE49-F238E27FC236}">
                <a16:creationId xmlns:a16="http://schemas.microsoft.com/office/drawing/2014/main" id="{5D86A7CD-B517-C943-B5A3-6E26FCA73CAF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6464300" y="1933575"/>
            <a:ext cx="0" cy="19050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8" name="Line 12">
            <a:extLst>
              <a:ext uri="{FF2B5EF4-FFF2-40B4-BE49-F238E27FC236}">
                <a16:creationId xmlns:a16="http://schemas.microsoft.com/office/drawing/2014/main" id="{564D6A4C-F28C-FCF9-8FF3-5A9ABCD0352F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6464300" y="3152775"/>
            <a:ext cx="762000" cy="6858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229" name="Object 4">
            <a:extLst>
              <a:ext uri="{FF2B5EF4-FFF2-40B4-BE49-F238E27FC236}">
                <a16:creationId xmlns:a16="http://schemas.microsoft.com/office/drawing/2014/main" id="{E91CFC7B-6C2C-80DF-E9D3-0EDD5F35DF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01013" y="3603625"/>
          <a:ext cx="176212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4811" imgH="160103" progId="Equation.3">
                  <p:embed/>
                </p:oleObj>
              </mc:Choice>
              <mc:Fallback>
                <p:oleObj name="公式" r:id="rId6" imgW="144811" imgH="16010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101013" y="3603625"/>
                        <a:ext cx="176212" cy="185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0" name="Object 5">
            <a:extLst>
              <a:ext uri="{FF2B5EF4-FFF2-40B4-BE49-F238E27FC236}">
                <a16:creationId xmlns:a16="http://schemas.microsoft.com/office/drawing/2014/main" id="{2F0CC521-D5BE-60CA-DD35-A3022D02C0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25" y="2060575"/>
          <a:ext cx="190500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7702" imgH="228434" progId="Equation.3">
                  <p:embed/>
                </p:oleObj>
              </mc:Choice>
              <mc:Fallback>
                <p:oleObj name="公式" r:id="rId8" imgW="167702" imgH="22843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588125" y="2060575"/>
                        <a:ext cx="190500" cy="24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1" name="Line 15">
            <a:extLst>
              <a:ext uri="{FF2B5EF4-FFF2-40B4-BE49-F238E27FC236}">
                <a16:creationId xmlns:a16="http://schemas.microsoft.com/office/drawing/2014/main" id="{D27B42BB-179A-E4DF-459E-37CEC7115080}"/>
              </a:ext>
            </a:extLst>
          </p:cNvPr>
          <p:cNvSpPr>
            <a:spLocks noChangeShapeType="1"/>
          </p:cNvSpPr>
          <p:nvPr/>
        </p:nvSpPr>
        <p:spPr bwMode="black">
          <a:xfrm>
            <a:off x="7226300" y="3152775"/>
            <a:ext cx="0" cy="685800"/>
          </a:xfrm>
          <a:prstGeom prst="line">
            <a:avLst/>
          </a:prstGeom>
          <a:noFill/>
          <a:ln w="19050">
            <a:solidFill>
              <a:srgbClr val="FFFF6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2" name="Line 16">
            <a:extLst>
              <a:ext uri="{FF2B5EF4-FFF2-40B4-BE49-F238E27FC236}">
                <a16:creationId xmlns:a16="http://schemas.microsoft.com/office/drawing/2014/main" id="{5F99C53B-CD21-9EAE-5FA2-E204D7BD8E22}"/>
              </a:ext>
            </a:extLst>
          </p:cNvPr>
          <p:cNvSpPr>
            <a:spLocks noChangeShapeType="1"/>
          </p:cNvSpPr>
          <p:nvPr/>
        </p:nvSpPr>
        <p:spPr bwMode="black">
          <a:xfrm flipH="1">
            <a:off x="6464300" y="3152775"/>
            <a:ext cx="762000" cy="0"/>
          </a:xfrm>
          <a:prstGeom prst="line">
            <a:avLst/>
          </a:prstGeom>
          <a:noFill/>
          <a:ln w="19050">
            <a:solidFill>
              <a:srgbClr val="FFFF6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233" name="Object 6">
            <a:extLst>
              <a:ext uri="{FF2B5EF4-FFF2-40B4-BE49-F238E27FC236}">
                <a16:creationId xmlns:a16="http://schemas.microsoft.com/office/drawing/2014/main" id="{C1C17CCB-62F8-73A1-C04A-663EDC7FD5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46950" y="2924175"/>
          <a:ext cx="223838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5522" imgH="220952" progId="Equation.3">
                  <p:embed/>
                </p:oleObj>
              </mc:Choice>
              <mc:Fallback>
                <p:oleObj name="Equation" r:id="rId10" imgW="205522" imgH="22095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346950" y="2924175"/>
                        <a:ext cx="223838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4" name="Object 7">
            <a:extLst>
              <a:ext uri="{FF2B5EF4-FFF2-40B4-BE49-F238E27FC236}">
                <a16:creationId xmlns:a16="http://schemas.microsoft.com/office/drawing/2014/main" id="{B9B00FA0-02BF-19F9-391A-5D5F9831E8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19900" y="3568700"/>
          <a:ext cx="323850" cy="23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35404" imgH="220952" progId="Equation.3">
                  <p:embed/>
                </p:oleObj>
              </mc:Choice>
              <mc:Fallback>
                <p:oleObj name="公式" r:id="rId12" imgW="335404" imgH="22095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819900" y="3568700"/>
                        <a:ext cx="323850" cy="230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5" name="Object 8">
            <a:extLst>
              <a:ext uri="{FF2B5EF4-FFF2-40B4-BE49-F238E27FC236}">
                <a16:creationId xmlns:a16="http://schemas.microsoft.com/office/drawing/2014/main" id="{A879E86E-29D3-70FA-4AE7-CF6B406F94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35813" y="3921125"/>
          <a:ext cx="173037" cy="18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44811" imgH="160103" progId="Equation.3">
                  <p:embed/>
                </p:oleObj>
              </mc:Choice>
              <mc:Fallback>
                <p:oleObj name="公式" r:id="rId14" imgW="144811" imgH="16010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135813" y="3921125"/>
                        <a:ext cx="173037" cy="182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" name="Object 9">
            <a:extLst>
              <a:ext uri="{FF2B5EF4-FFF2-40B4-BE49-F238E27FC236}">
                <a16:creationId xmlns:a16="http://schemas.microsoft.com/office/drawing/2014/main" id="{F871F09E-E6FD-FAA9-7291-C6653C754B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81725" y="3076575"/>
          <a:ext cx="190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7702" imgH="228434" progId="Equation.3">
                  <p:embed/>
                </p:oleObj>
              </mc:Choice>
              <mc:Fallback>
                <p:oleObj name="Equation" r:id="rId16" imgW="167702" imgH="228434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181725" y="3076575"/>
                        <a:ext cx="1905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7" name="Object 10">
            <a:extLst>
              <a:ext uri="{FF2B5EF4-FFF2-40B4-BE49-F238E27FC236}">
                <a16:creationId xmlns:a16="http://schemas.microsoft.com/office/drawing/2014/main" id="{8ED201EF-E8B4-B237-11E2-B6D3992163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96025" y="3902075"/>
          <a:ext cx="233363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20949" imgH="243895" progId="Equation.3">
                  <p:embed/>
                </p:oleObj>
              </mc:Choice>
              <mc:Fallback>
                <p:oleObj name="Equation" r:id="rId18" imgW="220949" imgH="24389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296025" y="3902075"/>
                        <a:ext cx="233363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8" name="Object 11">
            <a:extLst>
              <a:ext uri="{FF2B5EF4-FFF2-40B4-BE49-F238E27FC236}">
                <a16:creationId xmlns:a16="http://schemas.microsoft.com/office/drawing/2014/main" id="{1E5807EE-A6CF-2C60-B1DA-F7E553D4B2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0" y="3252788"/>
          <a:ext cx="173038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44811" imgH="198009" progId="Equation.3">
                  <p:embed/>
                </p:oleObj>
              </mc:Choice>
              <mc:Fallback>
                <p:oleObj name="公式" r:id="rId20" imgW="144811" imgH="19800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667500" y="3252788"/>
                        <a:ext cx="173038" cy="214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9" name="Arc 23">
            <a:extLst>
              <a:ext uri="{FF2B5EF4-FFF2-40B4-BE49-F238E27FC236}">
                <a16:creationId xmlns:a16="http://schemas.microsoft.com/office/drawing/2014/main" id="{C89B5048-F4C8-E87E-A132-C8D41224830F}"/>
              </a:ext>
            </a:extLst>
          </p:cNvPr>
          <p:cNvSpPr>
            <a:spLocks/>
          </p:cNvSpPr>
          <p:nvPr/>
        </p:nvSpPr>
        <p:spPr bwMode="black">
          <a:xfrm rot="8896191" flipH="1">
            <a:off x="7219950" y="3416300"/>
            <a:ext cx="442913" cy="382588"/>
          </a:xfrm>
          <a:custGeom>
            <a:avLst/>
            <a:gdLst>
              <a:gd name="T0" fmla="*/ 2147483646 w 21600"/>
              <a:gd name="T1" fmla="*/ 0 h 13789"/>
              <a:gd name="T2" fmla="*/ 2147483646 w 21600"/>
              <a:gd name="T3" fmla="*/ 2147483646 h 13789"/>
              <a:gd name="T4" fmla="*/ 0 w 21600"/>
              <a:gd name="T5" fmla="*/ 2147483646 h 13789"/>
              <a:gd name="T6" fmla="*/ 0 60000 65536"/>
              <a:gd name="T7" fmla="*/ 0 60000 65536"/>
              <a:gd name="T8" fmla="*/ 0 60000 65536"/>
              <a:gd name="T9" fmla="*/ 0 w 21600"/>
              <a:gd name="T10" fmla="*/ 0 h 13789"/>
              <a:gd name="T11" fmla="*/ 21600 w 21600"/>
              <a:gd name="T12" fmla="*/ 13789 h 13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3789" fill="none" extrusionOk="0">
                <a:moveTo>
                  <a:pt x="16625" y="0"/>
                </a:moveTo>
                <a:cubicBezTo>
                  <a:pt x="19840" y="3876"/>
                  <a:pt x="21600" y="8753"/>
                  <a:pt x="21600" y="13789"/>
                </a:cubicBezTo>
              </a:path>
              <a:path w="21600" h="13789" stroke="0" extrusionOk="0">
                <a:moveTo>
                  <a:pt x="16625" y="0"/>
                </a:moveTo>
                <a:cubicBezTo>
                  <a:pt x="19840" y="3876"/>
                  <a:pt x="21600" y="8753"/>
                  <a:pt x="21600" y="13789"/>
                </a:cubicBezTo>
                <a:lnTo>
                  <a:pt x="0" y="13789"/>
                </a:lnTo>
                <a:lnTo>
                  <a:pt x="16625" y="0"/>
                </a:lnTo>
                <a:close/>
              </a:path>
            </a:pathLst>
          </a:custGeom>
          <a:noFill/>
          <a:ln w="28575">
            <a:solidFill>
              <a:srgbClr val="66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240" name="Object 12">
            <a:extLst>
              <a:ext uri="{FF2B5EF4-FFF2-40B4-BE49-F238E27FC236}">
                <a16:creationId xmlns:a16="http://schemas.microsoft.com/office/drawing/2014/main" id="{F2A84DB9-75C0-5B15-0EB8-57B9BF7FFB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31125" y="3378200"/>
          <a:ext cx="153988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4456" imgH="160103" progId="Equation.3">
                  <p:embed/>
                </p:oleObj>
              </mc:Choice>
              <mc:Fallback>
                <p:oleObj name="Equation" r:id="rId22" imgW="114456" imgH="160103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731125" y="3378200"/>
                        <a:ext cx="153988" cy="18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1" name="Line 25">
            <a:extLst>
              <a:ext uri="{FF2B5EF4-FFF2-40B4-BE49-F238E27FC236}">
                <a16:creationId xmlns:a16="http://schemas.microsoft.com/office/drawing/2014/main" id="{19EA582B-3DD1-C7FF-33AB-0585714935CC}"/>
              </a:ext>
            </a:extLst>
          </p:cNvPr>
          <p:cNvSpPr>
            <a:spLocks noChangeShapeType="1"/>
          </p:cNvSpPr>
          <p:nvPr/>
        </p:nvSpPr>
        <p:spPr bwMode="black">
          <a:xfrm>
            <a:off x="6464300" y="3859213"/>
            <a:ext cx="19812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42" name="Rectangle 26">
            <a:extLst>
              <a:ext uri="{FF2B5EF4-FFF2-40B4-BE49-F238E27FC236}">
                <a16:creationId xmlns:a16="http://schemas.microsoft.com/office/drawing/2014/main" id="{56E1C703-BA99-4D4E-0421-95FADC55BBE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4800" y="4572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9243" name="Rectangle 27">
            <a:extLst>
              <a:ext uri="{FF2B5EF4-FFF2-40B4-BE49-F238E27FC236}">
                <a16:creationId xmlns:a16="http://schemas.microsoft.com/office/drawing/2014/main" id="{FD0A62EA-3986-CA67-842C-1F432858EAC9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1625" y="177323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Times New Roman" panose="02020603050405020304" pitchFamily="18" charset="0"/>
              </a:rPr>
              <a:t>解</a:t>
            </a:r>
            <a:endParaRPr kumimoji="1" lang="zh-CN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9244" name="Object 13">
            <a:extLst>
              <a:ext uri="{FF2B5EF4-FFF2-40B4-BE49-F238E27FC236}">
                <a16:creationId xmlns:a16="http://schemas.microsoft.com/office/drawing/2014/main" id="{83F6992B-76C7-CB61-DED7-F7071D483B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9563" y="2492375"/>
          <a:ext cx="220662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05522" imgH="160103" progId="Equation.3">
                  <p:embed/>
                </p:oleObj>
              </mc:Choice>
              <mc:Fallback>
                <p:oleObj name="公式" r:id="rId24" imgW="205522" imgH="160103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659563" y="2492375"/>
                        <a:ext cx="220662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5" name="Object 14">
            <a:extLst>
              <a:ext uri="{FF2B5EF4-FFF2-40B4-BE49-F238E27FC236}">
                <a16:creationId xmlns:a16="http://schemas.microsoft.com/office/drawing/2014/main" id="{93923E4E-307C-6BFD-85C8-65E874E511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50100" y="3062288"/>
          <a:ext cx="150813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14456" imgH="114217" progId="Equation.3">
                  <p:embed/>
                </p:oleObj>
              </mc:Choice>
              <mc:Fallback>
                <p:oleObj name="公式" r:id="rId26" imgW="114456" imgH="114217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150100" y="3062288"/>
                        <a:ext cx="150813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6" name="Object 15">
            <a:extLst>
              <a:ext uri="{FF2B5EF4-FFF2-40B4-BE49-F238E27FC236}">
                <a16:creationId xmlns:a16="http://schemas.microsoft.com/office/drawing/2014/main" id="{6D3A2402-C478-BDDD-1234-2263E33053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0" y="2913063"/>
          <a:ext cx="630238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716093" imgH="320206" progId="Equation.3">
                  <p:embed/>
                </p:oleObj>
              </mc:Choice>
              <mc:Fallback>
                <p:oleObj name="Equation" r:id="rId28" imgW="716093" imgH="320206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620000" y="2913063"/>
                        <a:ext cx="630238" cy="31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7" name="Arc 31">
            <a:extLst>
              <a:ext uri="{FF2B5EF4-FFF2-40B4-BE49-F238E27FC236}">
                <a16:creationId xmlns:a16="http://schemas.microsoft.com/office/drawing/2014/main" id="{B7DAA98D-6B17-BE84-79C3-27625DCA4134}"/>
              </a:ext>
            </a:extLst>
          </p:cNvPr>
          <p:cNvSpPr>
            <a:spLocks/>
          </p:cNvSpPr>
          <p:nvPr/>
        </p:nvSpPr>
        <p:spPr bwMode="black">
          <a:xfrm rot="5102552" flipH="1">
            <a:off x="6652419" y="2777331"/>
            <a:ext cx="504825" cy="398463"/>
          </a:xfrm>
          <a:custGeom>
            <a:avLst/>
            <a:gdLst>
              <a:gd name="T0" fmla="*/ 2147483646 w 21600"/>
              <a:gd name="T1" fmla="*/ 0 h 16703"/>
              <a:gd name="T2" fmla="*/ 2147483646 w 21600"/>
              <a:gd name="T3" fmla="*/ 2147483646 h 16703"/>
              <a:gd name="T4" fmla="*/ 0 w 21600"/>
              <a:gd name="T5" fmla="*/ 2147483646 h 16703"/>
              <a:gd name="T6" fmla="*/ 0 60000 65536"/>
              <a:gd name="T7" fmla="*/ 0 60000 65536"/>
              <a:gd name="T8" fmla="*/ 0 60000 65536"/>
              <a:gd name="T9" fmla="*/ 0 w 21600"/>
              <a:gd name="T10" fmla="*/ 0 h 16703"/>
              <a:gd name="T11" fmla="*/ 21600 w 21600"/>
              <a:gd name="T12" fmla="*/ 16703 h 1670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6703" fill="none" extrusionOk="0">
                <a:moveTo>
                  <a:pt x="13695" y="0"/>
                </a:moveTo>
                <a:cubicBezTo>
                  <a:pt x="18699" y="4102"/>
                  <a:pt x="21600" y="10232"/>
                  <a:pt x="21600" y="16703"/>
                </a:cubicBezTo>
              </a:path>
              <a:path w="21600" h="16703" stroke="0" extrusionOk="0">
                <a:moveTo>
                  <a:pt x="13695" y="0"/>
                </a:moveTo>
                <a:cubicBezTo>
                  <a:pt x="18699" y="4102"/>
                  <a:pt x="21600" y="10232"/>
                  <a:pt x="21600" y="16703"/>
                </a:cubicBezTo>
                <a:lnTo>
                  <a:pt x="0" y="16703"/>
                </a:lnTo>
                <a:lnTo>
                  <a:pt x="13695" y="0"/>
                </a:lnTo>
                <a:close/>
              </a:path>
            </a:pathLst>
          </a:cu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248" name="Object 16">
            <a:extLst>
              <a:ext uri="{FF2B5EF4-FFF2-40B4-BE49-F238E27FC236}">
                <a16:creationId xmlns:a16="http://schemas.microsoft.com/office/drawing/2014/main" id="{E6A3A2B8-9497-EEF9-32D5-9E42C188BA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32688" y="3903663"/>
          <a:ext cx="273050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266731" imgH="243895" progId="Equation.3">
                  <p:embed/>
                </p:oleObj>
              </mc:Choice>
              <mc:Fallback>
                <p:oleObj name="公式" r:id="rId30" imgW="266731" imgH="24389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532688" y="3903663"/>
                        <a:ext cx="273050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9" name="Object 17">
            <a:extLst>
              <a:ext uri="{FF2B5EF4-FFF2-40B4-BE49-F238E27FC236}">
                <a16:creationId xmlns:a16="http://schemas.microsoft.com/office/drawing/2014/main" id="{8E2217DE-C20F-7E19-44C6-3E2BEDD499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92863" y="3767138"/>
          <a:ext cx="150812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114456" imgH="114217" progId="Equation.3">
                  <p:embed/>
                </p:oleObj>
              </mc:Choice>
              <mc:Fallback>
                <p:oleObj name="公式" r:id="rId32" imgW="114456" imgH="114217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392863" y="3767138"/>
                        <a:ext cx="150812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0" name="Object 18">
            <a:extLst>
              <a:ext uri="{FF2B5EF4-FFF2-40B4-BE49-F238E27FC236}">
                <a16:creationId xmlns:a16="http://schemas.microsoft.com/office/drawing/2014/main" id="{AE451340-F2CF-C150-9EC2-27CE186391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12038" y="3762375"/>
          <a:ext cx="173037" cy="1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38318" imgH="53368" progId="Equation.3">
                  <p:embed/>
                </p:oleObj>
              </mc:Choice>
              <mc:Fallback>
                <p:oleObj name="Equation" r:id="rId34" imgW="38318" imgH="53368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412038" y="3762375"/>
                        <a:ext cx="173037" cy="192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1" name="Object 19">
            <a:extLst>
              <a:ext uri="{FF2B5EF4-FFF2-40B4-BE49-F238E27FC236}">
                <a16:creationId xmlns:a16="http://schemas.microsoft.com/office/drawing/2014/main" id="{B30ED3AD-1688-21C1-3BE3-A55781A8CD0E}"/>
              </a:ext>
            </a:extLst>
          </p:cNvPr>
          <p:cNvGraphicFramePr>
            <a:graphicFrameLocks/>
          </p:cNvGraphicFramePr>
          <p:nvPr/>
        </p:nvGraphicFramePr>
        <p:xfrm>
          <a:off x="1258888" y="5091113"/>
          <a:ext cx="45561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4488149" imgH="343149" progId="Equation.3">
                  <p:embed/>
                </p:oleObj>
              </mc:Choice>
              <mc:Fallback>
                <p:oleObj name="公式" r:id="rId36" imgW="4488149" imgH="343149" progId="Equation.3">
                  <p:embed/>
                  <p:pic>
                    <p:nvPicPr>
                      <p:cNvPr id="0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258888" y="5091113"/>
                        <a:ext cx="45561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2" name="Rectangle 36">
            <a:extLst>
              <a:ext uri="{FF2B5EF4-FFF2-40B4-BE49-F238E27FC236}">
                <a16:creationId xmlns:a16="http://schemas.microsoft.com/office/drawing/2014/main" id="{41A520D4-C1E7-D92A-BF8D-B907B1F7D146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4800" y="110013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Times New Roman" panose="02020603050405020304" pitchFamily="18" charset="0"/>
              </a:rPr>
              <a:t>求</a:t>
            </a:r>
          </a:p>
        </p:txBody>
      </p:sp>
      <p:sp>
        <p:nvSpPr>
          <p:cNvPr id="9253" name="Rectangle 37">
            <a:extLst>
              <a:ext uri="{FF2B5EF4-FFF2-40B4-BE49-F238E27FC236}">
                <a16:creationId xmlns:a16="http://schemas.microsoft.com/office/drawing/2014/main" id="{569AF6A6-F28B-CCF6-F738-DF78844D97C5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04850" y="1100138"/>
            <a:ext cx="7683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chemeClr val="hlink"/>
                </a:solidFill>
                <a:latin typeface="仿宋_GB2312" pitchFamily="49" charset="-122"/>
              </a:rPr>
              <a:t>用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直角坐标</a:t>
            </a:r>
            <a:r>
              <a:rPr kumimoji="1" lang="zh-CN" altLang="en-US" sz="2400">
                <a:solidFill>
                  <a:schemeClr val="hlink"/>
                </a:solidFill>
                <a:latin typeface="仿宋_GB2312" pitchFamily="49" charset="-122"/>
              </a:rPr>
              <a:t>、位矢、自然坐标表示的质点运动学方程。</a:t>
            </a:r>
          </a:p>
        </p:txBody>
      </p:sp>
      <p:sp>
        <p:nvSpPr>
          <p:cNvPr id="9254" name="Arc 38">
            <a:extLst>
              <a:ext uri="{FF2B5EF4-FFF2-40B4-BE49-F238E27FC236}">
                <a16:creationId xmlns:a16="http://schemas.microsoft.com/office/drawing/2014/main" id="{BF6F5F6A-C945-9CAB-6533-4C7BA5C33812}"/>
              </a:ext>
            </a:extLst>
          </p:cNvPr>
          <p:cNvSpPr>
            <a:spLocks/>
          </p:cNvSpPr>
          <p:nvPr/>
        </p:nvSpPr>
        <p:spPr bwMode="black">
          <a:xfrm>
            <a:off x="6713538" y="3648075"/>
            <a:ext cx="71437" cy="2032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9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1000"/>
                                        <p:tgtEl>
                                          <p:spTgt spid="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9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build="p" autoUpdateAnimBg="0"/>
      <p:bldP spid="9221" grpId="0" build="p" autoUpdateAnimBg="0"/>
      <p:bldP spid="9224" grpId="0"/>
      <p:bldP spid="9225" grpId="0" autoUpdateAnimBg="0"/>
      <p:bldP spid="9226" grpId="0" animBg="1"/>
      <p:bldP spid="9242" grpId="0"/>
      <p:bldP spid="9243" grpId="0"/>
      <p:bldP spid="9252" grpId="0" build="p" autoUpdateAnimBg="0"/>
      <p:bldP spid="9253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7" name="Rectangle 27">
            <a:extLst>
              <a:ext uri="{FF2B5EF4-FFF2-40B4-BE49-F238E27FC236}">
                <a16:creationId xmlns:a16="http://schemas.microsoft.com/office/drawing/2014/main" id="{2AB07DA3-4211-F006-7AA0-20B81EA891AA}"/>
              </a:ext>
            </a:extLst>
          </p:cNvPr>
          <p:cNvSpPr>
            <a:spLocks noChangeArrowheads="1"/>
          </p:cNvSpPr>
          <p:nvPr/>
        </p:nvSpPr>
        <p:spPr bwMode="black">
          <a:xfrm>
            <a:off x="4791075" y="2781300"/>
            <a:ext cx="4016375" cy="14287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7F7C71AB-5F78-A38F-D29F-607CBBA9A44C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581400" y="914400"/>
            <a:ext cx="1295400" cy="2057400"/>
          </a:xfrm>
          <a:prstGeom prst="rect">
            <a:avLst/>
          </a:prstGeom>
          <a:solidFill>
            <a:schemeClr val="fol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45" name="Text Box 5">
            <a:extLst>
              <a:ext uri="{FF2B5EF4-FFF2-40B4-BE49-F238E27FC236}">
                <a16:creationId xmlns:a16="http://schemas.microsoft.com/office/drawing/2014/main" id="{9EB7889A-7777-3E3B-F182-31C400BDD364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228600" y="25400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Times New Roman" panose="02020603050405020304" pitchFamily="18" charset="0"/>
              </a:rPr>
              <a:t>求</a:t>
            </a:r>
            <a:endParaRPr kumimoji="1" lang="zh-CN" altLang="en-US" sz="240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0246" name="Text Box 6">
            <a:extLst>
              <a:ext uri="{FF2B5EF4-FFF2-40B4-BE49-F238E27FC236}">
                <a16:creationId xmlns:a16="http://schemas.microsoft.com/office/drawing/2014/main" id="{4FB2E1E6-0BB2-E747-F982-8A6E48190AC2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228600" y="311626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Times New Roman" panose="02020603050405020304" pitchFamily="18" charset="0"/>
              </a:rPr>
              <a:t>解</a:t>
            </a:r>
          </a:p>
        </p:txBody>
      </p:sp>
      <p:sp>
        <p:nvSpPr>
          <p:cNvPr id="10247" name="Line 7">
            <a:extLst>
              <a:ext uri="{FF2B5EF4-FFF2-40B4-BE49-F238E27FC236}">
                <a16:creationId xmlns:a16="http://schemas.microsoft.com/office/drawing/2014/main" id="{6EFD4833-A8E3-AE5D-6405-627E6992AEB3}"/>
              </a:ext>
            </a:extLst>
          </p:cNvPr>
          <p:cNvSpPr>
            <a:spLocks noChangeShapeType="1"/>
          </p:cNvSpPr>
          <p:nvPr/>
        </p:nvSpPr>
        <p:spPr bwMode="black">
          <a:xfrm>
            <a:off x="4076700" y="685800"/>
            <a:ext cx="6858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8" name="Line 8">
            <a:extLst>
              <a:ext uri="{FF2B5EF4-FFF2-40B4-BE49-F238E27FC236}">
                <a16:creationId xmlns:a16="http://schemas.microsoft.com/office/drawing/2014/main" id="{01E0F941-0BEC-DC0C-D4D4-33D0DC4B24EB}"/>
              </a:ext>
            </a:extLst>
          </p:cNvPr>
          <p:cNvSpPr>
            <a:spLocks noChangeShapeType="1"/>
          </p:cNvSpPr>
          <p:nvPr/>
        </p:nvSpPr>
        <p:spPr bwMode="black">
          <a:xfrm>
            <a:off x="4838700" y="838200"/>
            <a:ext cx="3063875" cy="1884363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9" name="Text Box 9">
            <a:extLst>
              <a:ext uri="{FF2B5EF4-FFF2-40B4-BE49-F238E27FC236}">
                <a16:creationId xmlns:a16="http://schemas.microsoft.com/office/drawing/2014/main" id="{75B1F45A-BC15-4965-B1AF-2C16D39FBF20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4000500" y="1746250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chemeClr val="hlink"/>
                </a:solidFill>
                <a:latin typeface="Times New Roman" panose="02020603050405020304" pitchFamily="18" charset="0"/>
              </a:rPr>
              <a:t>h</a:t>
            </a:r>
            <a:endParaRPr kumimoji="1" lang="en-US" altLang="zh-CN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250" name="Object 2">
            <a:extLst>
              <a:ext uri="{FF2B5EF4-FFF2-40B4-BE49-F238E27FC236}">
                <a16:creationId xmlns:a16="http://schemas.microsoft.com/office/drawing/2014/main" id="{9E26F483-B7B4-C7BE-53E4-521F3456F8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19588" y="328613"/>
          <a:ext cx="201612" cy="23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3129" imgH="220952" progId="Equation.3">
                  <p:embed/>
                </p:oleObj>
              </mc:Choice>
              <mc:Fallback>
                <p:oleObj name="公式" r:id="rId2" imgW="183129" imgH="220952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319588" y="328613"/>
                        <a:ext cx="201612" cy="233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1" name="Text Box 11">
            <a:extLst>
              <a:ext uri="{FF2B5EF4-FFF2-40B4-BE49-F238E27FC236}">
                <a16:creationId xmlns:a16="http://schemas.microsoft.com/office/drawing/2014/main" id="{6DA787AC-6DC9-EB49-2ADC-C82A54F87161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8343900" y="28194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</a:p>
        </p:txBody>
      </p:sp>
      <p:graphicFrame>
        <p:nvGraphicFramePr>
          <p:cNvPr id="10252" name="Object 3">
            <a:extLst>
              <a:ext uri="{FF2B5EF4-FFF2-40B4-BE49-F238E27FC236}">
                <a16:creationId xmlns:a16="http://schemas.microsoft.com/office/drawing/2014/main" id="{292520EB-3265-9B1C-023C-3901B7C6FD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4157663"/>
          <a:ext cx="313372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078356" imgH="464848" progId="Equation.3">
                  <p:embed/>
                </p:oleObj>
              </mc:Choice>
              <mc:Fallback>
                <p:oleObj name="公式" r:id="rId4" imgW="3078356" imgH="46484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667000" y="4157663"/>
                        <a:ext cx="3133725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3" name="Text Box 13">
            <a:extLst>
              <a:ext uri="{FF2B5EF4-FFF2-40B4-BE49-F238E27FC236}">
                <a16:creationId xmlns:a16="http://schemas.microsoft.com/office/drawing/2014/main" id="{72BD9C6C-7D63-239F-5774-445191334F30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85800" y="4191000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坐标表示为</a:t>
            </a:r>
          </a:p>
        </p:txBody>
      </p:sp>
      <p:sp>
        <p:nvSpPr>
          <p:cNvPr id="10254" name="Text Box 14">
            <a:extLst>
              <a:ext uri="{FF2B5EF4-FFF2-40B4-BE49-F238E27FC236}">
                <a16:creationId xmlns:a16="http://schemas.microsoft.com/office/drawing/2014/main" id="{68B6FB83-1396-D516-8F47-ABD63DA40812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228600" y="2286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Times New Roman" panose="02020603050405020304" pitchFamily="18" charset="0"/>
              </a:rPr>
              <a:t>例</a:t>
            </a:r>
          </a:p>
        </p:txBody>
      </p:sp>
      <p:sp>
        <p:nvSpPr>
          <p:cNvPr id="10255" name="Text Box 15">
            <a:extLst>
              <a:ext uri="{FF2B5EF4-FFF2-40B4-BE49-F238E27FC236}">
                <a16:creationId xmlns:a16="http://schemas.microsoft.com/office/drawing/2014/main" id="{BD4ED814-4E1B-3337-FE7D-1DFB0C9BA8C0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85800" y="152400"/>
            <a:ext cx="2438400" cy="237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如图所示，以速度</a:t>
            </a:r>
            <a:r>
              <a:rPr kumimoji="1" lang="en-US" altLang="zh-CN" sz="2400" i="1">
                <a:solidFill>
                  <a:srgbClr val="66FFFF"/>
                </a:solidFill>
                <a:latin typeface="Bookman Old Style" panose="02050604050505020204" pitchFamily="18" charset="0"/>
              </a:rPr>
              <a:t>v</a:t>
            </a:r>
            <a:r>
              <a:rPr kumimoji="1" lang="en-US" altLang="zh-CN" sz="2400">
                <a:solidFill>
                  <a:srgbClr val="66FFFF"/>
                </a:solidFill>
                <a:latin typeface="Bookman Old Style" panose="02050604050505020204" pitchFamily="18" charset="0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用绳跨一定滑轮拉湖面上的船，已知绳初长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l </a:t>
            </a:r>
            <a:r>
              <a:rPr kumimoji="1" lang="en-US" altLang="zh-CN" sz="2400" baseline="-25000">
                <a:solidFill>
                  <a:srgbClr val="66FFFF"/>
                </a:solidFill>
                <a:latin typeface="宋体" panose="02010600030101010101" pitchFamily="2" charset="-122"/>
              </a:rPr>
              <a:t>0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，岸高</a:t>
            </a:r>
            <a:r>
              <a:rPr kumimoji="1" lang="zh-CN" altLang="en-US" sz="240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10256" name="Text Box 16">
            <a:extLst>
              <a:ext uri="{FF2B5EF4-FFF2-40B4-BE49-F238E27FC236}">
                <a16:creationId xmlns:a16="http://schemas.microsoft.com/office/drawing/2014/main" id="{23FB483F-5B18-6DD3-C420-089C627CDC83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85800" y="3124200"/>
            <a:ext cx="2287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取坐标系如图</a:t>
            </a:r>
          </a:p>
        </p:txBody>
      </p:sp>
      <p:sp>
        <p:nvSpPr>
          <p:cNvPr id="10257" name="Text Box 17">
            <a:extLst>
              <a:ext uri="{FF2B5EF4-FFF2-40B4-BE49-F238E27FC236}">
                <a16:creationId xmlns:a16="http://schemas.microsoft.com/office/drawing/2014/main" id="{3815E1D4-83E1-DF5D-78AA-7E88958FB4FE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85800" y="36576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依题意有</a:t>
            </a:r>
          </a:p>
        </p:txBody>
      </p:sp>
      <p:graphicFrame>
        <p:nvGraphicFramePr>
          <p:cNvPr id="10258" name="Object 4">
            <a:extLst>
              <a:ext uri="{FF2B5EF4-FFF2-40B4-BE49-F238E27FC236}">
                <a16:creationId xmlns:a16="http://schemas.microsoft.com/office/drawing/2014/main" id="{4E06D54B-79F2-D617-814B-AAD037C02856}"/>
              </a:ext>
            </a:extLst>
          </p:cNvPr>
          <p:cNvGraphicFramePr>
            <a:graphicFrameLocks/>
          </p:cNvGraphicFramePr>
          <p:nvPr/>
        </p:nvGraphicFramePr>
        <p:xfrm>
          <a:off x="2660650" y="3683000"/>
          <a:ext cx="17764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06880" imgH="358112" progId="Equation.3">
                  <p:embed/>
                </p:oleObj>
              </mc:Choice>
              <mc:Fallback>
                <p:oleObj name="Equation" r:id="rId6" imgW="1706880" imgH="358112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660650" y="3683000"/>
                        <a:ext cx="17764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9" name="Line 19">
            <a:extLst>
              <a:ext uri="{FF2B5EF4-FFF2-40B4-BE49-F238E27FC236}">
                <a16:creationId xmlns:a16="http://schemas.microsoft.com/office/drawing/2014/main" id="{A83592B1-93FD-2913-DD9E-A9E64DF27BBD}"/>
              </a:ext>
            </a:extLst>
          </p:cNvPr>
          <p:cNvSpPr>
            <a:spLocks noChangeShapeType="1"/>
          </p:cNvSpPr>
          <p:nvPr/>
        </p:nvSpPr>
        <p:spPr bwMode="black">
          <a:xfrm rot="922360">
            <a:off x="4611688" y="1128713"/>
            <a:ext cx="2181225" cy="1336675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0" name="Text Box 20">
            <a:extLst>
              <a:ext uri="{FF2B5EF4-FFF2-40B4-BE49-F238E27FC236}">
                <a16:creationId xmlns:a16="http://schemas.microsoft.com/office/drawing/2014/main" id="{D1F74F38-B638-3D19-3175-39E8C457A377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55650" y="5060950"/>
            <a:ext cx="808355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质点运动学的基本问题之一，是确定质点运动学方程。为正确写出质点运动学方程，先要选定参考系、坐标系，明确起始条件等，找出质点坐标随时间变化的函数关系。</a:t>
            </a:r>
          </a:p>
        </p:txBody>
      </p:sp>
      <p:graphicFrame>
        <p:nvGraphicFramePr>
          <p:cNvPr id="10261" name="Object 5">
            <a:extLst>
              <a:ext uri="{FF2B5EF4-FFF2-40B4-BE49-F238E27FC236}">
                <a16:creationId xmlns:a16="http://schemas.microsoft.com/office/drawing/2014/main" id="{669E8726-14E3-110E-FFD1-9E5CEB56D5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7738" y="1138238"/>
          <a:ext cx="18415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0238" imgH="358112" progId="Equation.3">
                  <p:embed/>
                </p:oleObj>
              </mc:Choice>
              <mc:Fallback>
                <p:oleObj name="公式" r:id="rId8" imgW="160238" imgH="35811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027738" y="1138238"/>
                        <a:ext cx="18415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2" name="Object 6">
            <a:extLst>
              <a:ext uri="{FF2B5EF4-FFF2-40B4-BE49-F238E27FC236}">
                <a16:creationId xmlns:a16="http://schemas.microsoft.com/office/drawing/2014/main" id="{D570E0E1-397C-47A7-741F-A78AE1F03C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5875" y="1676400"/>
          <a:ext cx="41275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34433" imgH="320206" progId="Equation.3">
                  <p:embed/>
                </p:oleObj>
              </mc:Choice>
              <mc:Fallback>
                <p:oleObj name="公式" r:id="rId10" imgW="434433" imgH="32020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095875" y="1676400"/>
                        <a:ext cx="41275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3" name="Object 7">
            <a:extLst>
              <a:ext uri="{FF2B5EF4-FFF2-40B4-BE49-F238E27FC236}">
                <a16:creationId xmlns:a16="http://schemas.microsoft.com/office/drawing/2014/main" id="{13D8850C-3F12-886F-9C8A-1B4B884771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62725" y="2924175"/>
          <a:ext cx="471488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10571" imgH="320206" progId="Equation.3">
                  <p:embed/>
                </p:oleObj>
              </mc:Choice>
              <mc:Fallback>
                <p:oleObj name="公式" r:id="rId12" imgW="510571" imgH="32020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562725" y="2924175"/>
                        <a:ext cx="471488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64" name="Picture 24">
            <a:extLst>
              <a:ext uri="{FF2B5EF4-FFF2-40B4-BE49-F238E27FC236}">
                <a16:creationId xmlns:a16="http://schemas.microsoft.com/office/drawing/2014/main" id="{2891D221-9726-3F18-9998-920C840EE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7775575" y="2311400"/>
            <a:ext cx="9493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5" name="Picture 25">
            <a:extLst>
              <a:ext uri="{FF2B5EF4-FFF2-40B4-BE49-F238E27FC236}">
                <a16:creationId xmlns:a16="http://schemas.microsoft.com/office/drawing/2014/main" id="{1A372954-A1D6-7BDF-AD6B-4020FE92E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6515100" y="2311400"/>
            <a:ext cx="9493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66" name="Line 26">
            <a:extLst>
              <a:ext uri="{FF2B5EF4-FFF2-40B4-BE49-F238E27FC236}">
                <a16:creationId xmlns:a16="http://schemas.microsoft.com/office/drawing/2014/main" id="{88469756-C4B1-53F9-8AA9-205122659D3E}"/>
              </a:ext>
            </a:extLst>
          </p:cNvPr>
          <p:cNvSpPr>
            <a:spLocks noChangeShapeType="1"/>
          </p:cNvSpPr>
          <p:nvPr/>
        </p:nvSpPr>
        <p:spPr bwMode="black">
          <a:xfrm flipH="1">
            <a:off x="3552825" y="842963"/>
            <a:ext cx="1295400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8" name="Line 28">
            <a:extLst>
              <a:ext uri="{FF2B5EF4-FFF2-40B4-BE49-F238E27FC236}">
                <a16:creationId xmlns:a16="http://schemas.microsoft.com/office/drawing/2014/main" id="{7FDFC1AE-1A8E-D9CF-E079-318BBB23E91E}"/>
              </a:ext>
            </a:extLst>
          </p:cNvPr>
          <p:cNvSpPr>
            <a:spLocks noChangeShapeType="1"/>
          </p:cNvSpPr>
          <p:nvPr/>
        </p:nvSpPr>
        <p:spPr bwMode="black">
          <a:xfrm>
            <a:off x="4154488" y="2862263"/>
            <a:ext cx="4589462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0" name="Oval 30">
            <a:extLst>
              <a:ext uri="{FF2B5EF4-FFF2-40B4-BE49-F238E27FC236}">
                <a16:creationId xmlns:a16="http://schemas.microsoft.com/office/drawing/2014/main" id="{4EFF58B6-E539-FC19-B924-21A2B41EAD9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4762500" y="857250"/>
            <a:ext cx="90488" cy="904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71" name="Rectangle 31">
            <a:extLst>
              <a:ext uri="{FF2B5EF4-FFF2-40B4-BE49-F238E27FC236}">
                <a16:creationId xmlns:a16="http://schemas.microsoft.com/office/drawing/2014/main" id="{5CA2BBE0-7F67-CE88-D4DD-4014DEE3935D}"/>
              </a:ext>
            </a:extLst>
          </p:cNvPr>
          <p:cNvSpPr>
            <a:spLocks noChangeArrowheads="1"/>
          </p:cNvSpPr>
          <p:nvPr/>
        </p:nvSpPr>
        <p:spPr bwMode="black">
          <a:xfrm>
            <a:off x="4722813" y="289401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i="1">
                <a:solidFill>
                  <a:schemeClr val="hlink"/>
                </a:solidFill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10272" name="Rectangle 32">
            <a:extLst>
              <a:ext uri="{FF2B5EF4-FFF2-40B4-BE49-F238E27FC236}">
                <a16:creationId xmlns:a16="http://schemas.microsoft.com/office/drawing/2014/main" id="{4C510E39-9FEE-6338-111B-7F2C8156FCF1}"/>
              </a:ext>
            </a:extLst>
          </p:cNvPr>
          <p:cNvSpPr>
            <a:spLocks noChangeArrowheads="1"/>
          </p:cNvSpPr>
          <p:nvPr/>
        </p:nvSpPr>
        <p:spPr bwMode="black">
          <a:xfrm>
            <a:off x="611188" y="2538413"/>
            <a:ext cx="2219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船的运动方程</a:t>
            </a:r>
          </a:p>
        </p:txBody>
      </p:sp>
      <p:sp>
        <p:nvSpPr>
          <p:cNvPr id="10273" name="Rectangle 33">
            <a:extLst>
              <a:ext uri="{FF2B5EF4-FFF2-40B4-BE49-F238E27FC236}">
                <a16:creationId xmlns:a16="http://schemas.microsoft.com/office/drawing/2014/main" id="{5B894547-7450-5019-F925-20977AC70A74}"/>
              </a:ext>
            </a:extLst>
          </p:cNvPr>
          <p:cNvSpPr>
            <a:spLocks noChangeArrowheads="1"/>
          </p:cNvSpPr>
          <p:nvPr/>
        </p:nvSpPr>
        <p:spPr bwMode="black">
          <a:xfrm>
            <a:off x="611188" y="4700588"/>
            <a:ext cx="1008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Times New Roman" panose="02020603050405020304" pitchFamily="18" charset="0"/>
              </a:rPr>
              <a:t>说明</a:t>
            </a:r>
          </a:p>
        </p:txBody>
      </p:sp>
      <p:sp>
        <p:nvSpPr>
          <p:cNvPr id="10274" name="AutoShape 34">
            <a:extLst>
              <a:ext uri="{FF2B5EF4-FFF2-40B4-BE49-F238E27FC236}">
                <a16:creationId xmlns:a16="http://schemas.microsoft.com/office/drawing/2014/main" id="{9BAE70BD-C550-1B2F-3636-F68EF3F6D043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23850" y="4638675"/>
            <a:ext cx="360363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69" name="Line 29">
            <a:extLst>
              <a:ext uri="{FF2B5EF4-FFF2-40B4-BE49-F238E27FC236}">
                <a16:creationId xmlns:a16="http://schemas.microsoft.com/office/drawing/2014/main" id="{2BB2063B-E765-C466-F3AF-48B7EAEE5585}"/>
              </a:ext>
            </a:extLst>
          </p:cNvPr>
          <p:cNvSpPr>
            <a:spLocks noChangeShapeType="1"/>
          </p:cNvSpPr>
          <p:nvPr/>
        </p:nvSpPr>
        <p:spPr bwMode="black">
          <a:xfrm>
            <a:off x="4419600" y="857250"/>
            <a:ext cx="0" cy="2009775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2000"/>
                                        <p:tgtEl>
                                          <p:spTgt spid="1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0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0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0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0" dur="2000"/>
                                        <p:tgtEl>
                                          <p:spTgt spid="1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0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0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10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0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20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7" grpId="0" animBg="1"/>
      <p:bldP spid="10244" grpId="0" animBg="1"/>
      <p:bldP spid="10245" grpId="0"/>
      <p:bldP spid="10246" grpId="0"/>
      <p:bldP spid="10249" grpId="0" autoUpdateAnimBg="0"/>
      <p:bldP spid="10251" grpId="0" autoUpdateAnimBg="0"/>
      <p:bldP spid="10253" grpId="0" autoUpdateAnimBg="0"/>
      <p:bldP spid="10254" grpId="0"/>
      <p:bldP spid="10255" grpId="0" autoUpdateAnimBg="0"/>
      <p:bldP spid="10256" grpId="0" autoUpdateAnimBg="0"/>
      <p:bldP spid="10257" grpId="0" autoUpdateAnimBg="0"/>
      <p:bldP spid="10260" grpId="0"/>
      <p:bldP spid="10270" grpId="0" animBg="1"/>
      <p:bldP spid="10271" grpId="0" autoUpdateAnimBg="0"/>
      <p:bldP spid="10272" grpId="0" build="p" autoUpdateAnimBg="0"/>
      <p:bldP spid="10273" grpId="0" build="p" autoUpdateAnimBg="0"/>
      <p:bldP spid="1027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>
            <a:extLst>
              <a:ext uri="{FF2B5EF4-FFF2-40B4-BE49-F238E27FC236}">
                <a16:creationId xmlns:a16="http://schemas.microsoft.com/office/drawing/2014/main" id="{00459866-4EDC-A0D0-F603-C641C7D8C709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404938" y="328613"/>
            <a:ext cx="61785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>
                <a:solidFill>
                  <a:srgbClr val="66FF33"/>
                </a:solidFill>
                <a:latin typeface="Times New Roman" panose="02020603050405020304" pitchFamily="18" charset="0"/>
              </a:rPr>
              <a:t>§</a:t>
            </a:r>
            <a:r>
              <a:rPr kumimoji="1" lang="en-US" altLang="zh-CN" sz="3200">
                <a:solidFill>
                  <a:srgbClr val="66FF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1.2  </a:t>
            </a:r>
            <a:r>
              <a:rPr kumimoji="1" lang="zh-CN" altLang="en-US" sz="3200">
                <a:solidFill>
                  <a:srgbClr val="66FF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质点的位移、速度和加速度</a:t>
            </a:r>
          </a:p>
        </p:txBody>
      </p:sp>
      <p:sp>
        <p:nvSpPr>
          <p:cNvPr id="20483" name="Text Box 3">
            <a:extLst>
              <a:ext uri="{FF2B5EF4-FFF2-40B4-BE49-F238E27FC236}">
                <a16:creationId xmlns:a16="http://schemas.microsoft.com/office/drawing/2014/main" id="{567ED6E5-8150-5BA4-57BF-B6CF3B5CF11F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52400" y="949325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宋体" panose="02010600030101010101" pitchFamily="2" charset="-122"/>
              </a:rPr>
              <a:t>一</a:t>
            </a:r>
            <a:r>
              <a:rPr kumimoji="1" lang="en-US" altLang="zh-CN" sz="2800">
                <a:latin typeface="Times New Roman" panose="02020603050405020304" pitchFamily="18" charset="0"/>
              </a:rPr>
              <a:t>. </a:t>
            </a:r>
            <a:r>
              <a:rPr kumimoji="1" lang="zh-CN" altLang="en-US" sz="2800">
                <a:latin typeface="宋体" panose="02010600030101010101" pitchFamily="2" charset="-122"/>
              </a:rPr>
              <a:t>位移</a:t>
            </a: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4F9996B0-DD55-B0F7-180B-B262123DDF31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23900" y="2278063"/>
            <a:ext cx="50006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位移矢量反映了物体运动中位置 </a:t>
            </a: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(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距离与方位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)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的变化。</a:t>
            </a:r>
            <a:endParaRPr kumimoji="1" lang="zh-CN" altLang="en-US" sz="1200">
              <a:solidFill>
                <a:schemeClr val="hlink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D78311B1-F63C-BF2C-5817-9E6A75AE683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01675" y="3403600"/>
            <a:ext cx="1206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宋体" panose="02010600030101010101" pitchFamily="2" charset="-122"/>
              </a:rPr>
              <a:t>讨论</a:t>
            </a:r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3E9E3EAC-E6FA-FB92-2808-EF3E14B7B255}"/>
              </a:ext>
            </a:extLst>
          </p:cNvPr>
          <p:cNvSpPr>
            <a:spLocks noChangeArrowheads="1"/>
          </p:cNvSpPr>
          <p:nvPr/>
        </p:nvSpPr>
        <p:spPr bwMode="black">
          <a:xfrm>
            <a:off x="685800" y="3898900"/>
            <a:ext cx="4883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仿宋_GB2312" pitchFamily="49" charset="-122"/>
              </a:rPr>
              <a:t>(1) </a:t>
            </a:r>
            <a:r>
              <a:rPr kumimoji="1" lang="zh-CN" altLang="en-US" sz="240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位移是矢量（有</a:t>
            </a:r>
            <a:r>
              <a:rPr kumimoji="1" lang="zh-CN" altLang="en-US" sz="240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大小</a:t>
            </a:r>
            <a:r>
              <a:rPr kumimoji="1" lang="zh-CN" altLang="en-US" sz="240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，有</a:t>
            </a:r>
            <a:r>
              <a:rPr kumimoji="1" lang="zh-CN" altLang="en-US" sz="240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方向</a:t>
            </a:r>
            <a:r>
              <a:rPr kumimoji="1" lang="zh-CN" altLang="en-US" sz="240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endParaRPr kumimoji="1" lang="zh-CN" altLang="en-US" sz="2400">
              <a:solidFill>
                <a:schemeClr val="hlink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8A5F80B5-72C7-89F8-8841-50B97AC1BA27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165225" y="4411663"/>
            <a:ext cx="231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位移不同于路程</a:t>
            </a:r>
          </a:p>
        </p:txBody>
      </p:sp>
      <p:sp>
        <p:nvSpPr>
          <p:cNvPr id="20488" name="Rectangle 8">
            <a:extLst>
              <a:ext uri="{FF2B5EF4-FFF2-40B4-BE49-F238E27FC236}">
                <a16:creationId xmlns:a16="http://schemas.microsoft.com/office/drawing/2014/main" id="{A12B3C60-00A6-A691-C1BC-DFFC92AEC6F7}"/>
              </a:ext>
            </a:extLst>
          </p:cNvPr>
          <p:cNvSpPr>
            <a:spLocks noChangeArrowheads="1"/>
          </p:cNvSpPr>
          <p:nvPr/>
        </p:nvSpPr>
        <p:spPr bwMode="black">
          <a:xfrm>
            <a:off x="685800" y="5132388"/>
            <a:ext cx="4578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仿宋_GB2312" pitchFamily="49" charset="-122"/>
              </a:rPr>
              <a:t>(2) </a:t>
            </a:r>
            <a:r>
              <a:rPr kumimoji="1" lang="zh-CN" altLang="en-US" sz="240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位移与参照系位置的变化无关</a:t>
            </a:r>
            <a:endParaRPr kumimoji="1" lang="zh-CN" altLang="en-US" sz="1200">
              <a:solidFill>
                <a:schemeClr val="hlink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0489" name="Object 2">
            <a:extLst>
              <a:ext uri="{FF2B5EF4-FFF2-40B4-BE49-F238E27FC236}">
                <a16:creationId xmlns:a16="http://schemas.microsoft.com/office/drawing/2014/main" id="{B06C8D9A-212D-BB51-16C9-6DA0C9135340}"/>
              </a:ext>
            </a:extLst>
          </p:cNvPr>
          <p:cNvGraphicFramePr>
            <a:graphicFrameLocks/>
          </p:cNvGraphicFramePr>
          <p:nvPr/>
        </p:nvGraphicFramePr>
        <p:xfrm>
          <a:off x="1246188" y="1700213"/>
          <a:ext cx="37036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634709" imgH="388537" progId="Equation.3">
                  <p:embed/>
                </p:oleObj>
              </mc:Choice>
              <mc:Fallback>
                <p:oleObj name="公式" r:id="rId2" imgW="3634709" imgH="388537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246188" y="1700213"/>
                        <a:ext cx="370363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Object 3">
            <a:extLst>
              <a:ext uri="{FF2B5EF4-FFF2-40B4-BE49-F238E27FC236}">
                <a16:creationId xmlns:a16="http://schemas.microsoft.com/office/drawing/2014/main" id="{4D5882C0-9A1C-565F-109F-1FDD251379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2350" y="4437063"/>
          <a:ext cx="1296988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19200" imgH="388537" progId="Equation.3">
                  <p:embed/>
                </p:oleObj>
              </mc:Choice>
              <mc:Fallback>
                <p:oleObj name="公式" r:id="rId4" imgW="1219200" imgH="38853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562350" y="4437063"/>
                        <a:ext cx="1296988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1" name="Rectangle 11">
            <a:extLst>
              <a:ext uri="{FF2B5EF4-FFF2-40B4-BE49-F238E27FC236}">
                <a16:creationId xmlns:a16="http://schemas.microsoft.com/office/drawing/2014/main" id="{A622764D-00CD-BF71-777F-1C9AA2AE3D4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685800" y="5795963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仿宋_GB2312" pitchFamily="49" charset="-122"/>
              </a:rPr>
              <a:t>(3)</a:t>
            </a:r>
          </a:p>
        </p:txBody>
      </p:sp>
      <p:sp>
        <p:nvSpPr>
          <p:cNvPr id="20492" name="Rectangle 12">
            <a:extLst>
              <a:ext uri="{FF2B5EF4-FFF2-40B4-BE49-F238E27FC236}">
                <a16:creationId xmlns:a16="http://schemas.microsoft.com/office/drawing/2014/main" id="{37A1C477-C474-6648-DEDC-A011D42DAC82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441575" y="5795963"/>
            <a:ext cx="1979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与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</a:rPr>
              <a:t>Δ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1" lang="en-US" altLang="zh-CN" sz="2400" i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zh-CN" altLang="en-US" sz="240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的区别</a:t>
            </a:r>
          </a:p>
        </p:txBody>
      </p:sp>
      <p:graphicFrame>
        <p:nvGraphicFramePr>
          <p:cNvPr id="20493" name="Object 4">
            <a:extLst>
              <a:ext uri="{FF2B5EF4-FFF2-40B4-BE49-F238E27FC236}">
                <a16:creationId xmlns:a16="http://schemas.microsoft.com/office/drawing/2014/main" id="{D55FD773-CDD3-5675-ABE7-0942C086812F}"/>
              </a:ext>
            </a:extLst>
          </p:cNvPr>
          <p:cNvGraphicFramePr>
            <a:graphicFrameLocks/>
          </p:cNvGraphicFramePr>
          <p:nvPr/>
        </p:nvGraphicFramePr>
        <p:xfrm>
          <a:off x="1908175" y="5851525"/>
          <a:ext cx="508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34433" imgH="388537" progId="Equation.3">
                  <p:embed/>
                </p:oleObj>
              </mc:Choice>
              <mc:Fallback>
                <p:oleObj name="公式" r:id="rId6" imgW="434433" imgH="388537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908175" y="5851525"/>
                        <a:ext cx="508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4" name="Line 14">
            <a:extLst>
              <a:ext uri="{FF2B5EF4-FFF2-40B4-BE49-F238E27FC236}">
                <a16:creationId xmlns:a16="http://schemas.microsoft.com/office/drawing/2014/main" id="{595A5F5E-7857-1141-4112-7E853C64F12C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6718300" y="1701800"/>
            <a:ext cx="533400" cy="1295400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5" name="Line 15">
            <a:extLst>
              <a:ext uri="{FF2B5EF4-FFF2-40B4-BE49-F238E27FC236}">
                <a16:creationId xmlns:a16="http://schemas.microsoft.com/office/drawing/2014/main" id="{A1C865D3-0DD3-AD26-513E-1E751D6C8A64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6718300" y="2540000"/>
            <a:ext cx="1371600" cy="457200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6" name="Line 16">
            <a:extLst>
              <a:ext uri="{FF2B5EF4-FFF2-40B4-BE49-F238E27FC236}">
                <a16:creationId xmlns:a16="http://schemas.microsoft.com/office/drawing/2014/main" id="{474C1B1C-7892-0D41-D530-B3B160892D02}"/>
              </a:ext>
            </a:extLst>
          </p:cNvPr>
          <p:cNvSpPr>
            <a:spLocks noChangeShapeType="1"/>
          </p:cNvSpPr>
          <p:nvPr/>
        </p:nvSpPr>
        <p:spPr bwMode="black">
          <a:xfrm>
            <a:off x="7251700" y="1701800"/>
            <a:ext cx="838200" cy="83820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7" name="Rectangle 17">
            <a:extLst>
              <a:ext uri="{FF2B5EF4-FFF2-40B4-BE49-F238E27FC236}">
                <a16:creationId xmlns:a16="http://schemas.microsoft.com/office/drawing/2014/main" id="{AEC1CF49-FBC0-F7F4-B755-9BA0E072D397}"/>
              </a:ext>
            </a:extLst>
          </p:cNvPr>
          <p:cNvSpPr>
            <a:spLocks noChangeArrowheads="1"/>
          </p:cNvSpPr>
          <p:nvPr/>
        </p:nvSpPr>
        <p:spPr bwMode="black">
          <a:xfrm>
            <a:off x="6229350" y="28162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i="1">
                <a:solidFill>
                  <a:schemeClr val="hlink"/>
                </a:solidFill>
                <a:latin typeface="Times New Roman" panose="02020603050405020304" pitchFamily="18" charset="0"/>
              </a:rPr>
              <a:t>O</a:t>
            </a:r>
            <a:endParaRPr kumimoji="1" lang="en-US" altLang="zh-CN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98" name="Rectangle 18">
            <a:extLst>
              <a:ext uri="{FF2B5EF4-FFF2-40B4-BE49-F238E27FC236}">
                <a16:creationId xmlns:a16="http://schemas.microsoft.com/office/drawing/2014/main" id="{77AF2D9F-BEA7-9FF4-3730-3AEFA9B2FE06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113588" y="1293813"/>
            <a:ext cx="339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i="1">
                <a:solidFill>
                  <a:srgbClr val="66FFCC"/>
                </a:solidFill>
                <a:latin typeface="Times New Roman" panose="02020603050405020304" pitchFamily="18" charset="0"/>
              </a:rPr>
              <a:t>P</a:t>
            </a:r>
            <a:endParaRPr kumimoji="1" lang="en-US" altLang="zh-CN">
              <a:solidFill>
                <a:srgbClr val="66FF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99" name="Rectangle 19">
            <a:extLst>
              <a:ext uri="{FF2B5EF4-FFF2-40B4-BE49-F238E27FC236}">
                <a16:creationId xmlns:a16="http://schemas.microsoft.com/office/drawing/2014/main" id="{77E5A061-B6EC-70CA-945A-0DC1660277CD}"/>
              </a:ext>
            </a:extLst>
          </p:cNvPr>
          <p:cNvSpPr>
            <a:spLocks noChangeArrowheads="1"/>
          </p:cNvSpPr>
          <p:nvPr/>
        </p:nvSpPr>
        <p:spPr bwMode="black">
          <a:xfrm>
            <a:off x="8189913" y="2284413"/>
            <a:ext cx="4238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i="1">
                <a:solidFill>
                  <a:srgbClr val="66FFCC"/>
                </a:solidFill>
                <a:latin typeface="Times New Roman" panose="02020603050405020304" pitchFamily="18" charset="0"/>
              </a:rPr>
              <a:t>P’</a:t>
            </a:r>
            <a:endParaRPr kumimoji="1" lang="en-US" altLang="zh-CN">
              <a:solidFill>
                <a:srgbClr val="66FF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0500" name="Object 5">
            <a:extLst>
              <a:ext uri="{FF2B5EF4-FFF2-40B4-BE49-F238E27FC236}">
                <a16:creationId xmlns:a16="http://schemas.microsoft.com/office/drawing/2014/main" id="{2B42D73B-0735-C844-2C1C-130D3B9633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0" y="2133600"/>
          <a:ext cx="4318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8296" imgH="220952" progId="Equation.3">
                  <p:embed/>
                </p:oleObj>
              </mc:Choice>
              <mc:Fallback>
                <p:oleObj name="Equation" r:id="rId8" imgW="358296" imgH="22095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239000" y="2133600"/>
                        <a:ext cx="43180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1" name="Object 6">
            <a:extLst>
              <a:ext uri="{FF2B5EF4-FFF2-40B4-BE49-F238E27FC236}">
                <a16:creationId xmlns:a16="http://schemas.microsoft.com/office/drawing/2014/main" id="{9E20DA0E-7546-7273-2477-ECCB6E8AB5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5563" y="2060575"/>
          <a:ext cx="471487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10571" imgH="320206" progId="Equation.3">
                  <p:embed/>
                </p:oleObj>
              </mc:Choice>
              <mc:Fallback>
                <p:oleObj name="公式" r:id="rId10" imgW="510571" imgH="32020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405563" y="2060575"/>
                        <a:ext cx="471487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2" name="Object 7">
            <a:extLst>
              <a:ext uri="{FF2B5EF4-FFF2-40B4-BE49-F238E27FC236}">
                <a16:creationId xmlns:a16="http://schemas.microsoft.com/office/drawing/2014/main" id="{432B4693-05DD-03FB-4D99-BBA3738BF8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0" y="3048000"/>
          <a:ext cx="10033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73418" imgH="320206" progId="Equation.3">
                  <p:embed/>
                </p:oleObj>
              </mc:Choice>
              <mc:Fallback>
                <p:oleObj name="公式" r:id="rId12" imgW="1173418" imgH="32020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858000" y="3048000"/>
                        <a:ext cx="10033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3" name="Object 8">
            <a:extLst>
              <a:ext uri="{FF2B5EF4-FFF2-40B4-BE49-F238E27FC236}">
                <a16:creationId xmlns:a16="http://schemas.microsoft.com/office/drawing/2014/main" id="{9CCBDDAB-5204-C0C1-BAEB-42B7D3DB20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1371600"/>
          <a:ext cx="323850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35404" imgH="228434" progId="Equation.3">
                  <p:embed/>
                </p:oleObj>
              </mc:Choice>
              <mc:Fallback>
                <p:oleObj name="Equation" r:id="rId14" imgW="335404" imgH="22843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772400" y="1371600"/>
                        <a:ext cx="323850" cy="24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4" name="Rectangle 24">
            <a:extLst>
              <a:ext uri="{FF2B5EF4-FFF2-40B4-BE49-F238E27FC236}">
                <a16:creationId xmlns:a16="http://schemas.microsoft.com/office/drawing/2014/main" id="{95C7BEFC-4554-1BD6-97A8-2264B81DCAA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6219825" y="5964238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i="1">
                <a:solidFill>
                  <a:srgbClr val="66FF33"/>
                </a:solidFill>
                <a:latin typeface="Times New Roman" panose="02020603050405020304" pitchFamily="18" charset="0"/>
              </a:rPr>
              <a:t>O</a:t>
            </a:r>
            <a:endParaRPr kumimoji="1" lang="en-US" altLang="zh-CN" i="1">
              <a:solidFill>
                <a:srgbClr val="66FF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05" name="Line 25">
            <a:extLst>
              <a:ext uri="{FF2B5EF4-FFF2-40B4-BE49-F238E27FC236}">
                <a16:creationId xmlns:a16="http://schemas.microsoft.com/office/drawing/2014/main" id="{BD4937C8-14E3-53BB-3893-AE6D282B205D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6032500" y="4373563"/>
            <a:ext cx="1295400" cy="1646237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06" name="Line 26">
            <a:extLst>
              <a:ext uri="{FF2B5EF4-FFF2-40B4-BE49-F238E27FC236}">
                <a16:creationId xmlns:a16="http://schemas.microsoft.com/office/drawing/2014/main" id="{D7FA93A6-6525-6014-4D50-D74C636C0678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6032500" y="5013325"/>
            <a:ext cx="2514600" cy="1006475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07" name="Line 27">
            <a:extLst>
              <a:ext uri="{FF2B5EF4-FFF2-40B4-BE49-F238E27FC236}">
                <a16:creationId xmlns:a16="http://schemas.microsoft.com/office/drawing/2014/main" id="{189AF864-3691-CC01-5BB3-E5EE569EE954}"/>
              </a:ext>
            </a:extLst>
          </p:cNvPr>
          <p:cNvSpPr>
            <a:spLocks noChangeShapeType="1"/>
          </p:cNvSpPr>
          <p:nvPr/>
        </p:nvSpPr>
        <p:spPr bwMode="black">
          <a:xfrm>
            <a:off x="7327900" y="4373563"/>
            <a:ext cx="1219200" cy="639762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08" name="Arc 28">
            <a:extLst>
              <a:ext uri="{FF2B5EF4-FFF2-40B4-BE49-F238E27FC236}">
                <a16:creationId xmlns:a16="http://schemas.microsoft.com/office/drawing/2014/main" id="{BE7B39BD-C06E-649F-E5FC-F74A650A9EA9}"/>
              </a:ext>
            </a:extLst>
          </p:cNvPr>
          <p:cNvSpPr>
            <a:spLocks/>
          </p:cNvSpPr>
          <p:nvPr/>
        </p:nvSpPr>
        <p:spPr bwMode="black">
          <a:xfrm>
            <a:off x="6718300" y="4191000"/>
            <a:ext cx="1295400" cy="1646238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2225">
            <a:solidFill>
              <a:schemeClr val="hlink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09" name="Line 29">
            <a:extLst>
              <a:ext uri="{FF2B5EF4-FFF2-40B4-BE49-F238E27FC236}">
                <a16:creationId xmlns:a16="http://schemas.microsoft.com/office/drawing/2014/main" id="{3B355DE3-2813-C84C-D51A-EA34806AE838}"/>
              </a:ext>
            </a:extLst>
          </p:cNvPr>
          <p:cNvSpPr>
            <a:spLocks noChangeShapeType="1"/>
          </p:cNvSpPr>
          <p:nvPr/>
        </p:nvSpPr>
        <p:spPr bwMode="black">
          <a:xfrm rot="20926042" flipV="1">
            <a:off x="6464300" y="4465638"/>
            <a:ext cx="1019175" cy="1522412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10" name="Line 30">
            <a:extLst>
              <a:ext uri="{FF2B5EF4-FFF2-40B4-BE49-F238E27FC236}">
                <a16:creationId xmlns:a16="http://schemas.microsoft.com/office/drawing/2014/main" id="{46A23154-EAC4-6FE3-4451-4FF1CA9D79A5}"/>
              </a:ext>
            </a:extLst>
          </p:cNvPr>
          <p:cNvSpPr>
            <a:spLocks noChangeShapeType="1"/>
          </p:cNvSpPr>
          <p:nvPr/>
        </p:nvSpPr>
        <p:spPr bwMode="black">
          <a:xfrm rot="21167122" flipV="1">
            <a:off x="6534150" y="5146675"/>
            <a:ext cx="2068513" cy="820738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511" name="Object 9">
            <a:extLst>
              <a:ext uri="{FF2B5EF4-FFF2-40B4-BE49-F238E27FC236}">
                <a16:creationId xmlns:a16="http://schemas.microsoft.com/office/drawing/2014/main" id="{CB1F8295-E0DC-925A-A1F3-3F00AE4D17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24750" y="4221163"/>
          <a:ext cx="346075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58296" imgH="220952" progId="Equation.3">
                  <p:embed/>
                </p:oleObj>
              </mc:Choice>
              <mc:Fallback>
                <p:oleObj name="公式" r:id="rId16" imgW="358296" imgH="220952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524750" y="4221163"/>
                        <a:ext cx="346075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2" name="Object 10">
            <a:extLst>
              <a:ext uri="{FF2B5EF4-FFF2-40B4-BE49-F238E27FC236}">
                <a16:creationId xmlns:a16="http://schemas.microsoft.com/office/drawing/2014/main" id="{E3918477-6FC6-BC00-7D52-3A13D2FA0C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01013" y="4508500"/>
          <a:ext cx="346075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58296" imgH="220952" progId="Equation.3">
                  <p:embed/>
                </p:oleObj>
              </mc:Choice>
              <mc:Fallback>
                <p:oleObj name="公式" r:id="rId18" imgW="358296" imgH="220952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101013" y="4508500"/>
                        <a:ext cx="346075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3" name="Text Box 33">
            <a:extLst>
              <a:ext uri="{FF2B5EF4-FFF2-40B4-BE49-F238E27FC236}">
                <a16:creationId xmlns:a16="http://schemas.microsoft.com/office/drawing/2014/main" id="{D839E047-F31B-8B85-64D3-218D43D74C5F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5580063" y="5768975"/>
            <a:ext cx="4270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i="1">
                <a:solidFill>
                  <a:srgbClr val="FFFF66"/>
                </a:solidFill>
                <a:latin typeface="Times New Roman" panose="02020603050405020304" pitchFamily="18" charset="0"/>
              </a:rPr>
              <a:t>O</a:t>
            </a:r>
            <a:endParaRPr kumimoji="1" lang="en-US" altLang="zh-CN" i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14" name="AutoShape 34">
            <a:extLst>
              <a:ext uri="{FF2B5EF4-FFF2-40B4-BE49-F238E27FC236}">
                <a16:creationId xmlns:a16="http://schemas.microsoft.com/office/drawing/2014/main" id="{C8BE520A-0FCC-8985-886D-DA1DCBCE338B}"/>
              </a:ext>
            </a:extLst>
          </p:cNvPr>
          <p:cNvSpPr>
            <a:spLocks/>
          </p:cNvSpPr>
          <p:nvPr/>
        </p:nvSpPr>
        <p:spPr bwMode="black">
          <a:xfrm rot="-6805898">
            <a:off x="8189119" y="4937919"/>
            <a:ext cx="209550" cy="636588"/>
          </a:xfrm>
          <a:prstGeom prst="leftBrace">
            <a:avLst>
              <a:gd name="adj1" fmla="val 25316"/>
              <a:gd name="adj2" fmla="val 50000"/>
            </a:avLst>
          </a:prstGeom>
          <a:noFill/>
          <a:ln w="19050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0515" name="Object 11">
            <a:extLst>
              <a:ext uri="{FF2B5EF4-FFF2-40B4-BE49-F238E27FC236}">
                <a16:creationId xmlns:a16="http://schemas.microsoft.com/office/drawing/2014/main" id="{CEAE3506-59C8-61E1-E9E4-5CF57F600A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43888" y="5407025"/>
          <a:ext cx="323850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35404" imgH="220952" progId="Equation.3">
                  <p:embed/>
                </p:oleObj>
              </mc:Choice>
              <mc:Fallback>
                <p:oleObj name="Equation" r:id="rId20" imgW="335404" imgH="220952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243888" y="5407025"/>
                        <a:ext cx="323850" cy="23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6" name="Text Box 36">
            <a:extLst>
              <a:ext uri="{FF2B5EF4-FFF2-40B4-BE49-F238E27FC236}">
                <a16:creationId xmlns:a16="http://schemas.microsoft.com/office/drawing/2014/main" id="{62595F31-A95E-0121-9895-E8EFD61855AC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119188" y="5803900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分清</a:t>
            </a:r>
          </a:p>
        </p:txBody>
      </p:sp>
      <p:sp>
        <p:nvSpPr>
          <p:cNvPr id="20517" name="Text Box 37">
            <a:extLst>
              <a:ext uri="{FF2B5EF4-FFF2-40B4-BE49-F238E27FC236}">
                <a16:creationId xmlns:a16="http://schemas.microsoft.com/office/drawing/2014/main" id="{3239E1E7-FB38-55A0-DCFB-BEC5CF1C073A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561138" y="2786063"/>
            <a:ext cx="301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20518" name="Text Box 38">
            <a:extLst>
              <a:ext uri="{FF2B5EF4-FFF2-40B4-BE49-F238E27FC236}">
                <a16:creationId xmlns:a16="http://schemas.microsoft.com/office/drawing/2014/main" id="{E968723E-1930-7812-42C8-913E02B450D2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5884863" y="5788025"/>
            <a:ext cx="301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20519" name="Text Box 39">
            <a:extLst>
              <a:ext uri="{FF2B5EF4-FFF2-40B4-BE49-F238E27FC236}">
                <a16:creationId xmlns:a16="http://schemas.microsoft.com/office/drawing/2014/main" id="{8F7F7715-7782-47A8-116A-13D5594B9400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461125" y="5868988"/>
            <a:ext cx="301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solidFill>
                  <a:srgbClr val="66FF33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20520" name="Freeform 40">
            <a:extLst>
              <a:ext uri="{FF2B5EF4-FFF2-40B4-BE49-F238E27FC236}">
                <a16:creationId xmlns:a16="http://schemas.microsoft.com/office/drawing/2014/main" id="{5294A5E7-0AB8-5B81-2C7C-DED80898B1BB}"/>
              </a:ext>
            </a:extLst>
          </p:cNvPr>
          <p:cNvSpPr>
            <a:spLocks/>
          </p:cNvSpPr>
          <p:nvPr/>
        </p:nvSpPr>
        <p:spPr bwMode="black">
          <a:xfrm rot="472300">
            <a:off x="5902325" y="1677988"/>
            <a:ext cx="2376488" cy="1955800"/>
          </a:xfrm>
          <a:custGeom>
            <a:avLst/>
            <a:gdLst>
              <a:gd name="T0" fmla="*/ 0 w 1497"/>
              <a:gd name="T1" fmla="*/ 2147483646 h 1232"/>
              <a:gd name="T2" fmla="*/ 2147483646 w 1497"/>
              <a:gd name="T3" fmla="*/ 2147483646 h 1232"/>
              <a:gd name="T4" fmla="*/ 2147483646 w 1497"/>
              <a:gd name="T5" fmla="*/ 2147483646 h 1232"/>
              <a:gd name="T6" fmla="*/ 2147483646 w 1497"/>
              <a:gd name="T7" fmla="*/ 2147483646 h 1232"/>
              <a:gd name="T8" fmla="*/ 2147483646 w 1497"/>
              <a:gd name="T9" fmla="*/ 2147483646 h 1232"/>
              <a:gd name="T10" fmla="*/ 2147483646 w 1497"/>
              <a:gd name="T11" fmla="*/ 2147483646 h 123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97"/>
              <a:gd name="T19" fmla="*/ 0 h 1232"/>
              <a:gd name="T20" fmla="*/ 1497 w 1497"/>
              <a:gd name="T21" fmla="*/ 1232 h 123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97" h="1232">
                <a:moveTo>
                  <a:pt x="0" y="143"/>
                </a:moveTo>
                <a:cubicBezTo>
                  <a:pt x="117" y="109"/>
                  <a:pt x="235" y="76"/>
                  <a:pt x="363" y="53"/>
                </a:cubicBezTo>
                <a:cubicBezTo>
                  <a:pt x="491" y="30"/>
                  <a:pt x="635" y="0"/>
                  <a:pt x="771" y="7"/>
                </a:cubicBezTo>
                <a:cubicBezTo>
                  <a:pt x="907" y="14"/>
                  <a:pt x="1081" y="30"/>
                  <a:pt x="1179" y="98"/>
                </a:cubicBezTo>
                <a:cubicBezTo>
                  <a:pt x="1277" y="166"/>
                  <a:pt x="1308" y="227"/>
                  <a:pt x="1361" y="416"/>
                </a:cubicBezTo>
                <a:cubicBezTo>
                  <a:pt x="1414" y="605"/>
                  <a:pt x="1474" y="1096"/>
                  <a:pt x="1497" y="1232"/>
                </a:cubicBezTo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21" name="AutoShape 41">
            <a:extLst>
              <a:ext uri="{FF2B5EF4-FFF2-40B4-BE49-F238E27FC236}">
                <a16:creationId xmlns:a16="http://schemas.microsoft.com/office/drawing/2014/main" id="{5639FBFB-1206-3549-59D0-3AA2C4FF9C20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1625" y="3340100"/>
            <a:ext cx="360363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522" name="Text Box 42">
            <a:extLst>
              <a:ext uri="{FF2B5EF4-FFF2-40B4-BE49-F238E27FC236}">
                <a16:creationId xmlns:a16="http://schemas.microsoft.com/office/drawing/2014/main" id="{4ABFA623-86ED-E28B-AEA1-4BB7F85F1B2B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099300" y="1463675"/>
            <a:ext cx="301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20523" name="Text Box 43">
            <a:extLst>
              <a:ext uri="{FF2B5EF4-FFF2-40B4-BE49-F238E27FC236}">
                <a16:creationId xmlns:a16="http://schemas.microsoft.com/office/drawing/2014/main" id="{664CAA36-C8E2-BC7A-B7FD-080385FBCAB3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958138" y="2319338"/>
            <a:ext cx="301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0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0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0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0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0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20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2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20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20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20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2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20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utoUpdateAnimBg="0"/>
      <p:bldP spid="20483" grpId="0" autoUpdateAnimBg="0"/>
      <p:bldP spid="20484" grpId="0" autoUpdateAnimBg="0"/>
      <p:bldP spid="20485" grpId="0" autoUpdateAnimBg="0"/>
      <p:bldP spid="20486" grpId="0" autoUpdateAnimBg="0"/>
      <p:bldP spid="20487" grpId="0" autoUpdateAnimBg="0"/>
      <p:bldP spid="20488" grpId="0" autoUpdateAnimBg="0"/>
      <p:bldP spid="20491" grpId="0" autoUpdateAnimBg="0"/>
      <p:bldP spid="20492" grpId="0" autoUpdateAnimBg="0"/>
      <p:bldP spid="20497" grpId="0" autoUpdateAnimBg="0"/>
      <p:bldP spid="20498" grpId="0" autoUpdateAnimBg="0"/>
      <p:bldP spid="20499" grpId="0" autoUpdateAnimBg="0"/>
      <p:bldP spid="20504" grpId="0" autoUpdateAnimBg="0"/>
      <p:bldP spid="20513" grpId="0" autoUpdateAnimBg="0"/>
      <p:bldP spid="20514" grpId="0" animBg="1"/>
      <p:bldP spid="20516" grpId="0"/>
      <p:bldP spid="20517" grpId="0"/>
      <p:bldP spid="20518" grpId="0"/>
      <p:bldP spid="20519" grpId="0"/>
      <p:bldP spid="20521" grpId="0" animBg="1"/>
      <p:bldP spid="20522" grpId="0"/>
      <p:bldP spid="205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>
            <a:extLst>
              <a:ext uri="{FF2B5EF4-FFF2-40B4-BE49-F238E27FC236}">
                <a16:creationId xmlns:a16="http://schemas.microsoft.com/office/drawing/2014/main" id="{84E78B25-2680-59AF-345B-6B07C4D88565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33350" y="404813"/>
            <a:ext cx="1847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宋体" panose="02010600030101010101" pitchFamily="2" charset="-122"/>
              </a:rPr>
              <a:t>二</a:t>
            </a:r>
            <a:r>
              <a:rPr kumimoji="1" lang="en-US" altLang="zh-CN" sz="2800">
                <a:latin typeface="Times New Roman" panose="02020603050405020304" pitchFamily="18" charset="0"/>
              </a:rPr>
              <a:t>. </a:t>
            </a:r>
            <a:r>
              <a:rPr kumimoji="1" lang="zh-CN" altLang="en-US" sz="2800">
                <a:latin typeface="宋体" panose="02010600030101010101" pitchFamily="2" charset="-122"/>
              </a:rPr>
              <a:t>速度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A90C702B-117D-38C1-2EFC-8E0A4EAB9BF8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447800" y="466725"/>
            <a:ext cx="426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(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描述物体运动状态的物理量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5C34ACDF-DF55-F306-656B-92B723BDDCC3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36550" y="1100138"/>
            <a:ext cx="170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1. </a:t>
            </a:r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</a:rPr>
              <a:t>平均速度</a:t>
            </a:r>
            <a:endParaRPr kumimoji="1" lang="zh-CN" altLang="en-US" sz="1400">
              <a:solidFill>
                <a:srgbClr val="66FF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1509" name="Object 2">
            <a:extLst>
              <a:ext uri="{FF2B5EF4-FFF2-40B4-BE49-F238E27FC236}">
                <a16:creationId xmlns:a16="http://schemas.microsoft.com/office/drawing/2014/main" id="{D1A8A734-A407-0355-9156-579E61937B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01750" y="1628775"/>
          <a:ext cx="3711575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634709" imgH="754629" progId="Equation.3">
                  <p:embed/>
                </p:oleObj>
              </mc:Choice>
              <mc:Fallback>
                <p:oleObj name="公式" r:id="rId2" imgW="3634709" imgH="75462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301750" y="1628775"/>
                        <a:ext cx="3711575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Line 6">
            <a:extLst>
              <a:ext uri="{FF2B5EF4-FFF2-40B4-BE49-F238E27FC236}">
                <a16:creationId xmlns:a16="http://schemas.microsoft.com/office/drawing/2014/main" id="{BFE8E415-B798-BC2B-A833-EC17E43936AA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6621463" y="1382713"/>
            <a:ext cx="527050" cy="1489075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08DBCA71-689A-188A-4AA8-3BC02562C043}"/>
              </a:ext>
            </a:extLst>
          </p:cNvPr>
          <p:cNvSpPr>
            <a:spLocks noChangeArrowheads="1"/>
          </p:cNvSpPr>
          <p:nvPr/>
        </p:nvSpPr>
        <p:spPr bwMode="black">
          <a:xfrm>
            <a:off x="6213475" y="2757488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i="1">
                <a:solidFill>
                  <a:schemeClr val="hlink"/>
                </a:solidFill>
                <a:latin typeface="Times New Roman" panose="02020603050405020304" pitchFamily="18" charset="0"/>
              </a:rPr>
              <a:t>O</a:t>
            </a:r>
          </a:p>
        </p:txBody>
      </p:sp>
      <p:graphicFrame>
        <p:nvGraphicFramePr>
          <p:cNvPr id="21512" name="Object 3">
            <a:extLst>
              <a:ext uri="{FF2B5EF4-FFF2-40B4-BE49-F238E27FC236}">
                <a16:creationId xmlns:a16="http://schemas.microsoft.com/office/drawing/2014/main" id="{3B1D5CAA-9DDB-BFF1-DDB9-713FA97426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1063" y="1714500"/>
          <a:ext cx="349250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58296" imgH="220952" progId="Equation.3">
                  <p:embed/>
                </p:oleObj>
              </mc:Choice>
              <mc:Fallback>
                <p:oleObj name="公式" r:id="rId4" imgW="358296" imgH="22095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231063" y="1714500"/>
                        <a:ext cx="349250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Object 4">
            <a:extLst>
              <a:ext uri="{FF2B5EF4-FFF2-40B4-BE49-F238E27FC236}">
                <a16:creationId xmlns:a16="http://schemas.microsoft.com/office/drawing/2014/main" id="{67893815-AF09-DE3E-EA5E-7CD4B870AD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70713" y="2625725"/>
          <a:ext cx="993775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173418" imgH="320206" progId="Equation.3">
                  <p:embed/>
                </p:oleObj>
              </mc:Choice>
              <mc:Fallback>
                <p:oleObj name="公式" r:id="rId6" imgW="1173418" imgH="32020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970713" y="2625725"/>
                        <a:ext cx="993775" cy="31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4" name="Object 5">
            <a:extLst>
              <a:ext uri="{FF2B5EF4-FFF2-40B4-BE49-F238E27FC236}">
                <a16:creationId xmlns:a16="http://schemas.microsoft.com/office/drawing/2014/main" id="{9F3DBF4A-B652-739A-9527-003059CA06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94438" y="1930400"/>
          <a:ext cx="463550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10571" imgH="320206" progId="Equation.3">
                  <p:embed/>
                </p:oleObj>
              </mc:Choice>
              <mc:Fallback>
                <p:oleObj name="公式" r:id="rId8" imgW="510571" imgH="32020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294438" y="1930400"/>
                        <a:ext cx="463550" cy="31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5" name="Freeform 11">
            <a:extLst>
              <a:ext uri="{FF2B5EF4-FFF2-40B4-BE49-F238E27FC236}">
                <a16:creationId xmlns:a16="http://schemas.microsoft.com/office/drawing/2014/main" id="{F309EC09-531A-84FB-6CE5-A19956CDC9CD}"/>
              </a:ext>
            </a:extLst>
          </p:cNvPr>
          <p:cNvSpPr>
            <a:spLocks/>
          </p:cNvSpPr>
          <p:nvPr/>
        </p:nvSpPr>
        <p:spPr bwMode="black">
          <a:xfrm>
            <a:off x="6083300" y="1339850"/>
            <a:ext cx="2160588" cy="2017713"/>
          </a:xfrm>
          <a:custGeom>
            <a:avLst/>
            <a:gdLst>
              <a:gd name="T0" fmla="*/ 0 w 1361"/>
              <a:gd name="T1" fmla="*/ 2147483646 h 1271"/>
              <a:gd name="T2" fmla="*/ 2147483646 w 1361"/>
              <a:gd name="T3" fmla="*/ 2147483646 h 1271"/>
              <a:gd name="T4" fmla="*/ 2147483646 w 1361"/>
              <a:gd name="T5" fmla="*/ 2147483646 h 1271"/>
              <a:gd name="T6" fmla="*/ 0 60000 65536"/>
              <a:gd name="T7" fmla="*/ 0 60000 65536"/>
              <a:gd name="T8" fmla="*/ 0 60000 65536"/>
              <a:gd name="T9" fmla="*/ 0 w 1361"/>
              <a:gd name="T10" fmla="*/ 0 h 1271"/>
              <a:gd name="T11" fmla="*/ 1361 w 1361"/>
              <a:gd name="T12" fmla="*/ 1271 h 127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1" h="1271">
                <a:moveTo>
                  <a:pt x="0" y="12"/>
                </a:moveTo>
                <a:cubicBezTo>
                  <a:pt x="488" y="7"/>
                  <a:pt x="977" y="0"/>
                  <a:pt x="1169" y="210"/>
                </a:cubicBezTo>
                <a:cubicBezTo>
                  <a:pt x="1361" y="420"/>
                  <a:pt x="1155" y="1050"/>
                  <a:pt x="1151" y="1271"/>
                </a:cubicBezTo>
              </a:path>
            </a:pathLst>
          </a:cu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6" name="Rectangle 12">
            <a:extLst>
              <a:ext uri="{FF2B5EF4-FFF2-40B4-BE49-F238E27FC236}">
                <a16:creationId xmlns:a16="http://schemas.microsoft.com/office/drawing/2014/main" id="{4799E37E-9A42-5287-6E78-C5A7C7127352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4800" y="2565400"/>
            <a:ext cx="1784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2.  </a:t>
            </a:r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</a:rPr>
              <a:t>瞬时速度</a:t>
            </a:r>
            <a:endParaRPr kumimoji="1" lang="zh-CN" altLang="en-US" sz="2400">
              <a:solidFill>
                <a:srgbClr val="66FFFF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graphicFrame>
        <p:nvGraphicFramePr>
          <p:cNvPr id="21517" name="Object 6">
            <a:extLst>
              <a:ext uri="{FF2B5EF4-FFF2-40B4-BE49-F238E27FC236}">
                <a16:creationId xmlns:a16="http://schemas.microsoft.com/office/drawing/2014/main" id="{333C713A-A704-5855-FB20-3BB8DDA8D2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3068638"/>
          <a:ext cx="39941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924331" imgH="754629" progId="Equation.3">
                  <p:embed/>
                </p:oleObj>
              </mc:Choice>
              <mc:Fallback>
                <p:oleObj name="公式" r:id="rId10" imgW="3924331" imgH="75462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295400" y="3068638"/>
                        <a:ext cx="39941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8" name="Line 14">
            <a:extLst>
              <a:ext uri="{FF2B5EF4-FFF2-40B4-BE49-F238E27FC236}">
                <a16:creationId xmlns:a16="http://schemas.microsoft.com/office/drawing/2014/main" id="{ED2FD9FC-9EA6-FFD9-FC9B-0B771E56CA1E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6246813" y="4202113"/>
            <a:ext cx="1133475" cy="1223962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9" name="Line 15">
            <a:extLst>
              <a:ext uri="{FF2B5EF4-FFF2-40B4-BE49-F238E27FC236}">
                <a16:creationId xmlns:a16="http://schemas.microsoft.com/office/drawing/2014/main" id="{F4492369-1C4F-4BDF-13BA-7E06A1D4DAF6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6246813" y="4275138"/>
            <a:ext cx="1997075" cy="116205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20" name="Rectangle 16">
            <a:extLst>
              <a:ext uri="{FF2B5EF4-FFF2-40B4-BE49-F238E27FC236}">
                <a16:creationId xmlns:a16="http://schemas.microsoft.com/office/drawing/2014/main" id="{A88E45C6-7697-4E28-8E39-0F7661DE1579}"/>
              </a:ext>
            </a:extLst>
          </p:cNvPr>
          <p:cNvSpPr>
            <a:spLocks noChangeArrowheads="1"/>
          </p:cNvSpPr>
          <p:nvPr/>
        </p:nvSpPr>
        <p:spPr bwMode="black">
          <a:xfrm>
            <a:off x="6300788" y="5354638"/>
            <a:ext cx="354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66FFCC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1521" name="Rectangle 17">
            <a:extLst>
              <a:ext uri="{FF2B5EF4-FFF2-40B4-BE49-F238E27FC236}">
                <a16:creationId xmlns:a16="http://schemas.microsoft.com/office/drawing/2014/main" id="{AB0BAE83-78DE-5269-77BB-14E46C10AD88}"/>
              </a:ext>
            </a:extLst>
          </p:cNvPr>
          <p:cNvSpPr>
            <a:spLocks noChangeArrowheads="1"/>
          </p:cNvSpPr>
          <p:nvPr/>
        </p:nvSpPr>
        <p:spPr bwMode="black">
          <a:xfrm>
            <a:off x="8072438" y="3878263"/>
            <a:ext cx="387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66FFCC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1522" name="Rectangle 18">
            <a:extLst>
              <a:ext uri="{FF2B5EF4-FFF2-40B4-BE49-F238E27FC236}">
                <a16:creationId xmlns:a16="http://schemas.microsoft.com/office/drawing/2014/main" id="{ED8410AD-9466-B17B-DA51-D789A82E11C3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239000" y="3805238"/>
            <a:ext cx="423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66FFCC"/>
                </a:solidFill>
                <a:latin typeface="Times New Roman" panose="02020603050405020304" pitchFamily="18" charset="0"/>
              </a:rPr>
              <a:t>B'</a:t>
            </a:r>
          </a:p>
        </p:txBody>
      </p:sp>
      <p:graphicFrame>
        <p:nvGraphicFramePr>
          <p:cNvPr id="21523" name="Object 7">
            <a:extLst>
              <a:ext uri="{FF2B5EF4-FFF2-40B4-BE49-F238E27FC236}">
                <a16:creationId xmlns:a16="http://schemas.microsoft.com/office/drawing/2014/main" id="{D0289864-0959-A11B-786D-F2D63E9BEF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2225" y="4149725"/>
          <a:ext cx="2921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97087" imgH="343149" progId="Equation.3">
                  <p:embed/>
                </p:oleObj>
              </mc:Choice>
              <mc:Fallback>
                <p:oleObj name="公式" r:id="rId12" imgW="297087" imgH="34314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372225" y="4149725"/>
                        <a:ext cx="29210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4" name="Rectangle 20">
            <a:extLst>
              <a:ext uri="{FF2B5EF4-FFF2-40B4-BE49-F238E27FC236}">
                <a16:creationId xmlns:a16="http://schemas.microsoft.com/office/drawing/2014/main" id="{E816D3F4-D1BE-2BDD-59CC-07F361424970}"/>
              </a:ext>
            </a:extLst>
          </p:cNvPr>
          <p:cNvSpPr>
            <a:spLocks noChangeArrowheads="1"/>
          </p:cNvSpPr>
          <p:nvPr/>
        </p:nvSpPr>
        <p:spPr bwMode="black">
          <a:xfrm>
            <a:off x="685800" y="4005263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Times New Roman" panose="02020603050405020304" pitchFamily="18" charset="0"/>
              </a:rPr>
              <a:t>讨论</a:t>
            </a:r>
          </a:p>
        </p:txBody>
      </p:sp>
      <p:sp>
        <p:nvSpPr>
          <p:cNvPr id="21525" name="Rectangle 21">
            <a:extLst>
              <a:ext uri="{FF2B5EF4-FFF2-40B4-BE49-F238E27FC236}">
                <a16:creationId xmlns:a16="http://schemas.microsoft.com/office/drawing/2014/main" id="{403DDC69-553F-83EC-D8EF-EE80F8B91717}"/>
              </a:ext>
            </a:extLst>
          </p:cNvPr>
          <p:cNvSpPr>
            <a:spLocks noChangeArrowheads="1"/>
          </p:cNvSpPr>
          <p:nvPr/>
        </p:nvSpPr>
        <p:spPr bwMode="black">
          <a:xfrm>
            <a:off x="684213" y="4508500"/>
            <a:ext cx="525462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(1) 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速度的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</a:rPr>
              <a:t>矢量性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</a:rPr>
              <a:t>瞬时性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</a:rPr>
              <a:t>相对性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br>
              <a:rPr kumimoji="1" lang="zh-CN" altLang="en-US" sz="1200">
                <a:solidFill>
                  <a:srgbClr val="FFFFCC"/>
                </a:solidFill>
                <a:latin typeface="Times New Roman" panose="02020603050405020304" pitchFamily="18" charset="0"/>
                <a:ea typeface="仿宋_GB2312" pitchFamily="49" charset="-122"/>
              </a:rPr>
            </a:br>
            <a:endParaRPr kumimoji="1" lang="zh-CN" altLang="en-US" sz="1200">
              <a:solidFill>
                <a:srgbClr val="FFFF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26" name="Rectangle 22">
            <a:extLst>
              <a:ext uri="{FF2B5EF4-FFF2-40B4-BE49-F238E27FC236}">
                <a16:creationId xmlns:a16="http://schemas.microsoft.com/office/drawing/2014/main" id="{83FDF3C9-B8F5-2026-FE03-7795E91F50B2}"/>
              </a:ext>
            </a:extLst>
          </p:cNvPr>
          <p:cNvSpPr>
            <a:spLocks noChangeArrowheads="1"/>
          </p:cNvSpPr>
          <p:nvPr/>
        </p:nvSpPr>
        <p:spPr bwMode="black">
          <a:xfrm>
            <a:off x="685800" y="5084763"/>
            <a:ext cx="3957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(2) </a:t>
            </a:r>
            <a:r>
              <a:rPr kumimoji="1" lang="zh-CN" altLang="en-US" sz="240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注意速度与速率的区别</a:t>
            </a:r>
            <a:endParaRPr kumimoji="1" lang="zh-CN" altLang="en-US" sz="1200">
              <a:solidFill>
                <a:schemeClr val="hlink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1527" name="Object 8">
            <a:extLst>
              <a:ext uri="{FF2B5EF4-FFF2-40B4-BE49-F238E27FC236}">
                <a16:creationId xmlns:a16="http://schemas.microsoft.com/office/drawing/2014/main" id="{ADCE03DF-67B1-879A-DDCA-6ED4F79F5F03}"/>
              </a:ext>
            </a:extLst>
          </p:cNvPr>
          <p:cNvGraphicFramePr>
            <a:graphicFrameLocks/>
          </p:cNvGraphicFramePr>
          <p:nvPr/>
        </p:nvGraphicFramePr>
        <p:xfrm>
          <a:off x="1187450" y="5624513"/>
          <a:ext cx="9652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891758" imgH="754629" progId="Equation.3">
                  <p:embed/>
                </p:oleObj>
              </mc:Choice>
              <mc:Fallback>
                <p:oleObj name="公式" r:id="rId14" imgW="891758" imgH="754629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187450" y="5624513"/>
                        <a:ext cx="9652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8" name="Text Box 24">
            <a:extLst>
              <a:ext uri="{FF2B5EF4-FFF2-40B4-BE49-F238E27FC236}">
                <a16:creationId xmlns:a16="http://schemas.microsoft.com/office/drawing/2014/main" id="{5A22BDDE-57F9-9211-A0E9-B417582A448C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464300" y="2662238"/>
            <a:ext cx="301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21529" name="Freeform 25">
            <a:extLst>
              <a:ext uri="{FF2B5EF4-FFF2-40B4-BE49-F238E27FC236}">
                <a16:creationId xmlns:a16="http://schemas.microsoft.com/office/drawing/2014/main" id="{6C516A24-7C3E-E178-BF86-B336C0C7BEF1}"/>
              </a:ext>
            </a:extLst>
          </p:cNvPr>
          <p:cNvSpPr>
            <a:spLocks/>
          </p:cNvSpPr>
          <p:nvPr/>
        </p:nvSpPr>
        <p:spPr bwMode="black">
          <a:xfrm>
            <a:off x="6227763" y="4194175"/>
            <a:ext cx="2305050" cy="1611313"/>
          </a:xfrm>
          <a:custGeom>
            <a:avLst/>
            <a:gdLst>
              <a:gd name="T0" fmla="*/ 0 w 1452"/>
              <a:gd name="T1" fmla="*/ 2147483646 h 1015"/>
              <a:gd name="T2" fmla="*/ 2147483646 w 1452"/>
              <a:gd name="T3" fmla="*/ 2147483646 h 1015"/>
              <a:gd name="T4" fmla="*/ 2147483646 w 1452"/>
              <a:gd name="T5" fmla="*/ 2147483646 h 1015"/>
              <a:gd name="T6" fmla="*/ 2147483646 w 1452"/>
              <a:gd name="T7" fmla="*/ 2147483646 h 1015"/>
              <a:gd name="T8" fmla="*/ 2147483646 w 1452"/>
              <a:gd name="T9" fmla="*/ 2147483646 h 1015"/>
              <a:gd name="T10" fmla="*/ 2147483646 w 1452"/>
              <a:gd name="T11" fmla="*/ 2147483646 h 1015"/>
              <a:gd name="T12" fmla="*/ 2147483646 w 1452"/>
              <a:gd name="T13" fmla="*/ 2147483646 h 101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52"/>
              <a:gd name="T22" fmla="*/ 0 h 1015"/>
              <a:gd name="T23" fmla="*/ 1452 w 1452"/>
              <a:gd name="T24" fmla="*/ 1015 h 101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52" h="1015">
                <a:moveTo>
                  <a:pt x="0" y="1015"/>
                </a:moveTo>
                <a:cubicBezTo>
                  <a:pt x="4" y="890"/>
                  <a:pt x="8" y="765"/>
                  <a:pt x="46" y="652"/>
                </a:cubicBezTo>
                <a:cubicBezTo>
                  <a:pt x="84" y="539"/>
                  <a:pt x="159" y="424"/>
                  <a:pt x="227" y="335"/>
                </a:cubicBezTo>
                <a:cubicBezTo>
                  <a:pt x="295" y="246"/>
                  <a:pt x="374" y="169"/>
                  <a:pt x="457" y="116"/>
                </a:cubicBezTo>
                <a:cubicBezTo>
                  <a:pt x="540" y="63"/>
                  <a:pt x="621" y="34"/>
                  <a:pt x="726" y="17"/>
                </a:cubicBezTo>
                <a:cubicBezTo>
                  <a:pt x="831" y="0"/>
                  <a:pt x="968" y="2"/>
                  <a:pt x="1089" y="17"/>
                </a:cubicBezTo>
                <a:cubicBezTo>
                  <a:pt x="1210" y="32"/>
                  <a:pt x="1331" y="70"/>
                  <a:pt x="1452" y="108"/>
                </a:cubicBezTo>
              </a:path>
            </a:pathLst>
          </a:cu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30" name="AutoShape 26">
            <a:extLst>
              <a:ext uri="{FF2B5EF4-FFF2-40B4-BE49-F238E27FC236}">
                <a16:creationId xmlns:a16="http://schemas.microsoft.com/office/drawing/2014/main" id="{D57A01CF-463C-E06C-8695-53B3CC18D141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23850" y="3933825"/>
            <a:ext cx="360363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31" name="Line 27">
            <a:extLst>
              <a:ext uri="{FF2B5EF4-FFF2-40B4-BE49-F238E27FC236}">
                <a16:creationId xmlns:a16="http://schemas.microsoft.com/office/drawing/2014/main" id="{CD965A5A-8F30-77C8-E96C-06D7131790DB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6248400" y="4437063"/>
            <a:ext cx="123825" cy="1017587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1532" name="Object 9">
            <a:extLst>
              <a:ext uri="{FF2B5EF4-FFF2-40B4-BE49-F238E27FC236}">
                <a16:creationId xmlns:a16="http://schemas.microsoft.com/office/drawing/2014/main" id="{EAB0D17B-9AF7-2F52-F5BA-7CBDBA591E11}"/>
              </a:ext>
            </a:extLst>
          </p:cNvPr>
          <p:cNvGraphicFramePr>
            <a:graphicFrameLocks/>
          </p:cNvGraphicFramePr>
          <p:nvPr/>
        </p:nvGraphicFramePr>
        <p:xfrm>
          <a:off x="2700338" y="5516563"/>
          <a:ext cx="315912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093782" imgH="815479" progId="Equation.3">
                  <p:embed/>
                </p:oleObj>
              </mc:Choice>
              <mc:Fallback>
                <p:oleObj name="公式" r:id="rId16" imgW="3093782" imgH="815479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700338" y="5516563"/>
                        <a:ext cx="3159125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3" name="Line 29">
            <a:extLst>
              <a:ext uri="{FF2B5EF4-FFF2-40B4-BE49-F238E27FC236}">
                <a16:creationId xmlns:a16="http://schemas.microsoft.com/office/drawing/2014/main" id="{21936E0A-A1CF-1031-AD79-A33588985491}"/>
              </a:ext>
            </a:extLst>
          </p:cNvPr>
          <p:cNvSpPr>
            <a:spLocks noChangeShapeType="1"/>
          </p:cNvSpPr>
          <p:nvPr/>
        </p:nvSpPr>
        <p:spPr bwMode="black">
          <a:xfrm>
            <a:off x="7151688" y="1384300"/>
            <a:ext cx="909637" cy="582613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34" name="Line 30">
            <a:extLst>
              <a:ext uri="{FF2B5EF4-FFF2-40B4-BE49-F238E27FC236}">
                <a16:creationId xmlns:a16="http://schemas.microsoft.com/office/drawing/2014/main" id="{20F9CB1D-63CB-A0FA-9153-C2E9F0A55E98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6621463" y="1962150"/>
            <a:ext cx="1433512" cy="909638"/>
          </a:xfrm>
          <a:prstGeom prst="line">
            <a:avLst/>
          </a:prstGeom>
          <a:noFill/>
          <a:ln w="31750">
            <a:solidFill>
              <a:srgbClr val="66FF33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2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2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15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15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1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1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autoUpdateAnimBg="0"/>
      <p:bldP spid="21507" grpId="0" autoUpdateAnimBg="0"/>
      <p:bldP spid="21508" grpId="0" autoUpdateAnimBg="0"/>
      <p:bldP spid="21511" grpId="0" autoUpdateAnimBg="0"/>
      <p:bldP spid="21516" grpId="0" autoUpdateAnimBg="0"/>
      <p:bldP spid="21520" grpId="0" autoUpdateAnimBg="0"/>
      <p:bldP spid="21521" grpId="0" autoUpdateAnimBg="0"/>
      <p:bldP spid="21522" grpId="0" autoUpdateAnimBg="0"/>
      <p:bldP spid="21524" grpId="0" autoUpdateAnimBg="0"/>
      <p:bldP spid="21525" grpId="0" autoUpdateAnimBg="0"/>
      <p:bldP spid="21526" grpId="0" autoUpdateAnimBg="0"/>
      <p:bldP spid="21528" grpId="0"/>
      <p:bldP spid="2153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>
            <a:extLst>
              <a:ext uri="{FF2B5EF4-FFF2-40B4-BE49-F238E27FC236}">
                <a16:creationId xmlns:a16="http://schemas.microsoft.com/office/drawing/2014/main" id="{85AAB023-26EB-8321-73F2-87476DF88663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52400" y="319088"/>
            <a:ext cx="2346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宋体" panose="02010600030101010101" pitchFamily="2" charset="-122"/>
              </a:rPr>
              <a:t>三</a:t>
            </a:r>
            <a:r>
              <a:rPr kumimoji="1" lang="en-US" altLang="zh-CN" sz="2800">
                <a:latin typeface="Times New Roman" panose="02020603050405020304" pitchFamily="18" charset="0"/>
              </a:rPr>
              <a:t>. </a:t>
            </a:r>
            <a:r>
              <a:rPr kumimoji="1" lang="zh-CN" altLang="en-US" sz="2800">
                <a:latin typeface="宋体" panose="02010600030101010101" pitchFamily="2" charset="-122"/>
              </a:rPr>
              <a:t>加速度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4925C021-AF37-50C1-9B4B-36C27161FB54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81000" y="955675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</a:rPr>
              <a:t>平均加速度</a:t>
            </a:r>
            <a:endParaRPr kumimoji="1" lang="zh-CN" altLang="en-US" sz="1200">
              <a:solidFill>
                <a:srgbClr val="66FFFF"/>
              </a:solidFill>
              <a:latin typeface="楷体_GB2312" pitchFamily="49" charset="-122"/>
            </a:endParaRPr>
          </a:p>
        </p:txBody>
      </p:sp>
      <p:graphicFrame>
        <p:nvGraphicFramePr>
          <p:cNvPr id="22532" name="Object 2">
            <a:extLst>
              <a:ext uri="{FF2B5EF4-FFF2-40B4-BE49-F238E27FC236}">
                <a16:creationId xmlns:a16="http://schemas.microsoft.com/office/drawing/2014/main" id="{33371149-AE7D-E817-C2CB-0E6B4E5249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1593850"/>
          <a:ext cx="3836988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687956" imgH="754629" progId="Equation.3">
                  <p:embed/>
                </p:oleObj>
              </mc:Choice>
              <mc:Fallback>
                <p:oleObj name="公式" r:id="rId2" imgW="3687956" imgH="75462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55650" y="1593850"/>
                        <a:ext cx="3836988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Rectangle 5">
            <a:extLst>
              <a:ext uri="{FF2B5EF4-FFF2-40B4-BE49-F238E27FC236}">
                <a16:creationId xmlns:a16="http://schemas.microsoft.com/office/drawing/2014/main" id="{963E392C-4416-9A7D-38DC-5B6FCD2531D3}"/>
              </a:ext>
            </a:extLst>
          </p:cNvPr>
          <p:cNvSpPr>
            <a:spLocks noChangeArrowheads="1"/>
          </p:cNvSpPr>
          <p:nvPr/>
        </p:nvSpPr>
        <p:spPr bwMode="black">
          <a:xfrm>
            <a:off x="457200" y="2684463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2. </a:t>
            </a:r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</a:rPr>
              <a:t>瞬时加速度</a:t>
            </a:r>
            <a:endParaRPr kumimoji="1" lang="zh-CN" altLang="en-US" sz="1200">
              <a:solidFill>
                <a:srgbClr val="66FF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0D638807-63FA-F671-96B6-315960565076}"/>
              </a:ext>
            </a:extLst>
          </p:cNvPr>
          <p:cNvSpPr>
            <a:spLocks noChangeArrowheads="1"/>
          </p:cNvSpPr>
          <p:nvPr/>
        </p:nvSpPr>
        <p:spPr bwMode="black">
          <a:xfrm>
            <a:off x="685800" y="4605338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宋体" panose="02010600030101010101" pitchFamily="2" charset="-122"/>
              </a:rPr>
              <a:t>讨论</a:t>
            </a:r>
            <a:endParaRPr kumimoji="1" lang="zh-CN" altLang="en-US" sz="24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535" name="Rectangle 7">
            <a:extLst>
              <a:ext uri="{FF2B5EF4-FFF2-40B4-BE49-F238E27FC236}">
                <a16:creationId xmlns:a16="http://schemas.microsoft.com/office/drawing/2014/main" id="{D0F51D01-A53E-E0CA-C71E-E378819AA5A3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62000" y="5205413"/>
            <a:ext cx="671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(1) </a:t>
            </a:r>
            <a:r>
              <a:rPr kumimoji="1" lang="zh-CN" altLang="en-US" sz="240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加速度反映速度的变化（</a:t>
            </a:r>
            <a:r>
              <a:rPr kumimoji="1" lang="zh-CN" altLang="en-US" sz="240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大小</a:t>
            </a:r>
            <a:r>
              <a:rPr kumimoji="1" lang="zh-CN" altLang="en-US" sz="240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kumimoji="1" lang="zh-CN" altLang="en-US" sz="240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方向</a:t>
            </a:r>
            <a:r>
              <a:rPr kumimoji="1" lang="zh-CN" altLang="en-US" sz="240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）情况。</a:t>
            </a:r>
          </a:p>
        </p:txBody>
      </p:sp>
      <p:graphicFrame>
        <p:nvGraphicFramePr>
          <p:cNvPr id="22536" name="Object 3">
            <a:extLst>
              <a:ext uri="{FF2B5EF4-FFF2-40B4-BE49-F238E27FC236}">
                <a16:creationId xmlns:a16="http://schemas.microsoft.com/office/drawing/2014/main" id="{1A51BFE3-8309-6FC9-83E7-33540D7F9484}"/>
              </a:ext>
            </a:extLst>
          </p:cNvPr>
          <p:cNvGraphicFramePr>
            <a:graphicFrameLocks/>
          </p:cNvGraphicFramePr>
          <p:nvPr/>
        </p:nvGraphicFramePr>
        <p:xfrm>
          <a:off x="827088" y="3343275"/>
          <a:ext cx="4951412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876800" imgH="807498" progId="Equation.3">
                  <p:embed/>
                </p:oleObj>
              </mc:Choice>
              <mc:Fallback>
                <p:oleObj name="公式" r:id="rId4" imgW="4876800" imgH="807498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27088" y="3343275"/>
                        <a:ext cx="4951412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7" name="Line 9">
            <a:extLst>
              <a:ext uri="{FF2B5EF4-FFF2-40B4-BE49-F238E27FC236}">
                <a16:creationId xmlns:a16="http://schemas.microsoft.com/office/drawing/2014/main" id="{4DFB95C6-945C-80C8-DBD4-1B9E88944619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6891338" y="3529013"/>
            <a:ext cx="684212" cy="452437"/>
          </a:xfrm>
          <a:prstGeom prst="line">
            <a:avLst/>
          </a:prstGeom>
          <a:noFill/>
          <a:ln w="34925">
            <a:solidFill>
              <a:srgbClr val="66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8" name="Line 10">
            <a:extLst>
              <a:ext uri="{FF2B5EF4-FFF2-40B4-BE49-F238E27FC236}">
                <a16:creationId xmlns:a16="http://schemas.microsoft.com/office/drawing/2014/main" id="{E21A1C49-8DDF-1D8C-08DB-70161880F506}"/>
              </a:ext>
            </a:extLst>
          </p:cNvPr>
          <p:cNvSpPr>
            <a:spLocks noChangeShapeType="1"/>
          </p:cNvSpPr>
          <p:nvPr/>
        </p:nvSpPr>
        <p:spPr bwMode="black">
          <a:xfrm>
            <a:off x="6880225" y="3981450"/>
            <a:ext cx="1295400" cy="152400"/>
          </a:xfrm>
          <a:prstGeom prst="line">
            <a:avLst/>
          </a:prstGeom>
          <a:noFill/>
          <a:ln w="31750">
            <a:solidFill>
              <a:srgbClr val="66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9" name="Line 11">
            <a:extLst>
              <a:ext uri="{FF2B5EF4-FFF2-40B4-BE49-F238E27FC236}">
                <a16:creationId xmlns:a16="http://schemas.microsoft.com/office/drawing/2014/main" id="{4F096B54-CEFD-B3CB-B977-91DC859DD6B6}"/>
              </a:ext>
            </a:extLst>
          </p:cNvPr>
          <p:cNvSpPr>
            <a:spLocks noChangeShapeType="1"/>
          </p:cNvSpPr>
          <p:nvPr/>
        </p:nvSpPr>
        <p:spPr bwMode="black">
          <a:xfrm>
            <a:off x="7566025" y="3524250"/>
            <a:ext cx="609600" cy="609600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4" name="Rectangle 12">
            <a:extLst>
              <a:ext uri="{FF2B5EF4-FFF2-40B4-BE49-F238E27FC236}">
                <a16:creationId xmlns:a16="http://schemas.microsoft.com/office/drawing/2014/main" id="{2D9E1D21-D8C2-C41C-8033-A50906624053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947025" y="319881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zh-CN" sz="2400" i="1">
              <a:solidFill>
                <a:srgbClr val="66FF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2541" name="Object 4">
            <a:extLst>
              <a:ext uri="{FF2B5EF4-FFF2-40B4-BE49-F238E27FC236}">
                <a16:creationId xmlns:a16="http://schemas.microsoft.com/office/drawing/2014/main" id="{96C0C060-37D6-33BF-E893-9482B8E07A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7050" y="3429000"/>
          <a:ext cx="482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25998" imgH="320206" progId="Equation.3">
                  <p:embed/>
                </p:oleObj>
              </mc:Choice>
              <mc:Fallback>
                <p:oleObj name="公式" r:id="rId6" imgW="525998" imgH="32020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877050" y="3429000"/>
                        <a:ext cx="482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2" name="Object 5">
            <a:extLst>
              <a:ext uri="{FF2B5EF4-FFF2-40B4-BE49-F238E27FC236}">
                <a16:creationId xmlns:a16="http://schemas.microsoft.com/office/drawing/2014/main" id="{F624BA14-1A9B-06BA-90ED-FD292CDD68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80225" y="4186238"/>
          <a:ext cx="102235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80882" imgH="320206" progId="Equation.3">
                  <p:embed/>
                </p:oleObj>
              </mc:Choice>
              <mc:Fallback>
                <p:oleObj name="公式" r:id="rId8" imgW="1180882" imgH="32020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880225" y="4186238"/>
                        <a:ext cx="102235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3" name="Object 6">
            <a:extLst>
              <a:ext uri="{FF2B5EF4-FFF2-40B4-BE49-F238E27FC236}">
                <a16:creationId xmlns:a16="http://schemas.microsoft.com/office/drawing/2014/main" id="{E7A0E592-B4EB-27B0-4A3C-797B84ABBE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31150" y="3543300"/>
          <a:ext cx="385763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11542" imgH="228434" progId="Equation.3">
                  <p:embed/>
                </p:oleObj>
              </mc:Choice>
              <mc:Fallback>
                <p:oleObj name="公式" r:id="rId10" imgW="411542" imgH="22843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931150" y="3543300"/>
                        <a:ext cx="385763" cy="24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4" name="Freeform 16">
            <a:extLst>
              <a:ext uri="{FF2B5EF4-FFF2-40B4-BE49-F238E27FC236}">
                <a16:creationId xmlns:a16="http://schemas.microsoft.com/office/drawing/2014/main" id="{935A2C8D-A626-6127-6933-43C9B1F794F1}"/>
              </a:ext>
            </a:extLst>
          </p:cNvPr>
          <p:cNvSpPr>
            <a:spLocks/>
          </p:cNvSpPr>
          <p:nvPr/>
        </p:nvSpPr>
        <p:spPr bwMode="black">
          <a:xfrm>
            <a:off x="5181600" y="947738"/>
            <a:ext cx="3276600" cy="1473200"/>
          </a:xfrm>
          <a:custGeom>
            <a:avLst/>
            <a:gdLst>
              <a:gd name="T0" fmla="*/ 0 w 2064"/>
              <a:gd name="T1" fmla="*/ 2147483646 h 928"/>
              <a:gd name="T2" fmla="*/ 2147483646 w 2064"/>
              <a:gd name="T3" fmla="*/ 2147483646 h 928"/>
              <a:gd name="T4" fmla="*/ 2147483646 w 2064"/>
              <a:gd name="T5" fmla="*/ 2147483646 h 928"/>
              <a:gd name="T6" fmla="*/ 2147483646 w 2064"/>
              <a:gd name="T7" fmla="*/ 2147483646 h 928"/>
              <a:gd name="T8" fmla="*/ 2147483646 w 2064"/>
              <a:gd name="T9" fmla="*/ 2147483646 h 9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4"/>
              <a:gd name="T16" fmla="*/ 0 h 928"/>
              <a:gd name="T17" fmla="*/ 2064 w 2064"/>
              <a:gd name="T18" fmla="*/ 928 h 9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4" h="928">
                <a:moveTo>
                  <a:pt x="0" y="928"/>
                </a:moveTo>
                <a:cubicBezTo>
                  <a:pt x="164" y="688"/>
                  <a:pt x="328" y="448"/>
                  <a:pt x="480" y="304"/>
                </a:cubicBezTo>
                <a:cubicBezTo>
                  <a:pt x="632" y="160"/>
                  <a:pt x="744" y="112"/>
                  <a:pt x="912" y="64"/>
                </a:cubicBezTo>
                <a:cubicBezTo>
                  <a:pt x="1080" y="16"/>
                  <a:pt x="1296" y="0"/>
                  <a:pt x="1488" y="16"/>
                </a:cubicBezTo>
                <a:cubicBezTo>
                  <a:pt x="1680" y="32"/>
                  <a:pt x="1968" y="136"/>
                  <a:pt x="2064" y="160"/>
                </a:cubicBezTo>
              </a:path>
            </a:pathLst>
          </a:cu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5" name="Line 17">
            <a:extLst>
              <a:ext uri="{FF2B5EF4-FFF2-40B4-BE49-F238E27FC236}">
                <a16:creationId xmlns:a16="http://schemas.microsoft.com/office/drawing/2014/main" id="{7139EBD7-4964-648C-7458-B6F3F4341AB7}"/>
              </a:ext>
            </a:extLst>
          </p:cNvPr>
          <p:cNvSpPr>
            <a:spLocks noChangeShapeType="1"/>
          </p:cNvSpPr>
          <p:nvPr/>
        </p:nvSpPr>
        <p:spPr bwMode="black">
          <a:xfrm flipH="1" flipV="1">
            <a:off x="5932488" y="1484313"/>
            <a:ext cx="511175" cy="1512887"/>
          </a:xfrm>
          <a:prstGeom prst="line">
            <a:avLst/>
          </a:prstGeom>
          <a:noFill/>
          <a:ln w="31750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6" name="Line 18">
            <a:extLst>
              <a:ext uri="{FF2B5EF4-FFF2-40B4-BE49-F238E27FC236}">
                <a16:creationId xmlns:a16="http://schemas.microsoft.com/office/drawing/2014/main" id="{EF64A69A-1FEB-E354-4E47-C5D519C74018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6443663" y="981075"/>
            <a:ext cx="920750" cy="2016125"/>
          </a:xfrm>
          <a:prstGeom prst="line">
            <a:avLst/>
          </a:prstGeom>
          <a:noFill/>
          <a:ln w="31750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7" name="Line 19">
            <a:extLst>
              <a:ext uri="{FF2B5EF4-FFF2-40B4-BE49-F238E27FC236}">
                <a16:creationId xmlns:a16="http://schemas.microsoft.com/office/drawing/2014/main" id="{B30A226B-D4AB-808F-F0F2-8BC2A7C68389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5924550" y="946150"/>
            <a:ext cx="500063" cy="496888"/>
          </a:xfrm>
          <a:prstGeom prst="line">
            <a:avLst/>
          </a:prstGeom>
          <a:noFill/>
          <a:ln w="3175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8" name="Line 20">
            <a:extLst>
              <a:ext uri="{FF2B5EF4-FFF2-40B4-BE49-F238E27FC236}">
                <a16:creationId xmlns:a16="http://schemas.microsoft.com/office/drawing/2014/main" id="{68A73C55-3995-3CFF-412D-7A1242C511F9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7381875" y="908050"/>
            <a:ext cx="1293813" cy="58738"/>
          </a:xfrm>
          <a:prstGeom prst="line">
            <a:avLst/>
          </a:prstGeom>
          <a:noFill/>
          <a:ln w="3175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9" name="Rectangle 21">
            <a:extLst>
              <a:ext uri="{FF2B5EF4-FFF2-40B4-BE49-F238E27FC236}">
                <a16:creationId xmlns:a16="http://schemas.microsoft.com/office/drawing/2014/main" id="{937FDCA0-3AFF-EB66-352F-B7194ABC18C2}"/>
              </a:ext>
            </a:extLst>
          </p:cNvPr>
          <p:cNvSpPr>
            <a:spLocks noChangeArrowheads="1"/>
          </p:cNvSpPr>
          <p:nvPr/>
        </p:nvSpPr>
        <p:spPr bwMode="black">
          <a:xfrm>
            <a:off x="5537200" y="1042988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66FFCC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2550" name="Rectangle 22">
            <a:extLst>
              <a:ext uri="{FF2B5EF4-FFF2-40B4-BE49-F238E27FC236}">
                <a16:creationId xmlns:a16="http://schemas.microsoft.com/office/drawing/2014/main" id="{3F2F5C64-FD1D-76C4-B7A0-BAB7F2F3298C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380288" y="981075"/>
            <a:ext cx="354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rgbClr val="66FFCC"/>
                </a:solidFill>
                <a:latin typeface="Times New Roman" panose="02020603050405020304" pitchFamily="18" charset="0"/>
              </a:rPr>
              <a:t>B</a:t>
            </a:r>
          </a:p>
        </p:txBody>
      </p:sp>
      <p:graphicFrame>
        <p:nvGraphicFramePr>
          <p:cNvPr id="22551" name="Object 7">
            <a:extLst>
              <a:ext uri="{FF2B5EF4-FFF2-40B4-BE49-F238E27FC236}">
                <a16:creationId xmlns:a16="http://schemas.microsoft.com/office/drawing/2014/main" id="{CD3BE1DE-3477-A6EE-6B66-EB37226638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7763" y="549275"/>
          <a:ext cx="4746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25998" imgH="320206" progId="Equation.3">
                  <p:embed/>
                </p:oleObj>
              </mc:Choice>
              <mc:Fallback>
                <p:oleObj name="公式" r:id="rId12" imgW="525998" imgH="32020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227763" y="549275"/>
                        <a:ext cx="474662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2" name="Object 8">
            <a:extLst>
              <a:ext uri="{FF2B5EF4-FFF2-40B4-BE49-F238E27FC236}">
                <a16:creationId xmlns:a16="http://schemas.microsoft.com/office/drawing/2014/main" id="{9E0E8011-F37B-0160-54E6-D348A1D29C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67625" y="549275"/>
          <a:ext cx="102235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180882" imgH="320206" progId="Equation.3">
                  <p:embed/>
                </p:oleObj>
              </mc:Choice>
              <mc:Fallback>
                <p:oleObj name="公式" r:id="rId14" imgW="1180882" imgH="32020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667625" y="549275"/>
                        <a:ext cx="102235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3" name="Object 9">
            <a:extLst>
              <a:ext uri="{FF2B5EF4-FFF2-40B4-BE49-F238E27FC236}">
                <a16:creationId xmlns:a16="http://schemas.microsoft.com/office/drawing/2014/main" id="{70B264ED-1C9B-DDBD-81A3-260D8BEC07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6013" y="1749425"/>
          <a:ext cx="4635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510571" imgH="320206" progId="Equation.3">
                  <p:embed/>
                </p:oleObj>
              </mc:Choice>
              <mc:Fallback>
                <p:oleObj name="公式" r:id="rId16" imgW="510571" imgH="32020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196013" y="1749425"/>
                        <a:ext cx="463550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4" name="Object 10">
            <a:extLst>
              <a:ext uri="{FF2B5EF4-FFF2-40B4-BE49-F238E27FC236}">
                <a16:creationId xmlns:a16="http://schemas.microsoft.com/office/drawing/2014/main" id="{67D532D3-B628-CD98-8B5D-021B049B3E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9925" y="1844675"/>
          <a:ext cx="99377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173418" imgH="320206" progId="Equation.3">
                  <p:embed/>
                </p:oleObj>
              </mc:Choice>
              <mc:Fallback>
                <p:oleObj name="公式" r:id="rId18" imgW="1173418" imgH="32020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019925" y="1844675"/>
                        <a:ext cx="993775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5" name="Text Box 27">
            <a:extLst>
              <a:ext uri="{FF2B5EF4-FFF2-40B4-BE49-F238E27FC236}">
                <a16:creationId xmlns:a16="http://schemas.microsoft.com/office/drawing/2014/main" id="{2C2975FB-7205-CEA5-ADD2-D42E0E498009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5940425" y="2816225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i="1">
                <a:solidFill>
                  <a:schemeClr val="hlink"/>
                </a:solidFill>
                <a:latin typeface="Times New Roman" panose="02020603050405020304" pitchFamily="18" charset="0"/>
              </a:rPr>
              <a:t>O</a:t>
            </a:r>
            <a:endParaRPr kumimoji="1" lang="en-US" altLang="zh-CN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56" name="Text Box 28">
            <a:extLst>
              <a:ext uri="{FF2B5EF4-FFF2-40B4-BE49-F238E27FC236}">
                <a16:creationId xmlns:a16="http://schemas.microsoft.com/office/drawing/2014/main" id="{056D7CE1-1970-A542-5ADB-9CFE9A7CE3D4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92163" y="5924550"/>
            <a:ext cx="6407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(2) </a:t>
            </a:r>
            <a:r>
              <a:rPr kumimoji="1" lang="zh-CN" altLang="en-US" sz="240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加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速度的方向总是指向轨迹曲线</a:t>
            </a:r>
            <a:r>
              <a:rPr kumimoji="1" lang="zh-CN" altLang="en-US" sz="240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凹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的一面。</a:t>
            </a:r>
          </a:p>
        </p:txBody>
      </p:sp>
      <p:sp>
        <p:nvSpPr>
          <p:cNvPr id="22557" name="Text Box 29">
            <a:extLst>
              <a:ext uri="{FF2B5EF4-FFF2-40B4-BE49-F238E27FC236}">
                <a16:creationId xmlns:a16="http://schemas.microsoft.com/office/drawing/2014/main" id="{36D12378-8779-2B8E-8F6B-4AF8AA247173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300788" y="2781300"/>
            <a:ext cx="301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22558" name="Text Box 30">
            <a:extLst>
              <a:ext uri="{FF2B5EF4-FFF2-40B4-BE49-F238E27FC236}">
                <a16:creationId xmlns:a16="http://schemas.microsoft.com/office/drawing/2014/main" id="{75F8122C-3539-03E2-EE35-98AB4544A6F3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5768975" y="1227138"/>
            <a:ext cx="301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22559" name="Text Box 31">
            <a:extLst>
              <a:ext uri="{FF2B5EF4-FFF2-40B4-BE49-F238E27FC236}">
                <a16:creationId xmlns:a16="http://schemas.microsoft.com/office/drawing/2014/main" id="{937D63B1-CB90-8669-8AB5-011BDB43E149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227888" y="738188"/>
            <a:ext cx="301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22560" name="AutoShape 32">
            <a:extLst>
              <a:ext uri="{FF2B5EF4-FFF2-40B4-BE49-F238E27FC236}">
                <a16:creationId xmlns:a16="http://schemas.microsoft.com/office/drawing/2014/main" id="{D806C9BB-724E-0CB2-AB75-EDE4903AAA41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30200" y="4546600"/>
            <a:ext cx="360363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2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22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2000"/>
                                        <p:tgtEl>
                                          <p:spTgt spid="22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utoUpdateAnimBg="0"/>
      <p:bldP spid="22531" grpId="0" autoUpdateAnimBg="0"/>
      <p:bldP spid="22533" grpId="0" autoUpdateAnimBg="0"/>
      <p:bldP spid="22534" grpId="0" autoUpdateAnimBg="0"/>
      <p:bldP spid="22535" grpId="0" autoUpdateAnimBg="0"/>
      <p:bldP spid="22549" grpId="0" autoUpdateAnimBg="0"/>
      <p:bldP spid="22550" grpId="0" autoUpdateAnimBg="0"/>
      <p:bldP spid="22555" grpId="0" autoUpdateAnimBg="0"/>
      <p:bldP spid="22556" grpId="0"/>
      <p:bldP spid="22557" grpId="0"/>
      <p:bldP spid="22558" grpId="0"/>
      <p:bldP spid="22559" grpId="0"/>
      <p:bldP spid="2256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Line 2">
            <a:extLst>
              <a:ext uri="{FF2B5EF4-FFF2-40B4-BE49-F238E27FC236}">
                <a16:creationId xmlns:a16="http://schemas.microsoft.com/office/drawing/2014/main" id="{C55EF392-176C-95E4-E60D-46CBB91DBF9B}"/>
              </a:ext>
            </a:extLst>
          </p:cNvPr>
          <p:cNvSpPr>
            <a:spLocks noChangeAspect="1" noChangeShapeType="1"/>
          </p:cNvSpPr>
          <p:nvPr/>
        </p:nvSpPr>
        <p:spPr bwMode="black">
          <a:xfrm flipV="1">
            <a:off x="820738" y="962025"/>
            <a:ext cx="1828800" cy="1309688"/>
          </a:xfrm>
          <a:prstGeom prst="line">
            <a:avLst/>
          </a:prstGeom>
          <a:noFill/>
          <a:ln w="34925">
            <a:solidFill>
              <a:srgbClr val="66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15" name="Line 3">
            <a:extLst>
              <a:ext uri="{FF2B5EF4-FFF2-40B4-BE49-F238E27FC236}">
                <a16:creationId xmlns:a16="http://schemas.microsoft.com/office/drawing/2014/main" id="{ED686982-FAA3-4F32-6B3F-15B53FD34C9A}"/>
              </a:ext>
            </a:extLst>
          </p:cNvPr>
          <p:cNvSpPr>
            <a:spLocks noChangeAspect="1" noChangeShapeType="1"/>
          </p:cNvSpPr>
          <p:nvPr/>
        </p:nvSpPr>
        <p:spPr bwMode="black">
          <a:xfrm>
            <a:off x="815975" y="2290763"/>
            <a:ext cx="3468688" cy="439737"/>
          </a:xfrm>
          <a:prstGeom prst="line">
            <a:avLst/>
          </a:prstGeom>
          <a:noFill/>
          <a:ln w="31750">
            <a:solidFill>
              <a:srgbClr val="66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16" name="Line 4">
            <a:extLst>
              <a:ext uri="{FF2B5EF4-FFF2-40B4-BE49-F238E27FC236}">
                <a16:creationId xmlns:a16="http://schemas.microsoft.com/office/drawing/2014/main" id="{541B058E-1F1C-7F15-9FF7-6AA168930B10}"/>
              </a:ext>
            </a:extLst>
          </p:cNvPr>
          <p:cNvSpPr>
            <a:spLocks noChangeAspect="1" noChangeShapeType="1"/>
          </p:cNvSpPr>
          <p:nvPr/>
        </p:nvSpPr>
        <p:spPr bwMode="black">
          <a:xfrm>
            <a:off x="2627313" y="976313"/>
            <a:ext cx="1636712" cy="1760537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8917" name="Object 2">
            <a:extLst>
              <a:ext uri="{FF2B5EF4-FFF2-40B4-BE49-F238E27FC236}">
                <a16:creationId xmlns:a16="http://schemas.microsoft.com/office/drawing/2014/main" id="{F9A77290-EE43-C6F5-2893-098DD78C67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76338" y="1138238"/>
          <a:ext cx="576262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25998" imgH="320206" progId="Equation.3">
                  <p:embed/>
                </p:oleObj>
              </mc:Choice>
              <mc:Fallback>
                <p:oleObj name="公式" r:id="rId2" imgW="525998" imgH="32020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176338" y="1138238"/>
                        <a:ext cx="576262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Object 3">
            <a:extLst>
              <a:ext uri="{FF2B5EF4-FFF2-40B4-BE49-F238E27FC236}">
                <a16:creationId xmlns:a16="http://schemas.microsoft.com/office/drawing/2014/main" id="{ACCBEF1D-FF93-7963-EA53-04F84A7D41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2900" y="2581275"/>
          <a:ext cx="12192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80882" imgH="320206" progId="Equation.3">
                  <p:embed/>
                </p:oleObj>
              </mc:Choice>
              <mc:Fallback>
                <p:oleObj name="Equation" r:id="rId4" imgW="1180882" imgH="32020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612900" y="2581275"/>
                        <a:ext cx="12192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9" name="Object 4">
            <a:extLst>
              <a:ext uri="{FF2B5EF4-FFF2-40B4-BE49-F238E27FC236}">
                <a16:creationId xmlns:a16="http://schemas.microsoft.com/office/drawing/2014/main" id="{E8045F85-0652-583F-7E96-5BA95855ED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84563" y="1571625"/>
          <a:ext cx="4540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1542" imgH="228434" progId="Equation.3">
                  <p:embed/>
                </p:oleObj>
              </mc:Choice>
              <mc:Fallback>
                <p:oleObj name="Equation" r:id="rId6" imgW="411542" imgH="22843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484563" y="1571625"/>
                        <a:ext cx="454025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0" name="AutoShape 8">
            <a:extLst>
              <a:ext uri="{FF2B5EF4-FFF2-40B4-BE49-F238E27FC236}">
                <a16:creationId xmlns:a16="http://schemas.microsoft.com/office/drawing/2014/main" id="{5C717E26-D9B4-437D-D538-3656C9A1E2DB}"/>
              </a:ext>
            </a:extLst>
          </p:cNvPr>
          <p:cNvSpPr>
            <a:spLocks/>
          </p:cNvSpPr>
          <p:nvPr/>
        </p:nvSpPr>
        <p:spPr bwMode="black">
          <a:xfrm rot="-4885655">
            <a:off x="3467100" y="2197100"/>
            <a:ext cx="287338" cy="1252538"/>
          </a:xfrm>
          <a:prstGeom prst="leftBrace">
            <a:avLst>
              <a:gd name="adj1" fmla="val 36326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8921" name="Line 9">
            <a:extLst>
              <a:ext uri="{FF2B5EF4-FFF2-40B4-BE49-F238E27FC236}">
                <a16:creationId xmlns:a16="http://schemas.microsoft.com/office/drawing/2014/main" id="{D1EC3758-F9C2-E216-75DB-46D3266A76B0}"/>
              </a:ext>
            </a:extLst>
          </p:cNvPr>
          <p:cNvSpPr>
            <a:spLocks noChangeShapeType="1"/>
          </p:cNvSpPr>
          <p:nvPr/>
        </p:nvSpPr>
        <p:spPr bwMode="black">
          <a:xfrm>
            <a:off x="2641600" y="996950"/>
            <a:ext cx="360363" cy="1584325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2" name="AutoShape 10">
            <a:extLst>
              <a:ext uri="{FF2B5EF4-FFF2-40B4-BE49-F238E27FC236}">
                <a16:creationId xmlns:a16="http://schemas.microsoft.com/office/drawing/2014/main" id="{E8C78C86-70BD-1CE2-C098-A5BBEBA0DD95}"/>
              </a:ext>
            </a:extLst>
          </p:cNvPr>
          <p:cNvSpPr>
            <a:spLocks/>
          </p:cNvSpPr>
          <p:nvPr/>
        </p:nvSpPr>
        <p:spPr bwMode="black">
          <a:xfrm rot="20924682" flipH="1">
            <a:off x="2906713" y="908050"/>
            <a:ext cx="298450" cy="1631950"/>
          </a:xfrm>
          <a:prstGeom prst="leftBrace">
            <a:avLst>
              <a:gd name="adj1" fmla="val 45567"/>
              <a:gd name="adj2" fmla="val 21602"/>
            </a:avLst>
          </a:prstGeom>
          <a:noFill/>
          <a:ln w="38100">
            <a:solidFill>
              <a:srgbClr val="FF99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8923" name="Object 5">
            <a:extLst>
              <a:ext uri="{FF2B5EF4-FFF2-40B4-BE49-F238E27FC236}">
                <a16:creationId xmlns:a16="http://schemas.microsoft.com/office/drawing/2014/main" id="{533FBE3F-3576-137D-296E-55AC5C8484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7863" y="3013075"/>
          <a:ext cx="693737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62847" imgH="373574" progId="Equation.3">
                  <p:embed/>
                </p:oleObj>
              </mc:Choice>
              <mc:Fallback>
                <p:oleObj name="公式" r:id="rId8" imgW="662847" imgH="37357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217863" y="3013075"/>
                        <a:ext cx="693737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4" name="Object 6">
            <a:extLst>
              <a:ext uri="{FF2B5EF4-FFF2-40B4-BE49-F238E27FC236}">
                <a16:creationId xmlns:a16="http://schemas.microsoft.com/office/drawing/2014/main" id="{F96C2EC2-4D2F-CBBB-6B26-371EBEDD1E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6425" y="996950"/>
          <a:ext cx="5842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48889" imgH="343149" progId="Equation.3">
                  <p:embed/>
                </p:oleObj>
              </mc:Choice>
              <mc:Fallback>
                <p:oleObj name="公式" r:id="rId10" imgW="548889" imgH="34314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146425" y="996950"/>
                        <a:ext cx="58420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5" name="Object 7">
            <a:extLst>
              <a:ext uri="{FF2B5EF4-FFF2-40B4-BE49-F238E27FC236}">
                <a16:creationId xmlns:a16="http://schemas.microsoft.com/office/drawing/2014/main" id="{1C2B4B1F-7C83-88E6-3A36-3C1DEC13673D}"/>
              </a:ext>
            </a:extLst>
          </p:cNvPr>
          <p:cNvGraphicFramePr>
            <a:graphicFrameLocks/>
          </p:cNvGraphicFramePr>
          <p:nvPr/>
        </p:nvGraphicFramePr>
        <p:xfrm>
          <a:off x="876300" y="4114800"/>
          <a:ext cx="233838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164204" imgH="320206" progId="Equation.3">
                  <p:embed/>
                </p:oleObj>
              </mc:Choice>
              <mc:Fallback>
                <p:oleObj name="公式" r:id="rId12" imgW="2164204" imgH="320206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76300" y="4114800"/>
                        <a:ext cx="2338388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6" name="AutoShape 14">
            <a:extLst>
              <a:ext uri="{FF2B5EF4-FFF2-40B4-BE49-F238E27FC236}">
                <a16:creationId xmlns:a16="http://schemas.microsoft.com/office/drawing/2014/main" id="{0360FFA8-DB2F-7D4F-F704-58098112E2A5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563938" y="4149725"/>
            <a:ext cx="503237" cy="287338"/>
          </a:xfrm>
          <a:prstGeom prst="rightArrow">
            <a:avLst>
              <a:gd name="adj1" fmla="val 50000"/>
              <a:gd name="adj2" fmla="val 43784"/>
            </a:avLst>
          </a:prstGeom>
          <a:solidFill>
            <a:srgbClr val="FF3300"/>
          </a:solidFill>
          <a:ln w="9525">
            <a:solidFill>
              <a:srgbClr val="FF9999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8927" name="Object 8">
            <a:extLst>
              <a:ext uri="{FF2B5EF4-FFF2-40B4-BE49-F238E27FC236}">
                <a16:creationId xmlns:a16="http://schemas.microsoft.com/office/drawing/2014/main" id="{37F2BC01-46D9-EE3D-0F47-169ADE9EEB1D}"/>
              </a:ext>
            </a:extLst>
          </p:cNvPr>
          <p:cNvGraphicFramePr>
            <a:graphicFrameLocks/>
          </p:cNvGraphicFramePr>
          <p:nvPr/>
        </p:nvGraphicFramePr>
        <p:xfrm>
          <a:off x="4716463" y="3933825"/>
          <a:ext cx="3960812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752662" imgH="564102" progId="Equation.3">
                  <p:embed/>
                </p:oleObj>
              </mc:Choice>
              <mc:Fallback>
                <p:oleObj name="公式" r:id="rId14" imgW="1752662" imgH="564102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716463" y="3933825"/>
                        <a:ext cx="3960812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52" name="Group 16">
            <a:extLst>
              <a:ext uri="{FF2B5EF4-FFF2-40B4-BE49-F238E27FC236}">
                <a16:creationId xmlns:a16="http://schemas.microsoft.com/office/drawing/2014/main" id="{E074684F-8DF1-985E-CE05-3FBF195BFEE9}"/>
              </a:ext>
            </a:extLst>
          </p:cNvPr>
          <p:cNvGrpSpPr>
            <a:grpSpLocks/>
          </p:cNvGrpSpPr>
          <p:nvPr/>
        </p:nvGrpSpPr>
        <p:grpSpPr bwMode="auto">
          <a:xfrm>
            <a:off x="4932363" y="404813"/>
            <a:ext cx="3887787" cy="3384550"/>
            <a:chOff x="3107" y="255"/>
            <a:chExt cx="2449" cy="2132"/>
          </a:xfrm>
        </p:grpSpPr>
        <p:sp>
          <p:nvSpPr>
            <p:cNvPr id="14361" name="Rectangle 17">
              <a:extLst>
                <a:ext uri="{FF2B5EF4-FFF2-40B4-BE49-F238E27FC236}">
                  <a16:creationId xmlns:a16="http://schemas.microsoft.com/office/drawing/2014/main" id="{DE353DBE-A752-52DE-A990-F358D3271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7" y="255"/>
              <a:ext cx="2449" cy="2132"/>
            </a:xfrm>
            <a:prstGeom prst="rect">
              <a:avLst/>
            </a:prstGeom>
            <a:solidFill>
              <a:srgbClr val="336699"/>
            </a:solidFill>
            <a:ln w="2857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62" name="Freeform 18">
              <a:extLst>
                <a:ext uri="{FF2B5EF4-FFF2-40B4-BE49-F238E27FC236}">
                  <a16:creationId xmlns:a16="http://schemas.microsoft.com/office/drawing/2014/main" id="{85373319-1BF9-903D-3AA2-8D585F795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769"/>
              <a:ext cx="2064" cy="928"/>
            </a:xfrm>
            <a:custGeom>
              <a:avLst/>
              <a:gdLst>
                <a:gd name="T0" fmla="*/ 0 w 2064"/>
                <a:gd name="T1" fmla="*/ 928 h 928"/>
                <a:gd name="T2" fmla="*/ 480 w 2064"/>
                <a:gd name="T3" fmla="*/ 304 h 928"/>
                <a:gd name="T4" fmla="*/ 912 w 2064"/>
                <a:gd name="T5" fmla="*/ 64 h 928"/>
                <a:gd name="T6" fmla="*/ 1488 w 2064"/>
                <a:gd name="T7" fmla="*/ 16 h 928"/>
                <a:gd name="T8" fmla="*/ 2064 w 2064"/>
                <a:gd name="T9" fmla="*/ 160 h 9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64"/>
                <a:gd name="T16" fmla="*/ 0 h 928"/>
                <a:gd name="T17" fmla="*/ 2064 w 2064"/>
                <a:gd name="T18" fmla="*/ 928 h 9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64" h="928">
                  <a:moveTo>
                    <a:pt x="0" y="928"/>
                  </a:moveTo>
                  <a:cubicBezTo>
                    <a:pt x="164" y="688"/>
                    <a:pt x="328" y="448"/>
                    <a:pt x="480" y="304"/>
                  </a:cubicBezTo>
                  <a:cubicBezTo>
                    <a:pt x="632" y="160"/>
                    <a:pt x="744" y="112"/>
                    <a:pt x="912" y="64"/>
                  </a:cubicBezTo>
                  <a:cubicBezTo>
                    <a:pt x="1080" y="16"/>
                    <a:pt x="1296" y="0"/>
                    <a:pt x="1488" y="16"/>
                  </a:cubicBezTo>
                  <a:cubicBezTo>
                    <a:pt x="1680" y="32"/>
                    <a:pt x="1968" y="136"/>
                    <a:pt x="2064" y="160"/>
                  </a:cubicBezTo>
                </a:path>
              </a:pathLst>
            </a:cu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3" name="Line 19">
              <a:extLst>
                <a:ext uri="{FF2B5EF4-FFF2-40B4-BE49-F238E27FC236}">
                  <a16:creationId xmlns:a16="http://schemas.microsoft.com/office/drawing/2014/main" id="{13FE9D60-B186-6EE3-5248-A1C2A47E37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6" y="1057"/>
              <a:ext cx="138" cy="979"/>
            </a:xfrm>
            <a:prstGeom prst="line">
              <a:avLst/>
            </a:prstGeom>
            <a:noFill/>
            <a:ln w="31750">
              <a:solidFill>
                <a:srgbClr val="66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4" name="Line 20">
              <a:extLst>
                <a:ext uri="{FF2B5EF4-FFF2-40B4-BE49-F238E27FC236}">
                  <a16:creationId xmlns:a16="http://schemas.microsoft.com/office/drawing/2014/main" id="{9178E46D-CC3A-DDB6-022B-884920ACDF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6" y="769"/>
              <a:ext cx="1050" cy="1267"/>
            </a:xfrm>
            <a:prstGeom prst="line">
              <a:avLst/>
            </a:prstGeom>
            <a:noFill/>
            <a:ln w="31750">
              <a:solidFill>
                <a:srgbClr val="66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5" name="Line 21">
              <a:extLst>
                <a:ext uri="{FF2B5EF4-FFF2-40B4-BE49-F238E27FC236}">
                  <a16:creationId xmlns:a16="http://schemas.microsoft.com/office/drawing/2014/main" id="{E4B8688B-A1E9-2570-77CB-D912230F34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4" y="769"/>
              <a:ext cx="432" cy="288"/>
            </a:xfrm>
            <a:prstGeom prst="line">
              <a:avLst/>
            </a:prstGeom>
            <a:noFill/>
            <a:ln w="3175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6" name="Line 22">
              <a:extLst>
                <a:ext uri="{FF2B5EF4-FFF2-40B4-BE49-F238E27FC236}">
                  <a16:creationId xmlns:a16="http://schemas.microsoft.com/office/drawing/2014/main" id="{58D51CC2-C0B2-CF17-B0F6-3D54EA9B60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4" y="769"/>
              <a:ext cx="816" cy="96"/>
            </a:xfrm>
            <a:prstGeom prst="line">
              <a:avLst/>
            </a:prstGeom>
            <a:noFill/>
            <a:ln w="3175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7" name="Rectangle 23">
              <a:extLst>
                <a:ext uri="{FF2B5EF4-FFF2-40B4-BE49-F238E27FC236}">
                  <a16:creationId xmlns:a16="http://schemas.microsoft.com/office/drawing/2014/main" id="{9E62874B-180D-5D9D-CA47-DC858FC81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769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solidFill>
                    <a:srgbClr val="66FFCC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4368" name="Rectangle 24">
              <a:extLst>
                <a:ext uri="{FF2B5EF4-FFF2-40B4-BE49-F238E27FC236}">
                  <a16:creationId xmlns:a16="http://schemas.microsoft.com/office/drawing/2014/main" id="{28A516AF-53D5-9BD3-4318-B20F0E16F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836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i="1">
                  <a:solidFill>
                    <a:srgbClr val="66FFCC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graphicFrame>
          <p:nvGraphicFramePr>
            <p:cNvPr id="14369" name="Object 12">
              <a:extLst>
                <a:ext uri="{FF2B5EF4-FFF2-40B4-BE49-F238E27FC236}">
                  <a16:creationId xmlns:a16="http://schemas.microsoft.com/office/drawing/2014/main" id="{B747F22B-C0E5-9EE5-61C6-1FFA76596DF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96" y="596"/>
            <a:ext cx="376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525998" imgH="320206" progId="Equation.3">
                    <p:embed/>
                  </p:oleObj>
                </mc:Choice>
                <mc:Fallback>
                  <p:oleObj name="Equation" r:id="rId16" imgW="525998" imgH="320206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596"/>
                          <a:ext cx="376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0" name="Object 13">
              <a:extLst>
                <a:ext uri="{FF2B5EF4-FFF2-40B4-BE49-F238E27FC236}">
                  <a16:creationId xmlns:a16="http://schemas.microsoft.com/office/drawing/2014/main" id="{92D491D6-2419-59B9-EC36-05B63BA75C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72" y="548"/>
            <a:ext cx="803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180882" imgH="320206" progId="Equation.3">
                    <p:embed/>
                  </p:oleObj>
                </mc:Choice>
                <mc:Fallback>
                  <p:oleObj name="Equation" r:id="rId18" imgW="1180882" imgH="320206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548"/>
                          <a:ext cx="803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1" name="Object 14">
              <a:extLst>
                <a:ext uri="{FF2B5EF4-FFF2-40B4-BE49-F238E27FC236}">
                  <a16:creationId xmlns:a16="http://schemas.microsoft.com/office/drawing/2014/main" id="{B718CDCE-7FB5-28BA-3609-FEC06AA1D1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88" y="1183"/>
            <a:ext cx="175" cy="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205522" imgH="129679" progId="Equation.3">
                    <p:embed/>
                  </p:oleObj>
                </mc:Choice>
                <mc:Fallback>
                  <p:oleObj name="公式" r:id="rId20" imgW="205522" imgH="129679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1183"/>
                          <a:ext cx="175" cy="1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2" name="Object 15">
              <a:extLst>
                <a:ext uri="{FF2B5EF4-FFF2-40B4-BE49-F238E27FC236}">
                  <a16:creationId xmlns:a16="http://schemas.microsoft.com/office/drawing/2014/main" id="{09E27B7A-EB84-DF0C-C3DE-2D3F70B2A69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39" y="1424"/>
            <a:ext cx="352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487680" imgH="129679" progId="Equation.3">
                    <p:embed/>
                  </p:oleObj>
                </mc:Choice>
                <mc:Fallback>
                  <p:oleObj name="公式" r:id="rId22" imgW="487680" imgH="129679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9" y="1424"/>
                          <a:ext cx="352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73" name="Text Box 29">
              <a:extLst>
                <a:ext uri="{FF2B5EF4-FFF2-40B4-BE49-F238E27FC236}">
                  <a16:creationId xmlns:a16="http://schemas.microsoft.com/office/drawing/2014/main" id="{9B2C60F2-7D93-7497-2E1F-8881174D56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6" y="1788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FFF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800" i="1">
                  <a:solidFill>
                    <a:srgbClr val="FFFFFF"/>
                  </a:solidFill>
                  <a:latin typeface="Times New Roman" panose="02020603050405020304" pitchFamily="18" charset="0"/>
                </a:rPr>
                <a:t>O</a:t>
              </a:r>
              <a:endParaRPr kumimoji="1" lang="en-US" altLang="zh-CN" sz="440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8942" name="Arc 30">
            <a:extLst>
              <a:ext uri="{FF2B5EF4-FFF2-40B4-BE49-F238E27FC236}">
                <a16:creationId xmlns:a16="http://schemas.microsoft.com/office/drawing/2014/main" id="{29ACD1AA-E22F-198D-0730-025C5A9D7762}"/>
              </a:ext>
            </a:extLst>
          </p:cNvPr>
          <p:cNvSpPr>
            <a:spLocks noChangeAspect="1"/>
          </p:cNvSpPr>
          <p:nvPr/>
        </p:nvSpPr>
        <p:spPr bwMode="black">
          <a:xfrm rot="2097566">
            <a:off x="1331913" y="936625"/>
            <a:ext cx="2116137" cy="2116138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00FF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43" name="Rectangle 31">
            <a:extLst>
              <a:ext uri="{FF2B5EF4-FFF2-40B4-BE49-F238E27FC236}">
                <a16:creationId xmlns:a16="http://schemas.microsoft.com/office/drawing/2014/main" id="{72E54D73-2DD7-E383-3D23-6376023D64F1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55650" y="5348288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Times New Roman" panose="02020603050405020304" pitchFamily="18" charset="0"/>
              </a:rPr>
              <a:t>结论：</a:t>
            </a:r>
          </a:p>
        </p:txBody>
      </p:sp>
      <p:graphicFrame>
        <p:nvGraphicFramePr>
          <p:cNvPr id="38944" name="Object 9">
            <a:extLst>
              <a:ext uri="{FF2B5EF4-FFF2-40B4-BE49-F238E27FC236}">
                <a16:creationId xmlns:a16="http://schemas.microsoft.com/office/drawing/2014/main" id="{4F292554-5183-5C0C-F315-56C5D43904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5734050"/>
          <a:ext cx="1243012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434433" imgH="129679" progId="Equation.3">
                  <p:embed/>
                </p:oleObj>
              </mc:Choice>
              <mc:Fallback>
                <p:oleObj name="公式" r:id="rId24" imgW="434433" imgH="12967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979613" y="5734050"/>
                        <a:ext cx="1243012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45" name="AutoShape 33">
            <a:extLst>
              <a:ext uri="{FF2B5EF4-FFF2-40B4-BE49-F238E27FC236}">
                <a16:creationId xmlns:a16="http://schemas.microsoft.com/office/drawing/2014/main" id="{78B83525-5C69-09DD-EF73-316FFCF23B95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419475" y="5805488"/>
            <a:ext cx="503238" cy="287337"/>
          </a:xfrm>
          <a:prstGeom prst="rightArrow">
            <a:avLst>
              <a:gd name="adj1" fmla="val 50000"/>
              <a:gd name="adj2" fmla="val 43785"/>
            </a:avLst>
          </a:prstGeom>
          <a:solidFill>
            <a:srgbClr val="FF3300"/>
          </a:solidFill>
          <a:ln w="9525">
            <a:solidFill>
              <a:srgbClr val="FF9999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8946" name="Object 10">
            <a:extLst>
              <a:ext uri="{FF2B5EF4-FFF2-40B4-BE49-F238E27FC236}">
                <a16:creationId xmlns:a16="http://schemas.microsoft.com/office/drawing/2014/main" id="{A79CC35A-17F6-0D07-6FC0-85DD5CFED0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1788" y="5556250"/>
          <a:ext cx="1150937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388651" imgH="320206" progId="Equation.3">
                  <p:embed/>
                </p:oleObj>
              </mc:Choice>
              <mc:Fallback>
                <p:oleObj name="公式" r:id="rId26" imgW="388651" imgH="32020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141788" y="5556250"/>
                        <a:ext cx="1150937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47" name="Object 11">
            <a:extLst>
              <a:ext uri="{FF2B5EF4-FFF2-40B4-BE49-F238E27FC236}">
                <a16:creationId xmlns:a16="http://schemas.microsoft.com/office/drawing/2014/main" id="{AE6B8034-FA0B-9864-A8EF-BC0B7A586FBD}"/>
              </a:ext>
            </a:extLst>
          </p:cNvPr>
          <p:cNvGraphicFramePr>
            <a:graphicFrameLocks/>
          </p:cNvGraphicFramePr>
          <p:nvPr/>
        </p:nvGraphicFramePr>
        <p:xfrm>
          <a:off x="6011863" y="5518150"/>
          <a:ext cx="208915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800193" imgH="343149" progId="Equation.3">
                  <p:embed/>
                </p:oleObj>
              </mc:Choice>
              <mc:Fallback>
                <p:oleObj name="公式" r:id="rId28" imgW="800193" imgH="343149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011863" y="5518150"/>
                        <a:ext cx="208915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948" name="Picture 36" descr="j0293240">
            <a:extLst>
              <a:ext uri="{FF2B5EF4-FFF2-40B4-BE49-F238E27FC236}">
                <a16:creationId xmlns:a16="http://schemas.microsoft.com/office/drawing/2014/main" id="{98F71C2F-F932-F674-FF74-576372DBD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49" name="Line 37">
            <a:extLst>
              <a:ext uri="{FF2B5EF4-FFF2-40B4-BE49-F238E27FC236}">
                <a16:creationId xmlns:a16="http://schemas.microsoft.com/office/drawing/2014/main" id="{22B519B1-66F2-FDCE-0848-48C1A84DBE2B}"/>
              </a:ext>
            </a:extLst>
          </p:cNvPr>
          <p:cNvSpPr>
            <a:spLocks noChangeShapeType="1"/>
          </p:cNvSpPr>
          <p:nvPr/>
        </p:nvSpPr>
        <p:spPr bwMode="black">
          <a:xfrm>
            <a:off x="3028950" y="2555875"/>
            <a:ext cx="1225550" cy="1524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8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8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89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89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89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89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89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8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89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89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89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89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8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0" grpId="0" animBg="1"/>
      <p:bldP spid="38922" grpId="0" animBg="1"/>
      <p:bldP spid="38926" grpId="0" animBg="1"/>
      <p:bldP spid="38943" grpId="0" build="p" autoUpdateAnimBg="0"/>
      <p:bldP spid="3894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D92DA68F-2CAA-F907-BAEB-BCAA4EE8AE16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00088" y="328613"/>
            <a:ext cx="78041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>
                <a:solidFill>
                  <a:srgbClr val="66FF33"/>
                </a:solidFill>
                <a:latin typeface="Times New Roman" panose="02020603050405020304" pitchFamily="18" charset="0"/>
              </a:rPr>
              <a:t>§</a:t>
            </a:r>
            <a:r>
              <a:rPr kumimoji="1" lang="en-US" altLang="zh-CN" sz="3200">
                <a:solidFill>
                  <a:srgbClr val="66FF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1.3</a:t>
            </a:r>
            <a:r>
              <a:rPr kumimoji="1" lang="en-US" altLang="zh-CN" sz="32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32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用直角坐标表示位移、速度和加速度</a:t>
            </a:r>
          </a:p>
        </p:txBody>
      </p:sp>
      <p:sp>
        <p:nvSpPr>
          <p:cNvPr id="23555" name="Text Box 3">
            <a:extLst>
              <a:ext uri="{FF2B5EF4-FFF2-40B4-BE49-F238E27FC236}">
                <a16:creationId xmlns:a16="http://schemas.microsoft.com/office/drawing/2014/main" id="{0FA02F57-746B-359A-D043-C6809AE7B42D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52400" y="949325"/>
            <a:ext cx="1682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宋体" panose="02010600030101010101" pitchFamily="2" charset="-122"/>
              </a:rPr>
              <a:t>一</a:t>
            </a:r>
            <a:r>
              <a:rPr kumimoji="1" lang="en-US" altLang="zh-CN" sz="2800">
                <a:latin typeface="Times New Roman" panose="02020603050405020304" pitchFamily="18" charset="0"/>
              </a:rPr>
              <a:t>. </a:t>
            </a:r>
            <a:r>
              <a:rPr kumimoji="1" lang="zh-CN" altLang="en-US" sz="2800">
                <a:latin typeface="宋体" panose="02010600030101010101" pitchFamily="2" charset="-122"/>
              </a:rPr>
              <a:t>位移</a:t>
            </a:r>
          </a:p>
        </p:txBody>
      </p:sp>
      <p:graphicFrame>
        <p:nvGraphicFramePr>
          <p:cNvPr id="23556" name="Object 2">
            <a:extLst>
              <a:ext uri="{FF2B5EF4-FFF2-40B4-BE49-F238E27FC236}">
                <a16:creationId xmlns:a16="http://schemas.microsoft.com/office/drawing/2014/main" id="{201E29D2-8A95-67F8-FA84-BD833E0758B4}"/>
              </a:ext>
            </a:extLst>
          </p:cNvPr>
          <p:cNvGraphicFramePr>
            <a:graphicFrameLocks/>
          </p:cNvGraphicFramePr>
          <p:nvPr/>
        </p:nvGraphicFramePr>
        <p:xfrm>
          <a:off x="4152900" y="4584700"/>
          <a:ext cx="15351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63040" imgH="343149" progId="Equation.3">
                  <p:embed/>
                </p:oleObj>
              </mc:Choice>
              <mc:Fallback>
                <p:oleObj name="公式" r:id="rId2" imgW="1463040" imgH="343149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152900" y="4584700"/>
                        <a:ext cx="15351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3">
            <a:extLst>
              <a:ext uri="{FF2B5EF4-FFF2-40B4-BE49-F238E27FC236}">
                <a16:creationId xmlns:a16="http://schemas.microsoft.com/office/drawing/2014/main" id="{393EACF6-5095-8273-D0CB-B86AB15FEE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5133975"/>
          <a:ext cx="305117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987289" imgH="373574" progId="Equation.3">
                  <p:embed/>
                </p:oleObj>
              </mc:Choice>
              <mc:Fallback>
                <p:oleObj name="公式" r:id="rId4" imgW="2987289" imgH="37357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476375" y="5133975"/>
                        <a:ext cx="305117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Line 6">
            <a:extLst>
              <a:ext uri="{FF2B5EF4-FFF2-40B4-BE49-F238E27FC236}">
                <a16:creationId xmlns:a16="http://schemas.microsoft.com/office/drawing/2014/main" id="{530BDC5E-2B02-D07F-5817-06F4F4401DE2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6427788" y="1719263"/>
            <a:ext cx="0" cy="18542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9" name="Line 7">
            <a:extLst>
              <a:ext uri="{FF2B5EF4-FFF2-40B4-BE49-F238E27FC236}">
                <a16:creationId xmlns:a16="http://schemas.microsoft.com/office/drawing/2014/main" id="{ABEA4C0F-5CBD-7574-DCAF-580B39D5B697}"/>
              </a:ext>
            </a:extLst>
          </p:cNvPr>
          <p:cNvSpPr>
            <a:spLocks noChangeShapeType="1"/>
          </p:cNvSpPr>
          <p:nvPr/>
        </p:nvSpPr>
        <p:spPr bwMode="black">
          <a:xfrm flipH="1">
            <a:off x="5665788" y="3573463"/>
            <a:ext cx="762000" cy="6858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0" name="Line 8">
            <a:extLst>
              <a:ext uri="{FF2B5EF4-FFF2-40B4-BE49-F238E27FC236}">
                <a16:creationId xmlns:a16="http://schemas.microsoft.com/office/drawing/2014/main" id="{BA557F32-F8EB-4EE2-03D7-4FF581678D11}"/>
              </a:ext>
            </a:extLst>
          </p:cNvPr>
          <p:cNvSpPr>
            <a:spLocks noChangeShapeType="1"/>
          </p:cNvSpPr>
          <p:nvPr/>
        </p:nvSpPr>
        <p:spPr bwMode="black">
          <a:xfrm>
            <a:off x="6427788" y="3573463"/>
            <a:ext cx="1944687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1" name="Line 9">
            <a:extLst>
              <a:ext uri="{FF2B5EF4-FFF2-40B4-BE49-F238E27FC236}">
                <a16:creationId xmlns:a16="http://schemas.microsoft.com/office/drawing/2014/main" id="{368EA040-7FCD-9F81-EC70-2ECFB3A33EAB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6427788" y="2276475"/>
            <a:ext cx="533400" cy="1296988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2" name="Line 10">
            <a:extLst>
              <a:ext uri="{FF2B5EF4-FFF2-40B4-BE49-F238E27FC236}">
                <a16:creationId xmlns:a16="http://schemas.microsoft.com/office/drawing/2014/main" id="{DC360F08-46EE-17A1-D4F7-0A1826392964}"/>
              </a:ext>
            </a:extLst>
          </p:cNvPr>
          <p:cNvSpPr>
            <a:spLocks noChangeShapeType="1"/>
          </p:cNvSpPr>
          <p:nvPr/>
        </p:nvSpPr>
        <p:spPr bwMode="black">
          <a:xfrm>
            <a:off x="6427788" y="3573463"/>
            <a:ext cx="1295400" cy="22860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3" name="Line 11">
            <a:extLst>
              <a:ext uri="{FF2B5EF4-FFF2-40B4-BE49-F238E27FC236}">
                <a16:creationId xmlns:a16="http://schemas.microsoft.com/office/drawing/2014/main" id="{8688D693-444A-9F34-6F19-C50F210E2572}"/>
              </a:ext>
            </a:extLst>
          </p:cNvPr>
          <p:cNvSpPr>
            <a:spLocks noChangeShapeType="1"/>
          </p:cNvSpPr>
          <p:nvPr/>
        </p:nvSpPr>
        <p:spPr bwMode="black">
          <a:xfrm>
            <a:off x="6931025" y="2276475"/>
            <a:ext cx="763588" cy="1511300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4" name="Rectangle 12">
            <a:extLst>
              <a:ext uri="{FF2B5EF4-FFF2-40B4-BE49-F238E27FC236}">
                <a16:creationId xmlns:a16="http://schemas.microsoft.com/office/drawing/2014/main" id="{9AB5AB03-D034-6D96-B8C5-C8F406B30D4F}"/>
              </a:ext>
            </a:extLst>
          </p:cNvPr>
          <p:cNvSpPr>
            <a:spLocks noChangeArrowheads="1"/>
          </p:cNvSpPr>
          <p:nvPr/>
        </p:nvSpPr>
        <p:spPr bwMode="black">
          <a:xfrm>
            <a:off x="5876925" y="3960813"/>
            <a:ext cx="374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i="1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>
                <a:solidFill>
                  <a:srgbClr val="66FFCC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3565" name="Rectangle 13">
            <a:extLst>
              <a:ext uri="{FF2B5EF4-FFF2-40B4-BE49-F238E27FC236}">
                <a16:creationId xmlns:a16="http://schemas.microsoft.com/office/drawing/2014/main" id="{0DE3275D-E176-400A-AFCB-F58C8FA08A28}"/>
              </a:ext>
            </a:extLst>
          </p:cNvPr>
          <p:cNvSpPr>
            <a:spLocks noChangeArrowheads="1"/>
          </p:cNvSpPr>
          <p:nvPr/>
        </p:nvSpPr>
        <p:spPr bwMode="black">
          <a:xfrm>
            <a:off x="8034338" y="3097213"/>
            <a:ext cx="2968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i="1">
                <a:solidFill>
                  <a:schemeClr val="hlink"/>
                </a:solidFill>
                <a:latin typeface="Times New Roman" panose="02020603050405020304" pitchFamily="18" charset="0"/>
              </a:rPr>
              <a:t>y</a:t>
            </a:r>
          </a:p>
        </p:txBody>
      </p:sp>
      <p:sp>
        <p:nvSpPr>
          <p:cNvPr id="23566" name="Rectangle 14">
            <a:extLst>
              <a:ext uri="{FF2B5EF4-FFF2-40B4-BE49-F238E27FC236}">
                <a16:creationId xmlns:a16="http://schemas.microsoft.com/office/drawing/2014/main" id="{EF2E1A9F-E5F6-90B8-1691-B971FCA6B729}"/>
              </a:ext>
            </a:extLst>
          </p:cNvPr>
          <p:cNvSpPr>
            <a:spLocks noChangeArrowheads="1"/>
          </p:cNvSpPr>
          <p:nvPr/>
        </p:nvSpPr>
        <p:spPr bwMode="black">
          <a:xfrm>
            <a:off x="6484938" y="1700213"/>
            <a:ext cx="28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i="1">
                <a:solidFill>
                  <a:schemeClr val="hlink"/>
                </a:solidFill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23567" name="Rectangle 15">
            <a:extLst>
              <a:ext uri="{FF2B5EF4-FFF2-40B4-BE49-F238E27FC236}">
                <a16:creationId xmlns:a16="http://schemas.microsoft.com/office/drawing/2014/main" id="{8CAE52EB-C717-9223-FF6B-8B2AFE9A9F37}"/>
              </a:ext>
            </a:extLst>
          </p:cNvPr>
          <p:cNvSpPr>
            <a:spLocks noChangeArrowheads="1"/>
          </p:cNvSpPr>
          <p:nvPr/>
        </p:nvSpPr>
        <p:spPr bwMode="black">
          <a:xfrm>
            <a:off x="6211888" y="3557588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i="1">
                <a:solidFill>
                  <a:schemeClr val="hlink"/>
                </a:solidFill>
                <a:latin typeface="Times New Roman" panose="02020603050405020304" pitchFamily="18" charset="0"/>
              </a:rPr>
              <a:t>O</a:t>
            </a:r>
            <a:endParaRPr kumimoji="1" lang="en-US" altLang="zh-CN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3568" name="Object 4">
            <a:extLst>
              <a:ext uri="{FF2B5EF4-FFF2-40B4-BE49-F238E27FC236}">
                <a16:creationId xmlns:a16="http://schemas.microsoft.com/office/drawing/2014/main" id="{D4835EA1-F9B2-E6A7-21AB-5749F3C5D5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91388" y="2713038"/>
          <a:ext cx="349250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58296" imgH="220952" progId="Equation.3">
                  <p:embed/>
                </p:oleObj>
              </mc:Choice>
              <mc:Fallback>
                <p:oleObj name="公式" r:id="rId6" imgW="358296" imgH="22095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291388" y="2713038"/>
                        <a:ext cx="349250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9" name="Object 5">
            <a:extLst>
              <a:ext uri="{FF2B5EF4-FFF2-40B4-BE49-F238E27FC236}">
                <a16:creationId xmlns:a16="http://schemas.microsoft.com/office/drawing/2014/main" id="{E350CD32-DC56-56D5-F8AE-EF109A4203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54813" y="2781300"/>
          <a:ext cx="176212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44811" imgH="343149" progId="Equation.3">
                  <p:embed/>
                </p:oleObj>
              </mc:Choice>
              <mc:Fallback>
                <p:oleObj name="公式" r:id="rId8" imgW="144811" imgH="34314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754813" y="2781300"/>
                        <a:ext cx="176212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0" name="Object 6">
            <a:extLst>
              <a:ext uri="{FF2B5EF4-FFF2-40B4-BE49-F238E27FC236}">
                <a16:creationId xmlns:a16="http://schemas.microsoft.com/office/drawing/2014/main" id="{65BD6D20-7991-D461-3423-1C1C6A465E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9588" y="3716338"/>
          <a:ext cx="204787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83129" imgH="343149" progId="Equation.3">
                  <p:embed/>
                </p:oleObj>
              </mc:Choice>
              <mc:Fallback>
                <p:oleObj name="公式" r:id="rId10" imgW="183129" imgH="34314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859588" y="3716338"/>
                        <a:ext cx="204787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1" name="Object 7">
            <a:extLst>
              <a:ext uri="{FF2B5EF4-FFF2-40B4-BE49-F238E27FC236}">
                <a16:creationId xmlns:a16="http://schemas.microsoft.com/office/drawing/2014/main" id="{0F583206-395E-A8CF-00E7-7E4B68FE9F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1650" y="1954213"/>
          <a:ext cx="223838" cy="23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05522" imgH="220952" progId="Equation.3">
                  <p:embed/>
                </p:oleObj>
              </mc:Choice>
              <mc:Fallback>
                <p:oleObj name="公式" r:id="rId12" imgW="205522" imgH="22095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851650" y="1954213"/>
                        <a:ext cx="223838" cy="233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2" name="Object 8">
            <a:extLst>
              <a:ext uri="{FF2B5EF4-FFF2-40B4-BE49-F238E27FC236}">
                <a16:creationId xmlns:a16="http://schemas.microsoft.com/office/drawing/2014/main" id="{C42145E5-34AA-EBA7-6884-C88E7D2D1460}"/>
              </a:ext>
            </a:extLst>
          </p:cNvPr>
          <p:cNvGraphicFramePr>
            <a:graphicFrameLocks/>
          </p:cNvGraphicFramePr>
          <p:nvPr/>
        </p:nvGraphicFramePr>
        <p:xfrm>
          <a:off x="7380288" y="3860800"/>
          <a:ext cx="233362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20949" imgH="320206" progId="Equation.3">
                  <p:embed/>
                </p:oleObj>
              </mc:Choice>
              <mc:Fallback>
                <p:oleObj name="公式" r:id="rId14" imgW="220949" imgH="320206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380288" y="3860800"/>
                        <a:ext cx="233362" cy="31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3" name="Text Box 21">
            <a:extLst>
              <a:ext uri="{FF2B5EF4-FFF2-40B4-BE49-F238E27FC236}">
                <a16:creationId xmlns:a16="http://schemas.microsoft.com/office/drawing/2014/main" id="{B036161D-805B-CB79-B81E-2C15404EC55D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92150" y="1557338"/>
            <a:ext cx="4035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时刻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t 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，质点位于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P 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，位矢为</a:t>
            </a:r>
          </a:p>
        </p:txBody>
      </p:sp>
      <p:graphicFrame>
        <p:nvGraphicFramePr>
          <p:cNvPr id="23574" name="Object 9">
            <a:extLst>
              <a:ext uri="{FF2B5EF4-FFF2-40B4-BE49-F238E27FC236}">
                <a16:creationId xmlns:a16="http://schemas.microsoft.com/office/drawing/2014/main" id="{B5D514C3-F130-73AA-5016-AD4E9D9F57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1538" y="1557338"/>
          <a:ext cx="21590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44811" imgH="343149" progId="Equation.3">
                  <p:embed/>
                </p:oleObj>
              </mc:Choice>
              <mc:Fallback>
                <p:oleObj name="公式" r:id="rId16" imgW="144811" imgH="34314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681538" y="1557338"/>
                        <a:ext cx="215900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5" name="Text Box 23">
            <a:extLst>
              <a:ext uri="{FF2B5EF4-FFF2-40B4-BE49-F238E27FC236}">
                <a16:creationId xmlns:a16="http://schemas.microsoft.com/office/drawing/2014/main" id="{55D1D88F-2ED9-A278-F992-0ABD9B57EC11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92150" y="2133600"/>
            <a:ext cx="4667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时刻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t +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t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，质点位于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Q 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，位矢为</a:t>
            </a:r>
          </a:p>
        </p:txBody>
      </p:sp>
      <p:graphicFrame>
        <p:nvGraphicFramePr>
          <p:cNvPr id="23576" name="Object 10">
            <a:extLst>
              <a:ext uri="{FF2B5EF4-FFF2-40B4-BE49-F238E27FC236}">
                <a16:creationId xmlns:a16="http://schemas.microsoft.com/office/drawing/2014/main" id="{CC7EEBD3-1BFF-E9C2-1E06-AEACA0B8D9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2163763"/>
          <a:ext cx="255587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83129" imgH="343149" progId="Equation.3">
                  <p:embed/>
                </p:oleObj>
              </mc:Choice>
              <mc:Fallback>
                <p:oleObj name="公式" r:id="rId18" imgW="183129" imgH="34314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364163" y="2163763"/>
                        <a:ext cx="255587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7" name="Object 11">
            <a:extLst>
              <a:ext uri="{FF2B5EF4-FFF2-40B4-BE49-F238E27FC236}">
                <a16:creationId xmlns:a16="http://schemas.microsoft.com/office/drawing/2014/main" id="{462F268C-EB04-0179-AB66-F4028F7C39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89075" y="3190875"/>
          <a:ext cx="267176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606102" imgH="373574" progId="Equation.3">
                  <p:embed/>
                </p:oleObj>
              </mc:Choice>
              <mc:Fallback>
                <p:oleObj name="公式" r:id="rId20" imgW="2606102" imgH="373574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489075" y="3190875"/>
                        <a:ext cx="2671763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8" name="Object 12">
            <a:extLst>
              <a:ext uri="{FF2B5EF4-FFF2-40B4-BE49-F238E27FC236}">
                <a16:creationId xmlns:a16="http://schemas.microsoft.com/office/drawing/2014/main" id="{F845A046-9A32-897C-B860-C050C3B820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89075" y="3873500"/>
          <a:ext cx="283527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773804" imgH="373574" progId="Equation.3">
                  <p:embed/>
                </p:oleObj>
              </mc:Choice>
              <mc:Fallback>
                <p:oleObj name="公式" r:id="rId22" imgW="2773804" imgH="373574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489075" y="3873500"/>
                        <a:ext cx="283527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9" name="Text Box 27">
            <a:extLst>
              <a:ext uri="{FF2B5EF4-FFF2-40B4-BE49-F238E27FC236}">
                <a16:creationId xmlns:a16="http://schemas.microsoft.com/office/drawing/2014/main" id="{668921A9-48D9-EF99-0DE5-90297E7C0641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41350" y="4546600"/>
            <a:ext cx="3427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时间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i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内质点的位移为</a:t>
            </a:r>
          </a:p>
        </p:txBody>
      </p:sp>
      <p:graphicFrame>
        <p:nvGraphicFramePr>
          <p:cNvPr id="23580" name="Object 13">
            <a:extLst>
              <a:ext uri="{FF2B5EF4-FFF2-40B4-BE49-F238E27FC236}">
                <a16:creationId xmlns:a16="http://schemas.microsoft.com/office/drawing/2014/main" id="{87E59C9E-2146-F5CC-3DFC-E02C48F038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54213" y="5783263"/>
          <a:ext cx="50133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4960402" imgH="373574" progId="Equation.3">
                  <p:embed/>
                </p:oleObj>
              </mc:Choice>
              <mc:Fallback>
                <p:oleObj name="公式" r:id="rId24" imgW="4960402" imgH="373574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954213" y="5783263"/>
                        <a:ext cx="501332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1" name="Object 14">
            <a:extLst>
              <a:ext uri="{FF2B5EF4-FFF2-40B4-BE49-F238E27FC236}">
                <a16:creationId xmlns:a16="http://schemas.microsoft.com/office/drawing/2014/main" id="{F59508FF-607C-91E5-84CA-3B06F8CCDB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72313" y="1917700"/>
          <a:ext cx="939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272447" imgH="343149" progId="Equation.3">
                  <p:embed/>
                </p:oleObj>
              </mc:Choice>
              <mc:Fallback>
                <p:oleObj name="公式" r:id="rId26" imgW="1272447" imgH="343149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072313" y="1917700"/>
                        <a:ext cx="9398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2" name="Object 15">
            <a:extLst>
              <a:ext uri="{FF2B5EF4-FFF2-40B4-BE49-F238E27FC236}">
                <a16:creationId xmlns:a16="http://schemas.microsoft.com/office/drawing/2014/main" id="{21FF2A04-D424-A455-8104-BBDC9910C5BB}"/>
              </a:ext>
            </a:extLst>
          </p:cNvPr>
          <p:cNvGraphicFramePr>
            <a:graphicFrameLocks/>
          </p:cNvGraphicFramePr>
          <p:nvPr/>
        </p:nvGraphicFramePr>
        <p:xfrm>
          <a:off x="7667625" y="3860800"/>
          <a:ext cx="1025525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402329" imgH="343149" progId="Equation.3">
                  <p:embed/>
                </p:oleObj>
              </mc:Choice>
              <mc:Fallback>
                <p:oleObj name="公式" r:id="rId28" imgW="1402329" imgH="343149" progId="Equation.3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667625" y="3860800"/>
                        <a:ext cx="1025525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83" name="Text Box 31">
            <a:extLst>
              <a:ext uri="{FF2B5EF4-FFF2-40B4-BE49-F238E27FC236}">
                <a16:creationId xmlns:a16="http://schemas.microsoft.com/office/drawing/2014/main" id="{43E0C9BB-9A4B-062F-4DF2-64862C760BB4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84213" y="2708275"/>
            <a:ext cx="292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建如图所示坐标，则</a:t>
            </a:r>
          </a:p>
        </p:txBody>
      </p:sp>
      <p:sp>
        <p:nvSpPr>
          <p:cNvPr id="23584" name="Freeform 32">
            <a:extLst>
              <a:ext uri="{FF2B5EF4-FFF2-40B4-BE49-F238E27FC236}">
                <a16:creationId xmlns:a16="http://schemas.microsoft.com/office/drawing/2014/main" id="{3EC1621B-AB97-3E63-242A-59A23C699D86}"/>
              </a:ext>
            </a:extLst>
          </p:cNvPr>
          <p:cNvSpPr>
            <a:spLocks/>
          </p:cNvSpPr>
          <p:nvPr/>
        </p:nvSpPr>
        <p:spPr bwMode="black">
          <a:xfrm rot="997389">
            <a:off x="5719763" y="2295525"/>
            <a:ext cx="2192337" cy="1955800"/>
          </a:xfrm>
          <a:custGeom>
            <a:avLst/>
            <a:gdLst>
              <a:gd name="T0" fmla="*/ 0 w 1497"/>
              <a:gd name="T1" fmla="*/ 2147483646 h 1232"/>
              <a:gd name="T2" fmla="*/ 2147483646 w 1497"/>
              <a:gd name="T3" fmla="*/ 2147483646 h 1232"/>
              <a:gd name="T4" fmla="*/ 2147483646 w 1497"/>
              <a:gd name="T5" fmla="*/ 2147483646 h 1232"/>
              <a:gd name="T6" fmla="*/ 2147483646 w 1497"/>
              <a:gd name="T7" fmla="*/ 2147483646 h 1232"/>
              <a:gd name="T8" fmla="*/ 2147483646 w 1497"/>
              <a:gd name="T9" fmla="*/ 2147483646 h 1232"/>
              <a:gd name="T10" fmla="*/ 2147483646 w 1497"/>
              <a:gd name="T11" fmla="*/ 2147483646 h 123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97"/>
              <a:gd name="T19" fmla="*/ 0 h 1232"/>
              <a:gd name="T20" fmla="*/ 1497 w 1497"/>
              <a:gd name="T21" fmla="*/ 1232 h 123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97" h="1232">
                <a:moveTo>
                  <a:pt x="0" y="143"/>
                </a:moveTo>
                <a:cubicBezTo>
                  <a:pt x="117" y="109"/>
                  <a:pt x="235" y="76"/>
                  <a:pt x="363" y="53"/>
                </a:cubicBezTo>
                <a:cubicBezTo>
                  <a:pt x="491" y="30"/>
                  <a:pt x="635" y="0"/>
                  <a:pt x="771" y="7"/>
                </a:cubicBezTo>
                <a:cubicBezTo>
                  <a:pt x="907" y="14"/>
                  <a:pt x="1081" y="30"/>
                  <a:pt x="1179" y="98"/>
                </a:cubicBezTo>
                <a:cubicBezTo>
                  <a:pt x="1277" y="166"/>
                  <a:pt x="1308" y="227"/>
                  <a:pt x="1361" y="416"/>
                </a:cubicBezTo>
                <a:cubicBezTo>
                  <a:pt x="1414" y="605"/>
                  <a:pt x="1474" y="1096"/>
                  <a:pt x="1497" y="1232"/>
                </a:cubicBezTo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85" name="Text Box 33">
            <a:extLst>
              <a:ext uri="{FF2B5EF4-FFF2-40B4-BE49-F238E27FC236}">
                <a16:creationId xmlns:a16="http://schemas.microsoft.com/office/drawing/2014/main" id="{3817E921-F4C3-117A-A464-10E57962E059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291263" y="3348038"/>
            <a:ext cx="301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23586" name="Text Box 34">
            <a:extLst>
              <a:ext uri="{FF2B5EF4-FFF2-40B4-BE49-F238E27FC236}">
                <a16:creationId xmlns:a16="http://schemas.microsoft.com/office/drawing/2014/main" id="{6738070F-694A-5EAB-4EBA-CE0429C0FB47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796088" y="2081213"/>
            <a:ext cx="301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23587" name="Text Box 35">
            <a:extLst>
              <a:ext uri="{FF2B5EF4-FFF2-40B4-BE49-F238E27FC236}">
                <a16:creationId xmlns:a16="http://schemas.microsoft.com/office/drawing/2014/main" id="{76F4DF3F-AD48-2076-F178-91E4E4CCBFAA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543800" y="3568700"/>
            <a:ext cx="301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3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2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1000"/>
                                        <p:tgtEl>
                                          <p:spTgt spid="23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1000"/>
                                        <p:tgtEl>
                                          <p:spTgt spid="2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1000"/>
                                        <p:tgtEl>
                                          <p:spTgt spid="23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35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35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35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35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10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35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235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autoUpdateAnimBg="0"/>
      <p:bldP spid="23555" grpId="0" autoUpdateAnimBg="0"/>
      <p:bldP spid="23564" grpId="0" autoUpdateAnimBg="0"/>
      <p:bldP spid="23565" grpId="0" autoUpdateAnimBg="0"/>
      <p:bldP spid="23566" grpId="0" autoUpdateAnimBg="0"/>
      <p:bldP spid="23567" grpId="0" autoUpdateAnimBg="0"/>
      <p:bldP spid="23573" grpId="0"/>
      <p:bldP spid="23575" grpId="0"/>
      <p:bldP spid="23579" grpId="0"/>
      <p:bldP spid="23583" grpId="0"/>
      <p:bldP spid="23585" grpId="0"/>
      <p:bldP spid="23586" grpId="0"/>
      <p:bldP spid="2358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>
            <a:extLst>
              <a:ext uri="{FF2B5EF4-FFF2-40B4-BE49-F238E27FC236}">
                <a16:creationId xmlns:a16="http://schemas.microsoft.com/office/drawing/2014/main" id="{C1EC5579-AADA-8969-2D3F-3753769A4422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33350" y="404813"/>
            <a:ext cx="1847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宋体" panose="02010600030101010101" pitchFamily="2" charset="-122"/>
              </a:rPr>
              <a:t>二</a:t>
            </a:r>
            <a:r>
              <a:rPr kumimoji="1" lang="en-US" altLang="zh-CN" sz="2800">
                <a:latin typeface="Times New Roman" panose="02020603050405020304" pitchFamily="18" charset="0"/>
              </a:rPr>
              <a:t>. </a:t>
            </a:r>
            <a:r>
              <a:rPr kumimoji="1" lang="zh-CN" altLang="en-US" sz="2800">
                <a:latin typeface="宋体" panose="02010600030101010101" pitchFamily="2" charset="-122"/>
              </a:rPr>
              <a:t>速度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B1C55A7C-7EB3-9B78-E172-26249D977EED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36550" y="1041400"/>
            <a:ext cx="170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1. </a:t>
            </a:r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</a:rPr>
              <a:t>平均速度</a:t>
            </a:r>
            <a:endParaRPr kumimoji="1" lang="zh-CN" altLang="en-US" sz="1400">
              <a:solidFill>
                <a:srgbClr val="66FF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4580" name="Object 2">
            <a:extLst>
              <a:ext uri="{FF2B5EF4-FFF2-40B4-BE49-F238E27FC236}">
                <a16:creationId xmlns:a16="http://schemas.microsoft.com/office/drawing/2014/main" id="{7AA7475C-D657-136E-5DB8-9DFDB1F4F3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4563" y="836613"/>
          <a:ext cx="4144962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069142" imgH="754629" progId="Equation.3">
                  <p:embed/>
                </p:oleObj>
              </mc:Choice>
              <mc:Fallback>
                <p:oleObj name="公式" r:id="rId2" imgW="4069142" imgH="75462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214563" y="836613"/>
                        <a:ext cx="4144962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Rectangle 5">
            <a:extLst>
              <a:ext uri="{FF2B5EF4-FFF2-40B4-BE49-F238E27FC236}">
                <a16:creationId xmlns:a16="http://schemas.microsoft.com/office/drawing/2014/main" id="{D2D39C8A-C6E2-BC87-D45D-814272779DA0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33375" y="2058988"/>
            <a:ext cx="170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2. </a:t>
            </a:r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</a:rPr>
              <a:t>瞬时速度</a:t>
            </a:r>
            <a:endParaRPr kumimoji="1" lang="zh-CN" altLang="en-US" sz="2400">
              <a:solidFill>
                <a:srgbClr val="66FFFF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graphicFrame>
        <p:nvGraphicFramePr>
          <p:cNvPr id="24582" name="Object 3">
            <a:extLst>
              <a:ext uri="{FF2B5EF4-FFF2-40B4-BE49-F238E27FC236}">
                <a16:creationId xmlns:a16="http://schemas.microsoft.com/office/drawing/2014/main" id="{4DB560C1-ECFD-B8FE-86B5-7DAB0D7BFF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55825" y="1879600"/>
          <a:ext cx="6249988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164673" imgH="754629" progId="Equation.3">
                  <p:embed/>
                </p:oleObj>
              </mc:Choice>
              <mc:Fallback>
                <p:oleObj name="公式" r:id="rId4" imgW="6164673" imgH="7546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155825" y="1879600"/>
                        <a:ext cx="6249988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4">
            <a:extLst>
              <a:ext uri="{FF2B5EF4-FFF2-40B4-BE49-F238E27FC236}">
                <a16:creationId xmlns:a16="http://schemas.microsoft.com/office/drawing/2014/main" id="{F3191148-DDF5-1E57-92D3-FE7FC5E3DF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2924175"/>
          <a:ext cx="413861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053716" imgH="754629" progId="Equation.3">
                  <p:embed/>
                </p:oleObj>
              </mc:Choice>
              <mc:Fallback>
                <p:oleObj name="公式" r:id="rId6" imgW="4053716" imgH="75462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771775" y="2924175"/>
                        <a:ext cx="4138613" cy="8286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5">
            <a:extLst>
              <a:ext uri="{FF2B5EF4-FFF2-40B4-BE49-F238E27FC236}">
                <a16:creationId xmlns:a16="http://schemas.microsoft.com/office/drawing/2014/main" id="{24F9C871-AB8F-0F24-ACEE-7FD8C61409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38438" y="3906838"/>
          <a:ext cx="612457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035289" imgH="807498" progId="Equation.3">
                  <p:embed/>
                </p:oleObj>
              </mc:Choice>
              <mc:Fallback>
                <p:oleObj name="公式" r:id="rId8" imgW="6035289" imgH="80749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738438" y="3906838"/>
                        <a:ext cx="6124575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5" name="Text Box 9">
            <a:extLst>
              <a:ext uri="{FF2B5EF4-FFF2-40B4-BE49-F238E27FC236}">
                <a16:creationId xmlns:a16="http://schemas.microsoft.com/office/drawing/2014/main" id="{8118A498-E512-2DE0-9326-59346BE09F47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90563" y="4122738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速度的大小为</a:t>
            </a:r>
          </a:p>
        </p:txBody>
      </p:sp>
      <p:sp>
        <p:nvSpPr>
          <p:cNvPr id="24586" name="Text Box 10">
            <a:extLst>
              <a:ext uri="{FF2B5EF4-FFF2-40B4-BE49-F238E27FC236}">
                <a16:creationId xmlns:a16="http://schemas.microsoft.com/office/drawing/2014/main" id="{09DE2517-CF33-FD2F-192E-AE9F68B0F6E3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93738" y="4889500"/>
            <a:ext cx="414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速度的方向用方向余弦表示为</a:t>
            </a:r>
          </a:p>
        </p:txBody>
      </p:sp>
      <p:graphicFrame>
        <p:nvGraphicFramePr>
          <p:cNvPr id="24587" name="Object 6">
            <a:extLst>
              <a:ext uri="{FF2B5EF4-FFF2-40B4-BE49-F238E27FC236}">
                <a16:creationId xmlns:a16="http://schemas.microsoft.com/office/drawing/2014/main" id="{A67C9580-AF25-33A6-874C-16E89FA9D098}"/>
              </a:ext>
            </a:extLst>
          </p:cNvPr>
          <p:cNvGraphicFramePr>
            <a:graphicFrameLocks/>
          </p:cNvGraphicFramePr>
          <p:nvPr/>
        </p:nvGraphicFramePr>
        <p:xfrm>
          <a:off x="2233613" y="5418138"/>
          <a:ext cx="5407025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341589" imgH="891789" progId="Equation.3">
                  <p:embed/>
                </p:oleObj>
              </mc:Choice>
              <mc:Fallback>
                <p:oleObj name="公式" r:id="rId10" imgW="5341589" imgH="891789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233613" y="5418138"/>
                        <a:ext cx="5407025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autoUpdateAnimBg="0"/>
      <p:bldP spid="24579" grpId="0" autoUpdateAnimBg="0"/>
      <p:bldP spid="24581" grpId="0" autoUpdateAnimBg="0"/>
      <p:bldP spid="24585" grpId="0"/>
      <p:bldP spid="2458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>
            <a:extLst>
              <a:ext uri="{FF2B5EF4-FFF2-40B4-BE49-F238E27FC236}">
                <a16:creationId xmlns:a16="http://schemas.microsoft.com/office/drawing/2014/main" id="{89657B05-6199-367E-5EDC-EBD047B726AD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52400" y="319088"/>
            <a:ext cx="2346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宋体" panose="02010600030101010101" pitchFamily="2" charset="-122"/>
              </a:rPr>
              <a:t>三</a:t>
            </a:r>
            <a:r>
              <a:rPr kumimoji="1" lang="en-US" altLang="zh-CN" sz="2800">
                <a:latin typeface="Times New Roman" panose="02020603050405020304" pitchFamily="18" charset="0"/>
              </a:rPr>
              <a:t>. </a:t>
            </a:r>
            <a:r>
              <a:rPr kumimoji="1" lang="zh-CN" altLang="en-US" sz="2800">
                <a:latin typeface="宋体" panose="02010600030101010101" pitchFamily="2" charset="-122"/>
              </a:rPr>
              <a:t>加速度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25603" name="Object 2">
            <a:extLst>
              <a:ext uri="{FF2B5EF4-FFF2-40B4-BE49-F238E27FC236}">
                <a16:creationId xmlns:a16="http://schemas.microsoft.com/office/drawing/2014/main" id="{4109546A-3371-0D9D-8366-26A4402C3AEA}"/>
              </a:ext>
            </a:extLst>
          </p:cNvPr>
          <p:cNvGraphicFramePr>
            <a:graphicFrameLocks/>
          </p:cNvGraphicFramePr>
          <p:nvPr/>
        </p:nvGraphicFramePr>
        <p:xfrm>
          <a:off x="876300" y="873125"/>
          <a:ext cx="102870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52469" imgH="754629" progId="Equation.3">
                  <p:embed/>
                </p:oleObj>
              </mc:Choice>
              <mc:Fallback>
                <p:oleObj name="公式" r:id="rId2" imgW="952469" imgH="754629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76300" y="873125"/>
                        <a:ext cx="1028700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Object 3">
            <a:extLst>
              <a:ext uri="{FF2B5EF4-FFF2-40B4-BE49-F238E27FC236}">
                <a16:creationId xmlns:a16="http://schemas.microsoft.com/office/drawing/2014/main" id="{186D9483-8A21-A11E-0206-77B87CCEF2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02238" y="822325"/>
          <a:ext cx="3173412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139564" imgH="807498" progId="Equation.3">
                  <p:embed/>
                </p:oleObj>
              </mc:Choice>
              <mc:Fallback>
                <p:oleObj name="公式" r:id="rId4" imgW="3139564" imgH="80749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202238" y="822325"/>
                        <a:ext cx="3173412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4">
            <a:extLst>
              <a:ext uri="{FF2B5EF4-FFF2-40B4-BE49-F238E27FC236}">
                <a16:creationId xmlns:a16="http://schemas.microsoft.com/office/drawing/2014/main" id="{CFF98FEE-59B8-E6C5-9AFB-7E667F2703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90713" y="835025"/>
          <a:ext cx="3286125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253522" imgH="792535" progId="Equation.3">
                  <p:embed/>
                </p:oleObj>
              </mc:Choice>
              <mc:Fallback>
                <p:oleObj name="公式" r:id="rId6" imgW="3253522" imgH="79253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890713" y="835025"/>
                        <a:ext cx="3286125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5">
            <a:extLst>
              <a:ext uri="{FF2B5EF4-FFF2-40B4-BE49-F238E27FC236}">
                <a16:creationId xmlns:a16="http://schemas.microsoft.com/office/drawing/2014/main" id="{6C0544AB-398B-2A1F-9516-41E5282435B5}"/>
              </a:ext>
            </a:extLst>
          </p:cNvPr>
          <p:cNvGraphicFramePr>
            <a:graphicFrameLocks/>
          </p:cNvGraphicFramePr>
          <p:nvPr/>
        </p:nvGraphicFramePr>
        <p:xfrm>
          <a:off x="3078163" y="1838325"/>
          <a:ext cx="30861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009682" imgH="418961" progId="Equation.3">
                  <p:embed/>
                </p:oleObj>
              </mc:Choice>
              <mc:Fallback>
                <p:oleObj name="公式" r:id="rId8" imgW="3009682" imgH="418961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078163" y="1838325"/>
                        <a:ext cx="30861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6">
            <a:extLst>
              <a:ext uri="{FF2B5EF4-FFF2-40B4-BE49-F238E27FC236}">
                <a16:creationId xmlns:a16="http://schemas.microsoft.com/office/drawing/2014/main" id="{867FD4EF-23DA-8553-40F3-164ED03E6F06}"/>
              </a:ext>
            </a:extLst>
          </p:cNvPr>
          <p:cNvGraphicFramePr>
            <a:graphicFrameLocks/>
          </p:cNvGraphicFramePr>
          <p:nvPr/>
        </p:nvGraphicFramePr>
        <p:xfrm>
          <a:off x="1065213" y="2492375"/>
          <a:ext cx="7594600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520722" imgH="807498" progId="Equation.3">
                  <p:embed/>
                </p:oleObj>
              </mc:Choice>
              <mc:Fallback>
                <p:oleObj name="公式" r:id="rId10" imgW="7520722" imgH="807498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065213" y="2492375"/>
                        <a:ext cx="7594600" cy="87788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7">
            <a:extLst>
              <a:ext uri="{FF2B5EF4-FFF2-40B4-BE49-F238E27FC236}">
                <a16:creationId xmlns:a16="http://schemas.microsoft.com/office/drawing/2014/main" id="{D9BF28A8-1BE6-D9FE-CBBA-91C48D13F7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6613" y="3663950"/>
          <a:ext cx="421481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129853" imgH="838422" progId="Equation.3">
                  <p:embed/>
                </p:oleObj>
              </mc:Choice>
              <mc:Fallback>
                <p:oleObj name="公式" r:id="rId12" imgW="4129853" imgH="83842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646613" y="3663950"/>
                        <a:ext cx="421481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8">
            <a:extLst>
              <a:ext uri="{FF2B5EF4-FFF2-40B4-BE49-F238E27FC236}">
                <a16:creationId xmlns:a16="http://schemas.microsoft.com/office/drawing/2014/main" id="{7EF309AD-FA9D-FFBB-232A-6855965DB7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5163" y="3860800"/>
          <a:ext cx="271145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628993" imgH="502754" progId="Equation.3">
                  <p:embed/>
                </p:oleObj>
              </mc:Choice>
              <mc:Fallback>
                <p:oleObj name="公式" r:id="rId14" imgW="2628993" imgH="50275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935163" y="3860800"/>
                        <a:ext cx="271145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9">
            <a:extLst>
              <a:ext uri="{FF2B5EF4-FFF2-40B4-BE49-F238E27FC236}">
                <a16:creationId xmlns:a16="http://schemas.microsoft.com/office/drawing/2014/main" id="{BCE03908-59FB-B17F-F978-A7C57786345F}"/>
              </a:ext>
            </a:extLst>
          </p:cNvPr>
          <p:cNvGraphicFramePr>
            <a:graphicFrameLocks/>
          </p:cNvGraphicFramePr>
          <p:nvPr/>
        </p:nvGraphicFramePr>
        <p:xfrm>
          <a:off x="2024063" y="5300663"/>
          <a:ext cx="57785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5707349" imgH="891789" progId="Equation.3">
                  <p:embed/>
                </p:oleObj>
              </mc:Choice>
              <mc:Fallback>
                <p:oleObj name="公式" r:id="rId16" imgW="5707349" imgH="891789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24063" y="5300663"/>
                        <a:ext cx="5778500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1" name="Text Box 11">
            <a:extLst>
              <a:ext uri="{FF2B5EF4-FFF2-40B4-BE49-F238E27FC236}">
                <a16:creationId xmlns:a16="http://schemas.microsoft.com/office/drawing/2014/main" id="{640CF6B4-C4F2-1CF9-3E52-550BB9CF4D9E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65163" y="3860800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大小为</a:t>
            </a:r>
          </a:p>
        </p:txBody>
      </p:sp>
      <p:sp>
        <p:nvSpPr>
          <p:cNvPr id="25612" name="Text Box 12">
            <a:extLst>
              <a:ext uri="{FF2B5EF4-FFF2-40B4-BE49-F238E27FC236}">
                <a16:creationId xmlns:a16="http://schemas.microsoft.com/office/drawing/2014/main" id="{7BD12AC7-3776-F7C6-AD5E-73484768B5D4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84213" y="4797425"/>
            <a:ext cx="3232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方向用方向余弦表示为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utoUpdateAnimBg="0"/>
      <p:bldP spid="25611" grpId="0"/>
      <p:bldP spid="256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>
            <a:extLst>
              <a:ext uri="{FF2B5EF4-FFF2-40B4-BE49-F238E27FC236}">
                <a16:creationId xmlns:a16="http://schemas.microsoft.com/office/drawing/2014/main" id="{85FF068E-9C47-23DD-E76A-C1FFE488DFF2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55575" y="304800"/>
            <a:ext cx="4264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宋体" panose="02010600030101010101" pitchFamily="2" charset="-122"/>
              </a:rPr>
              <a:t>四</a:t>
            </a:r>
            <a:r>
              <a:rPr kumimoji="1" lang="en-US" altLang="zh-CN" sz="2800">
                <a:latin typeface="Times New Roman" panose="02020603050405020304" pitchFamily="18" charset="0"/>
              </a:rPr>
              <a:t>. </a:t>
            </a:r>
            <a:r>
              <a:rPr kumimoji="1" lang="zh-CN" altLang="en-US" sz="2800">
                <a:latin typeface="宋体" panose="02010600030101010101" pitchFamily="2" charset="-122"/>
              </a:rPr>
              <a:t>运动学的二类问题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26627" name="Text Box 3">
            <a:extLst>
              <a:ext uri="{FF2B5EF4-FFF2-40B4-BE49-F238E27FC236}">
                <a16:creationId xmlns:a16="http://schemas.microsoft.com/office/drawing/2014/main" id="{E077B9C5-CD2F-9D82-67A9-3A51E92F299F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395288" y="914400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</a:rPr>
              <a:t>第一类问题</a:t>
            </a:r>
          </a:p>
        </p:txBody>
      </p:sp>
      <p:graphicFrame>
        <p:nvGraphicFramePr>
          <p:cNvPr id="26628" name="Object 2">
            <a:extLst>
              <a:ext uri="{FF2B5EF4-FFF2-40B4-BE49-F238E27FC236}">
                <a16:creationId xmlns:a16="http://schemas.microsoft.com/office/drawing/2014/main" id="{2D6E59F6-44C4-476A-0DA2-EE17F475739A}"/>
              </a:ext>
            </a:extLst>
          </p:cNvPr>
          <p:cNvGraphicFramePr>
            <a:graphicFrameLocks/>
          </p:cNvGraphicFramePr>
          <p:nvPr/>
        </p:nvGraphicFramePr>
        <p:xfrm>
          <a:off x="5772150" y="996950"/>
          <a:ext cx="8159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38984" imgH="274320" progId="Equation.3">
                  <p:embed/>
                </p:oleObj>
              </mc:Choice>
              <mc:Fallback>
                <p:oleObj name="公式" r:id="rId2" imgW="738984" imgH="274320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772150" y="996950"/>
                        <a:ext cx="81597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Text Box 5">
            <a:extLst>
              <a:ext uri="{FF2B5EF4-FFF2-40B4-BE49-F238E27FC236}">
                <a16:creationId xmlns:a16="http://schemas.microsoft.com/office/drawing/2014/main" id="{4E056CAD-3582-AB6B-3DFF-FFDE6A0FA70F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2825750" y="914400"/>
            <a:ext cx="3108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已知运动学方程，求</a:t>
            </a:r>
          </a:p>
        </p:txBody>
      </p:sp>
      <p:sp>
        <p:nvSpPr>
          <p:cNvPr id="26630" name="Text Box 6">
            <a:extLst>
              <a:ext uri="{FF2B5EF4-FFF2-40B4-BE49-F238E27FC236}">
                <a16:creationId xmlns:a16="http://schemas.microsoft.com/office/drawing/2014/main" id="{2715668E-CA0A-C574-A611-64648FB37C1C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62000" y="1981200"/>
            <a:ext cx="411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(1)</a:t>
            </a:r>
            <a:r>
              <a: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t 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=1s</a:t>
            </a:r>
            <a:r>
              <a: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到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t 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=2s</a:t>
            </a:r>
            <a:r>
              <a: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质点的位移</a:t>
            </a:r>
            <a:endParaRPr kumimoji="1" lang="zh-CN" altLang="en-US" sz="2800">
              <a:solidFill>
                <a:schemeClr val="hlink"/>
              </a:solidFill>
              <a:latin typeface="宋体" panose="02010600030101010101" pitchFamily="2" charset="-122"/>
            </a:endParaRPr>
          </a:p>
        </p:txBody>
      </p:sp>
      <p:sp>
        <p:nvSpPr>
          <p:cNvPr id="26631" name="Text Box 7">
            <a:extLst>
              <a:ext uri="{FF2B5EF4-FFF2-40B4-BE49-F238E27FC236}">
                <a16:creationId xmlns:a16="http://schemas.microsoft.com/office/drawing/2014/main" id="{60BB3F8E-CE52-9AA6-81B7-F7EA24C1C7D0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69938" y="2565400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(3)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轨迹方程</a:t>
            </a:r>
          </a:p>
        </p:txBody>
      </p:sp>
      <p:sp>
        <p:nvSpPr>
          <p:cNvPr id="26632" name="Text Box 8">
            <a:extLst>
              <a:ext uri="{FF2B5EF4-FFF2-40B4-BE49-F238E27FC236}">
                <a16:creationId xmlns:a16="http://schemas.microsoft.com/office/drawing/2014/main" id="{33B076FC-81EB-7523-BD73-8FF695F3FCB9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5148263" y="19637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(2)</a:t>
            </a:r>
            <a:r>
              <a: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t 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=2s</a:t>
            </a:r>
            <a:r>
              <a: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时</a:t>
            </a:r>
          </a:p>
        </p:txBody>
      </p:sp>
      <p:graphicFrame>
        <p:nvGraphicFramePr>
          <p:cNvPr id="26633" name="Object 3">
            <a:extLst>
              <a:ext uri="{FF2B5EF4-FFF2-40B4-BE49-F238E27FC236}">
                <a16:creationId xmlns:a16="http://schemas.microsoft.com/office/drawing/2014/main" id="{51EAC607-7AEA-7256-30A9-87714A714B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56400" y="2046288"/>
          <a:ext cx="1055688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63818" imgH="228434" progId="Equation.3">
                  <p:embed/>
                </p:oleObj>
              </mc:Choice>
              <mc:Fallback>
                <p:oleObj name="公式" r:id="rId4" imgW="563818" imgH="22843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756400" y="2046288"/>
                        <a:ext cx="1055688" cy="30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4" name="Object 4">
            <a:extLst>
              <a:ext uri="{FF2B5EF4-FFF2-40B4-BE49-F238E27FC236}">
                <a16:creationId xmlns:a16="http://schemas.microsoft.com/office/drawing/2014/main" id="{0B971B46-EA96-D1D1-AFA8-F659358DCA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95700" y="3138488"/>
          <a:ext cx="14795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02329" imgH="343149" progId="Equation.3">
                  <p:embed/>
                </p:oleObj>
              </mc:Choice>
              <mc:Fallback>
                <p:oleObj name="公式" r:id="rId6" imgW="1402329" imgH="34314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695700" y="3138488"/>
                        <a:ext cx="14795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5" name="Object 5">
            <a:extLst>
              <a:ext uri="{FF2B5EF4-FFF2-40B4-BE49-F238E27FC236}">
                <a16:creationId xmlns:a16="http://schemas.microsoft.com/office/drawing/2014/main" id="{33D58FFA-64F6-1B4D-87F3-F7853190DC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75363" y="3125788"/>
          <a:ext cx="22415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15316" imgH="343149" progId="Equation.3">
                  <p:embed/>
                </p:oleObj>
              </mc:Choice>
              <mc:Fallback>
                <p:oleObj name="公式" r:id="rId8" imgW="1615316" imgH="34314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075363" y="3125788"/>
                        <a:ext cx="22415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6" name="Object 6">
            <a:extLst>
              <a:ext uri="{FF2B5EF4-FFF2-40B4-BE49-F238E27FC236}">
                <a16:creationId xmlns:a16="http://schemas.microsoft.com/office/drawing/2014/main" id="{C5C979BF-213A-5E1A-18BF-B6677C8748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3730625"/>
          <a:ext cx="60356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920833" imgH="343149" progId="Equation.3">
                  <p:embed/>
                </p:oleObj>
              </mc:Choice>
              <mc:Fallback>
                <p:oleObj name="公式" r:id="rId10" imgW="5920833" imgH="34314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331913" y="3730625"/>
                        <a:ext cx="60356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7" name="Object 7">
            <a:extLst>
              <a:ext uri="{FF2B5EF4-FFF2-40B4-BE49-F238E27FC236}">
                <a16:creationId xmlns:a16="http://schemas.microsoft.com/office/drawing/2014/main" id="{871885C1-BA30-7D19-0152-F00233CCC6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4402138"/>
          <a:ext cx="2557462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476718" imgH="754629" progId="Equation.3">
                  <p:embed/>
                </p:oleObj>
              </mc:Choice>
              <mc:Fallback>
                <p:oleObj name="公式" r:id="rId12" imgW="2476718" imgH="75462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331913" y="4402138"/>
                        <a:ext cx="2557462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8" name="Object 8">
            <a:extLst>
              <a:ext uri="{FF2B5EF4-FFF2-40B4-BE49-F238E27FC236}">
                <a16:creationId xmlns:a16="http://schemas.microsoft.com/office/drawing/2014/main" id="{3A3609CA-4E1B-4B29-CCAE-AB45B2E704BA}"/>
              </a:ext>
            </a:extLst>
          </p:cNvPr>
          <p:cNvGraphicFramePr>
            <a:graphicFrameLocks/>
          </p:cNvGraphicFramePr>
          <p:nvPr/>
        </p:nvGraphicFramePr>
        <p:xfrm>
          <a:off x="3132138" y="5373688"/>
          <a:ext cx="18875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821336" imgH="343149" progId="Equation.3">
                  <p:embed/>
                </p:oleObj>
              </mc:Choice>
              <mc:Fallback>
                <p:oleObj name="公式" r:id="rId14" imgW="1821336" imgH="343149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132138" y="5373688"/>
                        <a:ext cx="188753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9" name="Object 9">
            <a:extLst>
              <a:ext uri="{FF2B5EF4-FFF2-40B4-BE49-F238E27FC236}">
                <a16:creationId xmlns:a16="http://schemas.microsoft.com/office/drawing/2014/main" id="{ECB7100C-3EDF-88B4-1DD8-36DCD18568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5949950"/>
          <a:ext cx="252095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453827" imgH="396018" progId="Equation.3">
                  <p:embed/>
                </p:oleObj>
              </mc:Choice>
              <mc:Fallback>
                <p:oleObj name="Equation" r:id="rId16" imgW="2453827" imgH="396018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371600" y="5949950"/>
                        <a:ext cx="252095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0" name="Object 10">
            <a:extLst>
              <a:ext uri="{FF2B5EF4-FFF2-40B4-BE49-F238E27FC236}">
                <a16:creationId xmlns:a16="http://schemas.microsoft.com/office/drawing/2014/main" id="{F1055702-95BB-EDBF-6AC4-F47C66471D08}"/>
              </a:ext>
            </a:extLst>
          </p:cNvPr>
          <p:cNvGraphicFramePr>
            <a:graphicFrameLocks/>
          </p:cNvGraphicFramePr>
          <p:nvPr/>
        </p:nvGraphicFramePr>
        <p:xfrm>
          <a:off x="6300788" y="5913438"/>
          <a:ext cx="1795462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714344" imgH="396018" progId="Equation.3">
                  <p:embed/>
                </p:oleObj>
              </mc:Choice>
              <mc:Fallback>
                <p:oleObj name="公式" r:id="rId18" imgW="1714344" imgH="396018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300788" y="5913438"/>
                        <a:ext cx="1795462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1" name="Text Box 17">
            <a:extLst>
              <a:ext uri="{FF2B5EF4-FFF2-40B4-BE49-F238E27FC236}">
                <a16:creationId xmlns:a16="http://schemas.microsoft.com/office/drawing/2014/main" id="{688DE8F6-BDA1-8861-982A-1DC35A184D85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62000" y="1398588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已知一质点运动方程</a:t>
            </a:r>
          </a:p>
        </p:txBody>
      </p:sp>
      <p:graphicFrame>
        <p:nvGraphicFramePr>
          <p:cNvPr id="26642" name="Object 11">
            <a:extLst>
              <a:ext uri="{FF2B5EF4-FFF2-40B4-BE49-F238E27FC236}">
                <a16:creationId xmlns:a16="http://schemas.microsoft.com/office/drawing/2014/main" id="{85FE4C86-8E36-E19C-85AD-82AC36529C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98875" y="1438275"/>
          <a:ext cx="26320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567784" imgH="396018" progId="Equation.3">
                  <p:embed/>
                </p:oleObj>
              </mc:Choice>
              <mc:Fallback>
                <p:oleObj name="公式" r:id="rId20" imgW="2567784" imgH="396018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698875" y="1438275"/>
                        <a:ext cx="26320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3" name="Text Box 19">
            <a:extLst>
              <a:ext uri="{FF2B5EF4-FFF2-40B4-BE49-F238E27FC236}">
                <a16:creationId xmlns:a16="http://schemas.microsoft.com/office/drawing/2014/main" id="{975537F0-A0D6-3091-1B31-0FE7FB5B8583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317500" y="1981200"/>
            <a:ext cx="596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宋体" panose="02010600030101010101" pitchFamily="2" charset="-122"/>
              </a:rPr>
              <a:t>求</a:t>
            </a:r>
          </a:p>
        </p:txBody>
      </p:sp>
      <p:sp>
        <p:nvSpPr>
          <p:cNvPr id="26644" name="Text Box 20">
            <a:extLst>
              <a:ext uri="{FF2B5EF4-FFF2-40B4-BE49-F238E27FC236}">
                <a16:creationId xmlns:a16="http://schemas.microsoft.com/office/drawing/2014/main" id="{2553C886-4BB7-2923-A3B8-82ECB553D3C4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304800" y="139065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26645" name="Text Box 21">
            <a:extLst>
              <a:ext uri="{FF2B5EF4-FFF2-40B4-BE49-F238E27FC236}">
                <a16:creationId xmlns:a16="http://schemas.microsoft.com/office/drawing/2014/main" id="{C0C325B9-25CA-C944-1EFE-012F25349A81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301625" y="3116263"/>
            <a:ext cx="536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26646" name="Text Box 22">
            <a:extLst>
              <a:ext uri="{FF2B5EF4-FFF2-40B4-BE49-F238E27FC236}">
                <a16:creationId xmlns:a16="http://schemas.microsoft.com/office/drawing/2014/main" id="{F60661BE-C9B3-C091-5C1E-28EA0BD81A12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62000" y="3116263"/>
            <a:ext cx="663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(1)</a:t>
            </a:r>
            <a:endParaRPr kumimoji="1" lang="en-US" altLang="zh-CN" sz="28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47" name="Text Box 23">
            <a:extLst>
              <a:ext uri="{FF2B5EF4-FFF2-40B4-BE49-F238E27FC236}">
                <a16:creationId xmlns:a16="http://schemas.microsoft.com/office/drawing/2014/main" id="{3A0FCCA2-4697-9F04-B69C-3CA197B90BCC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68350" y="4581525"/>
            <a:ext cx="603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(2)</a:t>
            </a:r>
          </a:p>
        </p:txBody>
      </p:sp>
      <p:sp>
        <p:nvSpPr>
          <p:cNvPr id="26648" name="Text Box 24">
            <a:extLst>
              <a:ext uri="{FF2B5EF4-FFF2-40B4-BE49-F238E27FC236}">
                <a16:creationId xmlns:a16="http://schemas.microsoft.com/office/drawing/2014/main" id="{F95634B2-4F15-3F36-7823-A6455A38D6CA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65175" y="5949950"/>
            <a:ext cx="682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(3)</a:t>
            </a:r>
          </a:p>
        </p:txBody>
      </p:sp>
      <p:sp>
        <p:nvSpPr>
          <p:cNvPr id="26649" name="Rectangle 25">
            <a:extLst>
              <a:ext uri="{FF2B5EF4-FFF2-40B4-BE49-F238E27FC236}">
                <a16:creationId xmlns:a16="http://schemas.microsoft.com/office/drawing/2014/main" id="{95EB1E1A-0FB1-662B-0C85-D70E4B921160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262063" y="5373688"/>
            <a:ext cx="15509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当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t 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=2s</a:t>
            </a: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时</a:t>
            </a:r>
          </a:p>
        </p:txBody>
      </p:sp>
      <p:graphicFrame>
        <p:nvGraphicFramePr>
          <p:cNvPr id="26650" name="Object 12">
            <a:extLst>
              <a:ext uri="{FF2B5EF4-FFF2-40B4-BE49-F238E27FC236}">
                <a16:creationId xmlns:a16="http://schemas.microsoft.com/office/drawing/2014/main" id="{C8194F4D-C6B8-29BC-593B-C989BE38F7B2}"/>
              </a:ext>
            </a:extLst>
          </p:cNvPr>
          <p:cNvGraphicFramePr>
            <a:graphicFrameLocks/>
          </p:cNvGraphicFramePr>
          <p:nvPr/>
        </p:nvGraphicFramePr>
        <p:xfrm>
          <a:off x="6084888" y="5373688"/>
          <a:ext cx="15335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463040" imgH="343149" progId="Equation.3">
                  <p:embed/>
                </p:oleObj>
              </mc:Choice>
              <mc:Fallback>
                <p:oleObj name="公式" r:id="rId22" imgW="1463040" imgH="343149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084888" y="5373688"/>
                        <a:ext cx="15335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1" name="Object 13">
            <a:extLst>
              <a:ext uri="{FF2B5EF4-FFF2-40B4-BE49-F238E27FC236}">
                <a16:creationId xmlns:a16="http://schemas.microsoft.com/office/drawing/2014/main" id="{A316257A-B09A-8316-5B90-69E8EEADB1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4365625"/>
          <a:ext cx="2924175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849942" imgH="807498" progId="Equation.3">
                  <p:embed/>
                </p:oleObj>
              </mc:Choice>
              <mc:Fallback>
                <p:oleObj name="公式" r:id="rId24" imgW="2849942" imgH="807498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003800" y="4365625"/>
                        <a:ext cx="2924175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2" name="Text Box 28">
            <a:extLst>
              <a:ext uri="{FF2B5EF4-FFF2-40B4-BE49-F238E27FC236}">
                <a16:creationId xmlns:a16="http://schemas.microsoft.com/office/drawing/2014/main" id="{D29409F1-EE20-8172-0FC0-CFD63AF45B34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239838" y="3106738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hlink"/>
                </a:solidFill>
              </a:rPr>
              <a:t>由</a:t>
            </a:r>
            <a:r>
              <a:rPr kumimoji="1" lang="zh-CN" altLang="en-US" sz="2400">
                <a:solidFill>
                  <a:schemeClr val="hlink"/>
                </a:solidFill>
              </a:rPr>
              <a:t>运动方程得</a:t>
            </a:r>
          </a:p>
        </p:txBody>
      </p:sp>
      <p:sp>
        <p:nvSpPr>
          <p:cNvPr id="26653" name="Rectangle 29">
            <a:extLst>
              <a:ext uri="{FF2B5EF4-FFF2-40B4-BE49-F238E27FC236}">
                <a16:creationId xmlns:a16="http://schemas.microsoft.com/office/drawing/2014/main" id="{3687CFBA-0CF4-82A5-20CF-23161E4C720B}"/>
              </a:ext>
            </a:extLst>
          </p:cNvPr>
          <p:cNvSpPr>
            <a:spLocks noChangeArrowheads="1"/>
          </p:cNvSpPr>
          <p:nvPr/>
        </p:nvSpPr>
        <p:spPr bwMode="black">
          <a:xfrm>
            <a:off x="4284663" y="5924550"/>
            <a:ext cx="170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chemeClr val="hlink"/>
                </a:solidFill>
              </a:rPr>
              <a:t>轨迹方程为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6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26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66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66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6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66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66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66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66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6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6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6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1000"/>
                                        <p:tgtEl>
                                          <p:spTgt spid="26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66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66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autoUpdateAnimBg="0"/>
      <p:bldP spid="26627" grpId="0" autoUpdateAnimBg="0"/>
      <p:bldP spid="26629" grpId="0" autoUpdateAnimBg="0"/>
      <p:bldP spid="26630" grpId="0" autoUpdateAnimBg="0"/>
      <p:bldP spid="26631" grpId="0" autoUpdateAnimBg="0"/>
      <p:bldP spid="26632" grpId="0" autoUpdateAnimBg="0"/>
      <p:bldP spid="26641" grpId="0" autoUpdateAnimBg="0"/>
      <p:bldP spid="26643" grpId="0" autoUpdateAnimBg="0"/>
      <p:bldP spid="26644" grpId="0" autoUpdateAnimBg="0"/>
      <p:bldP spid="26645" grpId="0" autoUpdateAnimBg="0"/>
      <p:bldP spid="26646" grpId="0" autoUpdateAnimBg="0"/>
      <p:bldP spid="26647" grpId="0" autoUpdateAnimBg="0"/>
      <p:bldP spid="26648" grpId="0" autoUpdateAnimBg="0"/>
      <p:bldP spid="26649" grpId="0" autoUpdateAnimBg="0"/>
      <p:bldP spid="26652" grpId="0"/>
      <p:bldP spid="2665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4D199A30-AE5F-E220-F6B7-00626A732883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304800" y="2468563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7651" name="Object 2">
            <a:extLst>
              <a:ext uri="{FF2B5EF4-FFF2-40B4-BE49-F238E27FC236}">
                <a16:creationId xmlns:a16="http://schemas.microsoft.com/office/drawing/2014/main" id="{54B96E5E-F477-F2D7-247A-F4024D013C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90863" y="2316163"/>
          <a:ext cx="1912937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36264" imgH="754629" progId="Equation.3">
                  <p:embed/>
                </p:oleObj>
              </mc:Choice>
              <mc:Fallback>
                <p:oleObj name="公式" r:id="rId2" imgW="1836264" imgH="75462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090863" y="2316163"/>
                        <a:ext cx="1912937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3">
            <a:extLst>
              <a:ext uri="{FF2B5EF4-FFF2-40B4-BE49-F238E27FC236}">
                <a16:creationId xmlns:a16="http://schemas.microsoft.com/office/drawing/2014/main" id="{0F86C295-5EE3-0F87-6D2E-4D78B2D10413}"/>
              </a:ext>
            </a:extLst>
          </p:cNvPr>
          <p:cNvGraphicFramePr>
            <a:graphicFrameLocks/>
          </p:cNvGraphicFramePr>
          <p:nvPr/>
        </p:nvGraphicFramePr>
        <p:xfrm>
          <a:off x="5795963" y="2349500"/>
          <a:ext cx="1536700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63040" imgH="662857" progId="Equation.3">
                  <p:embed/>
                </p:oleObj>
              </mc:Choice>
              <mc:Fallback>
                <p:oleObj name="公式" r:id="rId4" imgW="1463040" imgH="662857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795963" y="2349500"/>
                        <a:ext cx="1536700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4">
            <a:extLst>
              <a:ext uri="{FF2B5EF4-FFF2-40B4-BE49-F238E27FC236}">
                <a16:creationId xmlns:a16="http://schemas.microsoft.com/office/drawing/2014/main" id="{FAA821BC-9605-BEE6-6E5F-361B7EC352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3403600"/>
          <a:ext cx="18462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52662" imgH="358112" progId="Equation.3">
                  <p:embed/>
                </p:oleObj>
              </mc:Choice>
              <mc:Fallback>
                <p:oleObj name="公式" r:id="rId6" imgW="1752662" imgH="358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132138" y="3403600"/>
                        <a:ext cx="184626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5">
            <a:extLst>
              <a:ext uri="{FF2B5EF4-FFF2-40B4-BE49-F238E27FC236}">
                <a16:creationId xmlns:a16="http://schemas.microsoft.com/office/drawing/2014/main" id="{DEFBEA50-C064-033D-FF7F-879DB211CF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5300663"/>
          <a:ext cx="272573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643922" imgH="396018" progId="Equation.3">
                  <p:embed/>
                </p:oleObj>
              </mc:Choice>
              <mc:Fallback>
                <p:oleObj name="公式" r:id="rId8" imgW="2643922" imgH="39601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651500" y="5300663"/>
                        <a:ext cx="2725738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5" name="Text Box 7">
            <a:extLst>
              <a:ext uri="{FF2B5EF4-FFF2-40B4-BE49-F238E27FC236}">
                <a16:creationId xmlns:a16="http://schemas.microsoft.com/office/drawing/2014/main" id="{D952FB97-3DDE-3A7D-F570-A2D5B75F54F8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85800" y="1087438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已知</a:t>
            </a:r>
          </a:p>
        </p:txBody>
      </p:sp>
      <p:graphicFrame>
        <p:nvGraphicFramePr>
          <p:cNvPr id="27656" name="Object 6">
            <a:extLst>
              <a:ext uri="{FF2B5EF4-FFF2-40B4-BE49-F238E27FC236}">
                <a16:creationId xmlns:a16="http://schemas.microsoft.com/office/drawing/2014/main" id="{4852BC3F-B6AC-FC5D-19BE-9D6111C695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1119188"/>
          <a:ext cx="111918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044033" imgH="343149" progId="Equation.3">
                  <p:embed/>
                </p:oleObj>
              </mc:Choice>
              <mc:Fallback>
                <p:oleObj name="公式" r:id="rId10" imgW="1044033" imgH="34314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447800" y="1119188"/>
                        <a:ext cx="111918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7" name="Object 7">
            <a:extLst>
              <a:ext uri="{FF2B5EF4-FFF2-40B4-BE49-F238E27FC236}">
                <a16:creationId xmlns:a16="http://schemas.microsoft.com/office/drawing/2014/main" id="{18B3E209-DB38-C37E-0909-AF46A1D74A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1095375"/>
          <a:ext cx="24479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369727" imgH="388537" progId="Equation.3">
                  <p:embed/>
                </p:oleObj>
              </mc:Choice>
              <mc:Fallback>
                <p:oleObj name="公式" r:id="rId12" imgW="2369727" imgH="388537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995738" y="1095375"/>
                        <a:ext cx="24479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8" name="Object 8">
            <a:extLst>
              <a:ext uri="{FF2B5EF4-FFF2-40B4-BE49-F238E27FC236}">
                <a16:creationId xmlns:a16="http://schemas.microsoft.com/office/drawing/2014/main" id="{114911E1-46F1-E873-6B12-A658C0FBC94B}"/>
              </a:ext>
            </a:extLst>
          </p:cNvPr>
          <p:cNvGraphicFramePr>
            <a:graphicFrameLocks/>
          </p:cNvGraphicFramePr>
          <p:nvPr/>
        </p:nvGraphicFramePr>
        <p:xfrm>
          <a:off x="838200" y="1782763"/>
          <a:ext cx="227013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60238" imgH="228434" progId="Equation.3">
                  <p:embed/>
                </p:oleObj>
              </mc:Choice>
              <mc:Fallback>
                <p:oleObj name="公式" r:id="rId14" imgW="160238" imgH="228434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38200" y="1782763"/>
                        <a:ext cx="227013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9" name="Text Box 11">
            <a:extLst>
              <a:ext uri="{FF2B5EF4-FFF2-40B4-BE49-F238E27FC236}">
                <a16:creationId xmlns:a16="http://schemas.microsoft.com/office/drawing/2014/main" id="{0DF173A7-42E0-7E6C-7DDE-A3382589B399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304800" y="170656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宋体" panose="02010600030101010101" pitchFamily="2" charset="-122"/>
              </a:rPr>
              <a:t>求</a:t>
            </a:r>
          </a:p>
        </p:txBody>
      </p:sp>
      <p:sp>
        <p:nvSpPr>
          <p:cNvPr id="27660" name="Text Box 12">
            <a:extLst>
              <a:ext uri="{FF2B5EF4-FFF2-40B4-BE49-F238E27FC236}">
                <a16:creationId xmlns:a16="http://schemas.microsoft.com/office/drawing/2014/main" id="{2663B57A-D6AD-707F-A7AD-A968574453C5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990600" y="1706563"/>
            <a:ext cx="2212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和运动方程</a:t>
            </a:r>
          </a:p>
        </p:txBody>
      </p:sp>
      <p:sp>
        <p:nvSpPr>
          <p:cNvPr id="27661" name="Text Box 13">
            <a:extLst>
              <a:ext uri="{FF2B5EF4-FFF2-40B4-BE49-F238E27FC236}">
                <a16:creationId xmlns:a16="http://schemas.microsoft.com/office/drawing/2014/main" id="{27850F00-4731-FB73-744A-72B5BCE7884A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84213" y="3403600"/>
            <a:ext cx="220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代入初始条件</a:t>
            </a:r>
          </a:p>
        </p:txBody>
      </p:sp>
      <p:graphicFrame>
        <p:nvGraphicFramePr>
          <p:cNvPr id="27662" name="Object 9">
            <a:extLst>
              <a:ext uri="{FF2B5EF4-FFF2-40B4-BE49-F238E27FC236}">
                <a16:creationId xmlns:a16="http://schemas.microsoft.com/office/drawing/2014/main" id="{003DA37D-33BF-5850-D5F7-1A6926192A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9600" y="5262563"/>
          <a:ext cx="10033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929578" imgH="388537" progId="Equation.3">
                  <p:embed/>
                </p:oleObj>
              </mc:Choice>
              <mc:Fallback>
                <p:oleObj name="公式" r:id="rId16" imgW="929578" imgH="388537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149600" y="5262563"/>
                        <a:ext cx="10033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3" name="Text Box 15">
            <a:extLst>
              <a:ext uri="{FF2B5EF4-FFF2-40B4-BE49-F238E27FC236}">
                <a16:creationId xmlns:a16="http://schemas.microsoft.com/office/drawing/2014/main" id="{42323973-8688-6757-D18C-827F8747C7A8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84213" y="5256213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代入初始条件</a:t>
            </a:r>
          </a:p>
        </p:txBody>
      </p:sp>
      <p:sp>
        <p:nvSpPr>
          <p:cNvPr id="27664" name="Text Box 16">
            <a:extLst>
              <a:ext uri="{FF2B5EF4-FFF2-40B4-BE49-F238E27FC236}">
                <a16:creationId xmlns:a16="http://schemas.microsoft.com/office/drawing/2014/main" id="{895A6BCC-75BE-3B68-64B1-43CE3E16D9E3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381000" y="477838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2. </a:t>
            </a:r>
            <a:r>
              <a:rPr kumimoji="1" lang="zh-CN" altLang="en-US" sz="2400">
                <a:solidFill>
                  <a:srgbClr val="66FFFF"/>
                </a:solidFill>
                <a:latin typeface="宋体" panose="02010600030101010101" pitchFamily="2" charset="-122"/>
              </a:rPr>
              <a:t>第二类问题</a:t>
            </a:r>
          </a:p>
        </p:txBody>
      </p:sp>
      <p:graphicFrame>
        <p:nvGraphicFramePr>
          <p:cNvPr id="27665" name="Object 10">
            <a:extLst>
              <a:ext uri="{FF2B5EF4-FFF2-40B4-BE49-F238E27FC236}">
                <a16:creationId xmlns:a16="http://schemas.microsoft.com/office/drawing/2014/main" id="{898A832D-AB43-0A56-6884-21284D2BFC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6638" y="2527300"/>
          <a:ext cx="24606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369727" imgH="343149" progId="Equation.3">
                  <p:embed/>
                </p:oleObj>
              </mc:Choice>
              <mc:Fallback>
                <p:oleObj name="公式" r:id="rId18" imgW="2369727" imgH="34314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116638" y="2527300"/>
                        <a:ext cx="24606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6" name="Object 11">
            <a:extLst>
              <a:ext uri="{FF2B5EF4-FFF2-40B4-BE49-F238E27FC236}">
                <a16:creationId xmlns:a16="http://schemas.microsoft.com/office/drawing/2014/main" id="{E8C9C769-B718-1173-861C-B48C3E63287F}"/>
              </a:ext>
            </a:extLst>
          </p:cNvPr>
          <p:cNvGraphicFramePr>
            <a:graphicFrameLocks/>
          </p:cNvGraphicFramePr>
          <p:nvPr/>
        </p:nvGraphicFramePr>
        <p:xfrm>
          <a:off x="5867400" y="3409950"/>
          <a:ext cx="1955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882047" imgH="343149" progId="Equation.3">
                  <p:embed/>
                </p:oleObj>
              </mc:Choice>
              <mc:Fallback>
                <p:oleObj name="公式" r:id="rId20" imgW="1882047" imgH="343149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867400" y="3409950"/>
                        <a:ext cx="1955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7" name="Object 12">
            <a:extLst>
              <a:ext uri="{FF2B5EF4-FFF2-40B4-BE49-F238E27FC236}">
                <a16:creationId xmlns:a16="http://schemas.microsoft.com/office/drawing/2014/main" id="{4C8341DA-2E48-7B5A-D6FA-D7842115D34D}"/>
              </a:ext>
            </a:extLst>
          </p:cNvPr>
          <p:cNvGraphicFramePr>
            <a:graphicFrameLocks/>
          </p:cNvGraphicFramePr>
          <p:nvPr/>
        </p:nvGraphicFramePr>
        <p:xfrm>
          <a:off x="1476375" y="4149725"/>
          <a:ext cx="96520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891758" imgH="754629" progId="Equation.3">
                  <p:embed/>
                </p:oleObj>
              </mc:Choice>
              <mc:Fallback>
                <p:oleObj name="公式" r:id="rId22" imgW="891758" imgH="754629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476375" y="4149725"/>
                        <a:ext cx="965200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8" name="Object 13">
            <a:extLst>
              <a:ext uri="{FF2B5EF4-FFF2-40B4-BE49-F238E27FC236}">
                <a16:creationId xmlns:a16="http://schemas.microsoft.com/office/drawing/2014/main" id="{481DE441-0868-4782-3900-6B59C209FF99}"/>
              </a:ext>
            </a:extLst>
          </p:cNvPr>
          <p:cNvGraphicFramePr>
            <a:graphicFrameLocks/>
          </p:cNvGraphicFramePr>
          <p:nvPr/>
        </p:nvGraphicFramePr>
        <p:xfrm>
          <a:off x="3533775" y="4313238"/>
          <a:ext cx="29114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834516" imgH="343149" progId="Equation.3">
                  <p:embed/>
                </p:oleObj>
              </mc:Choice>
              <mc:Fallback>
                <p:oleObj name="公式" r:id="rId24" imgW="2834516" imgH="343149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533775" y="4313238"/>
                        <a:ext cx="29114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9" name="Rectangle 21">
            <a:extLst>
              <a:ext uri="{FF2B5EF4-FFF2-40B4-BE49-F238E27FC236}">
                <a16:creationId xmlns:a16="http://schemas.microsoft.com/office/drawing/2014/main" id="{62FD873B-9AC9-2161-CF0C-CE72149BB21D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695575" y="477838"/>
            <a:ext cx="3841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已知加速度和初始条件，求</a:t>
            </a:r>
          </a:p>
        </p:txBody>
      </p:sp>
      <p:graphicFrame>
        <p:nvGraphicFramePr>
          <p:cNvPr id="27670" name="Object 14">
            <a:extLst>
              <a:ext uri="{FF2B5EF4-FFF2-40B4-BE49-F238E27FC236}">
                <a16:creationId xmlns:a16="http://schemas.microsoft.com/office/drawing/2014/main" id="{BB05A352-B335-A566-1B26-7F16A9F5E2E0}"/>
              </a:ext>
            </a:extLst>
          </p:cNvPr>
          <p:cNvGraphicFramePr>
            <a:graphicFrameLocks/>
          </p:cNvGraphicFramePr>
          <p:nvPr/>
        </p:nvGraphicFramePr>
        <p:xfrm>
          <a:off x="6516688" y="566738"/>
          <a:ext cx="80168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731520" imgH="258858" progId="Equation.3">
                  <p:embed/>
                </p:oleObj>
              </mc:Choice>
              <mc:Fallback>
                <p:oleObj name="公式" r:id="rId26" imgW="731520" imgH="258858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516688" y="566738"/>
                        <a:ext cx="801687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1" name="Rectangle 23">
            <a:extLst>
              <a:ext uri="{FF2B5EF4-FFF2-40B4-BE49-F238E27FC236}">
                <a16:creationId xmlns:a16="http://schemas.microsoft.com/office/drawing/2014/main" id="{C599A0EA-759C-3BAC-94E8-82BBD2F65C7E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4800" y="108743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27672" name="Text Box 24">
            <a:extLst>
              <a:ext uri="{FF2B5EF4-FFF2-40B4-BE49-F238E27FC236}">
                <a16:creationId xmlns:a16="http://schemas.microsoft.com/office/drawing/2014/main" id="{3271AB70-3167-D95A-A015-C4BBEA19F8E1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2590800" y="1087438"/>
            <a:ext cx="1836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,</a:t>
            </a:r>
            <a:r>
              <a:rPr kumimoji="1" lang="en-US" altLang="zh-CN" sz="2400" i="1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t 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</a:rPr>
              <a:t>=0</a:t>
            </a:r>
            <a:r>
              <a: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时，</a:t>
            </a:r>
            <a:endParaRPr kumimoji="1" lang="zh-CN" altLang="en-US" sz="24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7673" name="Object 15">
            <a:extLst>
              <a:ext uri="{FF2B5EF4-FFF2-40B4-BE49-F238E27FC236}">
                <a16:creationId xmlns:a16="http://schemas.microsoft.com/office/drawing/2014/main" id="{AC13F4A8-0B56-2C70-F4DC-C17F14A29D2D}"/>
              </a:ext>
            </a:extLst>
          </p:cNvPr>
          <p:cNvGraphicFramePr>
            <a:graphicFrameLocks/>
          </p:cNvGraphicFramePr>
          <p:nvPr/>
        </p:nvGraphicFramePr>
        <p:xfrm>
          <a:off x="3132138" y="4132263"/>
          <a:ext cx="1500187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424722" imgH="662857" progId="Equation.3">
                  <p:embed/>
                </p:oleObj>
              </mc:Choice>
              <mc:Fallback>
                <p:oleObj name="公式" r:id="rId28" imgW="1424722" imgH="662857" progId="Equation.3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132138" y="4132263"/>
                        <a:ext cx="1500187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4" name="Text Box 26">
            <a:extLst>
              <a:ext uri="{FF2B5EF4-FFF2-40B4-BE49-F238E27FC236}">
                <a16:creationId xmlns:a16="http://schemas.microsoft.com/office/drawing/2014/main" id="{6D0B0EE0-9228-2420-778D-5D05626A06E8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08025" y="2492375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hlink"/>
                </a:solidFill>
              </a:rPr>
              <a:t>由已知有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7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7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76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76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76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76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autoUpdateAnimBg="0"/>
      <p:bldP spid="27655" grpId="0" autoUpdateAnimBg="0"/>
      <p:bldP spid="27659" grpId="0" autoUpdateAnimBg="0"/>
      <p:bldP spid="27660" grpId="0" autoUpdateAnimBg="0"/>
      <p:bldP spid="27661" grpId="0" autoUpdateAnimBg="0"/>
      <p:bldP spid="27663" grpId="0" autoUpdateAnimBg="0"/>
      <p:bldP spid="27664" grpId="0" autoUpdateAnimBg="0"/>
      <p:bldP spid="27669" grpId="0" autoUpdateAnimBg="0"/>
      <p:bldP spid="27671" grpId="0" autoUpdateAnimBg="0"/>
      <p:bldP spid="27672" grpId="0" autoUpdateAnimBg="0"/>
      <p:bldP spid="2767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reeform 2">
            <a:extLst>
              <a:ext uri="{FF2B5EF4-FFF2-40B4-BE49-F238E27FC236}">
                <a16:creationId xmlns:a16="http://schemas.microsoft.com/office/drawing/2014/main" id="{2059D0FB-CA32-BF13-7913-789731EDC211}"/>
              </a:ext>
            </a:extLst>
          </p:cNvPr>
          <p:cNvSpPr>
            <a:spLocks/>
          </p:cNvSpPr>
          <p:nvPr/>
        </p:nvSpPr>
        <p:spPr bwMode="black">
          <a:xfrm>
            <a:off x="6300788" y="2249488"/>
            <a:ext cx="2232025" cy="647700"/>
          </a:xfrm>
          <a:custGeom>
            <a:avLst/>
            <a:gdLst>
              <a:gd name="T0" fmla="*/ 0 w 1406"/>
              <a:gd name="T1" fmla="*/ 2147483646 h 408"/>
              <a:gd name="T2" fmla="*/ 2147483646 w 1406"/>
              <a:gd name="T3" fmla="*/ 2147483646 h 408"/>
              <a:gd name="T4" fmla="*/ 2147483646 w 1406"/>
              <a:gd name="T5" fmla="*/ 2147483646 h 408"/>
              <a:gd name="T6" fmla="*/ 2147483646 w 1406"/>
              <a:gd name="T7" fmla="*/ 2147483646 h 408"/>
              <a:gd name="T8" fmla="*/ 2147483646 w 1406"/>
              <a:gd name="T9" fmla="*/ 2147483646 h 408"/>
              <a:gd name="T10" fmla="*/ 2147483646 w 1406"/>
              <a:gd name="T11" fmla="*/ 2147483646 h 408"/>
              <a:gd name="T12" fmla="*/ 2147483646 w 1406"/>
              <a:gd name="T13" fmla="*/ 2147483646 h 408"/>
              <a:gd name="T14" fmla="*/ 2147483646 w 1406"/>
              <a:gd name="T15" fmla="*/ 2147483646 h 4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406"/>
              <a:gd name="T25" fmla="*/ 0 h 408"/>
              <a:gd name="T26" fmla="*/ 1406 w 1406"/>
              <a:gd name="T27" fmla="*/ 408 h 40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406" h="408">
                <a:moveTo>
                  <a:pt x="0" y="355"/>
                </a:moveTo>
                <a:cubicBezTo>
                  <a:pt x="58" y="305"/>
                  <a:pt x="247" y="114"/>
                  <a:pt x="345" y="57"/>
                </a:cubicBezTo>
                <a:cubicBezTo>
                  <a:pt x="443" y="0"/>
                  <a:pt x="510" y="9"/>
                  <a:pt x="589" y="13"/>
                </a:cubicBezTo>
                <a:cubicBezTo>
                  <a:pt x="668" y="17"/>
                  <a:pt x="741" y="41"/>
                  <a:pt x="817" y="83"/>
                </a:cubicBezTo>
                <a:cubicBezTo>
                  <a:pt x="893" y="125"/>
                  <a:pt x="984" y="219"/>
                  <a:pt x="1044" y="264"/>
                </a:cubicBezTo>
                <a:cubicBezTo>
                  <a:pt x="1104" y="309"/>
                  <a:pt x="1135" y="332"/>
                  <a:pt x="1180" y="355"/>
                </a:cubicBezTo>
                <a:cubicBezTo>
                  <a:pt x="1225" y="378"/>
                  <a:pt x="1278" y="392"/>
                  <a:pt x="1316" y="400"/>
                </a:cubicBezTo>
                <a:cubicBezTo>
                  <a:pt x="1354" y="408"/>
                  <a:pt x="1380" y="404"/>
                  <a:pt x="1406" y="400"/>
                </a:cubicBezTo>
              </a:path>
            </a:pathLst>
          </a:custGeom>
          <a:noFill/>
          <a:ln w="190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5" name="Freeform 3">
            <a:extLst>
              <a:ext uri="{FF2B5EF4-FFF2-40B4-BE49-F238E27FC236}">
                <a16:creationId xmlns:a16="http://schemas.microsoft.com/office/drawing/2014/main" id="{0DD70C84-A270-67AD-86D5-80B16F294844}"/>
              </a:ext>
            </a:extLst>
          </p:cNvPr>
          <p:cNvSpPr>
            <a:spLocks/>
          </p:cNvSpPr>
          <p:nvPr/>
        </p:nvSpPr>
        <p:spPr bwMode="black">
          <a:xfrm>
            <a:off x="6503988" y="3867150"/>
            <a:ext cx="1905000" cy="857250"/>
          </a:xfrm>
          <a:custGeom>
            <a:avLst/>
            <a:gdLst>
              <a:gd name="T0" fmla="*/ 2147483646 w 915"/>
              <a:gd name="T1" fmla="*/ 2147483646 h 540"/>
              <a:gd name="T2" fmla="*/ 2147483646 w 915"/>
              <a:gd name="T3" fmla="*/ 2147483646 h 540"/>
              <a:gd name="T4" fmla="*/ 2147483646 w 915"/>
              <a:gd name="T5" fmla="*/ 2147483646 h 540"/>
              <a:gd name="T6" fmla="*/ 2147483646 w 915"/>
              <a:gd name="T7" fmla="*/ 2147483646 h 540"/>
              <a:gd name="T8" fmla="*/ 2147483646 w 915"/>
              <a:gd name="T9" fmla="*/ 2147483646 h 540"/>
              <a:gd name="T10" fmla="*/ 2147483646 w 915"/>
              <a:gd name="T11" fmla="*/ 2147483646 h 540"/>
              <a:gd name="T12" fmla="*/ 2147483646 w 915"/>
              <a:gd name="T13" fmla="*/ 2147483646 h 540"/>
              <a:gd name="T14" fmla="*/ 2147483646 w 915"/>
              <a:gd name="T15" fmla="*/ 2147483646 h 540"/>
              <a:gd name="T16" fmla="*/ 2147483646 w 915"/>
              <a:gd name="T17" fmla="*/ 2147483646 h 540"/>
              <a:gd name="T18" fmla="*/ 2147483646 w 915"/>
              <a:gd name="T19" fmla="*/ 2147483646 h 540"/>
              <a:gd name="T20" fmla="*/ 2147483646 w 915"/>
              <a:gd name="T21" fmla="*/ 2147483646 h 540"/>
              <a:gd name="T22" fmla="*/ 2147483646 w 915"/>
              <a:gd name="T23" fmla="*/ 2147483646 h 540"/>
              <a:gd name="T24" fmla="*/ 0 w 915"/>
              <a:gd name="T25" fmla="*/ 2147483646 h 540"/>
              <a:gd name="T26" fmla="*/ 2147483646 w 915"/>
              <a:gd name="T27" fmla="*/ 2147483646 h 540"/>
              <a:gd name="T28" fmla="*/ 2147483646 w 915"/>
              <a:gd name="T29" fmla="*/ 2147483646 h 540"/>
              <a:gd name="T30" fmla="*/ 2147483646 w 915"/>
              <a:gd name="T31" fmla="*/ 2147483646 h 540"/>
              <a:gd name="T32" fmla="*/ 2147483646 w 915"/>
              <a:gd name="T33" fmla="*/ 2147483646 h 540"/>
              <a:gd name="T34" fmla="*/ 2147483646 w 915"/>
              <a:gd name="T35" fmla="*/ 2147483646 h 540"/>
              <a:gd name="T36" fmla="*/ 2147483646 w 915"/>
              <a:gd name="T37" fmla="*/ 2147483646 h 540"/>
              <a:gd name="T38" fmla="*/ 2147483646 w 915"/>
              <a:gd name="T39" fmla="*/ 2147483646 h 540"/>
              <a:gd name="T40" fmla="*/ 2147483646 w 915"/>
              <a:gd name="T41" fmla="*/ 2147483646 h 54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915"/>
              <a:gd name="T64" fmla="*/ 0 h 540"/>
              <a:gd name="T65" fmla="*/ 915 w 915"/>
              <a:gd name="T66" fmla="*/ 540 h 540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915" h="540">
                <a:moveTo>
                  <a:pt x="882" y="294"/>
                </a:moveTo>
                <a:cubicBezTo>
                  <a:pt x="880" y="280"/>
                  <a:pt x="882" y="265"/>
                  <a:pt x="876" y="252"/>
                </a:cubicBezTo>
                <a:cubicBezTo>
                  <a:pt x="873" y="245"/>
                  <a:pt x="862" y="246"/>
                  <a:pt x="858" y="240"/>
                </a:cubicBezTo>
                <a:cubicBezTo>
                  <a:pt x="851" y="229"/>
                  <a:pt x="857" y="211"/>
                  <a:pt x="846" y="204"/>
                </a:cubicBezTo>
                <a:cubicBezTo>
                  <a:pt x="813" y="182"/>
                  <a:pt x="782" y="157"/>
                  <a:pt x="744" y="144"/>
                </a:cubicBezTo>
                <a:cubicBezTo>
                  <a:pt x="707" y="132"/>
                  <a:pt x="668" y="129"/>
                  <a:pt x="630" y="120"/>
                </a:cubicBezTo>
                <a:cubicBezTo>
                  <a:pt x="607" y="114"/>
                  <a:pt x="592" y="99"/>
                  <a:pt x="570" y="90"/>
                </a:cubicBezTo>
                <a:cubicBezTo>
                  <a:pt x="526" y="72"/>
                  <a:pt x="479" y="62"/>
                  <a:pt x="432" y="54"/>
                </a:cubicBezTo>
                <a:cubicBezTo>
                  <a:pt x="308" y="57"/>
                  <a:pt x="168" y="0"/>
                  <a:pt x="96" y="108"/>
                </a:cubicBezTo>
                <a:cubicBezTo>
                  <a:pt x="89" y="136"/>
                  <a:pt x="81" y="147"/>
                  <a:pt x="60" y="168"/>
                </a:cubicBezTo>
                <a:cubicBezTo>
                  <a:pt x="49" y="200"/>
                  <a:pt x="29" y="225"/>
                  <a:pt x="18" y="258"/>
                </a:cubicBezTo>
                <a:cubicBezTo>
                  <a:pt x="14" y="270"/>
                  <a:pt x="10" y="282"/>
                  <a:pt x="6" y="294"/>
                </a:cubicBezTo>
                <a:cubicBezTo>
                  <a:pt x="4" y="300"/>
                  <a:pt x="0" y="312"/>
                  <a:pt x="0" y="312"/>
                </a:cubicBezTo>
                <a:cubicBezTo>
                  <a:pt x="2" y="329"/>
                  <a:pt x="2" y="364"/>
                  <a:pt x="12" y="384"/>
                </a:cubicBezTo>
                <a:cubicBezTo>
                  <a:pt x="26" y="411"/>
                  <a:pt x="20" y="395"/>
                  <a:pt x="42" y="414"/>
                </a:cubicBezTo>
                <a:cubicBezTo>
                  <a:pt x="101" y="467"/>
                  <a:pt x="85" y="465"/>
                  <a:pt x="174" y="474"/>
                </a:cubicBezTo>
                <a:cubicBezTo>
                  <a:pt x="242" y="508"/>
                  <a:pt x="315" y="525"/>
                  <a:pt x="390" y="540"/>
                </a:cubicBezTo>
                <a:cubicBezTo>
                  <a:pt x="515" y="534"/>
                  <a:pt x="636" y="526"/>
                  <a:pt x="762" y="522"/>
                </a:cubicBezTo>
                <a:cubicBezTo>
                  <a:pt x="811" y="512"/>
                  <a:pt x="852" y="498"/>
                  <a:pt x="888" y="462"/>
                </a:cubicBezTo>
                <a:cubicBezTo>
                  <a:pt x="898" y="431"/>
                  <a:pt x="904" y="398"/>
                  <a:pt x="912" y="366"/>
                </a:cubicBezTo>
                <a:cubicBezTo>
                  <a:pt x="910" y="349"/>
                  <a:pt x="915" y="278"/>
                  <a:pt x="882" y="294"/>
                </a:cubicBezTo>
                <a:close/>
              </a:path>
            </a:pathLst>
          </a:custGeom>
          <a:solidFill>
            <a:srgbClr val="CCCCFF">
              <a:alpha val="50195"/>
            </a:srgbClr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76" name="Text Box 4">
            <a:extLst>
              <a:ext uri="{FF2B5EF4-FFF2-40B4-BE49-F238E27FC236}">
                <a16:creationId xmlns:a16="http://schemas.microsoft.com/office/drawing/2014/main" id="{3A7ADC2D-5689-C3D5-F5E5-28E16BB06B66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827088" y="346075"/>
            <a:ext cx="6934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147888" indent="-1785938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3200">
                <a:solidFill>
                  <a:srgbClr val="66FF33"/>
                </a:solidFill>
                <a:latin typeface="Times New Roman" panose="02020603050405020304" pitchFamily="18" charset="0"/>
              </a:rPr>
              <a:t>§</a:t>
            </a:r>
            <a:r>
              <a:rPr kumimoji="1" lang="en-US" altLang="zh-CN" sz="3200">
                <a:solidFill>
                  <a:srgbClr val="66FF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1.4  </a:t>
            </a:r>
            <a:r>
              <a:rPr kumimoji="1" lang="zh-CN" altLang="en-US" sz="32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用自然坐标表示平面曲线运动中的速度和加速度</a:t>
            </a:r>
          </a:p>
        </p:txBody>
      </p:sp>
      <p:sp>
        <p:nvSpPr>
          <p:cNvPr id="28677" name="Text Box 5">
            <a:extLst>
              <a:ext uri="{FF2B5EF4-FFF2-40B4-BE49-F238E27FC236}">
                <a16:creationId xmlns:a16="http://schemas.microsoft.com/office/drawing/2014/main" id="{9C9AE364-0EBD-2DD4-9B00-1D7E56E2F68E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96850" y="1538288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solidFill>
                  <a:srgbClr val="FFFF66"/>
                </a:solidFill>
                <a:latin typeface="宋体" panose="02010600030101010101" pitchFamily="2" charset="-122"/>
              </a:rPr>
              <a:t>一</a:t>
            </a:r>
            <a:r>
              <a:rPr kumimoji="1" lang="en-US" altLang="zh-CN" sz="2800">
                <a:solidFill>
                  <a:srgbClr val="FFFF66"/>
                </a:solidFill>
                <a:latin typeface="Times New Roman" panose="02020603050405020304" pitchFamily="18" charset="0"/>
              </a:rPr>
              <a:t>. </a:t>
            </a:r>
            <a:r>
              <a:rPr kumimoji="1" lang="zh-CN" altLang="en-US" sz="2800">
                <a:latin typeface="宋体" panose="02010600030101010101" pitchFamily="2" charset="-122"/>
              </a:rPr>
              <a:t>速度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28678" name="Object 2">
            <a:extLst>
              <a:ext uri="{FF2B5EF4-FFF2-40B4-BE49-F238E27FC236}">
                <a16:creationId xmlns:a16="http://schemas.microsoft.com/office/drawing/2014/main" id="{0D004AC8-3348-2640-68E8-82C385FD30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349500"/>
          <a:ext cx="27686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97667" imgH="320206" progId="Equation.3">
                  <p:embed/>
                </p:oleObj>
              </mc:Choice>
              <mc:Fallback>
                <p:oleObj name="Equation" r:id="rId2" imgW="2697667" imgH="32020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971550" y="2349500"/>
                        <a:ext cx="27686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3">
            <a:extLst>
              <a:ext uri="{FF2B5EF4-FFF2-40B4-BE49-F238E27FC236}">
                <a16:creationId xmlns:a16="http://schemas.microsoft.com/office/drawing/2014/main" id="{4BB49CF0-C0DC-D85D-17AE-0C7E52EA31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5199063"/>
          <a:ext cx="1665288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07851" imgH="754629" progId="Equation.3">
                  <p:embed/>
                </p:oleObj>
              </mc:Choice>
              <mc:Fallback>
                <p:oleObj name="公式" r:id="rId4" imgW="1607851" imgH="7546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492500" y="5199063"/>
                        <a:ext cx="1665288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4">
            <a:extLst>
              <a:ext uri="{FF2B5EF4-FFF2-40B4-BE49-F238E27FC236}">
                <a16:creationId xmlns:a16="http://schemas.microsoft.com/office/drawing/2014/main" id="{7CBB1194-0042-DC1C-F2B1-E881090F85BA}"/>
              </a:ext>
            </a:extLst>
          </p:cNvPr>
          <p:cNvGraphicFramePr>
            <a:graphicFrameLocks/>
          </p:cNvGraphicFramePr>
          <p:nvPr/>
        </p:nvGraphicFramePr>
        <p:xfrm>
          <a:off x="1116013" y="4119563"/>
          <a:ext cx="47482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678742" imgH="754629" progId="Equation.3">
                  <p:embed/>
                </p:oleObj>
              </mc:Choice>
              <mc:Fallback>
                <p:oleObj name="公式" r:id="rId6" imgW="4678742" imgH="754629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116013" y="4119563"/>
                        <a:ext cx="474821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1" name="AutoShape 9">
            <a:extLst>
              <a:ext uri="{FF2B5EF4-FFF2-40B4-BE49-F238E27FC236}">
                <a16:creationId xmlns:a16="http://schemas.microsoft.com/office/drawing/2014/main" id="{CD14A898-87A8-A1EB-101C-FCE3F74D3ABF}"/>
              </a:ext>
            </a:extLst>
          </p:cNvPr>
          <p:cNvSpPr>
            <a:spLocks noChangeArrowheads="1"/>
          </p:cNvSpPr>
          <p:nvPr/>
        </p:nvSpPr>
        <p:spPr bwMode="black">
          <a:xfrm>
            <a:off x="4284663" y="5978525"/>
            <a:ext cx="3170237" cy="415925"/>
          </a:xfrm>
          <a:prstGeom prst="wedgeRectCallout">
            <a:avLst>
              <a:gd name="adj1" fmla="val -33977"/>
              <a:gd name="adj2" fmla="val -107634"/>
            </a:avLst>
          </a:prstGeom>
          <a:solidFill>
            <a:srgbClr val="3333CC">
              <a:alpha val="14117"/>
            </a:srgbClr>
          </a:solidFill>
          <a:ln w="19050">
            <a:solidFill>
              <a:srgbClr val="66FFFF">
                <a:alpha val="32156"/>
              </a:srgb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速度矢量在切线上的投影</a:t>
            </a:r>
          </a:p>
        </p:txBody>
      </p:sp>
      <p:graphicFrame>
        <p:nvGraphicFramePr>
          <p:cNvPr id="28682" name="Object 5">
            <a:extLst>
              <a:ext uri="{FF2B5EF4-FFF2-40B4-BE49-F238E27FC236}">
                <a16:creationId xmlns:a16="http://schemas.microsoft.com/office/drawing/2014/main" id="{F64084A6-0352-2FA9-59A4-57C14E20E367}"/>
              </a:ext>
            </a:extLst>
          </p:cNvPr>
          <p:cNvGraphicFramePr>
            <a:graphicFrameLocks/>
          </p:cNvGraphicFramePr>
          <p:nvPr/>
        </p:nvGraphicFramePr>
        <p:xfrm>
          <a:off x="895350" y="3078163"/>
          <a:ext cx="3670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596889" imgH="754629" progId="Equation.3">
                  <p:embed/>
                </p:oleObj>
              </mc:Choice>
              <mc:Fallback>
                <p:oleObj name="公式" r:id="rId8" imgW="3596889" imgH="754629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95350" y="3078163"/>
                        <a:ext cx="3670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3" name="Line 11">
            <a:extLst>
              <a:ext uri="{FF2B5EF4-FFF2-40B4-BE49-F238E27FC236}">
                <a16:creationId xmlns:a16="http://schemas.microsoft.com/office/drawing/2014/main" id="{8B90D9F4-44AF-6A40-DA60-3ACEAA2BF676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6808788" y="2571750"/>
            <a:ext cx="1066800" cy="17526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684" name="Object 6">
            <a:extLst>
              <a:ext uri="{FF2B5EF4-FFF2-40B4-BE49-F238E27FC236}">
                <a16:creationId xmlns:a16="http://schemas.microsoft.com/office/drawing/2014/main" id="{0154E9B5-4CC4-9A41-C8E8-96A7CF1D52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7288" y="3325813"/>
          <a:ext cx="471487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10571" imgH="320206" progId="Equation.3">
                  <p:embed/>
                </p:oleObj>
              </mc:Choice>
              <mc:Fallback>
                <p:oleObj name="公式" r:id="rId10" imgW="510571" imgH="32020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237288" y="3325813"/>
                        <a:ext cx="471487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5" name="Object 7">
            <a:extLst>
              <a:ext uri="{FF2B5EF4-FFF2-40B4-BE49-F238E27FC236}">
                <a16:creationId xmlns:a16="http://schemas.microsoft.com/office/drawing/2014/main" id="{09C7EDC3-DDB8-E96B-1191-9A075DC220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02513" y="3303588"/>
          <a:ext cx="996950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73418" imgH="320206" progId="Equation.3">
                  <p:embed/>
                </p:oleObj>
              </mc:Choice>
              <mc:Fallback>
                <p:oleObj name="公式" r:id="rId12" imgW="1173418" imgH="32020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402513" y="3303588"/>
                        <a:ext cx="996950" cy="31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6" name="Object 8">
            <a:extLst>
              <a:ext uri="{FF2B5EF4-FFF2-40B4-BE49-F238E27FC236}">
                <a16:creationId xmlns:a16="http://schemas.microsoft.com/office/drawing/2014/main" id="{4353ED50-B89B-A90B-56E3-AE0DCBC623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46913" y="2555875"/>
          <a:ext cx="4318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58296" imgH="220952" progId="Equation.3">
                  <p:embed/>
                </p:oleObj>
              </mc:Choice>
              <mc:Fallback>
                <p:oleObj name="公式" r:id="rId14" imgW="358296" imgH="22095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046913" y="2555875"/>
                        <a:ext cx="43180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7" name="Object 9">
            <a:extLst>
              <a:ext uri="{FF2B5EF4-FFF2-40B4-BE49-F238E27FC236}">
                <a16:creationId xmlns:a16="http://schemas.microsoft.com/office/drawing/2014/main" id="{CD5F9CD6-01DA-8A9E-4010-0D6531ABE7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7813" y="2046288"/>
          <a:ext cx="223837" cy="23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05522" imgH="220952" progId="Equation.3">
                  <p:embed/>
                </p:oleObj>
              </mc:Choice>
              <mc:Fallback>
                <p:oleObj name="Equation" r:id="rId16" imgW="205522" imgH="220952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627813" y="2046288"/>
                        <a:ext cx="223837" cy="233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8" name="Object 10">
            <a:extLst>
              <a:ext uri="{FF2B5EF4-FFF2-40B4-BE49-F238E27FC236}">
                <a16:creationId xmlns:a16="http://schemas.microsoft.com/office/drawing/2014/main" id="{6B4EBCB1-A2AC-2522-B82F-70BDE16557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73938" y="2006600"/>
          <a:ext cx="323850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35404" imgH="228434" progId="Equation.3">
                  <p:embed/>
                </p:oleObj>
              </mc:Choice>
              <mc:Fallback>
                <p:oleObj name="Equation" r:id="rId18" imgW="335404" imgH="228434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373938" y="2006600"/>
                        <a:ext cx="323850" cy="24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9" name="Line 17">
            <a:extLst>
              <a:ext uri="{FF2B5EF4-FFF2-40B4-BE49-F238E27FC236}">
                <a16:creationId xmlns:a16="http://schemas.microsoft.com/office/drawing/2014/main" id="{A4AD1BC9-3BB9-A5B0-9FA9-115E733A276A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6808788" y="2343150"/>
            <a:ext cx="0" cy="19812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90" name="Line 18">
            <a:extLst>
              <a:ext uri="{FF2B5EF4-FFF2-40B4-BE49-F238E27FC236}">
                <a16:creationId xmlns:a16="http://schemas.microsoft.com/office/drawing/2014/main" id="{FE472B5F-0D1D-A50F-AE18-7C63F85B7DE0}"/>
              </a:ext>
            </a:extLst>
          </p:cNvPr>
          <p:cNvSpPr>
            <a:spLocks noChangeShapeType="1"/>
          </p:cNvSpPr>
          <p:nvPr/>
        </p:nvSpPr>
        <p:spPr bwMode="black">
          <a:xfrm>
            <a:off x="6818313" y="2362200"/>
            <a:ext cx="1058862" cy="23495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91" name="Line 19">
            <a:extLst>
              <a:ext uri="{FF2B5EF4-FFF2-40B4-BE49-F238E27FC236}">
                <a16:creationId xmlns:a16="http://schemas.microsoft.com/office/drawing/2014/main" id="{4F8BA57F-9E17-12D6-8603-D3F4399CD897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6805613" y="1866900"/>
            <a:ext cx="715962" cy="498475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692" name="Object 11">
            <a:extLst>
              <a:ext uri="{FF2B5EF4-FFF2-40B4-BE49-F238E27FC236}">
                <a16:creationId xmlns:a16="http://schemas.microsoft.com/office/drawing/2014/main" id="{A0C6DE51-5858-CDDB-4287-38ABDD107F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31113" y="1709738"/>
          <a:ext cx="179387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60238" imgH="220952" progId="Equation.3">
                  <p:embed/>
                </p:oleObj>
              </mc:Choice>
              <mc:Fallback>
                <p:oleObj name="公式" r:id="rId20" imgW="160238" imgH="220952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631113" y="1709738"/>
                        <a:ext cx="179387" cy="23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3" name="Object 12">
            <a:extLst>
              <a:ext uri="{FF2B5EF4-FFF2-40B4-BE49-F238E27FC236}">
                <a16:creationId xmlns:a16="http://schemas.microsoft.com/office/drawing/2014/main" id="{9AF8397D-8934-20EE-9AA6-9CF3856A46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32738" y="2254250"/>
          <a:ext cx="23336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20949" imgH="320206" progId="Equation.3">
                  <p:embed/>
                </p:oleObj>
              </mc:Choice>
              <mc:Fallback>
                <p:oleObj name="Equation" r:id="rId22" imgW="220949" imgH="320206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932738" y="2254250"/>
                        <a:ext cx="233362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4" name="Object 13">
            <a:extLst>
              <a:ext uri="{FF2B5EF4-FFF2-40B4-BE49-F238E27FC236}">
                <a16:creationId xmlns:a16="http://schemas.microsoft.com/office/drawing/2014/main" id="{F49F1CAA-AFEA-AEBF-7C9B-850C94E822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0638" y="2727325"/>
          <a:ext cx="27305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66731" imgH="343149" progId="Equation.3">
                  <p:embed/>
                </p:oleObj>
              </mc:Choice>
              <mc:Fallback>
                <p:oleObj name="Equation" r:id="rId24" imgW="266731" imgH="343149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370638" y="2727325"/>
                        <a:ext cx="273050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5" name="Line 23">
            <a:extLst>
              <a:ext uri="{FF2B5EF4-FFF2-40B4-BE49-F238E27FC236}">
                <a16:creationId xmlns:a16="http://schemas.microsoft.com/office/drawing/2014/main" id="{44DD9989-7BF9-4F48-D019-1BB9B2F6BF18}"/>
              </a:ext>
            </a:extLst>
          </p:cNvPr>
          <p:cNvSpPr>
            <a:spLocks noChangeShapeType="1"/>
          </p:cNvSpPr>
          <p:nvPr/>
        </p:nvSpPr>
        <p:spPr bwMode="black">
          <a:xfrm rot="20803377" flipV="1">
            <a:off x="6161088" y="2365375"/>
            <a:ext cx="423862" cy="274638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696" name="Object 14">
            <a:extLst>
              <a:ext uri="{FF2B5EF4-FFF2-40B4-BE49-F238E27FC236}">
                <a16:creationId xmlns:a16="http://schemas.microsoft.com/office/drawing/2014/main" id="{37F256C7-2C60-FA49-E2A1-AB93F3AA09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2151063"/>
          <a:ext cx="266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59267" imgH="320206" progId="Equation.3">
                  <p:embed/>
                </p:oleObj>
              </mc:Choice>
              <mc:Fallback>
                <p:oleObj name="Equation" r:id="rId26" imgW="259267" imgH="320206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084888" y="2151063"/>
                        <a:ext cx="2667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7" name="Object 15">
            <a:extLst>
              <a:ext uri="{FF2B5EF4-FFF2-40B4-BE49-F238E27FC236}">
                <a16:creationId xmlns:a16="http://schemas.microsoft.com/office/drawing/2014/main" id="{C3A0E403-40BC-4916-B140-5EA1DA3612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99388" y="2765425"/>
          <a:ext cx="204787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83129" imgH="220952" progId="Equation.3">
                  <p:embed/>
                </p:oleObj>
              </mc:Choice>
              <mc:Fallback>
                <p:oleObj name="Equation" r:id="rId28" imgW="183129" imgH="220952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799388" y="2765425"/>
                        <a:ext cx="204787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8" name="Object 16">
            <a:extLst>
              <a:ext uri="{FF2B5EF4-FFF2-40B4-BE49-F238E27FC236}">
                <a16:creationId xmlns:a16="http://schemas.microsoft.com/office/drawing/2014/main" id="{AE30A9FF-CBCD-88A7-F7EA-284F9399FC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9913" y="4224338"/>
          <a:ext cx="233362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20949" imgH="243895" progId="Equation.3">
                  <p:embed/>
                </p:oleObj>
              </mc:Choice>
              <mc:Fallback>
                <p:oleObj name="Equation" r:id="rId30" imgW="220949" imgH="24389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919913" y="4224338"/>
                        <a:ext cx="233362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9" name="Object 17">
            <a:extLst>
              <a:ext uri="{FF2B5EF4-FFF2-40B4-BE49-F238E27FC236}">
                <a16:creationId xmlns:a16="http://schemas.microsoft.com/office/drawing/2014/main" id="{2B5688CD-635B-6AD6-44AD-B811762803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27888" y="4152900"/>
          <a:ext cx="87153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1005716" imgH="335169" progId="Equation.3">
                  <p:embed/>
                </p:oleObj>
              </mc:Choice>
              <mc:Fallback>
                <p:oleObj name="公式" r:id="rId32" imgW="1005716" imgH="335169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227888" y="4152900"/>
                        <a:ext cx="871537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00" name="Rectangle 28">
            <a:extLst>
              <a:ext uri="{FF2B5EF4-FFF2-40B4-BE49-F238E27FC236}">
                <a16:creationId xmlns:a16="http://schemas.microsoft.com/office/drawing/2014/main" id="{C1A5BAA4-09C1-4D7D-02A4-AF469B229205}"/>
              </a:ext>
            </a:extLst>
          </p:cNvPr>
          <p:cNvSpPr>
            <a:spLocks noChangeArrowheads="1"/>
          </p:cNvSpPr>
          <p:nvPr/>
        </p:nvSpPr>
        <p:spPr bwMode="black">
          <a:xfrm>
            <a:off x="6330950" y="24082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28701" name="Text Box 29">
            <a:extLst>
              <a:ext uri="{FF2B5EF4-FFF2-40B4-BE49-F238E27FC236}">
                <a16:creationId xmlns:a16="http://schemas.microsoft.com/office/drawing/2014/main" id="{D52D2D47-9253-6E0E-4329-B42140940DE3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651625" y="4079875"/>
            <a:ext cx="325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>
                <a:solidFill>
                  <a:srgbClr val="FFFF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28702" name="Text Box 30">
            <a:extLst>
              <a:ext uri="{FF2B5EF4-FFF2-40B4-BE49-F238E27FC236}">
                <a16:creationId xmlns:a16="http://schemas.microsoft.com/office/drawing/2014/main" id="{DF976FD3-A699-5E4A-2E11-E187ADA9D2C6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650038" y="2143125"/>
            <a:ext cx="301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solidFill>
                  <a:srgbClr val="FFFF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28703" name="Text Box 31">
            <a:extLst>
              <a:ext uri="{FF2B5EF4-FFF2-40B4-BE49-F238E27FC236}">
                <a16:creationId xmlns:a16="http://schemas.microsoft.com/office/drawing/2014/main" id="{5AEDAB5C-A02C-D5A5-68B4-62229388EAF1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731125" y="2373313"/>
            <a:ext cx="301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solidFill>
                  <a:srgbClr val="FFFF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graphicFrame>
        <p:nvGraphicFramePr>
          <p:cNvPr id="28704" name="Object 18">
            <a:extLst>
              <a:ext uri="{FF2B5EF4-FFF2-40B4-BE49-F238E27FC236}">
                <a16:creationId xmlns:a16="http://schemas.microsoft.com/office/drawing/2014/main" id="{39B084AD-6F8E-0EF3-9B98-056AAB716A08}"/>
              </a:ext>
            </a:extLst>
          </p:cNvPr>
          <p:cNvGraphicFramePr>
            <a:graphicFrameLocks/>
          </p:cNvGraphicFramePr>
          <p:nvPr/>
        </p:nvGraphicFramePr>
        <p:xfrm>
          <a:off x="1122363" y="5140325"/>
          <a:ext cx="229711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2224916" imgH="777074" progId="Equation.3">
                  <p:embed/>
                </p:oleObj>
              </mc:Choice>
              <mc:Fallback>
                <p:oleObj name="公式" r:id="rId34" imgW="2224916" imgH="777074" progId="Equation.3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122363" y="5140325"/>
                        <a:ext cx="2297112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8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 autoUpdateAnimBg="0"/>
      <p:bldP spid="28677" grpId="0" autoUpdateAnimBg="0"/>
      <p:bldP spid="28681" grpId="0" animBg="1" autoUpdateAnimBg="0"/>
      <p:bldP spid="28700" grpId="0" autoUpdateAnimBg="0"/>
      <p:bldP spid="28701" grpId="0"/>
      <p:bldP spid="28702" grpId="0"/>
      <p:bldP spid="2870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>
            <a:extLst>
              <a:ext uri="{FF2B5EF4-FFF2-40B4-BE49-F238E27FC236}">
                <a16:creationId xmlns:a16="http://schemas.microsoft.com/office/drawing/2014/main" id="{21631AFE-370F-EEDE-6872-84AEC27DB03B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52400" y="319088"/>
            <a:ext cx="228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solidFill>
                  <a:srgbClr val="FFFF66"/>
                </a:solidFill>
                <a:latin typeface="宋体" panose="02010600030101010101" pitchFamily="2" charset="-122"/>
              </a:rPr>
              <a:t>二</a:t>
            </a:r>
            <a:r>
              <a:rPr kumimoji="1" lang="en-US" altLang="zh-CN" sz="2800">
                <a:solidFill>
                  <a:srgbClr val="FFFF66"/>
                </a:solidFill>
                <a:latin typeface="Times New Roman" panose="02020603050405020304" pitchFamily="18" charset="0"/>
              </a:rPr>
              <a:t>. </a:t>
            </a:r>
            <a:r>
              <a:rPr kumimoji="1" lang="zh-CN" altLang="en-US" sz="2800">
                <a:latin typeface="宋体" panose="02010600030101010101" pitchFamily="2" charset="-122"/>
              </a:rPr>
              <a:t>加速度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29699" name="Line 3">
            <a:extLst>
              <a:ext uri="{FF2B5EF4-FFF2-40B4-BE49-F238E27FC236}">
                <a16:creationId xmlns:a16="http://schemas.microsoft.com/office/drawing/2014/main" id="{F33E5E68-B097-4B77-852D-CE1D62D69CF4}"/>
              </a:ext>
            </a:extLst>
          </p:cNvPr>
          <p:cNvSpPr>
            <a:spLocks noChangeShapeType="1"/>
          </p:cNvSpPr>
          <p:nvPr/>
        </p:nvSpPr>
        <p:spPr bwMode="black">
          <a:xfrm rot="4059142">
            <a:off x="7301707" y="5050631"/>
            <a:ext cx="700088" cy="485775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700" name="Object 2">
            <a:extLst>
              <a:ext uri="{FF2B5EF4-FFF2-40B4-BE49-F238E27FC236}">
                <a16:creationId xmlns:a16="http://schemas.microsoft.com/office/drawing/2014/main" id="{8901704E-6C8C-64A1-6520-2F472825C4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8325" y="4540250"/>
          <a:ext cx="485775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40927" imgH="343149" progId="Equation.3">
                  <p:embed/>
                </p:oleObj>
              </mc:Choice>
              <mc:Fallback>
                <p:oleObj name="公式" r:id="rId2" imgW="540927" imgH="34314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918325" y="4540250"/>
                        <a:ext cx="485775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3">
            <a:extLst>
              <a:ext uri="{FF2B5EF4-FFF2-40B4-BE49-F238E27FC236}">
                <a16:creationId xmlns:a16="http://schemas.microsoft.com/office/drawing/2014/main" id="{D12D3CC0-4667-92DD-04F3-2E3812B841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1775" y="5700713"/>
          <a:ext cx="1014413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96309" imgH="343149" progId="Equation.3">
                  <p:embed/>
                </p:oleObj>
              </mc:Choice>
              <mc:Fallback>
                <p:oleObj name="公式" r:id="rId4" imgW="1196309" imgH="34314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581775" y="5700713"/>
                        <a:ext cx="1014413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4">
            <a:extLst>
              <a:ext uri="{FF2B5EF4-FFF2-40B4-BE49-F238E27FC236}">
                <a16:creationId xmlns:a16="http://schemas.microsoft.com/office/drawing/2014/main" id="{70946FD9-1738-5D15-FF0A-99FD5CD7DE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94613" y="5181600"/>
          <a:ext cx="40640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34433" imgH="258858" progId="Equation.3">
                  <p:embed/>
                </p:oleObj>
              </mc:Choice>
              <mc:Fallback>
                <p:oleObj name="公式" r:id="rId6" imgW="434433" imgH="25885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694613" y="5181600"/>
                        <a:ext cx="406400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5">
            <a:extLst>
              <a:ext uri="{FF2B5EF4-FFF2-40B4-BE49-F238E27FC236}">
                <a16:creationId xmlns:a16="http://schemas.microsoft.com/office/drawing/2014/main" id="{9FC8FF5C-3AF7-060B-3102-3FAC64275B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7563" y="5056188"/>
          <a:ext cx="395287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19007" imgH="220952" progId="Equation.3">
                  <p:embed/>
                </p:oleObj>
              </mc:Choice>
              <mc:Fallback>
                <p:oleObj name="公式" r:id="rId8" imgW="419007" imgH="22095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167563" y="5056188"/>
                        <a:ext cx="395287" cy="23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Object 6">
            <a:extLst>
              <a:ext uri="{FF2B5EF4-FFF2-40B4-BE49-F238E27FC236}">
                <a16:creationId xmlns:a16="http://schemas.microsoft.com/office/drawing/2014/main" id="{7B94B243-D9A0-D8BF-FEB0-CCFB4936E2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3600" y="868363"/>
          <a:ext cx="1943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867118" imgH="754629" progId="Equation.3">
                  <p:embed/>
                </p:oleObj>
              </mc:Choice>
              <mc:Fallback>
                <p:oleObj name="公式" r:id="rId10" imgW="1867118" imgH="75462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63600" y="868363"/>
                        <a:ext cx="19431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5" name="Object 7">
            <a:extLst>
              <a:ext uri="{FF2B5EF4-FFF2-40B4-BE49-F238E27FC236}">
                <a16:creationId xmlns:a16="http://schemas.microsoft.com/office/drawing/2014/main" id="{29E38014-EE3C-C43B-F850-86C7247BA4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35363" y="796925"/>
          <a:ext cx="4846637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754880" imgH="807498" progId="Equation.3">
                  <p:embed/>
                </p:oleObj>
              </mc:Choice>
              <mc:Fallback>
                <p:oleObj name="公式" r:id="rId12" imgW="4754880" imgH="807498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535363" y="796925"/>
                        <a:ext cx="4846637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6" name="Text Box 10">
            <a:extLst>
              <a:ext uri="{FF2B5EF4-FFF2-40B4-BE49-F238E27FC236}">
                <a16:creationId xmlns:a16="http://schemas.microsoft.com/office/drawing/2014/main" id="{C7919CED-3810-A29F-14CE-7CB369D8105A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62000" y="1903413"/>
            <a:ext cx="1577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第一项：</a:t>
            </a:r>
            <a:endParaRPr kumimoji="1" lang="zh-CN" altLang="en-US" sz="2400">
              <a:solidFill>
                <a:schemeClr val="hlink"/>
              </a:solidFill>
            </a:endParaRPr>
          </a:p>
        </p:txBody>
      </p:sp>
      <p:graphicFrame>
        <p:nvGraphicFramePr>
          <p:cNvPr id="29707" name="Object 8">
            <a:extLst>
              <a:ext uri="{FF2B5EF4-FFF2-40B4-BE49-F238E27FC236}">
                <a16:creationId xmlns:a16="http://schemas.microsoft.com/office/drawing/2014/main" id="{17E6E913-AE27-BD16-AE95-ED913A44EE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13088" y="2597150"/>
          <a:ext cx="533400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57324" imgH="807498" progId="Equation.3">
                  <p:embed/>
                </p:oleObj>
              </mc:Choice>
              <mc:Fallback>
                <p:oleObj name="公式" r:id="rId14" imgW="457324" imgH="80749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113088" y="2597150"/>
                        <a:ext cx="533400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8" name="Text Box 12">
            <a:extLst>
              <a:ext uri="{FF2B5EF4-FFF2-40B4-BE49-F238E27FC236}">
                <a16:creationId xmlns:a16="http://schemas.microsoft.com/office/drawing/2014/main" id="{2D3F9079-3DAB-BB94-1010-9E20F516F3A4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835150" y="3605213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方向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为</a:t>
            </a:r>
          </a:p>
        </p:txBody>
      </p:sp>
      <p:graphicFrame>
        <p:nvGraphicFramePr>
          <p:cNvPr id="29709" name="Object 9">
            <a:extLst>
              <a:ext uri="{FF2B5EF4-FFF2-40B4-BE49-F238E27FC236}">
                <a16:creationId xmlns:a16="http://schemas.microsoft.com/office/drawing/2014/main" id="{A35EA715-0633-87A0-26B0-161CFA715F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3644900"/>
          <a:ext cx="29845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53247" imgH="91274" progId="Equation.3">
                  <p:embed/>
                </p:oleObj>
              </mc:Choice>
              <mc:Fallback>
                <p:oleObj name="公式" r:id="rId16" imgW="53247" imgH="91274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203575" y="3644900"/>
                        <a:ext cx="298450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0" name="Object 10">
            <a:extLst>
              <a:ext uri="{FF2B5EF4-FFF2-40B4-BE49-F238E27FC236}">
                <a16:creationId xmlns:a16="http://schemas.microsoft.com/office/drawing/2014/main" id="{6FD60D35-CA86-D4DD-1403-0C17039E3B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1974850"/>
          <a:ext cx="34290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66731" imgH="343149" progId="Equation.3">
                  <p:embed/>
                </p:oleObj>
              </mc:Choice>
              <mc:Fallback>
                <p:oleObj name="公式" r:id="rId18" imgW="266731" imgH="34314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932363" y="1974850"/>
                        <a:ext cx="342900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1" name="Text Box 15">
            <a:extLst>
              <a:ext uri="{FF2B5EF4-FFF2-40B4-BE49-F238E27FC236}">
                <a16:creationId xmlns:a16="http://schemas.microsoft.com/office/drawing/2014/main" id="{49EC895C-C75F-B6C1-8DB4-81BABC0F2589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844675" y="4300538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意义：</a:t>
            </a:r>
          </a:p>
        </p:txBody>
      </p:sp>
      <p:sp>
        <p:nvSpPr>
          <p:cNvPr id="29712" name="Text Box 16">
            <a:extLst>
              <a:ext uri="{FF2B5EF4-FFF2-40B4-BE49-F238E27FC236}">
                <a16:creationId xmlns:a16="http://schemas.microsoft.com/office/drawing/2014/main" id="{05A12D4A-FCC3-9958-FF06-19C136306667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23900" y="5135563"/>
            <a:ext cx="1616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第二项：</a:t>
            </a:r>
          </a:p>
        </p:txBody>
      </p:sp>
      <p:graphicFrame>
        <p:nvGraphicFramePr>
          <p:cNvPr id="29713" name="Object 11">
            <a:extLst>
              <a:ext uri="{FF2B5EF4-FFF2-40B4-BE49-F238E27FC236}">
                <a16:creationId xmlns:a16="http://schemas.microsoft.com/office/drawing/2014/main" id="{DA8C6440-F902-7B2F-699C-831ADC70D2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4978400"/>
          <a:ext cx="877888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800193" imgH="754629" progId="Equation.3">
                  <p:embed/>
                </p:oleObj>
              </mc:Choice>
              <mc:Fallback>
                <p:oleObj name="公式" r:id="rId20" imgW="800193" imgH="75462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51050" y="4978400"/>
                        <a:ext cx="877888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4" name="Text Box 18">
            <a:extLst>
              <a:ext uri="{FF2B5EF4-FFF2-40B4-BE49-F238E27FC236}">
                <a16:creationId xmlns:a16="http://schemas.microsoft.com/office/drawing/2014/main" id="{362F37F1-3DC9-35B4-82CD-0B56A01FF50B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2700338" y="4325938"/>
            <a:ext cx="4032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反映</a:t>
            </a:r>
            <a:r>
              <a:rPr kumimoji="1" lang="zh-CN" altLang="en-US" sz="2400">
                <a:solidFill>
                  <a:srgbClr val="FF9900"/>
                </a:solidFill>
                <a:latin typeface="Times New Roman" panose="02020603050405020304" pitchFamily="18" charset="0"/>
              </a:rPr>
              <a:t>速度大小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变化的快慢</a:t>
            </a:r>
          </a:p>
        </p:txBody>
      </p:sp>
      <p:graphicFrame>
        <p:nvGraphicFramePr>
          <p:cNvPr id="29715" name="Object 12">
            <a:extLst>
              <a:ext uri="{FF2B5EF4-FFF2-40B4-BE49-F238E27FC236}">
                <a16:creationId xmlns:a16="http://schemas.microsoft.com/office/drawing/2014/main" id="{B8DF97FF-2D1A-5A76-4BA0-8D7BB79D38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3284538"/>
          <a:ext cx="482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525998" imgH="320206" progId="Equation.3">
                  <p:embed/>
                </p:oleObj>
              </mc:Choice>
              <mc:Fallback>
                <p:oleObj name="公式" r:id="rId22" imgW="525998" imgH="320206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084888" y="3284538"/>
                        <a:ext cx="482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6" name="Object 13">
            <a:extLst>
              <a:ext uri="{FF2B5EF4-FFF2-40B4-BE49-F238E27FC236}">
                <a16:creationId xmlns:a16="http://schemas.microsoft.com/office/drawing/2014/main" id="{71EA18C0-0495-08E5-A682-5E5F1C3A6B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9925" y="3548063"/>
          <a:ext cx="1008063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180882" imgH="320206" progId="Equation.3">
                  <p:embed/>
                </p:oleObj>
              </mc:Choice>
              <mc:Fallback>
                <p:oleObj name="公式" r:id="rId24" imgW="1180882" imgH="320206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019925" y="3548063"/>
                        <a:ext cx="1008063" cy="31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7" name="Object 14">
            <a:extLst>
              <a:ext uri="{FF2B5EF4-FFF2-40B4-BE49-F238E27FC236}">
                <a16:creationId xmlns:a16="http://schemas.microsoft.com/office/drawing/2014/main" id="{72D7076D-9056-F3FC-EFEA-93C7DEFFCB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7763" y="2332038"/>
          <a:ext cx="223837" cy="23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05522" imgH="220952" progId="Equation.3">
                  <p:embed/>
                </p:oleObj>
              </mc:Choice>
              <mc:Fallback>
                <p:oleObj name="Equation" r:id="rId26" imgW="205522" imgH="220952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227763" y="2332038"/>
                        <a:ext cx="223837" cy="233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8" name="Object 15">
            <a:extLst>
              <a:ext uri="{FF2B5EF4-FFF2-40B4-BE49-F238E27FC236}">
                <a16:creationId xmlns:a16="http://schemas.microsoft.com/office/drawing/2014/main" id="{B9399514-08A5-43ED-3315-3393A75C63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92888" y="2141538"/>
          <a:ext cx="482600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540927" imgH="343149" progId="Equation.3">
                  <p:embed/>
                </p:oleObj>
              </mc:Choice>
              <mc:Fallback>
                <p:oleObj name="公式" r:id="rId28" imgW="540927" imgH="343149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592888" y="2141538"/>
                        <a:ext cx="482600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9" name="Object 16">
            <a:extLst>
              <a:ext uri="{FF2B5EF4-FFF2-40B4-BE49-F238E27FC236}">
                <a16:creationId xmlns:a16="http://schemas.microsoft.com/office/drawing/2014/main" id="{52F2F4EF-C9CD-B730-BBC6-86CED25605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4575" y="2452688"/>
          <a:ext cx="233363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20949" imgH="320206" progId="Equation.3">
                  <p:embed/>
                </p:oleObj>
              </mc:Choice>
              <mc:Fallback>
                <p:oleObj name="Equation" r:id="rId30" imgW="220949" imgH="320206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394575" y="2452688"/>
                        <a:ext cx="233363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0" name="Line 24">
            <a:extLst>
              <a:ext uri="{FF2B5EF4-FFF2-40B4-BE49-F238E27FC236}">
                <a16:creationId xmlns:a16="http://schemas.microsoft.com/office/drawing/2014/main" id="{9511C666-A743-703D-DE27-CABD1B102F08}"/>
              </a:ext>
            </a:extLst>
          </p:cNvPr>
          <p:cNvSpPr>
            <a:spLocks noChangeShapeType="1"/>
          </p:cNvSpPr>
          <p:nvPr/>
        </p:nvSpPr>
        <p:spPr bwMode="black">
          <a:xfrm rot="20803377" flipV="1">
            <a:off x="5881688" y="2700338"/>
            <a:ext cx="381000" cy="2286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721" name="Object 17">
            <a:extLst>
              <a:ext uri="{FF2B5EF4-FFF2-40B4-BE49-F238E27FC236}">
                <a16:creationId xmlns:a16="http://schemas.microsoft.com/office/drawing/2014/main" id="{2D87BE03-B488-2D6D-8C82-4A65DC6C95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5638" y="3122613"/>
          <a:ext cx="204787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83129" imgH="220952" progId="Equation.3">
                  <p:embed/>
                </p:oleObj>
              </mc:Choice>
              <mc:Fallback>
                <p:oleObj name="Equation" r:id="rId32" imgW="183129" imgH="220952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735638" y="3122613"/>
                        <a:ext cx="204787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2" name="Object 18">
            <a:extLst>
              <a:ext uri="{FF2B5EF4-FFF2-40B4-BE49-F238E27FC236}">
                <a16:creationId xmlns:a16="http://schemas.microsoft.com/office/drawing/2014/main" id="{1F1FB6FB-E881-4691-5A35-DD26577D2B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10325" y="3676650"/>
          <a:ext cx="233363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20949" imgH="243895" progId="Equation.3">
                  <p:embed/>
                </p:oleObj>
              </mc:Choice>
              <mc:Fallback>
                <p:oleObj name="Equation" r:id="rId34" imgW="220949" imgH="243895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410325" y="3676650"/>
                        <a:ext cx="233363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3" name="Line 27">
            <a:extLst>
              <a:ext uri="{FF2B5EF4-FFF2-40B4-BE49-F238E27FC236}">
                <a16:creationId xmlns:a16="http://schemas.microsoft.com/office/drawing/2014/main" id="{02EECDB9-C3FB-74E2-63BA-4BF0E514A2EF}"/>
              </a:ext>
            </a:extLst>
          </p:cNvPr>
          <p:cNvSpPr>
            <a:spLocks noChangeShapeType="1"/>
          </p:cNvSpPr>
          <p:nvPr/>
        </p:nvSpPr>
        <p:spPr bwMode="black">
          <a:xfrm rot="4375276" flipV="1">
            <a:off x="7462838" y="2986088"/>
            <a:ext cx="762000" cy="4572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724" name="Object 19">
            <a:extLst>
              <a:ext uri="{FF2B5EF4-FFF2-40B4-BE49-F238E27FC236}">
                <a16:creationId xmlns:a16="http://schemas.microsoft.com/office/drawing/2014/main" id="{29BE2F87-ABB8-9F27-8DFE-C0CA2938C2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40650" y="2781300"/>
          <a:ext cx="10033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1196309" imgH="343149" progId="Equation.3">
                  <p:embed/>
                </p:oleObj>
              </mc:Choice>
              <mc:Fallback>
                <p:oleObj name="公式" r:id="rId36" imgW="1196309" imgH="343149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740650" y="2781300"/>
                        <a:ext cx="100330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5" name="Object 20">
            <a:extLst>
              <a:ext uri="{FF2B5EF4-FFF2-40B4-BE49-F238E27FC236}">
                <a16:creationId xmlns:a16="http://schemas.microsoft.com/office/drawing/2014/main" id="{49FE8BB8-4B14-EB9B-18AE-0BD3A511A3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51638" y="3003550"/>
          <a:ext cx="395287" cy="23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8" imgW="419007" imgH="220952" progId="Equation.3">
                  <p:embed/>
                </p:oleObj>
              </mc:Choice>
              <mc:Fallback>
                <p:oleObj name="公式" r:id="rId38" imgW="419007" imgH="220952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751638" y="3003550"/>
                        <a:ext cx="395287" cy="230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6" name="Arc 30">
            <a:extLst>
              <a:ext uri="{FF2B5EF4-FFF2-40B4-BE49-F238E27FC236}">
                <a16:creationId xmlns:a16="http://schemas.microsoft.com/office/drawing/2014/main" id="{AA2AAE0D-C182-7D00-FDB8-70812762ACBF}"/>
              </a:ext>
            </a:extLst>
          </p:cNvPr>
          <p:cNvSpPr>
            <a:spLocks/>
          </p:cNvSpPr>
          <p:nvPr/>
        </p:nvSpPr>
        <p:spPr bwMode="black">
          <a:xfrm>
            <a:off x="6643688" y="3303588"/>
            <a:ext cx="449262" cy="142875"/>
          </a:xfrm>
          <a:custGeom>
            <a:avLst/>
            <a:gdLst>
              <a:gd name="T0" fmla="*/ 0 w 22495"/>
              <a:gd name="T1" fmla="*/ 2147483646 h 21600"/>
              <a:gd name="T2" fmla="*/ 2147483646 w 22495"/>
              <a:gd name="T3" fmla="*/ 2147483646 h 21600"/>
              <a:gd name="T4" fmla="*/ 2147483646 w 22495"/>
              <a:gd name="T5" fmla="*/ 2147483646 h 21600"/>
              <a:gd name="T6" fmla="*/ 0 60000 65536"/>
              <a:gd name="T7" fmla="*/ 0 60000 65536"/>
              <a:gd name="T8" fmla="*/ 0 60000 65536"/>
              <a:gd name="T9" fmla="*/ 0 w 22495"/>
              <a:gd name="T10" fmla="*/ 0 h 21600"/>
              <a:gd name="T11" fmla="*/ 22495 w 22495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495" h="21600" fill="none" extrusionOk="0">
                <a:moveTo>
                  <a:pt x="0" y="122"/>
                </a:moveTo>
                <a:cubicBezTo>
                  <a:pt x="762" y="40"/>
                  <a:pt x="1529" y="-1"/>
                  <a:pt x="2296" y="0"/>
                </a:cubicBezTo>
                <a:cubicBezTo>
                  <a:pt x="11273" y="0"/>
                  <a:pt x="19314" y="5552"/>
                  <a:pt x="22495" y="13947"/>
                </a:cubicBezTo>
              </a:path>
              <a:path w="22495" h="21600" stroke="0" extrusionOk="0">
                <a:moveTo>
                  <a:pt x="0" y="122"/>
                </a:moveTo>
                <a:cubicBezTo>
                  <a:pt x="762" y="40"/>
                  <a:pt x="1529" y="-1"/>
                  <a:pt x="2296" y="0"/>
                </a:cubicBezTo>
                <a:cubicBezTo>
                  <a:pt x="11273" y="0"/>
                  <a:pt x="19314" y="5552"/>
                  <a:pt x="22495" y="13947"/>
                </a:cubicBezTo>
                <a:lnTo>
                  <a:pt x="2296" y="21600"/>
                </a:lnTo>
                <a:lnTo>
                  <a:pt x="0" y="122"/>
                </a:lnTo>
                <a:close/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7" name="Line 31">
            <a:extLst>
              <a:ext uri="{FF2B5EF4-FFF2-40B4-BE49-F238E27FC236}">
                <a16:creationId xmlns:a16="http://schemas.microsoft.com/office/drawing/2014/main" id="{B88439F0-6F2F-BBEC-3C94-FC8125CE91FE}"/>
              </a:ext>
            </a:extLst>
          </p:cNvPr>
          <p:cNvSpPr>
            <a:spLocks noChangeShapeType="1"/>
          </p:cNvSpPr>
          <p:nvPr/>
        </p:nvSpPr>
        <p:spPr bwMode="black">
          <a:xfrm rot="6383871" flipV="1">
            <a:off x="6221413" y="2933700"/>
            <a:ext cx="762000" cy="45720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8" name="Line 32">
            <a:extLst>
              <a:ext uri="{FF2B5EF4-FFF2-40B4-BE49-F238E27FC236}">
                <a16:creationId xmlns:a16="http://schemas.microsoft.com/office/drawing/2014/main" id="{8B6ECFCE-4D4D-344E-804C-236E77EE21A3}"/>
              </a:ext>
            </a:extLst>
          </p:cNvPr>
          <p:cNvSpPr>
            <a:spLocks noChangeShapeType="1"/>
          </p:cNvSpPr>
          <p:nvPr/>
        </p:nvSpPr>
        <p:spPr bwMode="black">
          <a:xfrm rot="9775276" flipV="1">
            <a:off x="6840538" y="3052763"/>
            <a:ext cx="762000" cy="4572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9" name="Line 33">
            <a:extLst>
              <a:ext uri="{FF2B5EF4-FFF2-40B4-BE49-F238E27FC236}">
                <a16:creationId xmlns:a16="http://schemas.microsoft.com/office/drawing/2014/main" id="{4771B154-E9E0-777B-BB3B-A60BC8CE50F2}"/>
              </a:ext>
            </a:extLst>
          </p:cNvPr>
          <p:cNvSpPr>
            <a:spLocks noChangeShapeType="1"/>
          </p:cNvSpPr>
          <p:nvPr/>
        </p:nvSpPr>
        <p:spPr bwMode="black">
          <a:xfrm rot="6383871" flipV="1">
            <a:off x="6059487" y="3003551"/>
            <a:ext cx="1204913" cy="722312"/>
          </a:xfrm>
          <a:prstGeom prst="line">
            <a:avLst/>
          </a:prstGeom>
          <a:noFill/>
          <a:ln w="19050">
            <a:solidFill>
              <a:srgbClr val="66FF33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30" name="Line 34">
            <a:extLst>
              <a:ext uri="{FF2B5EF4-FFF2-40B4-BE49-F238E27FC236}">
                <a16:creationId xmlns:a16="http://schemas.microsoft.com/office/drawing/2014/main" id="{9AD32B0D-EA59-0C93-A41B-60FA94D96903}"/>
              </a:ext>
            </a:extLst>
          </p:cNvPr>
          <p:cNvSpPr>
            <a:spLocks noChangeShapeType="1"/>
          </p:cNvSpPr>
          <p:nvPr/>
        </p:nvSpPr>
        <p:spPr bwMode="black">
          <a:xfrm rot="9775276" flipV="1">
            <a:off x="6348413" y="3079750"/>
            <a:ext cx="1374775" cy="835025"/>
          </a:xfrm>
          <a:prstGeom prst="line">
            <a:avLst/>
          </a:prstGeom>
          <a:noFill/>
          <a:ln w="19050">
            <a:solidFill>
              <a:srgbClr val="FFFF00"/>
            </a:solidFill>
            <a:prstDash val="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31" name="Line 35">
            <a:extLst>
              <a:ext uri="{FF2B5EF4-FFF2-40B4-BE49-F238E27FC236}">
                <a16:creationId xmlns:a16="http://schemas.microsoft.com/office/drawing/2014/main" id="{937EC145-D5E9-AF37-11E7-78BB9E95ED11}"/>
              </a:ext>
            </a:extLst>
          </p:cNvPr>
          <p:cNvSpPr>
            <a:spLocks noChangeShapeType="1"/>
          </p:cNvSpPr>
          <p:nvPr/>
        </p:nvSpPr>
        <p:spPr bwMode="black">
          <a:xfrm rot="983871" flipV="1">
            <a:off x="6943725" y="4751388"/>
            <a:ext cx="763588" cy="476250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32" name="Line 36">
            <a:extLst>
              <a:ext uri="{FF2B5EF4-FFF2-40B4-BE49-F238E27FC236}">
                <a16:creationId xmlns:a16="http://schemas.microsoft.com/office/drawing/2014/main" id="{64A93C30-759C-0898-A847-87473DA230D4}"/>
              </a:ext>
            </a:extLst>
          </p:cNvPr>
          <p:cNvSpPr>
            <a:spLocks noChangeShapeType="1"/>
          </p:cNvSpPr>
          <p:nvPr/>
        </p:nvSpPr>
        <p:spPr bwMode="black">
          <a:xfrm rot="4375276" flipV="1">
            <a:off x="6862763" y="5189538"/>
            <a:ext cx="762000" cy="457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33" name="Arc 37">
            <a:extLst>
              <a:ext uri="{FF2B5EF4-FFF2-40B4-BE49-F238E27FC236}">
                <a16:creationId xmlns:a16="http://schemas.microsoft.com/office/drawing/2014/main" id="{AA9FAA8A-A002-07D8-D05C-A36514FAB3B0}"/>
              </a:ext>
            </a:extLst>
          </p:cNvPr>
          <p:cNvSpPr>
            <a:spLocks/>
          </p:cNvSpPr>
          <p:nvPr/>
        </p:nvSpPr>
        <p:spPr bwMode="black">
          <a:xfrm>
            <a:off x="6926263" y="5070475"/>
            <a:ext cx="166687" cy="176213"/>
          </a:xfrm>
          <a:custGeom>
            <a:avLst/>
            <a:gdLst>
              <a:gd name="T0" fmla="*/ 2147483646 w 21600"/>
              <a:gd name="T1" fmla="*/ 0 h 16850"/>
              <a:gd name="T2" fmla="*/ 2147483646 w 21600"/>
              <a:gd name="T3" fmla="*/ 2147483646 h 16850"/>
              <a:gd name="T4" fmla="*/ 0 w 21600"/>
              <a:gd name="T5" fmla="*/ 2147483646 h 16850"/>
              <a:gd name="T6" fmla="*/ 0 60000 65536"/>
              <a:gd name="T7" fmla="*/ 0 60000 65536"/>
              <a:gd name="T8" fmla="*/ 0 60000 65536"/>
              <a:gd name="T9" fmla="*/ 0 w 21600"/>
              <a:gd name="T10" fmla="*/ 0 h 16850"/>
              <a:gd name="T11" fmla="*/ 21600 w 21600"/>
              <a:gd name="T12" fmla="*/ 16850 h 168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6850" fill="none" extrusionOk="0">
                <a:moveTo>
                  <a:pt x="20267" y="-1"/>
                </a:moveTo>
                <a:cubicBezTo>
                  <a:pt x="21148" y="2391"/>
                  <a:pt x="21600" y="4920"/>
                  <a:pt x="21600" y="7469"/>
                </a:cubicBezTo>
                <a:cubicBezTo>
                  <a:pt x="21600" y="10717"/>
                  <a:pt x="20867" y="13924"/>
                  <a:pt x="19456" y="16850"/>
                </a:cubicBezTo>
              </a:path>
              <a:path w="21600" h="16850" stroke="0" extrusionOk="0">
                <a:moveTo>
                  <a:pt x="20267" y="-1"/>
                </a:moveTo>
                <a:cubicBezTo>
                  <a:pt x="21148" y="2391"/>
                  <a:pt x="21600" y="4920"/>
                  <a:pt x="21600" y="7469"/>
                </a:cubicBezTo>
                <a:cubicBezTo>
                  <a:pt x="21600" y="10717"/>
                  <a:pt x="20867" y="13924"/>
                  <a:pt x="19456" y="16850"/>
                </a:cubicBezTo>
                <a:lnTo>
                  <a:pt x="0" y="7469"/>
                </a:lnTo>
                <a:lnTo>
                  <a:pt x="20267" y="-1"/>
                </a:lnTo>
                <a:close/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34" name="Freeform 38">
            <a:extLst>
              <a:ext uri="{FF2B5EF4-FFF2-40B4-BE49-F238E27FC236}">
                <a16:creationId xmlns:a16="http://schemas.microsoft.com/office/drawing/2014/main" id="{C776E920-8842-1375-18B0-7E3648E5B811}"/>
              </a:ext>
            </a:extLst>
          </p:cNvPr>
          <p:cNvSpPr>
            <a:spLocks/>
          </p:cNvSpPr>
          <p:nvPr/>
        </p:nvSpPr>
        <p:spPr bwMode="black">
          <a:xfrm>
            <a:off x="5989638" y="2644775"/>
            <a:ext cx="2232025" cy="598488"/>
          </a:xfrm>
          <a:custGeom>
            <a:avLst/>
            <a:gdLst>
              <a:gd name="T0" fmla="*/ 0 w 1406"/>
              <a:gd name="T1" fmla="*/ 2147483646 h 377"/>
              <a:gd name="T2" fmla="*/ 2147483646 w 1406"/>
              <a:gd name="T3" fmla="*/ 2147483646 h 377"/>
              <a:gd name="T4" fmla="*/ 2147483646 w 1406"/>
              <a:gd name="T5" fmla="*/ 2147483646 h 377"/>
              <a:gd name="T6" fmla="*/ 2147483646 w 1406"/>
              <a:gd name="T7" fmla="*/ 2147483646 h 377"/>
              <a:gd name="T8" fmla="*/ 2147483646 w 1406"/>
              <a:gd name="T9" fmla="*/ 2147483646 h 377"/>
              <a:gd name="T10" fmla="*/ 2147483646 w 1406"/>
              <a:gd name="T11" fmla="*/ 2147483646 h 377"/>
              <a:gd name="T12" fmla="*/ 2147483646 w 1406"/>
              <a:gd name="T13" fmla="*/ 2147483646 h 377"/>
              <a:gd name="T14" fmla="*/ 2147483646 w 1406"/>
              <a:gd name="T15" fmla="*/ 2147483646 h 37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406"/>
              <a:gd name="T25" fmla="*/ 0 h 377"/>
              <a:gd name="T26" fmla="*/ 1406 w 1406"/>
              <a:gd name="T27" fmla="*/ 377 h 37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406" h="377">
                <a:moveTo>
                  <a:pt x="0" y="324"/>
                </a:moveTo>
                <a:cubicBezTo>
                  <a:pt x="51" y="279"/>
                  <a:pt x="207" y="104"/>
                  <a:pt x="307" y="52"/>
                </a:cubicBezTo>
                <a:cubicBezTo>
                  <a:pt x="407" y="0"/>
                  <a:pt x="511" y="3"/>
                  <a:pt x="601" y="10"/>
                </a:cubicBezTo>
                <a:cubicBezTo>
                  <a:pt x="691" y="17"/>
                  <a:pt x="773" y="57"/>
                  <a:pt x="847" y="94"/>
                </a:cubicBezTo>
                <a:cubicBezTo>
                  <a:pt x="921" y="131"/>
                  <a:pt x="989" y="195"/>
                  <a:pt x="1044" y="233"/>
                </a:cubicBezTo>
                <a:cubicBezTo>
                  <a:pt x="1099" y="271"/>
                  <a:pt x="1135" y="301"/>
                  <a:pt x="1180" y="324"/>
                </a:cubicBezTo>
                <a:cubicBezTo>
                  <a:pt x="1225" y="347"/>
                  <a:pt x="1278" y="361"/>
                  <a:pt x="1316" y="369"/>
                </a:cubicBezTo>
                <a:cubicBezTo>
                  <a:pt x="1354" y="377"/>
                  <a:pt x="1380" y="373"/>
                  <a:pt x="1406" y="369"/>
                </a:cubicBezTo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5" name="Rectangle 39">
            <a:extLst>
              <a:ext uri="{FF2B5EF4-FFF2-40B4-BE49-F238E27FC236}">
                <a16:creationId xmlns:a16="http://schemas.microsoft.com/office/drawing/2014/main" id="{BAC167F7-AEDE-CECB-4A4A-C529F3A4400F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835150" y="2813050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66FFFF"/>
                </a:solidFill>
              </a:rPr>
              <a:t>大小</a:t>
            </a:r>
            <a:r>
              <a:rPr kumimoji="1" lang="zh-CN" altLang="en-US" sz="2400">
                <a:solidFill>
                  <a:schemeClr val="hlink"/>
                </a:solidFill>
              </a:rPr>
              <a:t>为</a:t>
            </a:r>
          </a:p>
        </p:txBody>
      </p:sp>
      <p:sp>
        <p:nvSpPr>
          <p:cNvPr id="29736" name="Rectangle 40">
            <a:extLst>
              <a:ext uri="{FF2B5EF4-FFF2-40B4-BE49-F238E27FC236}">
                <a16:creationId xmlns:a16="http://schemas.microsoft.com/office/drawing/2014/main" id="{C7BC46AA-8195-1925-2CBF-87DE65A5651E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843213" y="1903413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</a:rPr>
              <a:t>叫</a:t>
            </a:r>
            <a:r>
              <a:rPr kumimoji="1" lang="zh-CN" altLang="en-US" sz="2400">
                <a:solidFill>
                  <a:srgbClr val="66FFFF"/>
                </a:solidFill>
              </a:rPr>
              <a:t>切向加速度</a:t>
            </a:r>
          </a:p>
        </p:txBody>
      </p:sp>
      <p:graphicFrame>
        <p:nvGraphicFramePr>
          <p:cNvPr id="29737" name="Object 21">
            <a:extLst>
              <a:ext uri="{FF2B5EF4-FFF2-40B4-BE49-F238E27FC236}">
                <a16:creationId xmlns:a16="http://schemas.microsoft.com/office/drawing/2014/main" id="{AB298D61-7800-6069-A018-7D3E97FA69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1687513"/>
          <a:ext cx="7747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0" imgW="701164" imgH="807498" progId="Equation.3">
                  <p:embed/>
                </p:oleObj>
              </mc:Choice>
              <mc:Fallback>
                <p:oleObj name="公式" r:id="rId40" imgW="701164" imgH="807498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51050" y="1687513"/>
                        <a:ext cx="7747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8" name="Object 22">
            <a:extLst>
              <a:ext uri="{FF2B5EF4-FFF2-40B4-BE49-F238E27FC236}">
                <a16:creationId xmlns:a16="http://schemas.microsoft.com/office/drawing/2014/main" id="{F37FDD49-1679-849A-A810-5E28135F9E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89350" y="2668588"/>
          <a:ext cx="738188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2" imgW="662847" imgH="754629" progId="Equation.3">
                  <p:embed/>
                </p:oleObj>
              </mc:Choice>
              <mc:Fallback>
                <p:oleObj name="公式" r:id="rId42" imgW="662847" imgH="754629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689350" y="2668588"/>
                        <a:ext cx="738188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39" name="Rectangle 43">
            <a:extLst>
              <a:ext uri="{FF2B5EF4-FFF2-40B4-BE49-F238E27FC236}">
                <a16:creationId xmlns:a16="http://schemas.microsoft.com/office/drawing/2014/main" id="{6B229804-7DA5-B809-8AED-FFEF29BDEC71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987675" y="5160963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</a:rPr>
              <a:t>叫</a:t>
            </a:r>
            <a:r>
              <a:rPr kumimoji="1" lang="zh-CN" altLang="en-US" sz="2400">
                <a:solidFill>
                  <a:srgbClr val="66FFFF"/>
                </a:solidFill>
              </a:rPr>
              <a:t>法向加速度</a:t>
            </a:r>
          </a:p>
        </p:txBody>
      </p:sp>
      <p:graphicFrame>
        <p:nvGraphicFramePr>
          <p:cNvPr id="29740" name="Object 23">
            <a:extLst>
              <a:ext uri="{FF2B5EF4-FFF2-40B4-BE49-F238E27FC236}">
                <a16:creationId xmlns:a16="http://schemas.microsoft.com/office/drawing/2014/main" id="{21ACE626-B5D3-6EB2-0372-530334332E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5175250"/>
          <a:ext cx="5048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4" imgW="106493" imgH="160103" progId="Equation.3">
                  <p:embed/>
                </p:oleObj>
              </mc:Choice>
              <mc:Fallback>
                <p:oleObj name="公式" r:id="rId44" imgW="106493" imgH="160103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932363" y="5175250"/>
                        <a:ext cx="504825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41" name="Object 24">
            <a:extLst>
              <a:ext uri="{FF2B5EF4-FFF2-40B4-BE49-F238E27FC236}">
                <a16:creationId xmlns:a16="http://schemas.microsoft.com/office/drawing/2014/main" id="{DB6FA2C5-F646-CF06-8A74-650BBF8BE8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3425" y="6091238"/>
          <a:ext cx="30003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6" imgW="2910653" imgH="343149" progId="Equation.3">
                  <p:embed/>
                </p:oleObj>
              </mc:Choice>
              <mc:Fallback>
                <p:oleObj name="公式" r:id="rId46" imgW="2910653" imgH="343149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03425" y="6091238"/>
                        <a:ext cx="30003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42" name="Text Box 46">
            <a:extLst>
              <a:ext uri="{FF2B5EF4-FFF2-40B4-BE49-F238E27FC236}">
                <a16:creationId xmlns:a16="http://schemas.microsoft.com/office/drawing/2014/main" id="{A0408325-3A63-0869-1070-037D1B37AF68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327775" y="2487613"/>
            <a:ext cx="301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solidFill>
                  <a:srgbClr val="66FF33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29743" name="Line 47">
            <a:extLst>
              <a:ext uri="{FF2B5EF4-FFF2-40B4-BE49-F238E27FC236}">
                <a16:creationId xmlns:a16="http://schemas.microsoft.com/office/drawing/2014/main" id="{7BE08FAB-6A73-874B-D6AE-D20BDE8E6C73}"/>
              </a:ext>
            </a:extLst>
          </p:cNvPr>
          <p:cNvSpPr>
            <a:spLocks noChangeShapeType="1"/>
          </p:cNvSpPr>
          <p:nvPr/>
        </p:nvSpPr>
        <p:spPr bwMode="black">
          <a:xfrm rot="983871" flipV="1">
            <a:off x="6524625" y="2282825"/>
            <a:ext cx="677863" cy="53975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44" name="Text Box 48">
            <a:extLst>
              <a:ext uri="{FF2B5EF4-FFF2-40B4-BE49-F238E27FC236}">
                <a16:creationId xmlns:a16="http://schemas.microsoft.com/office/drawing/2014/main" id="{26D74160-418B-66ED-C936-CF80674425B9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392988" y="2713038"/>
            <a:ext cx="301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solidFill>
                  <a:srgbClr val="FFFF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9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9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7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7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97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7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29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9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000"/>
                                        <p:tgtEl>
                                          <p:spTgt spid="2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1000"/>
                                        <p:tgtEl>
                                          <p:spTgt spid="29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1000"/>
                                        <p:tgtEl>
                                          <p:spTgt spid="2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1000"/>
                                        <p:tgtEl>
                                          <p:spTgt spid="29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1000"/>
                                        <p:tgtEl>
                                          <p:spTgt spid="2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1000"/>
                                        <p:tgtEl>
                                          <p:spTgt spid="29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10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1000"/>
                                        <p:tgtEl>
                                          <p:spTgt spid="29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1000"/>
                                        <p:tgtEl>
                                          <p:spTgt spid="29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1000"/>
                                        <p:tgtEl>
                                          <p:spTgt spid="2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1000"/>
                                        <p:tgtEl>
                                          <p:spTgt spid="2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1000"/>
                                        <p:tgtEl>
                                          <p:spTgt spid="29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1000"/>
                                        <p:tgtEl>
                                          <p:spTgt spid="2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97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297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2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2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2" dur="2000"/>
                                        <p:tgtEl>
                                          <p:spTgt spid="2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autoUpdateAnimBg="0"/>
      <p:bldP spid="29706" grpId="0" autoUpdateAnimBg="0"/>
      <p:bldP spid="29708" grpId="0" autoUpdateAnimBg="0"/>
      <p:bldP spid="29711" grpId="0" autoUpdateAnimBg="0"/>
      <p:bldP spid="29712" grpId="0" autoUpdateAnimBg="0"/>
      <p:bldP spid="29714" grpId="0" autoUpdateAnimBg="0"/>
      <p:bldP spid="29735" grpId="0"/>
      <p:bldP spid="29736" grpId="0"/>
      <p:bldP spid="29739" grpId="0"/>
      <p:bldP spid="29742" grpId="0"/>
      <p:bldP spid="2974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>
            <a:extLst>
              <a:ext uri="{FF2B5EF4-FFF2-40B4-BE49-F238E27FC236}">
                <a16:creationId xmlns:a16="http://schemas.microsoft.com/office/drawing/2014/main" id="{CFDAD40C-3EC3-7C2B-7220-C7D39CD78B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476250"/>
          <a:ext cx="1222375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43062" imgH="243895" progId="Equation.3">
                  <p:embed/>
                </p:oleObj>
              </mc:Choice>
              <mc:Fallback>
                <p:oleObj name="公式" r:id="rId2" imgW="1143062" imgH="2438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258888" y="476250"/>
                        <a:ext cx="1222375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" name="Object 3">
            <a:extLst>
              <a:ext uri="{FF2B5EF4-FFF2-40B4-BE49-F238E27FC236}">
                <a16:creationId xmlns:a16="http://schemas.microsoft.com/office/drawing/2014/main" id="{6D1BD1A4-B4D8-9DDB-F060-3807A680CC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1463" y="1700213"/>
          <a:ext cx="1598612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16287" imgH="274320" progId="Equation.3">
                  <p:embed/>
                </p:oleObj>
              </mc:Choice>
              <mc:Fallback>
                <p:oleObj name="公式" r:id="rId4" imgW="1516287" imgH="27432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541463" y="1700213"/>
                        <a:ext cx="1598612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Object 4">
            <a:extLst>
              <a:ext uri="{FF2B5EF4-FFF2-40B4-BE49-F238E27FC236}">
                <a16:creationId xmlns:a16="http://schemas.microsoft.com/office/drawing/2014/main" id="{548B1411-497E-6A12-7B31-AE6F696742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1028700"/>
          <a:ext cx="241935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339371" imgH="388537" progId="Equation.3">
                  <p:embed/>
                </p:oleObj>
              </mc:Choice>
              <mc:Fallback>
                <p:oleObj name="公式" r:id="rId6" imgW="2339371" imgH="38853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476375" y="1028700"/>
                        <a:ext cx="241935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5">
            <a:extLst>
              <a:ext uri="{FF2B5EF4-FFF2-40B4-BE49-F238E27FC236}">
                <a16:creationId xmlns:a16="http://schemas.microsoft.com/office/drawing/2014/main" id="{0BDA0050-41CB-133C-3A36-241B078CB9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1052513"/>
          <a:ext cx="108267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005716" imgH="274320" progId="Equation.3">
                  <p:embed/>
                </p:oleObj>
              </mc:Choice>
              <mc:Fallback>
                <p:oleObj name="公式" r:id="rId8" imgW="1005716" imgH="27432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003800" y="1052513"/>
                        <a:ext cx="1082675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6">
            <a:extLst>
              <a:ext uri="{FF2B5EF4-FFF2-40B4-BE49-F238E27FC236}">
                <a16:creationId xmlns:a16="http://schemas.microsoft.com/office/drawing/2014/main" id="{4596852B-2F16-4526-D02D-D16A26518F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1052513"/>
          <a:ext cx="869950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92729" imgH="220952" progId="Equation.3">
                  <p:embed/>
                </p:oleObj>
              </mc:Choice>
              <mc:Fallback>
                <p:oleObj name="公式" r:id="rId10" imgW="792729" imgH="22095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779838" y="1052513"/>
                        <a:ext cx="869950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Text Box 7">
            <a:extLst>
              <a:ext uri="{FF2B5EF4-FFF2-40B4-BE49-F238E27FC236}">
                <a16:creationId xmlns:a16="http://schemas.microsoft.com/office/drawing/2014/main" id="{52C606E3-1774-D41E-203D-CAE54A41BC1B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827088" y="40481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hlink"/>
                </a:solidFill>
              </a:rPr>
              <a:t>当</a:t>
            </a:r>
          </a:p>
        </p:txBody>
      </p:sp>
      <p:sp>
        <p:nvSpPr>
          <p:cNvPr id="30728" name="Rectangle 8">
            <a:extLst>
              <a:ext uri="{FF2B5EF4-FFF2-40B4-BE49-F238E27FC236}">
                <a16:creationId xmlns:a16="http://schemas.microsoft.com/office/drawing/2014/main" id="{F157F793-7F14-7ACA-AE79-77AF635B0C73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230438" y="423863"/>
            <a:ext cx="573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 </a:t>
            </a:r>
            <a:r>
              <a:rPr lang="zh-CN" altLang="en-US" sz="2400">
                <a:solidFill>
                  <a:schemeClr val="hlink"/>
                </a:solidFill>
              </a:rPr>
              <a:t>时</a:t>
            </a:r>
          </a:p>
        </p:txBody>
      </p:sp>
      <p:sp>
        <p:nvSpPr>
          <p:cNvPr id="30729" name="Text Box 9">
            <a:extLst>
              <a:ext uri="{FF2B5EF4-FFF2-40B4-BE49-F238E27FC236}">
                <a16:creationId xmlns:a16="http://schemas.microsoft.com/office/drawing/2014/main" id="{7411D308-9948-20C8-5D0F-973F02643B04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833438" y="2357438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hlink"/>
                </a:solidFill>
              </a:rPr>
              <a:t>因而</a:t>
            </a:r>
          </a:p>
        </p:txBody>
      </p:sp>
      <p:graphicFrame>
        <p:nvGraphicFramePr>
          <p:cNvPr id="30730" name="Object 7">
            <a:extLst>
              <a:ext uri="{FF2B5EF4-FFF2-40B4-BE49-F238E27FC236}">
                <a16:creationId xmlns:a16="http://schemas.microsoft.com/office/drawing/2014/main" id="{0FACEB76-563E-8C38-B4F6-31A4BD663D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46500" y="2205038"/>
          <a:ext cx="46291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564287" imgH="754629" progId="Equation.3">
                  <p:embed/>
                </p:oleObj>
              </mc:Choice>
              <mc:Fallback>
                <p:oleObj name="公式" r:id="rId12" imgW="4564287" imgH="75462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746500" y="2205038"/>
                        <a:ext cx="46291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1" name="Object 8">
            <a:extLst>
              <a:ext uri="{FF2B5EF4-FFF2-40B4-BE49-F238E27FC236}">
                <a16:creationId xmlns:a16="http://schemas.microsoft.com/office/drawing/2014/main" id="{BB1AAAF9-20F9-5415-E021-CF515997BD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7200" y="2173288"/>
          <a:ext cx="1912938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844227" imgH="754629" progId="Equation.3">
                  <p:embed/>
                </p:oleObj>
              </mc:Choice>
              <mc:Fallback>
                <p:oleObj name="公式" r:id="rId14" imgW="1844227" imgH="75462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727200" y="2173288"/>
                        <a:ext cx="1912938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2" name="Object 9">
            <a:extLst>
              <a:ext uri="{FF2B5EF4-FFF2-40B4-BE49-F238E27FC236}">
                <a16:creationId xmlns:a16="http://schemas.microsoft.com/office/drawing/2014/main" id="{EE5AC055-BE0D-DA80-91B9-DBC3F78EAF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66875" y="3213100"/>
          <a:ext cx="3678238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596889" imgH="807498" progId="Equation.3">
                  <p:embed/>
                </p:oleObj>
              </mc:Choice>
              <mc:Fallback>
                <p:oleObj name="公式" r:id="rId16" imgW="3596889" imgH="807498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666875" y="3213100"/>
                        <a:ext cx="3678238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3" name="Rectangle 13">
            <a:extLst>
              <a:ext uri="{FF2B5EF4-FFF2-40B4-BE49-F238E27FC236}">
                <a16:creationId xmlns:a16="http://schemas.microsoft.com/office/drawing/2014/main" id="{8BE5DB85-68BB-47D1-FEAF-3621FC323DB4}"/>
              </a:ext>
            </a:extLst>
          </p:cNvPr>
          <p:cNvSpPr>
            <a:spLocks noChangeArrowheads="1"/>
          </p:cNvSpPr>
          <p:nvPr/>
        </p:nvSpPr>
        <p:spPr bwMode="black">
          <a:xfrm>
            <a:off x="827088" y="4365625"/>
            <a:ext cx="338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法向加速度：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大小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为</a:t>
            </a:r>
          </a:p>
        </p:txBody>
      </p:sp>
      <p:graphicFrame>
        <p:nvGraphicFramePr>
          <p:cNvPr id="30734" name="Object 10">
            <a:extLst>
              <a:ext uri="{FF2B5EF4-FFF2-40B4-BE49-F238E27FC236}">
                <a16:creationId xmlns:a16="http://schemas.microsoft.com/office/drawing/2014/main" id="{39A96F09-485D-96D2-74C0-04DCB31DFF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4149725"/>
          <a:ext cx="407987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35404" imgH="807498" progId="Equation.3">
                  <p:embed/>
                </p:oleObj>
              </mc:Choice>
              <mc:Fallback>
                <p:oleObj name="公式" r:id="rId18" imgW="335404" imgH="807498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995738" y="4149725"/>
                        <a:ext cx="407987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5" name="Text Box 15">
            <a:extLst>
              <a:ext uri="{FF2B5EF4-FFF2-40B4-BE49-F238E27FC236}">
                <a16:creationId xmlns:a16="http://schemas.microsoft.com/office/drawing/2014/main" id="{2B16C4BC-2937-A31D-A3E3-5DC84AF933A3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5219700" y="4365625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方向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为</a:t>
            </a:r>
          </a:p>
        </p:txBody>
      </p:sp>
      <p:graphicFrame>
        <p:nvGraphicFramePr>
          <p:cNvPr id="30736" name="Object 11">
            <a:extLst>
              <a:ext uri="{FF2B5EF4-FFF2-40B4-BE49-F238E27FC236}">
                <a16:creationId xmlns:a16="http://schemas.microsoft.com/office/drawing/2014/main" id="{28162F82-3F3A-DFD6-90F4-15C604A489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8575" y="4491038"/>
          <a:ext cx="225425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60238" imgH="205989" progId="Equation.3">
                  <p:embed/>
                </p:oleObj>
              </mc:Choice>
              <mc:Fallback>
                <p:oleObj name="公式" r:id="rId20" imgW="160238" imgH="20598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378575" y="4491038"/>
                        <a:ext cx="225425" cy="277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7" name="Text Box 17">
            <a:extLst>
              <a:ext uri="{FF2B5EF4-FFF2-40B4-BE49-F238E27FC236}">
                <a16:creationId xmlns:a16="http://schemas.microsoft.com/office/drawing/2014/main" id="{E035635C-E7F1-21D7-DC0D-CA28F3D252EE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3798888" y="5099050"/>
            <a:ext cx="358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反映</a:t>
            </a:r>
            <a:r>
              <a:rPr kumimoji="1" lang="zh-CN" altLang="en-US" sz="2400">
                <a:solidFill>
                  <a:srgbClr val="FF9900"/>
                </a:solidFill>
                <a:latin typeface="Times New Roman" panose="02020603050405020304" pitchFamily="18" charset="0"/>
              </a:rPr>
              <a:t>速度方向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变化的快慢</a:t>
            </a:r>
          </a:p>
        </p:txBody>
      </p:sp>
      <p:sp>
        <p:nvSpPr>
          <p:cNvPr id="30738" name="Text Box 18">
            <a:extLst>
              <a:ext uri="{FF2B5EF4-FFF2-40B4-BE49-F238E27FC236}">
                <a16:creationId xmlns:a16="http://schemas.microsoft.com/office/drawing/2014/main" id="{A13B1D26-D702-90DE-26B7-D2051B1EA0F5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2779713" y="5099050"/>
            <a:ext cx="1360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</a:rPr>
              <a:t>意义：</a:t>
            </a:r>
          </a:p>
        </p:txBody>
      </p:sp>
      <p:sp>
        <p:nvSpPr>
          <p:cNvPr id="30739" name="Rectangle 19">
            <a:extLst>
              <a:ext uri="{FF2B5EF4-FFF2-40B4-BE49-F238E27FC236}">
                <a16:creationId xmlns:a16="http://schemas.microsoft.com/office/drawing/2014/main" id="{1274AE06-E516-DAE1-BCC2-0312A0EDB35F}"/>
              </a:ext>
            </a:extLst>
          </p:cNvPr>
          <p:cNvSpPr>
            <a:spLocks noChangeArrowheads="1"/>
          </p:cNvSpPr>
          <p:nvPr/>
        </p:nvSpPr>
        <p:spPr bwMode="black">
          <a:xfrm>
            <a:off x="827088" y="5851525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加速度</a:t>
            </a:r>
          </a:p>
        </p:txBody>
      </p:sp>
      <p:graphicFrame>
        <p:nvGraphicFramePr>
          <p:cNvPr id="30740" name="Object 12">
            <a:extLst>
              <a:ext uri="{FF2B5EF4-FFF2-40B4-BE49-F238E27FC236}">
                <a16:creationId xmlns:a16="http://schemas.microsoft.com/office/drawing/2014/main" id="{E88019DC-AC9D-97EF-4EB3-FE6F0EBB42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6450" y="5661025"/>
          <a:ext cx="650557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6454296" imgH="807498" progId="Equation.3">
                  <p:embed/>
                </p:oleObj>
              </mc:Choice>
              <mc:Fallback>
                <p:oleObj name="公式" r:id="rId22" imgW="6454296" imgH="807498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76450" y="5661025"/>
                        <a:ext cx="6505575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1" name="AutoShape 21">
            <a:extLst>
              <a:ext uri="{FF2B5EF4-FFF2-40B4-BE49-F238E27FC236}">
                <a16:creationId xmlns:a16="http://schemas.microsoft.com/office/drawing/2014/main" id="{5B184D82-CE5C-C638-8DFD-C95E116FEADD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092950" y="3429000"/>
            <a:ext cx="1219200" cy="415925"/>
          </a:xfrm>
          <a:prstGeom prst="wedgeRectCallout">
            <a:avLst>
              <a:gd name="adj1" fmla="val 11449"/>
              <a:gd name="adj2" fmla="val -162000"/>
            </a:avLst>
          </a:prstGeom>
          <a:solidFill>
            <a:srgbClr val="3333CC">
              <a:alpha val="14117"/>
            </a:srgbClr>
          </a:solidFill>
          <a:ln w="19050">
            <a:solidFill>
              <a:srgbClr val="66FFFF">
                <a:alpha val="32156"/>
              </a:srgbClr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曲率半径</a:t>
            </a:r>
          </a:p>
        </p:txBody>
      </p:sp>
      <p:grpSp>
        <p:nvGrpSpPr>
          <p:cNvPr id="22550" name="Group 22">
            <a:extLst>
              <a:ext uri="{FF2B5EF4-FFF2-40B4-BE49-F238E27FC236}">
                <a16:creationId xmlns:a16="http://schemas.microsoft.com/office/drawing/2014/main" id="{D99EA9D4-B028-AFC7-EAC6-7A74739F0E6A}"/>
              </a:ext>
            </a:extLst>
          </p:cNvPr>
          <p:cNvGrpSpPr>
            <a:grpSpLocks/>
          </p:cNvGrpSpPr>
          <p:nvPr/>
        </p:nvGrpSpPr>
        <p:grpSpPr bwMode="auto">
          <a:xfrm>
            <a:off x="6732588" y="493713"/>
            <a:ext cx="1519237" cy="1495425"/>
            <a:chOff x="4241" y="311"/>
            <a:chExt cx="957" cy="942"/>
          </a:xfrm>
        </p:grpSpPr>
        <p:sp>
          <p:nvSpPr>
            <p:cNvPr id="22551" name="Line 23">
              <a:extLst>
                <a:ext uri="{FF2B5EF4-FFF2-40B4-BE49-F238E27FC236}">
                  <a16:creationId xmlns:a16="http://schemas.microsoft.com/office/drawing/2014/main" id="{EEB90FAB-6FDF-0861-8C92-6BC807AD2A83}"/>
                </a:ext>
              </a:extLst>
            </p:cNvPr>
            <p:cNvSpPr>
              <a:spLocks noChangeShapeType="1"/>
            </p:cNvSpPr>
            <p:nvPr/>
          </p:nvSpPr>
          <p:spPr bwMode="black">
            <a:xfrm rot="4059142">
              <a:off x="4694" y="633"/>
              <a:ext cx="441" cy="306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552" name="Object 13">
              <a:extLst>
                <a:ext uri="{FF2B5EF4-FFF2-40B4-BE49-F238E27FC236}">
                  <a16:creationId xmlns:a16="http://schemas.microsoft.com/office/drawing/2014/main" id="{FA6323DB-3895-5D92-FD35-3A2D4DD392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53" y="311"/>
            <a:ext cx="306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540927" imgH="343149" progId="Equation.3">
                    <p:embed/>
                  </p:oleObj>
                </mc:Choice>
                <mc:Fallback>
                  <p:oleObj name="公式" r:id="rId24" imgW="540927" imgH="343149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453" y="311"/>
                          <a:ext cx="306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3" name="Object 14">
              <a:extLst>
                <a:ext uri="{FF2B5EF4-FFF2-40B4-BE49-F238E27FC236}">
                  <a16:creationId xmlns:a16="http://schemas.microsoft.com/office/drawing/2014/main" id="{CC0E9ADB-5EF3-85EA-D0C8-90902C49D5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41" y="1042"/>
            <a:ext cx="639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1196309" imgH="343149" progId="Equation.3">
                    <p:embed/>
                  </p:oleObj>
                </mc:Choice>
                <mc:Fallback>
                  <p:oleObj name="公式" r:id="rId26" imgW="1196309" imgH="343149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241" y="1042"/>
                          <a:ext cx="639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4" name="Object 15">
              <a:extLst>
                <a:ext uri="{FF2B5EF4-FFF2-40B4-BE49-F238E27FC236}">
                  <a16:creationId xmlns:a16="http://schemas.microsoft.com/office/drawing/2014/main" id="{EB80863A-A144-296C-5CE7-AC0F862259F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42" y="715"/>
            <a:ext cx="256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434433" imgH="258858" progId="Equation.3">
                    <p:embed/>
                  </p:oleObj>
                </mc:Choice>
                <mc:Fallback>
                  <p:oleObj name="公式" r:id="rId28" imgW="434433" imgH="258858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942" y="715"/>
                          <a:ext cx="256" cy="1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5" name="Object 16">
              <a:extLst>
                <a:ext uri="{FF2B5EF4-FFF2-40B4-BE49-F238E27FC236}">
                  <a16:creationId xmlns:a16="http://schemas.microsoft.com/office/drawing/2014/main" id="{BC830D33-7CFD-85F8-310D-2E7E0CFA9C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10" y="636"/>
            <a:ext cx="249" cy="1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419007" imgH="220952" progId="Equation.3">
                    <p:embed/>
                  </p:oleObj>
                </mc:Choice>
                <mc:Fallback>
                  <p:oleObj name="公式" r:id="rId30" imgW="419007" imgH="220952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610" y="636"/>
                          <a:ext cx="249" cy="1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6" name="Line 28">
              <a:extLst>
                <a:ext uri="{FF2B5EF4-FFF2-40B4-BE49-F238E27FC236}">
                  <a16:creationId xmlns:a16="http://schemas.microsoft.com/office/drawing/2014/main" id="{742378AC-8D55-1486-D7FB-35E27FC648E0}"/>
                </a:ext>
              </a:extLst>
            </p:cNvPr>
            <p:cNvSpPr>
              <a:spLocks noChangeShapeType="1"/>
            </p:cNvSpPr>
            <p:nvPr/>
          </p:nvSpPr>
          <p:spPr bwMode="black">
            <a:xfrm rot="983871" flipV="1">
              <a:off x="4469" y="444"/>
              <a:ext cx="481" cy="300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7" name="Line 29">
              <a:extLst>
                <a:ext uri="{FF2B5EF4-FFF2-40B4-BE49-F238E27FC236}">
                  <a16:creationId xmlns:a16="http://schemas.microsoft.com/office/drawing/2014/main" id="{8177729C-365F-D3C9-5406-6E2523BB908E}"/>
                </a:ext>
              </a:extLst>
            </p:cNvPr>
            <p:cNvSpPr>
              <a:spLocks noChangeShapeType="1"/>
            </p:cNvSpPr>
            <p:nvPr/>
          </p:nvSpPr>
          <p:spPr bwMode="black">
            <a:xfrm rot="4375276" flipV="1">
              <a:off x="4418" y="720"/>
              <a:ext cx="480" cy="28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8" name="Arc 30">
              <a:extLst>
                <a:ext uri="{FF2B5EF4-FFF2-40B4-BE49-F238E27FC236}">
                  <a16:creationId xmlns:a16="http://schemas.microsoft.com/office/drawing/2014/main" id="{E34E9170-C9BF-58CA-0569-C02F4EF80282}"/>
                </a:ext>
              </a:extLst>
            </p:cNvPr>
            <p:cNvSpPr>
              <a:spLocks/>
            </p:cNvSpPr>
            <p:nvPr/>
          </p:nvSpPr>
          <p:spPr bwMode="black">
            <a:xfrm>
              <a:off x="4500" y="639"/>
              <a:ext cx="93" cy="122"/>
            </a:xfrm>
            <a:custGeom>
              <a:avLst/>
              <a:gdLst>
                <a:gd name="T0" fmla="*/ 0 w 21600"/>
                <a:gd name="T1" fmla="*/ 0 h 19448"/>
                <a:gd name="T2" fmla="*/ 0 w 21600"/>
                <a:gd name="T3" fmla="*/ 0 h 19448"/>
                <a:gd name="T4" fmla="*/ 0 w 21600"/>
                <a:gd name="T5" fmla="*/ 0 h 19448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448"/>
                <a:gd name="T11" fmla="*/ 21600 w 21600"/>
                <a:gd name="T12" fmla="*/ 19448 h 194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448" fill="none" extrusionOk="0">
                  <a:moveTo>
                    <a:pt x="21330" y="0"/>
                  </a:moveTo>
                  <a:cubicBezTo>
                    <a:pt x="21509" y="1124"/>
                    <a:pt x="21600" y="2261"/>
                    <a:pt x="21600" y="3400"/>
                  </a:cubicBezTo>
                  <a:cubicBezTo>
                    <a:pt x="21600" y="9519"/>
                    <a:pt x="19004" y="15351"/>
                    <a:pt x="14457" y="19447"/>
                  </a:cubicBezTo>
                </a:path>
                <a:path w="21600" h="19448" stroke="0" extrusionOk="0">
                  <a:moveTo>
                    <a:pt x="21330" y="0"/>
                  </a:moveTo>
                  <a:cubicBezTo>
                    <a:pt x="21509" y="1124"/>
                    <a:pt x="21600" y="2261"/>
                    <a:pt x="21600" y="3400"/>
                  </a:cubicBezTo>
                  <a:cubicBezTo>
                    <a:pt x="21600" y="9519"/>
                    <a:pt x="19004" y="15351"/>
                    <a:pt x="14457" y="19447"/>
                  </a:cubicBezTo>
                  <a:lnTo>
                    <a:pt x="0" y="3400"/>
                  </a:lnTo>
                  <a:lnTo>
                    <a:pt x="21330" y="0"/>
                  </a:lnTo>
                  <a:close/>
                </a:path>
              </a:pathLst>
            </a:cu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0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0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0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0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0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0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0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7" grpId="0"/>
      <p:bldP spid="30728" grpId="0"/>
      <p:bldP spid="30729" grpId="0"/>
      <p:bldP spid="30733" grpId="0"/>
      <p:bldP spid="30735" grpId="0" autoUpdateAnimBg="0"/>
      <p:bldP spid="30737" grpId="0" autoUpdateAnimBg="0"/>
      <p:bldP spid="30738" grpId="0" autoUpdateAnimBg="0"/>
      <p:bldP spid="30739" grpId="0"/>
      <p:bldP spid="3074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>
            <a:extLst>
              <a:ext uri="{FF2B5EF4-FFF2-40B4-BE49-F238E27FC236}">
                <a16:creationId xmlns:a16="http://schemas.microsoft.com/office/drawing/2014/main" id="{858FA93C-6FAA-D332-169E-54265FC2FFB2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62000" y="336550"/>
            <a:ext cx="78486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一汽车在半径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R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=200 m</a:t>
            </a:r>
            <a:r>
              <a:rPr kumimoji="1"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的圆弧形公路上行驶，其运动学方程为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s 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=20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t </a:t>
            </a:r>
            <a:r>
              <a:rPr kumimoji="1" lang="en-US" altLang="zh-CN" sz="2400">
                <a:solidFill>
                  <a:srgbClr val="66FFFF"/>
                </a:solidFill>
                <a:latin typeface="Symbol" panose="05050102010706020507" pitchFamily="18" charset="2"/>
                <a:ea typeface="仿宋_GB2312" pitchFamily="49" charset="-122"/>
              </a:rPr>
              <a:t>-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 0.2 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t </a:t>
            </a:r>
            <a:r>
              <a:rPr kumimoji="1" lang="en-US" altLang="zh-CN" sz="2400" baseline="28000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2 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(SI)</a:t>
            </a:r>
            <a:r>
              <a:rPr kumimoji="1"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kumimoji="1" lang="en-US" altLang="zh-CN" sz="2400">
                <a:solidFill>
                  <a:schemeClr val="hlink"/>
                </a:solidFill>
                <a:latin typeface="宋体" panose="02010600030101010101" pitchFamily="2" charset="-122"/>
              </a:rPr>
              <a:t>.</a:t>
            </a:r>
          </a:p>
        </p:txBody>
      </p:sp>
      <p:graphicFrame>
        <p:nvGraphicFramePr>
          <p:cNvPr id="31747" name="Object 2">
            <a:extLst>
              <a:ext uri="{FF2B5EF4-FFF2-40B4-BE49-F238E27FC236}">
                <a16:creationId xmlns:a16="http://schemas.microsoft.com/office/drawing/2014/main" id="{020936B1-6849-4E8A-13DD-BD48AE23EA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5425" y="2365375"/>
          <a:ext cx="252412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38400" imgH="754629" progId="Equation.3">
                  <p:embed/>
                </p:oleObj>
              </mc:Choice>
              <mc:Fallback>
                <p:oleObj name="公式" r:id="rId2" imgW="2438400" imgH="75462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495425" y="2365375"/>
                        <a:ext cx="2524125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8" name="Text Box 4">
            <a:extLst>
              <a:ext uri="{FF2B5EF4-FFF2-40B4-BE49-F238E27FC236}">
                <a16:creationId xmlns:a16="http://schemas.microsoft.com/office/drawing/2014/main" id="{AE5B43CD-CBC8-796C-9C4B-5B6178672EA0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62000" y="1905000"/>
            <a:ext cx="800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根据速度和加速度在自然坐标系中的表示形式，有</a:t>
            </a:r>
            <a:endParaRPr kumimoji="1" lang="zh-CN" altLang="en-US" sz="2400">
              <a:solidFill>
                <a:schemeClr val="hlink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31749" name="Object 3">
            <a:extLst>
              <a:ext uri="{FF2B5EF4-FFF2-40B4-BE49-F238E27FC236}">
                <a16:creationId xmlns:a16="http://schemas.microsoft.com/office/drawing/2014/main" id="{735BC0BF-934B-EF57-1F61-B572A58D5F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54150" y="3203575"/>
          <a:ext cx="21590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72640" imgH="754629" progId="Equation.3">
                  <p:embed/>
                </p:oleObj>
              </mc:Choice>
              <mc:Fallback>
                <p:oleObj name="公式" r:id="rId4" imgW="2072640" imgH="7546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454150" y="3203575"/>
                        <a:ext cx="21590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4">
            <a:extLst>
              <a:ext uri="{FF2B5EF4-FFF2-40B4-BE49-F238E27FC236}">
                <a16:creationId xmlns:a16="http://schemas.microsoft.com/office/drawing/2014/main" id="{934AD8EA-3A16-8922-B644-1EDC833D62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75150" y="3130550"/>
          <a:ext cx="309245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009682" imgH="807498" progId="Equation.3">
                  <p:embed/>
                </p:oleObj>
              </mc:Choice>
              <mc:Fallback>
                <p:oleObj name="公式" r:id="rId6" imgW="3009682" imgH="80749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375150" y="3130550"/>
                        <a:ext cx="309245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1" name="Object 5">
            <a:extLst>
              <a:ext uri="{FF2B5EF4-FFF2-40B4-BE49-F238E27FC236}">
                <a16:creationId xmlns:a16="http://schemas.microsoft.com/office/drawing/2014/main" id="{73B19E73-F8A9-CA88-EFDA-5C17F22E33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97000" y="4095750"/>
          <a:ext cx="596265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905407" imgH="1043912" progId="Equation.3">
                  <p:embed/>
                </p:oleObj>
              </mc:Choice>
              <mc:Fallback>
                <p:oleObj name="公式" r:id="rId8" imgW="5905407" imgH="104391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397000" y="4095750"/>
                        <a:ext cx="596265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2" name="Object 6">
            <a:extLst>
              <a:ext uri="{FF2B5EF4-FFF2-40B4-BE49-F238E27FC236}">
                <a16:creationId xmlns:a16="http://schemas.microsoft.com/office/drawing/2014/main" id="{ED2ACD21-8241-1D82-8CB9-26D1AC199D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2350" y="2579688"/>
          <a:ext cx="2166938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088067" imgH="320206" progId="Equation.3">
                  <p:embed/>
                </p:oleObj>
              </mc:Choice>
              <mc:Fallback>
                <p:oleObj name="公式" r:id="rId10" imgW="2088067" imgH="32020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4832350" y="2579688"/>
                        <a:ext cx="2166938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3" name="Object 7">
            <a:extLst>
              <a:ext uri="{FF2B5EF4-FFF2-40B4-BE49-F238E27FC236}">
                <a16:creationId xmlns:a16="http://schemas.microsoft.com/office/drawing/2014/main" id="{F1757825-9D2C-97E4-6873-EF7CDEA90C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6050" y="5264150"/>
          <a:ext cx="6684963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6629462" imgH="1043912" progId="Equation.3">
                  <p:embed/>
                </p:oleObj>
              </mc:Choice>
              <mc:Fallback>
                <p:oleObj name="公式" r:id="rId12" imgW="6629462" imgH="104391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416050" y="5264150"/>
                        <a:ext cx="6684963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4" name="Rectangle 10">
            <a:extLst>
              <a:ext uri="{FF2B5EF4-FFF2-40B4-BE49-F238E27FC236}">
                <a16:creationId xmlns:a16="http://schemas.microsoft.com/office/drawing/2014/main" id="{F827BDA4-2E8F-B043-4A05-B98437A08D38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1625" y="3810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Times New Roman" panose="02020603050405020304" pitchFamily="18" charset="0"/>
              </a:rPr>
              <a:t>例</a:t>
            </a:r>
          </a:p>
        </p:txBody>
      </p:sp>
      <p:sp>
        <p:nvSpPr>
          <p:cNvPr id="31755" name="Rectangle 11">
            <a:extLst>
              <a:ext uri="{FF2B5EF4-FFF2-40B4-BE49-F238E27FC236}">
                <a16:creationId xmlns:a16="http://schemas.microsoft.com/office/drawing/2014/main" id="{FE5B3B72-E3EC-C3AD-BA37-3BB498BDE4D5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79463" y="1371600"/>
            <a:ext cx="53609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汽车在</a:t>
            </a: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t </a:t>
            </a:r>
            <a:r>
              <a:rPr kumimoji="1" lang="en-US" altLang="zh-CN" sz="2400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</a:rPr>
              <a:t>= 1 s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时的速度和加速度大小。</a:t>
            </a:r>
          </a:p>
        </p:txBody>
      </p:sp>
      <p:sp>
        <p:nvSpPr>
          <p:cNvPr id="31756" name="Rectangle 12">
            <a:extLst>
              <a:ext uri="{FF2B5EF4-FFF2-40B4-BE49-F238E27FC236}">
                <a16:creationId xmlns:a16="http://schemas.microsoft.com/office/drawing/2014/main" id="{1A679778-A4CF-4B03-11A9-D5B00604F7F1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4800" y="13716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宋体" panose="02010600030101010101" pitchFamily="2" charset="-122"/>
              </a:rPr>
              <a:t>求</a:t>
            </a:r>
            <a:endParaRPr kumimoji="1" lang="zh-CN" altLang="en-US" sz="2400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31757" name="Rectangle 13">
            <a:extLst>
              <a:ext uri="{FF2B5EF4-FFF2-40B4-BE49-F238E27FC236}">
                <a16:creationId xmlns:a16="http://schemas.microsoft.com/office/drawing/2014/main" id="{21038769-ADC4-5F28-C8E5-AAB2F22522C7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4800" y="19050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Times New Roman" panose="02020603050405020304" pitchFamily="18" charset="0"/>
              </a:rPr>
              <a:t>解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7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autoUpdateAnimBg="0"/>
      <p:bldP spid="31748" grpId="0" autoUpdateAnimBg="0"/>
      <p:bldP spid="31754" grpId="0" build="p" autoUpdateAnimBg="0"/>
      <p:bldP spid="31755" grpId="0" build="p" autoUpdateAnimBg="0"/>
      <p:bldP spid="31756" grpId="0" build="p" autoUpdateAnimBg="0"/>
      <p:bldP spid="31757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reeform 2">
            <a:extLst>
              <a:ext uri="{FF2B5EF4-FFF2-40B4-BE49-F238E27FC236}">
                <a16:creationId xmlns:a16="http://schemas.microsoft.com/office/drawing/2014/main" id="{6E815CC5-8CDC-BB55-32CA-3DAAF603EAB5}"/>
              </a:ext>
            </a:extLst>
          </p:cNvPr>
          <p:cNvSpPr>
            <a:spLocks/>
          </p:cNvSpPr>
          <p:nvPr/>
        </p:nvSpPr>
        <p:spPr bwMode="black">
          <a:xfrm>
            <a:off x="5367338" y="3605213"/>
            <a:ext cx="2228850" cy="1147762"/>
          </a:xfrm>
          <a:custGeom>
            <a:avLst/>
            <a:gdLst>
              <a:gd name="T0" fmla="*/ 0 w 1404"/>
              <a:gd name="T1" fmla="*/ 2147483646 h 723"/>
              <a:gd name="T2" fmla="*/ 2147483646 w 1404"/>
              <a:gd name="T3" fmla="*/ 2147483646 h 723"/>
              <a:gd name="T4" fmla="*/ 2147483646 w 1404"/>
              <a:gd name="T5" fmla="*/ 2147483646 h 723"/>
              <a:gd name="T6" fmla="*/ 2147483646 w 1404"/>
              <a:gd name="T7" fmla="*/ 2147483646 h 723"/>
              <a:gd name="T8" fmla="*/ 2147483646 w 1404"/>
              <a:gd name="T9" fmla="*/ 2147483646 h 7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04"/>
              <a:gd name="T16" fmla="*/ 0 h 723"/>
              <a:gd name="T17" fmla="*/ 1404 w 1404"/>
              <a:gd name="T18" fmla="*/ 723 h 7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04" h="723">
                <a:moveTo>
                  <a:pt x="0" y="723"/>
                </a:moveTo>
                <a:cubicBezTo>
                  <a:pt x="53" y="648"/>
                  <a:pt x="206" y="390"/>
                  <a:pt x="312" y="276"/>
                </a:cubicBezTo>
                <a:cubicBezTo>
                  <a:pt x="418" y="162"/>
                  <a:pt x="519" y="82"/>
                  <a:pt x="639" y="41"/>
                </a:cubicBezTo>
                <a:cubicBezTo>
                  <a:pt x="759" y="0"/>
                  <a:pt x="904" y="8"/>
                  <a:pt x="1031" y="29"/>
                </a:cubicBezTo>
                <a:cubicBezTo>
                  <a:pt x="1158" y="50"/>
                  <a:pt x="1326" y="137"/>
                  <a:pt x="1404" y="165"/>
                </a:cubicBezTo>
              </a:path>
            </a:pathLst>
          </a:custGeom>
          <a:noFill/>
          <a:ln w="381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CEFCF07E-6030-6E3E-5CA2-1A5CA3433D8F}"/>
              </a:ext>
            </a:extLst>
          </p:cNvPr>
          <p:cNvSpPr>
            <a:spLocks noChangeArrowheads="1"/>
          </p:cNvSpPr>
          <p:nvPr/>
        </p:nvSpPr>
        <p:spPr bwMode="black">
          <a:xfrm>
            <a:off x="539750" y="319088"/>
            <a:ext cx="895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Times New Roman" panose="02020603050405020304" pitchFamily="18" charset="0"/>
              </a:rPr>
              <a:t>讨论</a:t>
            </a:r>
            <a:endParaRPr kumimoji="1" lang="zh-CN" altLang="en-US" sz="24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578CD9EE-57BC-74D5-46F9-FC18C0237AE4}"/>
              </a:ext>
            </a:extLst>
          </p:cNvPr>
          <p:cNvSpPr>
            <a:spLocks noChangeArrowheads="1"/>
          </p:cNvSpPr>
          <p:nvPr/>
        </p:nvSpPr>
        <p:spPr bwMode="black">
          <a:xfrm>
            <a:off x="877888" y="817563"/>
            <a:ext cx="201295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在一般情况下</a:t>
            </a:r>
            <a:br>
              <a:rPr kumimoji="1" lang="zh-CN" altLang="en-US" sz="2400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</a:br>
            <a:endParaRPr kumimoji="1" lang="zh-CN" altLang="en-US" sz="1200">
              <a:solidFill>
                <a:srgbClr val="FFFF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2773" name="Object 2">
            <a:extLst>
              <a:ext uri="{FF2B5EF4-FFF2-40B4-BE49-F238E27FC236}">
                <a16:creationId xmlns:a16="http://schemas.microsoft.com/office/drawing/2014/main" id="{4F82240F-5042-CAC0-7B61-40C566E7A0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9888" y="620713"/>
          <a:ext cx="5540375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562538" imgH="883809" progId="Equation.3">
                  <p:embed/>
                </p:oleObj>
              </mc:Choice>
              <mc:Fallback>
                <p:oleObj name="公式" r:id="rId2" imgW="5562538" imgH="88380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909888" y="620713"/>
                        <a:ext cx="5540375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Rectangle 6">
            <a:extLst>
              <a:ext uri="{FF2B5EF4-FFF2-40B4-BE49-F238E27FC236}">
                <a16:creationId xmlns:a16="http://schemas.microsoft.com/office/drawing/2014/main" id="{E9019B35-C9B4-9059-B0BB-5796DC19DD13}"/>
              </a:ext>
            </a:extLst>
          </p:cNvPr>
          <p:cNvSpPr>
            <a:spLocks noChangeArrowheads="1"/>
          </p:cNvSpPr>
          <p:nvPr/>
        </p:nvSpPr>
        <p:spPr bwMode="black">
          <a:xfrm>
            <a:off x="920750" y="1676400"/>
            <a:ext cx="2865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其中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 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为曲率半径，</a:t>
            </a:r>
            <a:endParaRPr kumimoji="1" lang="zh-CN" altLang="en-US" sz="120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2775" name="Rectangle 7">
            <a:extLst>
              <a:ext uri="{FF2B5EF4-FFF2-40B4-BE49-F238E27FC236}">
                <a16:creationId xmlns:a16="http://schemas.microsoft.com/office/drawing/2014/main" id="{38A77D99-55E7-7E08-D081-AA35897E62E4}"/>
              </a:ext>
            </a:extLst>
          </p:cNvPr>
          <p:cNvSpPr>
            <a:spLocks noChangeArrowheads="1"/>
          </p:cNvSpPr>
          <p:nvPr/>
        </p:nvSpPr>
        <p:spPr bwMode="black">
          <a:xfrm>
            <a:off x="920750" y="2117725"/>
            <a:ext cx="7620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引入曲率圆后，整条曲线就可看成是由许多不同曲率半径的圆弧所构成</a:t>
            </a:r>
            <a:endParaRPr kumimoji="1" lang="zh-CN" altLang="en-US" sz="120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32776" name="Object 3">
            <a:extLst>
              <a:ext uri="{FF2B5EF4-FFF2-40B4-BE49-F238E27FC236}">
                <a16:creationId xmlns:a16="http://schemas.microsoft.com/office/drawing/2014/main" id="{EA5A0D9B-9FB5-9871-0BED-671C488172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63850" y="5492750"/>
          <a:ext cx="3730625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687956" imgH="838422" progId="Equation.3">
                  <p:embed/>
                </p:oleObj>
              </mc:Choice>
              <mc:Fallback>
                <p:oleObj name="公式" r:id="rId4" imgW="3687956" imgH="83842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863850" y="5492750"/>
                        <a:ext cx="3730625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8" name="AutoShape 10">
            <a:extLst>
              <a:ext uri="{FF2B5EF4-FFF2-40B4-BE49-F238E27FC236}">
                <a16:creationId xmlns:a16="http://schemas.microsoft.com/office/drawing/2014/main" id="{99402705-B93F-A6A9-40B1-6EE6F2E70B7C}"/>
              </a:ext>
            </a:extLst>
          </p:cNvPr>
          <p:cNvSpPr>
            <a:spLocks noChangeArrowheads="1"/>
          </p:cNvSpPr>
          <p:nvPr/>
        </p:nvSpPr>
        <p:spPr bwMode="black">
          <a:xfrm>
            <a:off x="5873750" y="3632200"/>
            <a:ext cx="1630363" cy="1616075"/>
          </a:xfrm>
          <a:prstGeom prst="flowChartConnector">
            <a:avLst/>
          </a:prstGeom>
          <a:noFill/>
          <a:ln w="190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66FFFF"/>
              </a:solidFill>
            </a:endParaRPr>
          </a:p>
        </p:txBody>
      </p:sp>
      <p:sp>
        <p:nvSpPr>
          <p:cNvPr id="32779" name="Line 11">
            <a:extLst>
              <a:ext uri="{FF2B5EF4-FFF2-40B4-BE49-F238E27FC236}">
                <a16:creationId xmlns:a16="http://schemas.microsoft.com/office/drawing/2014/main" id="{158BB521-3117-6D79-4DA8-2101E74F7D1C}"/>
              </a:ext>
            </a:extLst>
          </p:cNvPr>
          <p:cNvSpPr>
            <a:spLocks noChangeShapeType="1"/>
          </p:cNvSpPr>
          <p:nvPr/>
        </p:nvSpPr>
        <p:spPr bwMode="black">
          <a:xfrm>
            <a:off x="6665913" y="3619500"/>
            <a:ext cx="1417637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0" name="Line 12">
            <a:extLst>
              <a:ext uri="{FF2B5EF4-FFF2-40B4-BE49-F238E27FC236}">
                <a16:creationId xmlns:a16="http://schemas.microsoft.com/office/drawing/2014/main" id="{A285BF78-3AA7-F635-A408-9A377205CBC0}"/>
              </a:ext>
            </a:extLst>
          </p:cNvPr>
          <p:cNvSpPr>
            <a:spLocks noChangeShapeType="1"/>
          </p:cNvSpPr>
          <p:nvPr/>
        </p:nvSpPr>
        <p:spPr bwMode="black">
          <a:xfrm flipH="1">
            <a:off x="6659563" y="3673475"/>
            <a:ext cx="14287" cy="731838"/>
          </a:xfrm>
          <a:prstGeom prst="line">
            <a:avLst/>
          </a:prstGeom>
          <a:noFill/>
          <a:ln w="28575">
            <a:solidFill>
              <a:srgbClr val="FFCC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1" name="Line 13">
            <a:extLst>
              <a:ext uri="{FF2B5EF4-FFF2-40B4-BE49-F238E27FC236}">
                <a16:creationId xmlns:a16="http://schemas.microsoft.com/office/drawing/2014/main" id="{55553D75-E966-DB1E-AE9B-728C89C7C7D6}"/>
              </a:ext>
            </a:extLst>
          </p:cNvPr>
          <p:cNvSpPr>
            <a:spLocks noChangeShapeType="1"/>
          </p:cNvSpPr>
          <p:nvPr/>
        </p:nvSpPr>
        <p:spPr bwMode="black">
          <a:xfrm>
            <a:off x="6665913" y="4419600"/>
            <a:ext cx="1417637" cy="0"/>
          </a:xfrm>
          <a:prstGeom prst="line">
            <a:avLst/>
          </a:prstGeom>
          <a:noFill/>
          <a:ln w="9525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2" name="Line 14">
            <a:extLst>
              <a:ext uri="{FF2B5EF4-FFF2-40B4-BE49-F238E27FC236}">
                <a16:creationId xmlns:a16="http://schemas.microsoft.com/office/drawing/2014/main" id="{1574EAC2-29C6-FAD9-D29D-E19A88300821}"/>
              </a:ext>
            </a:extLst>
          </p:cNvPr>
          <p:cNvSpPr>
            <a:spLocks noChangeShapeType="1"/>
          </p:cNvSpPr>
          <p:nvPr/>
        </p:nvSpPr>
        <p:spPr bwMode="black">
          <a:xfrm>
            <a:off x="8083550" y="3630613"/>
            <a:ext cx="0" cy="774700"/>
          </a:xfrm>
          <a:prstGeom prst="line">
            <a:avLst/>
          </a:prstGeom>
          <a:noFill/>
          <a:ln w="9525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3" name="Line 15">
            <a:extLst>
              <a:ext uri="{FF2B5EF4-FFF2-40B4-BE49-F238E27FC236}">
                <a16:creationId xmlns:a16="http://schemas.microsoft.com/office/drawing/2014/main" id="{EDC2D8A2-BE10-9654-CFFB-DA2B1617D66B}"/>
              </a:ext>
            </a:extLst>
          </p:cNvPr>
          <p:cNvSpPr>
            <a:spLocks noChangeShapeType="1"/>
          </p:cNvSpPr>
          <p:nvPr/>
        </p:nvSpPr>
        <p:spPr bwMode="black">
          <a:xfrm>
            <a:off x="6665913" y="3667125"/>
            <a:ext cx="1417637" cy="752475"/>
          </a:xfrm>
          <a:prstGeom prst="line">
            <a:avLst/>
          </a:prstGeom>
          <a:noFill/>
          <a:ln w="28575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4" name="Rectangle 16">
            <a:extLst>
              <a:ext uri="{FF2B5EF4-FFF2-40B4-BE49-F238E27FC236}">
                <a16:creationId xmlns:a16="http://schemas.microsoft.com/office/drawing/2014/main" id="{AAE130F3-1316-D064-F2D1-A779C5CF6C1D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713663" y="3667125"/>
            <a:ext cx="387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i="1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</a:p>
        </p:txBody>
      </p:sp>
      <p:sp>
        <p:nvSpPr>
          <p:cNvPr id="32785" name="Line 17">
            <a:extLst>
              <a:ext uri="{FF2B5EF4-FFF2-40B4-BE49-F238E27FC236}">
                <a16:creationId xmlns:a16="http://schemas.microsoft.com/office/drawing/2014/main" id="{93C3DBB5-2802-55B1-31BA-5772AA995A75}"/>
              </a:ext>
            </a:extLst>
          </p:cNvPr>
          <p:cNvSpPr>
            <a:spLocks noChangeShapeType="1"/>
          </p:cNvSpPr>
          <p:nvPr/>
        </p:nvSpPr>
        <p:spPr bwMode="black">
          <a:xfrm rot="3838206">
            <a:off x="6273007" y="4196556"/>
            <a:ext cx="1588" cy="771525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2786" name="Object 4">
            <a:extLst>
              <a:ext uri="{FF2B5EF4-FFF2-40B4-BE49-F238E27FC236}">
                <a16:creationId xmlns:a16="http://schemas.microsoft.com/office/drawing/2014/main" id="{1B54AB3D-1812-C738-B1A8-7FF186D3A8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2225" y="3933825"/>
          <a:ext cx="2667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59267" imgH="358112" progId="Equation.3">
                  <p:embed/>
                </p:oleObj>
              </mc:Choice>
              <mc:Fallback>
                <p:oleObj name="公式" r:id="rId6" imgW="259267" imgH="358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372225" y="3933825"/>
                        <a:ext cx="26670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7" name="Object 5">
            <a:extLst>
              <a:ext uri="{FF2B5EF4-FFF2-40B4-BE49-F238E27FC236}">
                <a16:creationId xmlns:a16="http://schemas.microsoft.com/office/drawing/2014/main" id="{EC8141A0-A913-7C41-A01D-BBF1C1F3B0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85113" y="3240088"/>
          <a:ext cx="2730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66731" imgH="343149" progId="Equation.3">
                  <p:embed/>
                </p:oleObj>
              </mc:Choice>
              <mc:Fallback>
                <p:oleObj name="公式" r:id="rId8" imgW="266731" imgH="34314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885113" y="3240088"/>
                        <a:ext cx="27305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8" name="Object 6">
            <a:extLst>
              <a:ext uri="{FF2B5EF4-FFF2-40B4-BE49-F238E27FC236}">
                <a16:creationId xmlns:a16="http://schemas.microsoft.com/office/drawing/2014/main" id="{65420AD1-0A13-4F0A-C98B-2D5D45DA94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6538" y="4495800"/>
          <a:ext cx="184150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0238" imgH="228434" progId="Equation.3">
                  <p:embed/>
                </p:oleObj>
              </mc:Choice>
              <mc:Fallback>
                <p:oleObj name="Equation" r:id="rId10" imgW="160238" imgH="22843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856538" y="4495800"/>
                        <a:ext cx="184150" cy="24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9" name="Object 7">
            <a:extLst>
              <a:ext uri="{FF2B5EF4-FFF2-40B4-BE49-F238E27FC236}">
                <a16:creationId xmlns:a16="http://schemas.microsoft.com/office/drawing/2014/main" id="{8B67E3C6-C06F-758C-119A-999BA6261A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42150" y="3289300"/>
          <a:ext cx="184150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60238" imgH="220952" progId="Equation.3">
                  <p:embed/>
                </p:oleObj>
              </mc:Choice>
              <mc:Fallback>
                <p:oleObj name="公式" r:id="rId12" imgW="160238" imgH="22095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042150" y="3289300"/>
                        <a:ext cx="184150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0" name="Line 22">
            <a:extLst>
              <a:ext uri="{FF2B5EF4-FFF2-40B4-BE49-F238E27FC236}">
                <a16:creationId xmlns:a16="http://schemas.microsoft.com/office/drawing/2014/main" id="{24990777-5513-69B1-7855-D5B8708954AA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6635750" y="3617913"/>
            <a:ext cx="674688" cy="11112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2791" name="Object 8">
            <a:extLst>
              <a:ext uri="{FF2B5EF4-FFF2-40B4-BE49-F238E27FC236}">
                <a16:creationId xmlns:a16="http://schemas.microsoft.com/office/drawing/2014/main" id="{1663B430-0E04-7BBB-BCC1-CE0939FC98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7938" y="4648200"/>
          <a:ext cx="223837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05522" imgH="243895" progId="Equation.3">
                  <p:embed/>
                </p:oleObj>
              </mc:Choice>
              <mc:Fallback>
                <p:oleObj name="公式" r:id="rId14" imgW="205522" imgH="24389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357938" y="4648200"/>
                        <a:ext cx="223837" cy="25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2" name="Object 9">
            <a:extLst>
              <a:ext uri="{FF2B5EF4-FFF2-40B4-BE49-F238E27FC236}">
                <a16:creationId xmlns:a16="http://schemas.microsoft.com/office/drawing/2014/main" id="{7233D07D-88E6-E19B-B6AA-39A4BBC711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69075" y="3276600"/>
          <a:ext cx="223838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05522" imgH="220952" progId="Equation.3">
                  <p:embed/>
                </p:oleObj>
              </mc:Choice>
              <mc:Fallback>
                <p:oleObj name="Equation" r:id="rId16" imgW="205522" imgH="220952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6569075" y="3276600"/>
                        <a:ext cx="223838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3" name="Object 10">
            <a:extLst>
              <a:ext uri="{FF2B5EF4-FFF2-40B4-BE49-F238E27FC236}">
                <a16:creationId xmlns:a16="http://schemas.microsoft.com/office/drawing/2014/main" id="{F7F5477D-F60D-0EED-C36D-8B78AE4346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8438" y="3352800"/>
          <a:ext cx="223837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05522" imgH="228434" progId="Equation.3">
                  <p:embed/>
                </p:oleObj>
              </mc:Choice>
              <mc:Fallback>
                <p:oleObj name="Equation" r:id="rId18" imgW="205522" imgH="228434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468438" y="3352800"/>
                        <a:ext cx="223837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4" name="Object 11">
            <a:extLst>
              <a:ext uri="{FF2B5EF4-FFF2-40B4-BE49-F238E27FC236}">
                <a16:creationId xmlns:a16="http://schemas.microsoft.com/office/drawing/2014/main" id="{A9720434-8E9E-A297-D0CC-BD92EBE975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16050" y="4083050"/>
          <a:ext cx="223838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05522" imgH="243895" progId="Equation.3">
                  <p:embed/>
                </p:oleObj>
              </mc:Choice>
              <mc:Fallback>
                <p:oleObj name="Equation" r:id="rId20" imgW="205522" imgH="24389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416050" y="4083050"/>
                        <a:ext cx="223838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5" name="Oval 27">
            <a:extLst>
              <a:ext uri="{FF2B5EF4-FFF2-40B4-BE49-F238E27FC236}">
                <a16:creationId xmlns:a16="http://schemas.microsoft.com/office/drawing/2014/main" id="{948D4D9A-DCB0-BB75-FDA1-DD0373CC8C68}"/>
              </a:ext>
            </a:extLst>
          </p:cNvPr>
          <p:cNvSpPr>
            <a:spLocks noChangeArrowheads="1"/>
          </p:cNvSpPr>
          <p:nvPr/>
        </p:nvSpPr>
        <p:spPr bwMode="black">
          <a:xfrm>
            <a:off x="1311275" y="3716338"/>
            <a:ext cx="914400" cy="914400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96" name="Line 28">
            <a:extLst>
              <a:ext uri="{FF2B5EF4-FFF2-40B4-BE49-F238E27FC236}">
                <a16:creationId xmlns:a16="http://schemas.microsoft.com/office/drawing/2014/main" id="{0D4E52FB-3986-7C3D-79F6-B903EEAE72F2}"/>
              </a:ext>
            </a:extLst>
          </p:cNvPr>
          <p:cNvSpPr>
            <a:spLocks noChangeShapeType="1"/>
          </p:cNvSpPr>
          <p:nvPr/>
        </p:nvSpPr>
        <p:spPr bwMode="black">
          <a:xfrm rot="-2549473">
            <a:off x="4356100" y="4076700"/>
            <a:ext cx="49213" cy="844550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2797" name="Object 12">
            <a:extLst>
              <a:ext uri="{FF2B5EF4-FFF2-40B4-BE49-F238E27FC236}">
                <a16:creationId xmlns:a16="http://schemas.microsoft.com/office/drawing/2014/main" id="{58BC29B3-48FB-7AE9-7B62-5D072D75DB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4508500"/>
          <a:ext cx="284162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82158" imgH="335169" progId="Equation.3">
                  <p:embed/>
                </p:oleObj>
              </mc:Choice>
              <mc:Fallback>
                <p:oleObj name="公式" r:id="rId22" imgW="282158" imgH="33516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995738" y="4508500"/>
                        <a:ext cx="284162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8" name="Object 13">
            <a:extLst>
              <a:ext uri="{FF2B5EF4-FFF2-40B4-BE49-F238E27FC236}">
                <a16:creationId xmlns:a16="http://schemas.microsoft.com/office/drawing/2014/main" id="{A475F35C-7BE8-906A-D465-20965F8CCD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0100" y="5067300"/>
          <a:ext cx="223838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05522" imgH="220952" progId="Equation.3">
                  <p:embed/>
                </p:oleObj>
              </mc:Choice>
              <mc:Fallback>
                <p:oleObj name="Equation" r:id="rId24" imgW="205522" imgH="220952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340100" y="5067300"/>
                        <a:ext cx="223838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9" name="Object 14">
            <a:extLst>
              <a:ext uri="{FF2B5EF4-FFF2-40B4-BE49-F238E27FC236}">
                <a16:creationId xmlns:a16="http://schemas.microsoft.com/office/drawing/2014/main" id="{9B2CFA7E-90A0-4455-D240-46D2460269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4425" y="1751013"/>
          <a:ext cx="238125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67702" imgH="228434" progId="Equation.3">
                  <p:embed/>
                </p:oleObj>
              </mc:Choice>
              <mc:Fallback>
                <p:oleObj name="Equation" r:id="rId26" imgW="167702" imgH="228434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654425" y="1751013"/>
                        <a:ext cx="238125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00" name="Rectangle 32">
            <a:extLst>
              <a:ext uri="{FF2B5EF4-FFF2-40B4-BE49-F238E27FC236}">
                <a16:creationId xmlns:a16="http://schemas.microsoft.com/office/drawing/2014/main" id="{9DEB1F97-D9AC-3B75-8049-FC598B5617D7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825875" y="1646238"/>
            <a:ext cx="327025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的方向指向曲率圆中心</a:t>
            </a:r>
            <a:r>
              <a:rPr kumimoji="1" lang="zh-CN" altLang="en-US" sz="12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br>
              <a:rPr kumimoji="1" lang="zh-CN" altLang="en-US" sz="12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</a:br>
            <a:endParaRPr kumimoji="1" lang="zh-CN" altLang="en-US" sz="120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2801" name="Arc 33">
            <a:extLst>
              <a:ext uri="{FF2B5EF4-FFF2-40B4-BE49-F238E27FC236}">
                <a16:creationId xmlns:a16="http://schemas.microsoft.com/office/drawing/2014/main" id="{EF4232FE-A176-E71F-F809-B9FAAA9797C2}"/>
              </a:ext>
            </a:extLst>
          </p:cNvPr>
          <p:cNvSpPr>
            <a:spLocks/>
          </p:cNvSpPr>
          <p:nvPr/>
        </p:nvSpPr>
        <p:spPr bwMode="black">
          <a:xfrm rot="1538920">
            <a:off x="7450138" y="3659188"/>
            <a:ext cx="360362" cy="493712"/>
          </a:xfrm>
          <a:custGeom>
            <a:avLst/>
            <a:gdLst>
              <a:gd name="T0" fmla="*/ 2147483646 w 21600"/>
              <a:gd name="T1" fmla="*/ 0 h 21098"/>
              <a:gd name="T2" fmla="*/ 2147483646 w 21600"/>
              <a:gd name="T3" fmla="*/ 2147483646 h 21098"/>
              <a:gd name="T4" fmla="*/ 0 w 21600"/>
              <a:gd name="T5" fmla="*/ 2147483646 h 21098"/>
              <a:gd name="T6" fmla="*/ 0 60000 65536"/>
              <a:gd name="T7" fmla="*/ 0 60000 65536"/>
              <a:gd name="T8" fmla="*/ 0 60000 65536"/>
              <a:gd name="T9" fmla="*/ 0 w 21600"/>
              <a:gd name="T10" fmla="*/ 0 h 21098"/>
              <a:gd name="T11" fmla="*/ 21600 w 21600"/>
              <a:gd name="T12" fmla="*/ 21098 h 2109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098" fill="none" extrusionOk="0">
                <a:moveTo>
                  <a:pt x="4629" y="0"/>
                </a:moveTo>
                <a:cubicBezTo>
                  <a:pt x="14539" y="2174"/>
                  <a:pt x="21600" y="10952"/>
                  <a:pt x="21600" y="21098"/>
                </a:cubicBezTo>
              </a:path>
              <a:path w="21600" h="21098" stroke="0" extrusionOk="0">
                <a:moveTo>
                  <a:pt x="4629" y="0"/>
                </a:moveTo>
                <a:cubicBezTo>
                  <a:pt x="14539" y="2174"/>
                  <a:pt x="21600" y="10952"/>
                  <a:pt x="21600" y="21098"/>
                </a:cubicBezTo>
                <a:lnTo>
                  <a:pt x="0" y="21098"/>
                </a:lnTo>
                <a:lnTo>
                  <a:pt x="4629" y="0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802" name="AutoShape 34">
            <a:extLst>
              <a:ext uri="{FF2B5EF4-FFF2-40B4-BE49-F238E27FC236}">
                <a16:creationId xmlns:a16="http://schemas.microsoft.com/office/drawing/2014/main" id="{551CDD5A-F1AA-D5E3-6F80-0945A7B4E617}"/>
              </a:ext>
            </a:extLst>
          </p:cNvPr>
          <p:cNvSpPr>
            <a:spLocks noChangeArrowheads="1"/>
          </p:cNvSpPr>
          <p:nvPr/>
        </p:nvSpPr>
        <p:spPr bwMode="black">
          <a:xfrm>
            <a:off x="250825" y="282575"/>
            <a:ext cx="360363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803" name="Oval 35">
            <a:extLst>
              <a:ext uri="{FF2B5EF4-FFF2-40B4-BE49-F238E27FC236}">
                <a16:creationId xmlns:a16="http://schemas.microsoft.com/office/drawing/2014/main" id="{05771727-2139-F7DE-8ADE-BE462E3B3291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132138" y="3284538"/>
            <a:ext cx="1814512" cy="1812925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804" name="Rectangle 36">
            <a:extLst>
              <a:ext uri="{FF2B5EF4-FFF2-40B4-BE49-F238E27FC236}">
                <a16:creationId xmlns:a16="http://schemas.microsoft.com/office/drawing/2014/main" id="{8665C5F7-830B-8DB8-063A-3DF6D5F89A24}"/>
              </a:ext>
            </a:extLst>
          </p:cNvPr>
          <p:cNvSpPr>
            <a:spLocks noChangeArrowheads="1"/>
          </p:cNvSpPr>
          <p:nvPr/>
        </p:nvSpPr>
        <p:spPr bwMode="black">
          <a:xfrm>
            <a:off x="6502400" y="3313113"/>
            <a:ext cx="3270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>
                <a:latin typeface="Times New Roman" panose="02020603050405020304" pitchFamily="18" charset="0"/>
                <a:ea typeface="楷体_GB2312" pitchFamily="49" charset="-122"/>
              </a:rPr>
              <a:t>•</a:t>
            </a:r>
            <a:endParaRPr kumimoji="1" lang="en-US" altLang="zh-CN" sz="2400">
              <a:solidFill>
                <a:srgbClr val="FFFF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805" name="Freeform 37">
            <a:extLst>
              <a:ext uri="{FF2B5EF4-FFF2-40B4-BE49-F238E27FC236}">
                <a16:creationId xmlns:a16="http://schemas.microsoft.com/office/drawing/2014/main" id="{C5A5E126-7FC7-E847-3728-C64BBE63C020}"/>
              </a:ext>
            </a:extLst>
          </p:cNvPr>
          <p:cNvSpPr>
            <a:spLocks/>
          </p:cNvSpPr>
          <p:nvPr/>
        </p:nvSpPr>
        <p:spPr bwMode="black">
          <a:xfrm>
            <a:off x="1000125" y="3660775"/>
            <a:ext cx="3862388" cy="1533525"/>
          </a:xfrm>
          <a:custGeom>
            <a:avLst/>
            <a:gdLst>
              <a:gd name="T0" fmla="*/ 0 w 2433"/>
              <a:gd name="T1" fmla="*/ 2147483646 h 966"/>
              <a:gd name="T2" fmla="*/ 2147483646 w 2433"/>
              <a:gd name="T3" fmla="*/ 2147483646 h 966"/>
              <a:gd name="T4" fmla="*/ 2147483646 w 2433"/>
              <a:gd name="T5" fmla="*/ 2147483646 h 966"/>
              <a:gd name="T6" fmla="*/ 2147483646 w 2433"/>
              <a:gd name="T7" fmla="*/ 2147483646 h 966"/>
              <a:gd name="T8" fmla="*/ 2147483646 w 2433"/>
              <a:gd name="T9" fmla="*/ 2147483646 h 966"/>
              <a:gd name="T10" fmla="*/ 2147483646 w 2433"/>
              <a:gd name="T11" fmla="*/ 2147483646 h 966"/>
              <a:gd name="T12" fmla="*/ 2147483646 w 2433"/>
              <a:gd name="T13" fmla="*/ 2147483646 h 966"/>
              <a:gd name="T14" fmla="*/ 2147483646 w 2433"/>
              <a:gd name="T15" fmla="*/ 2147483646 h 96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433"/>
              <a:gd name="T25" fmla="*/ 0 h 966"/>
              <a:gd name="T26" fmla="*/ 2433 w 2433"/>
              <a:gd name="T27" fmla="*/ 966 h 96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433" h="966">
                <a:moveTo>
                  <a:pt x="0" y="289"/>
                </a:moveTo>
                <a:cubicBezTo>
                  <a:pt x="39" y="261"/>
                  <a:pt x="164" y="163"/>
                  <a:pt x="233" y="118"/>
                </a:cubicBezTo>
                <a:cubicBezTo>
                  <a:pt x="302" y="73"/>
                  <a:pt x="354" y="36"/>
                  <a:pt x="411" y="22"/>
                </a:cubicBezTo>
                <a:cubicBezTo>
                  <a:pt x="468" y="8"/>
                  <a:pt x="497" y="0"/>
                  <a:pt x="576" y="34"/>
                </a:cubicBezTo>
                <a:cubicBezTo>
                  <a:pt x="655" y="68"/>
                  <a:pt x="723" y="98"/>
                  <a:pt x="888" y="229"/>
                </a:cubicBezTo>
                <a:cubicBezTo>
                  <a:pt x="1053" y="360"/>
                  <a:pt x="1370" y="698"/>
                  <a:pt x="1568" y="818"/>
                </a:cubicBezTo>
                <a:cubicBezTo>
                  <a:pt x="1766" y="938"/>
                  <a:pt x="1932" y="938"/>
                  <a:pt x="2076" y="952"/>
                </a:cubicBezTo>
                <a:cubicBezTo>
                  <a:pt x="2220" y="966"/>
                  <a:pt x="2374" y="912"/>
                  <a:pt x="2433" y="904"/>
                </a:cubicBezTo>
              </a:path>
            </a:pathLst>
          </a:custGeom>
          <a:noFill/>
          <a:ln w="381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06" name="Text Box 38">
            <a:extLst>
              <a:ext uri="{FF2B5EF4-FFF2-40B4-BE49-F238E27FC236}">
                <a16:creationId xmlns:a16="http://schemas.microsoft.com/office/drawing/2014/main" id="{C6F6AC51-8B3E-A4A8-2ACF-A3DEF6DA3501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3525838" y="4797425"/>
            <a:ext cx="325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>
                <a:solidFill>
                  <a:srgbClr val="66FF33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32807" name="Text Box 39">
            <a:extLst>
              <a:ext uri="{FF2B5EF4-FFF2-40B4-BE49-F238E27FC236}">
                <a16:creationId xmlns:a16="http://schemas.microsoft.com/office/drawing/2014/main" id="{0752BA38-BF5B-4C40-9219-C4BE737B0AD9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1609725" y="3438525"/>
            <a:ext cx="325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>
                <a:solidFill>
                  <a:srgbClr val="66FF33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32808" name="Line 40">
            <a:extLst>
              <a:ext uri="{FF2B5EF4-FFF2-40B4-BE49-F238E27FC236}">
                <a16:creationId xmlns:a16="http://schemas.microsoft.com/office/drawing/2014/main" id="{3BE84808-D368-E646-E190-789CB3FDEFAB}"/>
              </a:ext>
            </a:extLst>
          </p:cNvPr>
          <p:cNvSpPr>
            <a:spLocks noChangeShapeType="1"/>
          </p:cNvSpPr>
          <p:nvPr/>
        </p:nvSpPr>
        <p:spPr bwMode="black">
          <a:xfrm flipH="1" flipV="1">
            <a:off x="1482725" y="3833813"/>
            <a:ext cx="293688" cy="357187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27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27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32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2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32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8" dur="500"/>
                                        <p:tgtEl>
                                          <p:spTgt spid="32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32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2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3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32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1000"/>
                                        <p:tgtEl>
                                          <p:spTgt spid="32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autoUpdateAnimBg="0"/>
      <p:bldP spid="32772" grpId="0" autoUpdateAnimBg="0"/>
      <p:bldP spid="32774" grpId="0" autoUpdateAnimBg="0"/>
      <p:bldP spid="32775" grpId="0" autoUpdateAnimBg="0"/>
      <p:bldP spid="32778" grpId="0" animBg="1"/>
      <p:bldP spid="32784" grpId="0" autoUpdateAnimBg="0"/>
      <p:bldP spid="32795" grpId="0" animBg="1"/>
      <p:bldP spid="32800" grpId="0"/>
      <p:bldP spid="32802" grpId="0" animBg="1"/>
      <p:bldP spid="32803" grpId="0" animBg="1"/>
      <p:bldP spid="32804" grpId="0" autoUpdateAnimBg="0"/>
      <p:bldP spid="32806" grpId="0"/>
      <p:bldP spid="3280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2A2F2B7A-684F-BF5B-46BA-EE52579ED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214313"/>
            <a:ext cx="52339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求抛体运动过程中的曲率半径？</a:t>
            </a:r>
          </a:p>
        </p:txBody>
      </p:sp>
      <p:sp>
        <p:nvSpPr>
          <p:cNvPr id="75779" name="Line 3">
            <a:extLst>
              <a:ext uri="{FF2B5EF4-FFF2-40B4-BE49-F238E27FC236}">
                <a16:creationId xmlns:a16="http://schemas.microsoft.com/office/drawing/2014/main" id="{9B12786E-1F5B-224B-8645-7A950354939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2667000"/>
            <a:ext cx="3032125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0" name="Line 4">
            <a:extLst>
              <a:ext uri="{FF2B5EF4-FFF2-40B4-BE49-F238E27FC236}">
                <a16:creationId xmlns:a16="http://schemas.microsoft.com/office/drawing/2014/main" id="{2F78067C-2973-3E72-541E-D984FD4181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1066800"/>
            <a:ext cx="0" cy="16002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1" name="Freeform 5">
            <a:extLst>
              <a:ext uri="{FF2B5EF4-FFF2-40B4-BE49-F238E27FC236}">
                <a16:creationId xmlns:a16="http://schemas.microsoft.com/office/drawing/2014/main" id="{FB1C2C6D-B068-7A08-660E-05385450B7EB}"/>
              </a:ext>
            </a:extLst>
          </p:cNvPr>
          <p:cNvSpPr>
            <a:spLocks/>
          </p:cNvSpPr>
          <p:nvPr/>
        </p:nvSpPr>
        <p:spPr bwMode="auto">
          <a:xfrm>
            <a:off x="5791200" y="1397000"/>
            <a:ext cx="2743200" cy="1270000"/>
          </a:xfrm>
          <a:custGeom>
            <a:avLst/>
            <a:gdLst>
              <a:gd name="T0" fmla="*/ 0 w 1728"/>
              <a:gd name="T1" fmla="*/ 2147483646 h 800"/>
              <a:gd name="T2" fmla="*/ 2147483646 w 1728"/>
              <a:gd name="T3" fmla="*/ 2147483646 h 800"/>
              <a:gd name="T4" fmla="*/ 2147483646 w 1728"/>
              <a:gd name="T5" fmla="*/ 2147483646 h 800"/>
              <a:gd name="T6" fmla="*/ 2147483646 w 1728"/>
              <a:gd name="T7" fmla="*/ 2147483646 h 800"/>
              <a:gd name="T8" fmla="*/ 2147483646 w 1728"/>
              <a:gd name="T9" fmla="*/ 2147483646 h 800"/>
              <a:gd name="T10" fmla="*/ 2147483646 w 1728"/>
              <a:gd name="T11" fmla="*/ 2147483646 h 800"/>
              <a:gd name="T12" fmla="*/ 2147483646 w 1728"/>
              <a:gd name="T13" fmla="*/ 2147483646 h 800"/>
              <a:gd name="T14" fmla="*/ 2147483646 w 1728"/>
              <a:gd name="T15" fmla="*/ 2147483646 h 8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728"/>
              <a:gd name="T25" fmla="*/ 0 h 800"/>
              <a:gd name="T26" fmla="*/ 1728 w 1728"/>
              <a:gd name="T27" fmla="*/ 800 h 8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728" h="800">
                <a:moveTo>
                  <a:pt x="0" y="800"/>
                </a:moveTo>
                <a:cubicBezTo>
                  <a:pt x="16" y="788"/>
                  <a:pt x="32" y="776"/>
                  <a:pt x="48" y="752"/>
                </a:cubicBezTo>
                <a:cubicBezTo>
                  <a:pt x="64" y="728"/>
                  <a:pt x="40" y="736"/>
                  <a:pt x="96" y="656"/>
                </a:cubicBezTo>
                <a:cubicBezTo>
                  <a:pt x="152" y="576"/>
                  <a:pt x="272" y="376"/>
                  <a:pt x="384" y="272"/>
                </a:cubicBezTo>
                <a:cubicBezTo>
                  <a:pt x="496" y="168"/>
                  <a:pt x="640" y="64"/>
                  <a:pt x="768" y="32"/>
                </a:cubicBezTo>
                <a:cubicBezTo>
                  <a:pt x="896" y="0"/>
                  <a:pt x="1040" y="32"/>
                  <a:pt x="1152" y="80"/>
                </a:cubicBezTo>
                <a:cubicBezTo>
                  <a:pt x="1264" y="128"/>
                  <a:pt x="1344" y="200"/>
                  <a:pt x="1440" y="320"/>
                </a:cubicBezTo>
                <a:cubicBezTo>
                  <a:pt x="1536" y="440"/>
                  <a:pt x="1680" y="720"/>
                  <a:pt x="1728" y="800"/>
                </a:cubicBezTo>
              </a:path>
            </a:pathLst>
          </a:custGeom>
          <a:noFill/>
          <a:ln w="28575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2" name="AutoShape 6">
            <a:extLst>
              <a:ext uri="{FF2B5EF4-FFF2-40B4-BE49-F238E27FC236}">
                <a16:creationId xmlns:a16="http://schemas.microsoft.com/office/drawing/2014/main" id="{7B5C53AC-3BC5-976B-B9A8-201E63B4A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1371600"/>
            <a:ext cx="152400" cy="152400"/>
          </a:xfrm>
          <a:prstGeom prst="flowChartConnector">
            <a:avLst/>
          </a:prstGeom>
          <a:solidFill>
            <a:srgbClr val="66FF33"/>
          </a:solidFill>
          <a:ln w="9525">
            <a:solidFill>
              <a:srgbClr val="66FF33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75783" name="AutoShape 7">
            <a:extLst>
              <a:ext uri="{FF2B5EF4-FFF2-40B4-BE49-F238E27FC236}">
                <a16:creationId xmlns:a16="http://schemas.microsoft.com/office/drawing/2014/main" id="{BE1B77D3-76DB-9A70-B613-FF075EF05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2590800"/>
            <a:ext cx="152400" cy="152400"/>
          </a:xfrm>
          <a:prstGeom prst="flowChartConnector">
            <a:avLst/>
          </a:prstGeom>
          <a:solidFill>
            <a:srgbClr val="66FF33"/>
          </a:solidFill>
          <a:ln w="9525">
            <a:solidFill>
              <a:srgbClr val="66FF33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75784" name="Line 8">
            <a:extLst>
              <a:ext uri="{FF2B5EF4-FFF2-40B4-BE49-F238E27FC236}">
                <a16:creationId xmlns:a16="http://schemas.microsoft.com/office/drawing/2014/main" id="{77BDB306-99A8-FF1B-47BA-F085907133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1828800"/>
            <a:ext cx="381000" cy="838200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5" name="Rectangle 9">
            <a:extLst>
              <a:ext uri="{FF2B5EF4-FFF2-40B4-BE49-F238E27FC236}">
                <a16:creationId xmlns:a16="http://schemas.microsoft.com/office/drawing/2014/main" id="{B6686233-2A08-FE7F-D785-B663E5850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438" y="714375"/>
            <a:ext cx="1235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  <a:sym typeface="Symbol" panose="05050102010706020507" pitchFamily="18" charset="2"/>
              </a:rPr>
              <a:t>对</a:t>
            </a:r>
            <a:r>
              <a:rPr kumimoji="1" lang="en-US" altLang="zh-CN" sz="2800" i="1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B </a:t>
            </a:r>
            <a:r>
              <a:rPr kumimoji="1" lang="zh-CN" altLang="en-US" sz="280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  <a:sym typeface="Symbol" panose="05050102010706020507" pitchFamily="18" charset="2"/>
              </a:rPr>
              <a:t>点</a:t>
            </a:r>
            <a:endParaRPr kumimoji="1" lang="zh-CN" altLang="en-US" sz="280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75786" name="Object 2">
            <a:extLst>
              <a:ext uri="{FF2B5EF4-FFF2-40B4-BE49-F238E27FC236}">
                <a16:creationId xmlns:a16="http://schemas.microsoft.com/office/drawing/2014/main" id="{418C2CD6-564E-855D-0FF8-8C3043A471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7250" y="1285875"/>
          <a:ext cx="43973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335873" imgH="388537" progId="Equation.3">
                  <p:embed/>
                </p:oleObj>
              </mc:Choice>
              <mc:Fallback>
                <p:oleObj name="公式" r:id="rId2" imgW="4335873" imgH="38853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1285875"/>
                        <a:ext cx="43973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7" name="Object 3">
            <a:extLst>
              <a:ext uri="{FF2B5EF4-FFF2-40B4-BE49-F238E27FC236}">
                <a16:creationId xmlns:a16="http://schemas.microsoft.com/office/drawing/2014/main" id="{68EE2A72-B8B2-E96E-CA6A-350676A398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0125" y="1785938"/>
          <a:ext cx="3351213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291840" imgH="944658" progId="Equation.3">
                  <p:embed/>
                </p:oleObj>
              </mc:Choice>
              <mc:Fallback>
                <p:oleObj name="公式" r:id="rId4" imgW="3291840" imgH="94465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1785938"/>
                        <a:ext cx="3351213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8" name="Object 4">
            <a:extLst>
              <a:ext uri="{FF2B5EF4-FFF2-40B4-BE49-F238E27FC236}">
                <a16:creationId xmlns:a16="http://schemas.microsoft.com/office/drawing/2014/main" id="{8A80B4FF-0B1B-E5F5-6794-0C60031E8F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29463" y="928688"/>
          <a:ext cx="277812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6376" imgH="243895" progId="Equation.3">
                  <p:embed/>
                </p:oleObj>
              </mc:Choice>
              <mc:Fallback>
                <p:oleObj name="Equation" r:id="rId6" imgW="236376" imgH="24389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9463" y="928688"/>
                        <a:ext cx="277812" cy="29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9" name="Object 5">
            <a:extLst>
              <a:ext uri="{FF2B5EF4-FFF2-40B4-BE49-F238E27FC236}">
                <a16:creationId xmlns:a16="http://schemas.microsoft.com/office/drawing/2014/main" id="{7CA9E93F-2C59-A40C-D2C3-59FAE9980D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05475" y="2774950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7702" imgH="183046" progId="Equation.3">
                  <p:embed/>
                </p:oleObj>
              </mc:Choice>
              <mc:Fallback>
                <p:oleObj name="Equation" r:id="rId8" imgW="167702" imgH="18304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5475" y="2774950"/>
                        <a:ext cx="2159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0" name="Object 6">
            <a:extLst>
              <a:ext uri="{FF2B5EF4-FFF2-40B4-BE49-F238E27FC236}">
                <a16:creationId xmlns:a16="http://schemas.microsoft.com/office/drawing/2014/main" id="{C0E960CB-A95E-B808-F988-651866C0F4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08988" y="2819400"/>
          <a:ext cx="277812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6376" imgH="274320" progId="Equation.3">
                  <p:embed/>
                </p:oleObj>
              </mc:Choice>
              <mc:Fallback>
                <p:oleObj name="Equation" r:id="rId10" imgW="236376" imgH="2743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8988" y="2819400"/>
                        <a:ext cx="277812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1" name="Object 7">
            <a:extLst>
              <a:ext uri="{FF2B5EF4-FFF2-40B4-BE49-F238E27FC236}">
                <a16:creationId xmlns:a16="http://schemas.microsoft.com/office/drawing/2014/main" id="{A95FA012-6516-B94E-8EBB-E07C521703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70900" y="2198688"/>
          <a:ext cx="215900" cy="22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7702" imgH="183046" progId="Equation.3">
                  <p:embed/>
                </p:oleObj>
              </mc:Choice>
              <mc:Fallback>
                <p:oleObj name="Equation" r:id="rId12" imgW="167702" imgH="18304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0900" y="2198688"/>
                        <a:ext cx="215900" cy="227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2" name="Object 8">
            <a:extLst>
              <a:ext uri="{FF2B5EF4-FFF2-40B4-BE49-F238E27FC236}">
                <a16:creationId xmlns:a16="http://schemas.microsoft.com/office/drawing/2014/main" id="{40DAD304-F40B-34F4-ABF8-FA91134582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54700" y="1141413"/>
          <a:ext cx="241300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8058" imgH="258858" progId="Equation.3">
                  <p:embed/>
                </p:oleObj>
              </mc:Choice>
              <mc:Fallback>
                <p:oleObj name="Equation" r:id="rId14" imgW="198058" imgH="25885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4700" y="1141413"/>
                        <a:ext cx="241300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3" name="Object 9">
            <a:extLst>
              <a:ext uri="{FF2B5EF4-FFF2-40B4-BE49-F238E27FC236}">
                <a16:creationId xmlns:a16="http://schemas.microsoft.com/office/drawing/2014/main" id="{8D318D60-E4D9-739F-A1C6-6A212273BE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5675" y="2259013"/>
          <a:ext cx="32385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1564" imgH="129679" progId="Equation.3">
                  <p:embed/>
                </p:oleObj>
              </mc:Choice>
              <mc:Fallback>
                <p:oleObj name="Equation" r:id="rId16" imgW="91564" imgH="12967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5675" y="2259013"/>
                        <a:ext cx="32385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4" name="Object 10">
            <a:extLst>
              <a:ext uri="{FF2B5EF4-FFF2-40B4-BE49-F238E27FC236}">
                <a16:creationId xmlns:a16="http://schemas.microsoft.com/office/drawing/2014/main" id="{02BCB225-9913-ED44-D734-05C2737A0C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1238" y="1414463"/>
          <a:ext cx="34448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97087" imgH="388537" progId="Equation.3">
                  <p:embed/>
                </p:oleObj>
              </mc:Choice>
              <mc:Fallback>
                <p:oleObj name="公式" r:id="rId18" imgW="297087" imgH="388537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1238" y="1414463"/>
                        <a:ext cx="344487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95" name="Rectangle 19">
            <a:extLst>
              <a:ext uri="{FF2B5EF4-FFF2-40B4-BE49-F238E27FC236}">
                <a16:creationId xmlns:a16="http://schemas.microsoft.com/office/drawing/2014/main" id="{D35140B7-6656-F0CD-2FEB-D9BDA474C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" y="214313"/>
            <a:ext cx="9064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800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思考</a:t>
            </a:r>
          </a:p>
        </p:txBody>
      </p:sp>
      <p:sp>
        <p:nvSpPr>
          <p:cNvPr id="25620" name="Rectangle 20">
            <a:extLst>
              <a:ext uri="{FF2B5EF4-FFF2-40B4-BE49-F238E27FC236}">
                <a16:creationId xmlns:a16="http://schemas.microsoft.com/office/drawing/2014/main" id="{EF13DE7A-92A1-0DF3-63F4-E3A92635D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graphicFrame>
        <p:nvGraphicFramePr>
          <p:cNvPr id="75797" name="Object 11">
            <a:extLst>
              <a:ext uri="{FF2B5EF4-FFF2-40B4-BE49-F238E27FC236}">
                <a16:creationId xmlns:a16="http://schemas.microsoft.com/office/drawing/2014/main" id="{A50D1803-CA60-34EC-BFA2-1CDC63A9D9CA}"/>
              </a:ext>
            </a:extLst>
          </p:cNvPr>
          <p:cNvGraphicFramePr>
            <a:graphicFrameLocks/>
          </p:cNvGraphicFramePr>
          <p:nvPr/>
        </p:nvGraphicFramePr>
        <p:xfrm>
          <a:off x="3563938" y="3429000"/>
          <a:ext cx="2593975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544893" imgH="373574" progId="Equation.3">
                  <p:embed/>
                </p:oleObj>
              </mc:Choice>
              <mc:Fallback>
                <p:oleObj name="公式" r:id="rId20" imgW="2544893" imgH="373574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3429000"/>
                        <a:ext cx="2593975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8" name="Object 12">
            <a:extLst>
              <a:ext uri="{FF2B5EF4-FFF2-40B4-BE49-F238E27FC236}">
                <a16:creationId xmlns:a16="http://schemas.microsoft.com/office/drawing/2014/main" id="{E6C52088-E981-4D95-D07D-42FAD8DAB72F}"/>
              </a:ext>
            </a:extLst>
          </p:cNvPr>
          <p:cNvGraphicFramePr>
            <a:graphicFrameLocks/>
          </p:cNvGraphicFramePr>
          <p:nvPr/>
        </p:nvGraphicFramePr>
        <p:xfrm>
          <a:off x="5041900" y="4038600"/>
          <a:ext cx="2941638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903189" imgH="1074337" progId="Equation.3">
                  <p:embed/>
                </p:oleObj>
              </mc:Choice>
              <mc:Fallback>
                <p:oleObj name="公式" r:id="rId22" imgW="2903189" imgH="1074337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1900" y="4038600"/>
                        <a:ext cx="2941638" cy="111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9" name="Object 13">
            <a:extLst>
              <a:ext uri="{FF2B5EF4-FFF2-40B4-BE49-F238E27FC236}">
                <a16:creationId xmlns:a16="http://schemas.microsoft.com/office/drawing/2014/main" id="{1948AFE6-CECB-BE5F-428E-CA6D1A770F0D}"/>
              </a:ext>
            </a:extLst>
          </p:cNvPr>
          <p:cNvGraphicFramePr>
            <a:graphicFrameLocks/>
          </p:cNvGraphicFramePr>
          <p:nvPr/>
        </p:nvGraphicFramePr>
        <p:xfrm>
          <a:off x="3419475" y="5024438"/>
          <a:ext cx="2501900" cy="150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453827" imgH="1455392" progId="Equation.3">
                  <p:embed/>
                </p:oleObj>
              </mc:Choice>
              <mc:Fallback>
                <p:oleObj name="公式" r:id="rId24" imgW="2453827" imgH="1455392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5024438"/>
                        <a:ext cx="2501900" cy="150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00" name="Text Box 24">
            <a:extLst>
              <a:ext uri="{FF2B5EF4-FFF2-40B4-BE49-F238E27FC236}">
                <a16:creationId xmlns:a16="http://schemas.microsoft.com/office/drawing/2014/main" id="{6EF4063A-9C9D-64B9-5ECB-096B15C13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3357563"/>
            <a:ext cx="25923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力学常用方法：</a:t>
            </a:r>
          </a:p>
        </p:txBody>
      </p:sp>
      <p:sp>
        <p:nvSpPr>
          <p:cNvPr id="75801" name="AutoShape 25">
            <a:extLst>
              <a:ext uri="{FF2B5EF4-FFF2-40B4-BE49-F238E27FC236}">
                <a16:creationId xmlns:a16="http://schemas.microsoft.com/office/drawing/2014/main" id="{10832FF9-C0A7-45AB-309D-CE1CA240A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5157788"/>
            <a:ext cx="503238" cy="1079500"/>
          </a:xfrm>
          <a:prstGeom prst="curvedLeftArrow">
            <a:avLst>
              <a:gd name="adj1" fmla="val 42902"/>
              <a:gd name="adj2" fmla="val 85804"/>
              <a:gd name="adj3" fmla="val 33333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/>
          </a:p>
        </p:txBody>
      </p:sp>
      <p:sp>
        <p:nvSpPr>
          <p:cNvPr id="75802" name="Rectangle 26">
            <a:extLst>
              <a:ext uri="{FF2B5EF4-FFF2-40B4-BE49-F238E27FC236}">
                <a16:creationId xmlns:a16="http://schemas.microsoft.com/office/drawing/2014/main" id="{982BB72A-5FD8-344D-2E04-C48014529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2786063"/>
            <a:ext cx="9064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800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思考</a:t>
            </a:r>
          </a:p>
        </p:txBody>
      </p:sp>
      <p:graphicFrame>
        <p:nvGraphicFramePr>
          <p:cNvPr id="75803" name="Object 14">
            <a:extLst>
              <a:ext uri="{FF2B5EF4-FFF2-40B4-BE49-F238E27FC236}">
                <a16:creationId xmlns:a16="http://schemas.microsoft.com/office/drawing/2014/main" id="{3EBC0862-2F54-B3B3-73FD-3216B92049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6975" y="2825750"/>
          <a:ext cx="906463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853440" imgH="388537" progId="Equation.3">
                  <p:embed/>
                </p:oleObj>
              </mc:Choice>
              <mc:Fallback>
                <p:oleObj name="公式" r:id="rId26" imgW="853440" imgH="388537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975" y="2825750"/>
                        <a:ext cx="906463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4" name="Object 15">
            <a:extLst>
              <a:ext uri="{FF2B5EF4-FFF2-40B4-BE49-F238E27FC236}">
                <a16:creationId xmlns:a16="http://schemas.microsoft.com/office/drawing/2014/main" id="{652C25F3-E918-5534-C914-6FE0B13A53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8263" y="4205288"/>
          <a:ext cx="2801937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2750913" imgH="830441" progId="Equation.3">
                  <p:embed/>
                </p:oleObj>
              </mc:Choice>
              <mc:Fallback>
                <p:oleObj name="公式" r:id="rId28" imgW="2750913" imgH="830441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8263" y="4205288"/>
                        <a:ext cx="2801937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57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57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5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57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57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57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57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75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58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758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75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5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75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758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758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757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757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75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757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757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8" grpId="0" autoUpdateAnimBg="0"/>
      <p:bldP spid="75782" grpId="0" animBg="1"/>
      <p:bldP spid="75783" grpId="0" animBg="1"/>
      <p:bldP spid="75785" grpId="0" autoUpdateAnimBg="0"/>
      <p:bldP spid="75795" grpId="0" build="p" autoUpdateAnimBg="0"/>
      <p:bldP spid="75800" grpId="0"/>
      <p:bldP spid="75801" grpId="0" animBg="1"/>
      <p:bldP spid="75802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419189F3-583C-D47C-8320-1F2C2EE8BAAA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23900" y="419100"/>
            <a:ext cx="292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已知质点运动方程为</a:t>
            </a:r>
          </a:p>
        </p:txBody>
      </p:sp>
      <p:graphicFrame>
        <p:nvGraphicFramePr>
          <p:cNvPr id="34819" name="Object 2">
            <a:extLst>
              <a:ext uri="{FF2B5EF4-FFF2-40B4-BE49-F238E27FC236}">
                <a16:creationId xmlns:a16="http://schemas.microsoft.com/office/drawing/2014/main" id="{953B5237-BCF0-03F4-D362-DE97B823CE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5375" y="404813"/>
          <a:ext cx="253682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68756" imgH="396018" progId="Equation.3">
                  <p:embed/>
                </p:oleObj>
              </mc:Choice>
              <mc:Fallback>
                <p:oleObj name="公式" r:id="rId2" imgW="2468756" imgH="396018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635375" y="404813"/>
                        <a:ext cx="2536825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0" name="Rectangle 4">
            <a:extLst>
              <a:ext uri="{FF2B5EF4-FFF2-40B4-BE49-F238E27FC236}">
                <a16:creationId xmlns:a16="http://schemas.microsoft.com/office/drawing/2014/main" id="{CEFF848F-9B31-2F0C-E68A-8760FEE7BAA9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4800" y="11303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Times New Roman" panose="02020603050405020304" pitchFamily="18" charset="0"/>
              </a:rPr>
              <a:t>求</a:t>
            </a:r>
            <a:endParaRPr kumimoji="1" lang="zh-CN" altLang="en-US" sz="12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4821" name="Object 3">
            <a:extLst>
              <a:ext uri="{FF2B5EF4-FFF2-40B4-BE49-F238E27FC236}">
                <a16:creationId xmlns:a16="http://schemas.microsoft.com/office/drawing/2014/main" id="{A45478B0-D1C0-2B0E-2E50-4CA5ABA6E3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0263" y="1169988"/>
          <a:ext cx="234315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86124" imgH="343149" progId="Equation.3">
                  <p:embed/>
                </p:oleObj>
              </mc:Choice>
              <mc:Fallback>
                <p:oleObj name="公式" r:id="rId4" imgW="2286124" imgH="34314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30263" y="1169988"/>
                        <a:ext cx="234315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2" name="Rectangle 6">
            <a:extLst>
              <a:ext uri="{FF2B5EF4-FFF2-40B4-BE49-F238E27FC236}">
                <a16:creationId xmlns:a16="http://schemas.microsoft.com/office/drawing/2014/main" id="{1B9F7AC9-67E9-64FB-9CC3-65013966DCF0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159125" y="1130300"/>
            <a:ext cx="2089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之间的路程 。</a:t>
            </a:r>
          </a:p>
        </p:txBody>
      </p:sp>
      <p:graphicFrame>
        <p:nvGraphicFramePr>
          <p:cNvPr id="34823" name="Object 4">
            <a:extLst>
              <a:ext uri="{FF2B5EF4-FFF2-40B4-BE49-F238E27FC236}">
                <a16:creationId xmlns:a16="http://schemas.microsoft.com/office/drawing/2014/main" id="{45BF96A9-7018-8139-6405-45A920F073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1700213"/>
          <a:ext cx="4711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663316" imgH="754629" progId="Equation.3">
                  <p:embed/>
                </p:oleObj>
              </mc:Choice>
              <mc:Fallback>
                <p:oleObj name="公式" r:id="rId6" imgW="4663316" imgH="75462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348038" y="1700213"/>
                        <a:ext cx="47117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4" name="Object 5">
            <a:extLst>
              <a:ext uri="{FF2B5EF4-FFF2-40B4-BE49-F238E27FC236}">
                <a16:creationId xmlns:a16="http://schemas.microsoft.com/office/drawing/2014/main" id="{8AA40888-01BB-A928-E8BF-1F9F64CD40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6113" y="5300663"/>
          <a:ext cx="6832600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774273" imgH="807498" progId="Equation.3">
                  <p:embed/>
                </p:oleObj>
              </mc:Choice>
              <mc:Fallback>
                <p:oleObj name="公式" r:id="rId8" imgW="6774273" imgH="80749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916113" y="5300663"/>
                        <a:ext cx="6832600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5" name="Object 6">
            <a:extLst>
              <a:ext uri="{FF2B5EF4-FFF2-40B4-BE49-F238E27FC236}">
                <a16:creationId xmlns:a16="http://schemas.microsoft.com/office/drawing/2014/main" id="{F2F89E67-B7C1-89B4-46A2-0A2D0AA679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3429000"/>
          <a:ext cx="627697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6202493" imgH="662857" progId="Equation.3">
                  <p:embed/>
                </p:oleObj>
              </mc:Choice>
              <mc:Fallback>
                <p:oleObj name="公式" r:id="rId10" imgW="6202493" imgH="66285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979613" y="3429000"/>
                        <a:ext cx="627697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6" name="Object 7">
            <a:extLst>
              <a:ext uri="{FF2B5EF4-FFF2-40B4-BE49-F238E27FC236}">
                <a16:creationId xmlns:a16="http://schemas.microsoft.com/office/drawing/2014/main" id="{C5FB2897-36EB-1A34-D0AC-59EE67AB0C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2700338"/>
          <a:ext cx="52673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181849" imgH="510734" progId="Equation.3">
                  <p:embed/>
                </p:oleObj>
              </mc:Choice>
              <mc:Fallback>
                <p:oleObj name="Equation" r:id="rId12" imgW="5181849" imgH="510734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51050" y="2700338"/>
                        <a:ext cx="5267325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7" name="Object 8">
            <a:extLst>
              <a:ext uri="{FF2B5EF4-FFF2-40B4-BE49-F238E27FC236}">
                <a16:creationId xmlns:a16="http://schemas.microsoft.com/office/drawing/2014/main" id="{EEA51411-FF53-94C2-BAD0-DFA6BDC224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4292600"/>
          <a:ext cx="6249987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6179602" imgH="754629" progId="Equation.3">
                  <p:embed/>
                </p:oleObj>
              </mc:Choice>
              <mc:Fallback>
                <p:oleObj name="公式" r:id="rId14" imgW="6179602" imgH="75462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979613" y="4292600"/>
                        <a:ext cx="6249987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8" name="Rectangle 12">
            <a:extLst>
              <a:ext uri="{FF2B5EF4-FFF2-40B4-BE49-F238E27FC236}">
                <a16:creationId xmlns:a16="http://schemas.microsoft.com/office/drawing/2014/main" id="{8B4F5EDE-976E-9106-4F7C-0CBF08909D96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4800" y="43973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34829" name="Rectangle 13">
            <a:extLst>
              <a:ext uri="{FF2B5EF4-FFF2-40B4-BE49-F238E27FC236}">
                <a16:creationId xmlns:a16="http://schemas.microsoft.com/office/drawing/2014/main" id="{BB59E528-4DB8-91B2-B7E2-9C925EE8ABC4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4800" y="18923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Times New Roman" panose="02020603050405020304" pitchFamily="18" charset="0"/>
              </a:rPr>
              <a:t>解</a:t>
            </a:r>
            <a:endParaRPr kumimoji="1" lang="zh-CN" altLang="en-US" sz="1200">
              <a:latin typeface="Times New Roman" panose="02020603050405020304" pitchFamily="18" charset="0"/>
            </a:endParaRPr>
          </a:p>
        </p:txBody>
      </p:sp>
      <p:sp>
        <p:nvSpPr>
          <p:cNvPr id="34830" name="Text Box 14">
            <a:extLst>
              <a:ext uri="{FF2B5EF4-FFF2-40B4-BE49-F238E27FC236}">
                <a16:creationId xmlns:a16="http://schemas.microsoft.com/office/drawing/2014/main" id="{2CD3C06E-7799-CED3-8B64-245B6549A03C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35013" y="1844675"/>
            <a:ext cx="231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hlink"/>
                </a:solidFill>
              </a:rPr>
              <a:t>质点运动</a:t>
            </a:r>
            <a:r>
              <a:rPr lang="zh-CN" altLang="en-US" sz="2400">
                <a:solidFill>
                  <a:srgbClr val="66FFFF"/>
                </a:solidFill>
              </a:rPr>
              <a:t>速度</a:t>
            </a:r>
            <a:r>
              <a:rPr lang="zh-CN" altLang="en-US" sz="2400">
                <a:solidFill>
                  <a:schemeClr val="hlink"/>
                </a:solidFill>
              </a:rPr>
              <a:t>为</a:t>
            </a:r>
          </a:p>
        </p:txBody>
      </p:sp>
      <p:sp>
        <p:nvSpPr>
          <p:cNvPr id="34831" name="Rectangle 15">
            <a:extLst>
              <a:ext uri="{FF2B5EF4-FFF2-40B4-BE49-F238E27FC236}">
                <a16:creationId xmlns:a16="http://schemas.microsoft.com/office/drawing/2014/main" id="{FFBC2E86-23D2-329D-EA13-37F5BE651D42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55650" y="2771775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66FFFF"/>
                </a:solidFill>
              </a:rPr>
              <a:t>速率</a:t>
            </a:r>
            <a:r>
              <a:rPr lang="zh-CN" altLang="en-US" sz="2400">
                <a:solidFill>
                  <a:schemeClr val="hlink"/>
                </a:solidFill>
              </a:rPr>
              <a:t>为</a:t>
            </a:r>
          </a:p>
        </p:txBody>
      </p:sp>
      <p:sp>
        <p:nvSpPr>
          <p:cNvPr id="34832" name="Text Box 16">
            <a:extLst>
              <a:ext uri="{FF2B5EF4-FFF2-40B4-BE49-F238E27FC236}">
                <a16:creationId xmlns:a16="http://schemas.microsoft.com/office/drawing/2014/main" id="{84AE5907-01DB-0E45-FA13-B119C22ECDB6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806450" y="3573463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66FFFF"/>
                </a:solidFill>
              </a:rPr>
              <a:t>路程</a:t>
            </a:r>
            <a:r>
              <a:rPr lang="zh-CN" altLang="en-US" sz="2400">
                <a:solidFill>
                  <a:schemeClr val="hlink"/>
                </a:solidFill>
              </a:rPr>
              <a:t>有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4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4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34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autoUpdateAnimBg="0"/>
      <p:bldP spid="34820" grpId="0" autoUpdateAnimBg="0"/>
      <p:bldP spid="34822" grpId="0" autoUpdateAnimBg="0"/>
      <p:bldP spid="34828" grpId="0" build="p" autoUpdateAnimBg="0"/>
      <p:bldP spid="34829" grpId="0" autoUpdateAnimBg="0"/>
      <p:bldP spid="34830" grpId="0"/>
      <p:bldP spid="34831" grpId="0"/>
      <p:bldP spid="3483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13D3EC7F-5120-4BB7-E4B3-21FF2534E992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62000" y="661988"/>
            <a:ext cx="3232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已知质点的运动方程为</a:t>
            </a:r>
            <a:endParaRPr kumimoji="1" lang="zh-CN" altLang="en-US" sz="12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5843" name="Object 2">
            <a:extLst>
              <a:ext uri="{FF2B5EF4-FFF2-40B4-BE49-F238E27FC236}">
                <a16:creationId xmlns:a16="http://schemas.microsoft.com/office/drawing/2014/main" id="{79D89E3D-48F6-EC21-C9BD-B851B1EB5C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52575" y="1295400"/>
          <a:ext cx="493077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907156" imgH="320206" progId="Equation.3">
                  <p:embed/>
                </p:oleObj>
              </mc:Choice>
              <mc:Fallback>
                <p:oleObj name="公式" r:id="rId2" imgW="4907156" imgH="32020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552575" y="1295400"/>
                        <a:ext cx="4930775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Rectangle 4">
            <a:extLst>
              <a:ext uri="{FF2B5EF4-FFF2-40B4-BE49-F238E27FC236}">
                <a16:creationId xmlns:a16="http://schemas.microsoft.com/office/drawing/2014/main" id="{C65CB4B0-E3F3-E771-37AA-A9E2C4972BB8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71525" y="1825625"/>
            <a:ext cx="44513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  <a:t>在自然坐标系中任意时刻的速度</a:t>
            </a:r>
            <a:b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</a:br>
            <a:endParaRPr kumimoji="1" lang="zh-CN" altLang="en-US" sz="12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A1E31648-280F-12BC-0BBD-27932EF0FA8F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30200" y="259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Times New Roman" panose="02020603050405020304" pitchFamily="18" charset="0"/>
              </a:rPr>
              <a:t>解</a:t>
            </a:r>
            <a:endParaRPr kumimoji="1" lang="zh-CN" altLang="en-US" sz="12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5846" name="Object 3">
            <a:extLst>
              <a:ext uri="{FF2B5EF4-FFF2-40B4-BE49-F238E27FC236}">
                <a16:creationId xmlns:a16="http://schemas.microsoft.com/office/drawing/2014/main" id="{56E41FF9-C94D-4167-E9C0-6F0F42318E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4064000"/>
          <a:ext cx="6350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301522" imgH="617469" progId="Equation.3">
                  <p:embed/>
                </p:oleObj>
              </mc:Choice>
              <mc:Fallback>
                <p:oleObj name="公式" r:id="rId4" imgW="6301522" imgH="61746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900113" y="4064000"/>
                        <a:ext cx="63500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4">
            <a:extLst>
              <a:ext uri="{FF2B5EF4-FFF2-40B4-BE49-F238E27FC236}">
                <a16:creationId xmlns:a16="http://schemas.microsoft.com/office/drawing/2014/main" id="{C63D32EE-3BDB-F510-94C4-F229D2F32E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2492375"/>
          <a:ext cx="35147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444116" imgH="510734" progId="Equation.3">
                  <p:embed/>
                </p:oleObj>
              </mc:Choice>
              <mc:Fallback>
                <p:oleObj name="公式" r:id="rId6" imgW="3444116" imgH="51073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27088" y="2492375"/>
                        <a:ext cx="3514725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8" name="Object 5">
            <a:extLst>
              <a:ext uri="{FF2B5EF4-FFF2-40B4-BE49-F238E27FC236}">
                <a16:creationId xmlns:a16="http://schemas.microsoft.com/office/drawing/2014/main" id="{793D6A62-044B-8E5B-6D7B-68FC92888A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9163" y="4883150"/>
          <a:ext cx="4300537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244309" imgH="754629" progId="Equation.3">
                  <p:embed/>
                </p:oleObj>
              </mc:Choice>
              <mc:Fallback>
                <p:oleObj name="公式" r:id="rId8" imgW="4244309" imgH="75462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919163" y="4883150"/>
                        <a:ext cx="4300537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9" name="Rectangle 9">
            <a:extLst>
              <a:ext uri="{FF2B5EF4-FFF2-40B4-BE49-F238E27FC236}">
                <a16:creationId xmlns:a16="http://schemas.microsoft.com/office/drawing/2014/main" id="{7B4DE16F-C44B-00D1-41EB-1BFDD1BEF9A3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4800" y="6858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35850" name="Rectangle 10">
            <a:extLst>
              <a:ext uri="{FF2B5EF4-FFF2-40B4-BE49-F238E27FC236}">
                <a16:creationId xmlns:a16="http://schemas.microsoft.com/office/drawing/2014/main" id="{1C330432-0532-7E8B-E845-7AE1B1D1D0B7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7975" y="18288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Times New Roman" panose="02020603050405020304" pitchFamily="18" charset="0"/>
              </a:rPr>
              <a:t>求</a:t>
            </a:r>
            <a:endParaRPr kumimoji="1" lang="zh-CN" altLang="en-US" sz="240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aphicFrame>
        <p:nvGraphicFramePr>
          <p:cNvPr id="35851" name="Object 6">
            <a:extLst>
              <a:ext uri="{FF2B5EF4-FFF2-40B4-BE49-F238E27FC236}">
                <a16:creationId xmlns:a16="http://schemas.microsoft.com/office/drawing/2014/main" id="{E1328C9B-56FF-C4F7-5329-36695A36D0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3268663"/>
          <a:ext cx="584993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783487" imgH="449386" progId="Equation.3">
                  <p:embed/>
                </p:oleObj>
              </mc:Choice>
              <mc:Fallback>
                <p:oleObj name="公式" r:id="rId10" imgW="5783487" imgH="44938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476375" y="3268663"/>
                        <a:ext cx="584993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autoUpdateAnimBg="0"/>
      <p:bldP spid="35844" grpId="0" autoUpdateAnimBg="0"/>
      <p:bldP spid="35845" grpId="0" autoUpdateAnimBg="0"/>
      <p:bldP spid="35849" grpId="0" build="p" autoUpdateAnimBg="0"/>
      <p:bldP spid="35850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图形1">
            <a:extLst>
              <a:ext uri="{FF2B5EF4-FFF2-40B4-BE49-F238E27FC236}">
                <a16:creationId xmlns:a16="http://schemas.microsoft.com/office/drawing/2014/main" id="{F6DD0044-EB9F-E209-90A8-D9DEEE94C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1E748D"/>
              </a:clrFrom>
              <a:clrTo>
                <a:srgbClr val="1E748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2" t="2719" r="3401" b="6828"/>
          <a:stretch>
            <a:fillRect/>
          </a:stretch>
        </p:blipFill>
        <p:spPr bwMode="black">
          <a:xfrm>
            <a:off x="5580063" y="2060575"/>
            <a:ext cx="2952750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7" name="Rectangle 3">
            <a:extLst>
              <a:ext uri="{FF2B5EF4-FFF2-40B4-BE49-F238E27FC236}">
                <a16:creationId xmlns:a16="http://schemas.microsoft.com/office/drawing/2014/main" id="{0DE9A154-3759-7576-367E-0B5917D4A083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62000" y="179388"/>
            <a:ext cx="7924800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将一根光滑的钢丝弯成一个竖直平面内的曲线，质点可沿钢丝向下滑动。已知质点运动的切向加速度为</a:t>
            </a:r>
            <a:endParaRPr kumimoji="1" lang="zh-CN" altLang="en-US" sz="1200">
              <a:solidFill>
                <a:schemeClr val="hlink"/>
              </a:solidFill>
              <a:latin typeface="宋体" panose="02010600030101010101" pitchFamily="2" charset="-122"/>
            </a:endParaRPr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4234B973-6429-43F6-DD06-C5C1B5A3B0B3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62000" y="1219200"/>
            <a:ext cx="636270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en-US" altLang="zh-CN" sz="2400" i="1">
                <a:solidFill>
                  <a:srgbClr val="66FFFF"/>
                </a:solidFill>
                <a:latin typeface="Times New Roman" panose="02020603050405020304" pitchFamily="18" charset="0"/>
              </a:rPr>
              <a:t>g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为重力加速度</a:t>
            </a:r>
            <a:r>
              <a:rPr kumimoji="1" lang="zh-CN" altLang="en-US" sz="2400">
                <a:solidFill>
                  <a:schemeClr val="hlink"/>
                </a:solidFill>
                <a:latin typeface="仿宋_GB2312" pitchFamily="49" charset="-122"/>
                <a:ea typeface="仿宋_GB2312" pitchFamily="49" charset="-122"/>
              </a:rPr>
              <a:t>，</a:t>
            </a:r>
            <a:r>
              <a:rPr kumimoji="1" lang="zh-CN" altLang="en-US" sz="2400" i="1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 </a:t>
            </a:r>
            <a:r>
              <a:rPr kumimoji="1" lang="zh-CN" altLang="en-US" sz="2400">
                <a:solidFill>
                  <a:srgbClr val="66FFFF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为切向与水平方向的夹角</a:t>
            </a:r>
            <a:r>
              <a:rPr kumimoji="1" lang="en-US" altLang="zh-CN" sz="2400">
                <a:solidFill>
                  <a:schemeClr val="hlink"/>
                </a:solidFill>
                <a:latin typeface="仿宋_GB2312" pitchFamily="49" charset="-122"/>
                <a:ea typeface="仿宋_GB2312" pitchFamily="49" charset="-122"/>
                <a:sym typeface="Symbol" panose="05050102010706020507" pitchFamily="18" charset="2"/>
              </a:rPr>
              <a:t>.</a:t>
            </a:r>
            <a:endParaRPr kumimoji="1" lang="en-US" altLang="zh-CN" sz="2400">
              <a:solidFill>
                <a:schemeClr val="hlink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36869" name="Object 2">
            <a:extLst>
              <a:ext uri="{FF2B5EF4-FFF2-40B4-BE49-F238E27FC236}">
                <a16:creationId xmlns:a16="http://schemas.microsoft.com/office/drawing/2014/main" id="{4AC3D83D-32D1-3DB6-FB2C-FE5944EF0271}"/>
              </a:ext>
            </a:extLst>
          </p:cNvPr>
          <p:cNvGraphicFramePr>
            <a:graphicFrameLocks/>
          </p:cNvGraphicFramePr>
          <p:nvPr/>
        </p:nvGraphicFramePr>
        <p:xfrm>
          <a:off x="7010400" y="838200"/>
          <a:ext cx="183832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768089" imgH="343149" progId="Equation.3">
                  <p:embed/>
                </p:oleObj>
              </mc:Choice>
              <mc:Fallback>
                <p:oleObj name="公式" r:id="rId3" imgW="1768089" imgH="343149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010400" y="838200"/>
                        <a:ext cx="1838325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0" name="Line 6">
            <a:extLst>
              <a:ext uri="{FF2B5EF4-FFF2-40B4-BE49-F238E27FC236}">
                <a16:creationId xmlns:a16="http://schemas.microsoft.com/office/drawing/2014/main" id="{8BE1615A-51E6-5877-BEB6-13F2EE2B9F34}"/>
              </a:ext>
            </a:extLst>
          </p:cNvPr>
          <p:cNvSpPr>
            <a:spLocks noChangeShapeType="1"/>
          </p:cNvSpPr>
          <p:nvPr/>
        </p:nvSpPr>
        <p:spPr bwMode="black">
          <a:xfrm>
            <a:off x="5435600" y="4791075"/>
            <a:ext cx="29718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1" name="Line 7">
            <a:extLst>
              <a:ext uri="{FF2B5EF4-FFF2-40B4-BE49-F238E27FC236}">
                <a16:creationId xmlns:a16="http://schemas.microsoft.com/office/drawing/2014/main" id="{941A25C9-6A5B-986B-F8B1-613828DCA092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7188200" y="2200275"/>
            <a:ext cx="0" cy="29718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2" name="Line 8">
            <a:extLst>
              <a:ext uri="{FF2B5EF4-FFF2-40B4-BE49-F238E27FC236}">
                <a16:creationId xmlns:a16="http://schemas.microsoft.com/office/drawing/2014/main" id="{573C5D4E-90D4-C4E8-C676-0391910B9816}"/>
              </a:ext>
            </a:extLst>
          </p:cNvPr>
          <p:cNvSpPr>
            <a:spLocks noChangeShapeType="1"/>
          </p:cNvSpPr>
          <p:nvPr/>
        </p:nvSpPr>
        <p:spPr bwMode="black">
          <a:xfrm rot="562308" flipH="1">
            <a:off x="7096125" y="2490788"/>
            <a:ext cx="1362075" cy="2803525"/>
          </a:xfrm>
          <a:prstGeom prst="line">
            <a:avLst/>
          </a:prstGeom>
          <a:noFill/>
          <a:ln w="15875">
            <a:solidFill>
              <a:schemeClr val="bg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3" name="Line 9">
            <a:extLst>
              <a:ext uri="{FF2B5EF4-FFF2-40B4-BE49-F238E27FC236}">
                <a16:creationId xmlns:a16="http://schemas.microsoft.com/office/drawing/2014/main" id="{426333CD-7291-D161-A57D-EC32722B9A7D}"/>
              </a:ext>
            </a:extLst>
          </p:cNvPr>
          <p:cNvSpPr>
            <a:spLocks noChangeShapeType="1"/>
          </p:cNvSpPr>
          <p:nvPr/>
        </p:nvSpPr>
        <p:spPr bwMode="black">
          <a:xfrm flipV="1">
            <a:off x="7816850" y="3213100"/>
            <a:ext cx="439738" cy="614363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4" name="Line 10">
            <a:extLst>
              <a:ext uri="{FF2B5EF4-FFF2-40B4-BE49-F238E27FC236}">
                <a16:creationId xmlns:a16="http://schemas.microsoft.com/office/drawing/2014/main" id="{C74AEC9A-334B-5E5C-3C0C-4782738AEB21}"/>
              </a:ext>
            </a:extLst>
          </p:cNvPr>
          <p:cNvSpPr>
            <a:spLocks noChangeShapeType="1"/>
          </p:cNvSpPr>
          <p:nvPr/>
        </p:nvSpPr>
        <p:spPr bwMode="black">
          <a:xfrm>
            <a:off x="7816850" y="3213100"/>
            <a:ext cx="427038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5" name="Rectangle 11">
            <a:extLst>
              <a:ext uri="{FF2B5EF4-FFF2-40B4-BE49-F238E27FC236}">
                <a16:creationId xmlns:a16="http://schemas.microsoft.com/office/drawing/2014/main" id="{E8710FC2-9501-49B5-1509-81840D018B6C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62000" y="2362200"/>
            <a:ext cx="1865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由题意可知</a:t>
            </a:r>
          </a:p>
        </p:txBody>
      </p:sp>
      <p:graphicFrame>
        <p:nvGraphicFramePr>
          <p:cNvPr id="36876" name="Object 3">
            <a:extLst>
              <a:ext uri="{FF2B5EF4-FFF2-40B4-BE49-F238E27FC236}">
                <a16:creationId xmlns:a16="http://schemas.microsoft.com/office/drawing/2014/main" id="{DD99B4F1-2166-AF6E-8CD7-60407BFE92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2976563"/>
          <a:ext cx="4792662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716562" imgH="754629" progId="Equation.3">
                  <p:embed/>
                </p:oleObj>
              </mc:Choice>
              <mc:Fallback>
                <p:oleObj name="Equation" r:id="rId5" imgW="4716562" imgH="7546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900113" y="2976563"/>
                        <a:ext cx="4792662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7" name="Object 4">
            <a:extLst>
              <a:ext uri="{FF2B5EF4-FFF2-40B4-BE49-F238E27FC236}">
                <a16:creationId xmlns:a16="http://schemas.microsoft.com/office/drawing/2014/main" id="{7BE2017E-28D8-BF64-CACC-3E3278B5D5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9150" y="4114800"/>
          <a:ext cx="2481263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392618" imgH="320206" progId="Equation.3">
                  <p:embed/>
                </p:oleObj>
              </mc:Choice>
              <mc:Fallback>
                <p:oleObj name="公式" r:id="rId7" imgW="2392618" imgH="32020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19150" y="4114800"/>
                        <a:ext cx="2481263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8" name="Rectangle 14">
            <a:extLst>
              <a:ext uri="{FF2B5EF4-FFF2-40B4-BE49-F238E27FC236}">
                <a16:creationId xmlns:a16="http://schemas.microsoft.com/office/drawing/2014/main" id="{A57C7D8E-FB57-B152-162D-BA44C9E20127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08025" y="4724400"/>
            <a:ext cx="256857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从图中分析看出</a:t>
            </a:r>
            <a:b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</a:rPr>
            </a:br>
            <a:endParaRPr kumimoji="1" lang="zh-CN" altLang="en-US" sz="12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6879" name="Object 5">
            <a:extLst>
              <a:ext uri="{FF2B5EF4-FFF2-40B4-BE49-F238E27FC236}">
                <a16:creationId xmlns:a16="http://schemas.microsoft.com/office/drawing/2014/main" id="{70EC7495-8B4B-957E-E011-891B59B4F7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5734050"/>
          <a:ext cx="178752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714344" imgH="320206" progId="Equation.3">
                  <p:embed/>
                </p:oleObj>
              </mc:Choice>
              <mc:Fallback>
                <p:oleObj name="公式" r:id="rId9" imgW="1714344" imgH="32020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95288" y="5734050"/>
                        <a:ext cx="1787525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0" name="Object 6">
            <a:extLst>
              <a:ext uri="{FF2B5EF4-FFF2-40B4-BE49-F238E27FC236}">
                <a16:creationId xmlns:a16="http://schemas.microsoft.com/office/drawing/2014/main" id="{F71B1D48-56A0-B885-BD33-9C45DDE6BB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5589588"/>
          <a:ext cx="2944813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872833" imgH="662857" progId="Equation.3">
                  <p:embed/>
                </p:oleObj>
              </mc:Choice>
              <mc:Fallback>
                <p:oleObj name="公式" r:id="rId11" imgW="2872833" imgH="66285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771775" y="5589588"/>
                        <a:ext cx="2944813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1" name="Object 7">
            <a:extLst>
              <a:ext uri="{FF2B5EF4-FFF2-40B4-BE49-F238E27FC236}">
                <a16:creationId xmlns:a16="http://schemas.microsoft.com/office/drawing/2014/main" id="{FFF10A06-3B0F-BB5C-12E8-9B9A157FAF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5963" y="5661025"/>
          <a:ext cx="300355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941507" imgH="434423" progId="Equation.3">
                  <p:embed/>
                </p:oleObj>
              </mc:Choice>
              <mc:Fallback>
                <p:oleObj name="Equation" r:id="rId13" imgW="2941507" imgH="43442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5795963" y="5661025"/>
                        <a:ext cx="300355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2" name="Object 8">
            <a:extLst>
              <a:ext uri="{FF2B5EF4-FFF2-40B4-BE49-F238E27FC236}">
                <a16:creationId xmlns:a16="http://schemas.microsoft.com/office/drawing/2014/main" id="{740BA8D5-2A81-8601-AE32-7B24F6FD9E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3892550"/>
          <a:ext cx="142240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348584" imgH="754629" progId="Equation.3">
                  <p:embed/>
                </p:oleObj>
              </mc:Choice>
              <mc:Fallback>
                <p:oleObj name="公式" r:id="rId15" imgW="1348584" imgH="75462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708400" y="3892550"/>
                        <a:ext cx="1422400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3" name="Object 9">
            <a:extLst>
              <a:ext uri="{FF2B5EF4-FFF2-40B4-BE49-F238E27FC236}">
                <a16:creationId xmlns:a16="http://schemas.microsoft.com/office/drawing/2014/main" id="{D9E1BA6C-69F2-6A3F-D3D3-D07705F854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34263" y="3213100"/>
          <a:ext cx="306387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05049" imgH="320206" progId="Equation.3">
                  <p:embed/>
                </p:oleObj>
              </mc:Choice>
              <mc:Fallback>
                <p:oleObj name="Equation" r:id="rId17" imgW="305049" imgH="32020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434263" y="3213100"/>
                        <a:ext cx="306387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4" name="Object 10">
            <a:extLst>
              <a:ext uri="{FF2B5EF4-FFF2-40B4-BE49-F238E27FC236}">
                <a16:creationId xmlns:a16="http://schemas.microsoft.com/office/drawing/2014/main" id="{97876B31-3D70-C023-3187-E0A9080E1F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32750" y="3630613"/>
          <a:ext cx="287338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82158" imgH="243895" progId="Equation.3">
                  <p:embed/>
                </p:oleObj>
              </mc:Choice>
              <mc:Fallback>
                <p:oleObj name="Equation" r:id="rId19" imgW="282158" imgH="24389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032750" y="3630613"/>
                        <a:ext cx="287338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5" name="Object 11">
            <a:extLst>
              <a:ext uri="{FF2B5EF4-FFF2-40B4-BE49-F238E27FC236}">
                <a16:creationId xmlns:a16="http://schemas.microsoft.com/office/drawing/2014/main" id="{52C58B43-0810-6464-2A67-0134F08E40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43788" y="3643313"/>
          <a:ext cx="223837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05522" imgH="220952" progId="Equation.3">
                  <p:embed/>
                </p:oleObj>
              </mc:Choice>
              <mc:Fallback>
                <p:oleObj name="Equation" r:id="rId21" imgW="205522" imgH="220952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443788" y="3643313"/>
                        <a:ext cx="223837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6" name="Object 12">
            <a:extLst>
              <a:ext uri="{FF2B5EF4-FFF2-40B4-BE49-F238E27FC236}">
                <a16:creationId xmlns:a16="http://schemas.microsoft.com/office/drawing/2014/main" id="{524DEF06-0026-2C45-9F96-FFA6717263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31075" y="2320925"/>
          <a:ext cx="193675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67702" imgH="228434" progId="Equation.3">
                  <p:embed/>
                </p:oleObj>
              </mc:Choice>
              <mc:Fallback>
                <p:oleObj name="Equation" r:id="rId23" imgW="167702" imgH="228434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331075" y="2320925"/>
                        <a:ext cx="193675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7" name="Object 13">
            <a:extLst>
              <a:ext uri="{FF2B5EF4-FFF2-40B4-BE49-F238E27FC236}">
                <a16:creationId xmlns:a16="http://schemas.microsoft.com/office/drawing/2014/main" id="{A1C5A01D-5538-24A3-8728-4F8247DEA7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7988" y="4868863"/>
          <a:ext cx="173037" cy="18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44811" imgH="160103" progId="Equation.3">
                  <p:embed/>
                </p:oleObj>
              </mc:Choice>
              <mc:Fallback>
                <p:oleObj name="Equation" r:id="rId25" imgW="144811" imgH="160103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8027988" y="4868863"/>
                        <a:ext cx="173037" cy="182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8" name="Object 14">
            <a:extLst>
              <a:ext uri="{FF2B5EF4-FFF2-40B4-BE49-F238E27FC236}">
                <a16:creationId xmlns:a16="http://schemas.microsoft.com/office/drawing/2014/main" id="{50025581-6439-9626-5360-F0E7818669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40588" y="4840288"/>
          <a:ext cx="233362" cy="25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220949" imgH="243895" progId="Equation.3">
                  <p:embed/>
                </p:oleObj>
              </mc:Choice>
              <mc:Fallback>
                <p:oleObj name="公式" r:id="rId27" imgW="220949" imgH="243895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240588" y="4840288"/>
                        <a:ext cx="233362" cy="25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9" name="Object 15">
            <a:extLst>
              <a:ext uri="{FF2B5EF4-FFF2-40B4-BE49-F238E27FC236}">
                <a16:creationId xmlns:a16="http://schemas.microsoft.com/office/drawing/2014/main" id="{BB18093C-9136-EFE2-1058-83A0DA048F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02538" y="4332288"/>
          <a:ext cx="250825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243840" imgH="243895" progId="Equation.3">
                  <p:embed/>
                </p:oleObj>
              </mc:Choice>
              <mc:Fallback>
                <p:oleObj name="公式" r:id="rId29" imgW="243840" imgH="243895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602538" y="4332288"/>
                        <a:ext cx="250825" cy="249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90" name="Rectangle 26">
            <a:extLst>
              <a:ext uri="{FF2B5EF4-FFF2-40B4-BE49-F238E27FC236}">
                <a16:creationId xmlns:a16="http://schemas.microsoft.com/office/drawing/2014/main" id="{FCE6C636-4CB5-114D-319D-23C58D910FDA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44488" y="3048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36891" name="Rectangle 27">
            <a:extLst>
              <a:ext uri="{FF2B5EF4-FFF2-40B4-BE49-F238E27FC236}">
                <a16:creationId xmlns:a16="http://schemas.microsoft.com/office/drawing/2014/main" id="{35290C0C-289C-C33D-B0CE-8977EEA7D1CC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82638" y="1676400"/>
            <a:ext cx="429895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40000"/>
              </a:lnSpc>
            </a:pPr>
            <a:r>
              <a:rPr kumimoji="1" lang="zh-CN" altLang="en-US" sz="2400">
                <a:solidFill>
                  <a:schemeClr val="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质点在钢丝上各处的运动速度</a:t>
            </a:r>
            <a:r>
              <a:rPr kumimoji="1" lang="en-US" altLang="zh-CN" sz="2400">
                <a:solidFill>
                  <a:schemeClr val="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36892" name="Rectangle 28">
            <a:extLst>
              <a:ext uri="{FF2B5EF4-FFF2-40B4-BE49-F238E27FC236}">
                <a16:creationId xmlns:a16="http://schemas.microsoft.com/office/drawing/2014/main" id="{FD91DEFE-7203-3B55-612C-8C2FF7281D97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4800" y="18288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宋体" panose="02010600030101010101" pitchFamily="2" charset="-122"/>
                <a:sym typeface="Symbol" panose="05050102010706020507" pitchFamily="18" charset="2"/>
              </a:rPr>
              <a:t>求</a:t>
            </a:r>
          </a:p>
        </p:txBody>
      </p:sp>
      <p:sp>
        <p:nvSpPr>
          <p:cNvPr id="36893" name="Rectangle 29">
            <a:extLst>
              <a:ext uri="{FF2B5EF4-FFF2-40B4-BE49-F238E27FC236}">
                <a16:creationId xmlns:a16="http://schemas.microsoft.com/office/drawing/2014/main" id="{793ADBBB-C1F1-8B0F-8C92-2689A86FD49E}"/>
              </a:ext>
            </a:extLst>
          </p:cNvPr>
          <p:cNvSpPr>
            <a:spLocks noChangeArrowheads="1"/>
          </p:cNvSpPr>
          <p:nvPr/>
        </p:nvSpPr>
        <p:spPr bwMode="black">
          <a:xfrm>
            <a:off x="301625" y="23622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36894" name="Line 30">
            <a:extLst>
              <a:ext uri="{FF2B5EF4-FFF2-40B4-BE49-F238E27FC236}">
                <a16:creationId xmlns:a16="http://schemas.microsoft.com/office/drawing/2014/main" id="{3E29B9BD-F0B5-3CDE-D452-D07E65710B92}"/>
              </a:ext>
            </a:extLst>
          </p:cNvPr>
          <p:cNvSpPr>
            <a:spLocks noChangeShapeType="1"/>
          </p:cNvSpPr>
          <p:nvPr/>
        </p:nvSpPr>
        <p:spPr bwMode="black">
          <a:xfrm>
            <a:off x="7797800" y="3213100"/>
            <a:ext cx="0" cy="576263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5" name="Arc 31">
            <a:extLst>
              <a:ext uri="{FF2B5EF4-FFF2-40B4-BE49-F238E27FC236}">
                <a16:creationId xmlns:a16="http://schemas.microsoft.com/office/drawing/2014/main" id="{D87540B1-5838-0AC1-CB68-FF535BB5009A}"/>
              </a:ext>
            </a:extLst>
          </p:cNvPr>
          <p:cNvSpPr>
            <a:spLocks/>
          </p:cNvSpPr>
          <p:nvPr/>
        </p:nvSpPr>
        <p:spPr bwMode="black">
          <a:xfrm>
            <a:off x="7385050" y="4437063"/>
            <a:ext cx="144463" cy="360362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6" name="Oval 32">
            <a:extLst>
              <a:ext uri="{FF2B5EF4-FFF2-40B4-BE49-F238E27FC236}">
                <a16:creationId xmlns:a16="http://schemas.microsoft.com/office/drawing/2014/main" id="{D01B10E4-5AE8-69DE-DDA3-7F54D0320033}"/>
              </a:ext>
            </a:extLst>
          </p:cNvPr>
          <p:cNvSpPr>
            <a:spLocks noChangeArrowheads="1"/>
          </p:cNvSpPr>
          <p:nvPr/>
        </p:nvSpPr>
        <p:spPr bwMode="black">
          <a:xfrm>
            <a:off x="7745413" y="3732213"/>
            <a:ext cx="130175" cy="142875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6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1000"/>
                                        <p:tgtEl>
                                          <p:spTgt spid="36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6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6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6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6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36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5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68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68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68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68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6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68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68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autoUpdateAnimBg="0"/>
      <p:bldP spid="36868" grpId="0" autoUpdateAnimBg="0"/>
      <p:bldP spid="36875" grpId="0" autoUpdateAnimBg="0"/>
      <p:bldP spid="36878" grpId="0" autoUpdateAnimBg="0"/>
      <p:bldP spid="36890" grpId="0" autoUpdateAnimBg="0"/>
      <p:bldP spid="36891" grpId="0" build="p" autoUpdateAnimBg="0"/>
      <p:bldP spid="36892" grpId="0" build="p" autoUpdateAnimBg="0"/>
      <p:bldP spid="36893" grpId="0" build="p" autoUpdateAnimBg="0"/>
      <p:bldP spid="36896" grpId="0" animBg="1"/>
    </p:bldLst>
  </p:timing>
</p:sld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0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1395</TotalTime>
  <Words>1088</Words>
  <Application>Microsoft Office PowerPoint</Application>
  <PresentationFormat>全屏显示(4:3)</PresentationFormat>
  <Paragraphs>227</Paragraphs>
  <Slides>24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7" baseType="lpstr">
      <vt:lpstr>Arial</vt:lpstr>
      <vt:lpstr>宋体</vt:lpstr>
      <vt:lpstr>Times New Roman</vt:lpstr>
      <vt:lpstr>Calibri</vt:lpstr>
      <vt:lpstr>隶书</vt:lpstr>
      <vt:lpstr>黑体</vt:lpstr>
      <vt:lpstr>楷体_GB2312</vt:lpstr>
      <vt:lpstr>仿宋_GB2312</vt:lpstr>
      <vt:lpstr>Symbol</vt:lpstr>
      <vt:lpstr>Bookman Old Style</vt:lpstr>
      <vt:lpstr>1_默认设计模板</vt:lpstr>
      <vt:lpstr>Microsoft Clip Gallery</vt:lpstr>
      <vt:lpstr>Microsoft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大学物理电子教案</dc:title>
  <dc:subject>绪论</dc:subject>
  <dc:creator>zhaosm</dc:creator>
  <cp:lastModifiedBy>davidly .</cp:lastModifiedBy>
  <cp:revision>126</cp:revision>
  <dcterms:created xsi:type="dcterms:W3CDTF">2002-06-18T00:43:24Z</dcterms:created>
  <dcterms:modified xsi:type="dcterms:W3CDTF">2025-02-19T13:03:17Z</dcterms:modified>
</cp:coreProperties>
</file>